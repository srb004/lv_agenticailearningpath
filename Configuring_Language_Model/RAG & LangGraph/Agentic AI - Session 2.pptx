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5"/>
    <p:sldMasterId id="2147483699" r:id="rId6"/>
    <p:sldMasterId id="214748370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y="5143500" cx="9144000"/>
  <p:notesSz cx="6858000" cy="9144000"/>
  <p:embeddedFontLst>
    <p:embeddedFont>
      <p:font typeface="Manrope Light"/>
      <p:regular r:id="rId31"/>
      <p:bold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Manrope"/>
      <p:bold r:id="rId37"/>
    </p:embeddedFont>
    <p:embeddedFont>
      <p:font typeface="Manrope ExtraBold"/>
      <p:bold r:id="rId38"/>
    </p:embeddedFont>
    <p:embeddedFont>
      <p:font typeface="Inter ExtraBold"/>
      <p:bold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C42048-432D-47B3-A8A3-F418A9B2B27A}">
  <a:tblStyle styleId="{E3C42048-432D-47B3-A8A3-F418A9B2B2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ExtraBold-boldItalic.fntdata"/><Relationship Id="rId20" Type="http://schemas.openxmlformats.org/officeDocument/2006/relationships/slide" Target="slides/slide12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4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3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ManropeLight-regular.fntdata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Inter-regular.fntdata"/><Relationship Id="rId10" Type="http://schemas.openxmlformats.org/officeDocument/2006/relationships/slide" Target="slides/slide2.xml"/><Relationship Id="rId32" Type="http://schemas.openxmlformats.org/officeDocument/2006/relationships/font" Target="fonts/ManropeLight-bold.fntdata"/><Relationship Id="rId13" Type="http://schemas.openxmlformats.org/officeDocument/2006/relationships/slide" Target="slides/slide5.xml"/><Relationship Id="rId35" Type="http://schemas.openxmlformats.org/officeDocument/2006/relationships/font" Target="fonts/Inter-italic.fntdata"/><Relationship Id="rId12" Type="http://schemas.openxmlformats.org/officeDocument/2006/relationships/slide" Target="slides/slide4.xml"/><Relationship Id="rId34" Type="http://schemas.openxmlformats.org/officeDocument/2006/relationships/font" Target="fonts/Inter-bold.fntdata"/><Relationship Id="rId15" Type="http://schemas.openxmlformats.org/officeDocument/2006/relationships/slide" Target="slides/slide7.xml"/><Relationship Id="rId37" Type="http://schemas.openxmlformats.org/officeDocument/2006/relationships/font" Target="fonts/Manrope-bold.fntdata"/><Relationship Id="rId14" Type="http://schemas.openxmlformats.org/officeDocument/2006/relationships/slide" Target="slides/slide6.xml"/><Relationship Id="rId36" Type="http://schemas.openxmlformats.org/officeDocument/2006/relationships/font" Target="fonts/Inter-boldItalic.fntdata"/><Relationship Id="rId17" Type="http://schemas.openxmlformats.org/officeDocument/2006/relationships/slide" Target="slides/slide9.xml"/><Relationship Id="rId39" Type="http://schemas.openxmlformats.org/officeDocument/2006/relationships/font" Target="fonts/InterExtraBold-bold.fntdata"/><Relationship Id="rId16" Type="http://schemas.openxmlformats.org/officeDocument/2006/relationships/slide" Target="slides/slide8.xml"/><Relationship Id="rId38" Type="http://schemas.openxmlformats.org/officeDocument/2006/relationships/font" Target="fonts/ManropeExtraBold-bold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71cb63a4e2_0_1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71cb63a4e2_0_1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757ecf7be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757ecf7be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757ecf7be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757ecf7be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757ecf7be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757ecf7be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757ecf7be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757ecf7be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757ecf7be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757ecf7be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72f7e493c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72f7e493c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71cb63a4e2_0_2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71cb63a4e2_0_2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71cb63a4e2_0_22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71cb63a4e2_0_2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71cb63a4e2_0_2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71cb63a4e2_0_2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71cb63a4e2_0_25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71cb63a4e2_0_25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71cb63a4e2_0_25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71cb63a4e2_0_25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71cb63a4e2_0_2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71cb63a4e2_0_2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71cb63a4e2_0_2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71cb63a4e2_0_2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71cb63a4e2_0_2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71cb63a4e2_0_2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71cb63a4e2_0_2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71cb63a4e2_0_2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71cb63a4e2_0_2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71cb63a4e2_0_2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71cb63a4e2_0_2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71cb63a4e2_0_2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71cb63a4e2_0_2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71cb63a4e2_0_2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71cb63a4e2_0_22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71cb63a4e2_0_22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71cb63a4e2_0_2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71cb63a4e2_0_2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71cb63a4e2_0_17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g371cb63a4e2_0_17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g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jpg"/><Relationship Id="rId3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Relationship Id="rId3" Type="http://schemas.openxmlformats.org/officeDocument/2006/relationships/image" Target="../media/image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jpg"/><Relationship Id="rId3" Type="http://schemas.openxmlformats.org/officeDocument/2006/relationships/image" Target="../media/image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jpg"/><Relationship Id="rId3" Type="http://schemas.openxmlformats.org/officeDocument/2006/relationships/image" Target="../media/image9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jpg"/><Relationship Id="rId3" Type="http://schemas.openxmlformats.org/officeDocument/2006/relationships/image" Target="../media/image7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jpg"/><Relationship Id="rId3" Type="http://schemas.openxmlformats.org/officeDocument/2006/relationships/image" Target="../media/image9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8942" l="0" r="0" t="8942"/>
          <a:stretch/>
        </p:blipFill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E2757"/>
              </a:gs>
              <a:gs pos="12000">
                <a:srgbClr val="1E2757"/>
              </a:gs>
              <a:gs pos="100000">
                <a:srgbClr val="1E2757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3">
            <a:alphaModFix amt="62000"/>
          </a:blip>
          <a:srcRect b="24528" l="0" r="10378" t="2318"/>
          <a:stretch/>
        </p:blipFill>
        <p:spPr>
          <a:xfrm>
            <a:off x="5113855" y="0"/>
            <a:ext cx="4030145" cy="5143500"/>
          </a:xfrm>
          <a:custGeom>
            <a:rect b="b" l="l" r="r" t="t"/>
            <a:pathLst>
              <a:path extrusionOk="0" h="6858000" w="5373526">
                <a:moveTo>
                  <a:pt x="0" y="0"/>
                </a:moveTo>
                <a:lnTo>
                  <a:pt x="5373526" y="0"/>
                </a:lnTo>
                <a:lnTo>
                  <a:pt x="5373526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 flipH="1" rot="-1280379">
            <a:off x="-637194" y="-1052772"/>
            <a:ext cx="7262378" cy="3120022"/>
          </a:xfrm>
          <a:custGeom>
            <a:rect b="b" l="l" r="r" t="t"/>
            <a:pathLst>
              <a:path extrusionOk="0" h="4166469" w="9698161">
                <a:moveTo>
                  <a:pt x="9696941" y="3667366"/>
                </a:moveTo>
                <a:cubicBezTo>
                  <a:pt x="9696423" y="3667500"/>
                  <a:pt x="9696136" y="3668037"/>
                  <a:pt x="9696270" y="3668536"/>
                </a:cubicBezTo>
                <a:cubicBezTo>
                  <a:pt x="9696403" y="3668958"/>
                  <a:pt x="9696787" y="3669245"/>
                  <a:pt x="9697208" y="3669245"/>
                </a:cubicBezTo>
                <a:cubicBezTo>
                  <a:pt x="9697285" y="3669245"/>
                  <a:pt x="9697458" y="3669206"/>
                  <a:pt x="9697458" y="3669206"/>
                </a:cubicBezTo>
                <a:cubicBezTo>
                  <a:pt x="9697975" y="3669052"/>
                  <a:pt x="9698262" y="3668536"/>
                  <a:pt x="9698129" y="3668019"/>
                </a:cubicBezTo>
                <a:cubicBezTo>
                  <a:pt x="9697975" y="3667520"/>
                  <a:pt x="9697439" y="3667213"/>
                  <a:pt x="9696941" y="3667366"/>
                </a:cubicBezTo>
                <a:close/>
                <a:moveTo>
                  <a:pt x="9603815" y="3693201"/>
                </a:moveTo>
                <a:lnTo>
                  <a:pt x="9603835" y="3693220"/>
                </a:lnTo>
                <a:lnTo>
                  <a:pt x="9603837" y="3693218"/>
                </a:lnTo>
                <a:close/>
                <a:moveTo>
                  <a:pt x="9604525" y="3692071"/>
                </a:moveTo>
                <a:lnTo>
                  <a:pt x="9603837" y="3693218"/>
                </a:lnTo>
                <a:lnTo>
                  <a:pt x="9604755" y="3693930"/>
                </a:lnTo>
                <a:cubicBezTo>
                  <a:pt x="9604832" y="3693930"/>
                  <a:pt x="9604985" y="3693930"/>
                  <a:pt x="9604985" y="3693930"/>
                </a:cubicBezTo>
                <a:cubicBezTo>
                  <a:pt x="9605502" y="3693795"/>
                  <a:pt x="9605809" y="3693278"/>
                  <a:pt x="9605676" y="3692760"/>
                </a:cubicBezTo>
                <a:cubicBezTo>
                  <a:pt x="9605541" y="3692242"/>
                  <a:pt x="9605024" y="3691936"/>
                  <a:pt x="9604525" y="3692071"/>
                </a:cubicBezTo>
                <a:close/>
                <a:moveTo>
                  <a:pt x="9511439" y="3713958"/>
                </a:moveTo>
                <a:cubicBezTo>
                  <a:pt x="9510922" y="3714072"/>
                  <a:pt x="9510596" y="3714589"/>
                  <a:pt x="9510711" y="3715107"/>
                </a:cubicBezTo>
                <a:cubicBezTo>
                  <a:pt x="9510807" y="3715547"/>
                  <a:pt x="9511209" y="3715855"/>
                  <a:pt x="9511650" y="3715855"/>
                </a:cubicBezTo>
                <a:cubicBezTo>
                  <a:pt x="9511708" y="3715855"/>
                  <a:pt x="9511842" y="3715835"/>
                  <a:pt x="9511842" y="3715835"/>
                </a:cubicBezTo>
                <a:cubicBezTo>
                  <a:pt x="9512360" y="3715720"/>
                  <a:pt x="9512705" y="3715203"/>
                  <a:pt x="9512590" y="3714704"/>
                </a:cubicBezTo>
                <a:cubicBezTo>
                  <a:pt x="9512475" y="3714168"/>
                  <a:pt x="9511957" y="3713843"/>
                  <a:pt x="9511439" y="3713958"/>
                </a:cubicBezTo>
                <a:close/>
                <a:moveTo>
                  <a:pt x="9417644" y="3732567"/>
                </a:moveTo>
                <a:cubicBezTo>
                  <a:pt x="9417127" y="3732643"/>
                  <a:pt x="9416782" y="3733142"/>
                  <a:pt x="9416878" y="3733659"/>
                </a:cubicBezTo>
                <a:cubicBezTo>
                  <a:pt x="9416954" y="3734139"/>
                  <a:pt x="9417357" y="3734464"/>
                  <a:pt x="9417816" y="3734464"/>
                </a:cubicBezTo>
                <a:cubicBezTo>
                  <a:pt x="9417874" y="3734464"/>
                  <a:pt x="9417970" y="3734445"/>
                  <a:pt x="9417970" y="3734445"/>
                </a:cubicBezTo>
                <a:cubicBezTo>
                  <a:pt x="9418506" y="3734349"/>
                  <a:pt x="9418832" y="3733851"/>
                  <a:pt x="9418756" y="3733334"/>
                </a:cubicBezTo>
                <a:cubicBezTo>
                  <a:pt x="9418660" y="3732816"/>
                  <a:pt x="9418162" y="3732471"/>
                  <a:pt x="9417644" y="3732567"/>
                </a:cubicBezTo>
                <a:close/>
                <a:moveTo>
                  <a:pt x="9323159" y="3747343"/>
                </a:moveTo>
                <a:cubicBezTo>
                  <a:pt x="9322641" y="3747401"/>
                  <a:pt x="9322277" y="3747899"/>
                  <a:pt x="9322335" y="3748417"/>
                </a:cubicBezTo>
                <a:cubicBezTo>
                  <a:pt x="9322412" y="3748896"/>
                  <a:pt x="9322814" y="3749240"/>
                  <a:pt x="9323274" y="3749241"/>
                </a:cubicBezTo>
                <a:lnTo>
                  <a:pt x="9323409" y="3749241"/>
                </a:lnTo>
                <a:cubicBezTo>
                  <a:pt x="9323945" y="3749164"/>
                  <a:pt x="9324309" y="3748685"/>
                  <a:pt x="9324233" y="3748168"/>
                </a:cubicBezTo>
                <a:cubicBezTo>
                  <a:pt x="9324176" y="3747630"/>
                  <a:pt x="9323696" y="3747266"/>
                  <a:pt x="9323159" y="3747343"/>
                </a:cubicBezTo>
                <a:close/>
                <a:moveTo>
                  <a:pt x="9228080" y="3757788"/>
                </a:moveTo>
                <a:cubicBezTo>
                  <a:pt x="9227562" y="3757826"/>
                  <a:pt x="9227160" y="3758287"/>
                  <a:pt x="9227217" y="3758823"/>
                </a:cubicBezTo>
                <a:cubicBezTo>
                  <a:pt x="9227256" y="3759321"/>
                  <a:pt x="9227677" y="3759704"/>
                  <a:pt x="9228157" y="3759704"/>
                </a:cubicBezTo>
                <a:cubicBezTo>
                  <a:pt x="9228195" y="3759704"/>
                  <a:pt x="9228252" y="3759686"/>
                  <a:pt x="9228252" y="3759686"/>
                </a:cubicBezTo>
                <a:cubicBezTo>
                  <a:pt x="9228770" y="3759647"/>
                  <a:pt x="9229172" y="3759187"/>
                  <a:pt x="9229115" y="3758650"/>
                </a:cubicBezTo>
                <a:cubicBezTo>
                  <a:pt x="9229077" y="3758134"/>
                  <a:pt x="9228616" y="3757731"/>
                  <a:pt x="9228080" y="3757788"/>
                </a:cubicBezTo>
                <a:close/>
                <a:moveTo>
                  <a:pt x="9672370" y="3566614"/>
                </a:moveTo>
                <a:cubicBezTo>
                  <a:pt x="9671298" y="3566863"/>
                  <a:pt x="9670666" y="3567956"/>
                  <a:pt x="9670914" y="3569010"/>
                </a:cubicBezTo>
                <a:cubicBezTo>
                  <a:pt x="9671144" y="3569910"/>
                  <a:pt x="9671949" y="3570505"/>
                  <a:pt x="9672849" y="3570505"/>
                </a:cubicBezTo>
                <a:cubicBezTo>
                  <a:pt x="9673003" y="3570505"/>
                  <a:pt x="9673156" y="3570486"/>
                  <a:pt x="9673329" y="3570447"/>
                </a:cubicBezTo>
                <a:cubicBezTo>
                  <a:pt x="9674383" y="3570179"/>
                  <a:pt x="9675034" y="3569106"/>
                  <a:pt x="9674765" y="3568052"/>
                </a:cubicBezTo>
                <a:cubicBezTo>
                  <a:pt x="9674499" y="3566979"/>
                  <a:pt x="9673425" y="3566346"/>
                  <a:pt x="9672370" y="3566614"/>
                </a:cubicBezTo>
                <a:close/>
                <a:moveTo>
                  <a:pt x="9132561" y="3763365"/>
                </a:moveTo>
                <a:cubicBezTo>
                  <a:pt x="9132043" y="3763385"/>
                  <a:pt x="9131640" y="3763825"/>
                  <a:pt x="9131640" y="3764362"/>
                </a:cubicBezTo>
                <a:cubicBezTo>
                  <a:pt x="9131660" y="3764879"/>
                  <a:pt x="9132081" y="3765282"/>
                  <a:pt x="9132599" y="3765282"/>
                </a:cubicBezTo>
                <a:lnTo>
                  <a:pt x="9132618" y="3765282"/>
                </a:lnTo>
                <a:cubicBezTo>
                  <a:pt x="9133155" y="3765263"/>
                  <a:pt x="9133576" y="3764822"/>
                  <a:pt x="9133557" y="3764286"/>
                </a:cubicBezTo>
                <a:cubicBezTo>
                  <a:pt x="9133537" y="3763768"/>
                  <a:pt x="9133097" y="3763365"/>
                  <a:pt x="9132561" y="3763365"/>
                </a:cubicBezTo>
                <a:close/>
                <a:moveTo>
                  <a:pt x="9578652" y="3588578"/>
                </a:moveTo>
                <a:cubicBezTo>
                  <a:pt x="9577579" y="3588808"/>
                  <a:pt x="9576909" y="3589863"/>
                  <a:pt x="9577138" y="3590935"/>
                </a:cubicBezTo>
                <a:cubicBezTo>
                  <a:pt x="9577350" y="3591855"/>
                  <a:pt x="9578154" y="3592488"/>
                  <a:pt x="9579074" y="3592488"/>
                </a:cubicBezTo>
                <a:cubicBezTo>
                  <a:pt x="9579208" y="3592487"/>
                  <a:pt x="9579361" y="3592449"/>
                  <a:pt x="9579495" y="3592449"/>
                </a:cubicBezTo>
                <a:cubicBezTo>
                  <a:pt x="9580569" y="3592219"/>
                  <a:pt x="9581240" y="3591145"/>
                  <a:pt x="9581009" y="3590092"/>
                </a:cubicBezTo>
                <a:cubicBezTo>
                  <a:pt x="9580779" y="3589018"/>
                  <a:pt x="9579725" y="3588329"/>
                  <a:pt x="9578652" y="3588578"/>
                </a:cubicBezTo>
                <a:close/>
                <a:moveTo>
                  <a:pt x="9484263" y="3607303"/>
                </a:moveTo>
                <a:cubicBezTo>
                  <a:pt x="9483189" y="3607513"/>
                  <a:pt x="9482481" y="3608529"/>
                  <a:pt x="9482672" y="3609621"/>
                </a:cubicBezTo>
                <a:cubicBezTo>
                  <a:pt x="9482845" y="3610561"/>
                  <a:pt x="9483668" y="3611251"/>
                  <a:pt x="9484626" y="3611251"/>
                </a:cubicBezTo>
                <a:cubicBezTo>
                  <a:pt x="9484742" y="3611251"/>
                  <a:pt x="9484857" y="3611212"/>
                  <a:pt x="9484972" y="3611212"/>
                </a:cubicBezTo>
                <a:cubicBezTo>
                  <a:pt x="9486046" y="3611021"/>
                  <a:pt x="9486755" y="3609985"/>
                  <a:pt x="9486563" y="3608913"/>
                </a:cubicBezTo>
                <a:cubicBezTo>
                  <a:pt x="9486371" y="3607839"/>
                  <a:pt x="9485336" y="3607111"/>
                  <a:pt x="9484263" y="3607303"/>
                </a:cubicBezTo>
                <a:close/>
                <a:moveTo>
                  <a:pt x="9036829" y="3763615"/>
                </a:moveTo>
                <a:cubicBezTo>
                  <a:pt x="9036293" y="3763595"/>
                  <a:pt x="9035852" y="3764017"/>
                  <a:pt x="9035852" y="3764534"/>
                </a:cubicBezTo>
                <a:cubicBezTo>
                  <a:pt x="9035833" y="3765071"/>
                  <a:pt x="9036255" y="3765512"/>
                  <a:pt x="9036772" y="3765512"/>
                </a:cubicBezTo>
                <a:cubicBezTo>
                  <a:pt x="9037308" y="3765531"/>
                  <a:pt x="9037749" y="3765110"/>
                  <a:pt x="9037749" y="3764592"/>
                </a:cubicBezTo>
                <a:cubicBezTo>
                  <a:pt x="9037769" y="3764056"/>
                  <a:pt x="9037366" y="3763615"/>
                  <a:pt x="9036829" y="3763615"/>
                </a:cubicBezTo>
                <a:close/>
                <a:moveTo>
                  <a:pt x="9389223" y="3622328"/>
                </a:moveTo>
                <a:cubicBezTo>
                  <a:pt x="9388130" y="3622462"/>
                  <a:pt x="9387383" y="3623459"/>
                  <a:pt x="9387536" y="3624551"/>
                </a:cubicBezTo>
                <a:cubicBezTo>
                  <a:pt x="9387670" y="3625548"/>
                  <a:pt x="9388513" y="3626276"/>
                  <a:pt x="9389490" y="3626276"/>
                </a:cubicBezTo>
                <a:cubicBezTo>
                  <a:pt x="9389586" y="3626276"/>
                  <a:pt x="9389663" y="3626257"/>
                  <a:pt x="9389758" y="3626237"/>
                </a:cubicBezTo>
                <a:cubicBezTo>
                  <a:pt x="9390832" y="3626104"/>
                  <a:pt x="9391598" y="3625107"/>
                  <a:pt x="9391446" y="3624014"/>
                </a:cubicBezTo>
                <a:cubicBezTo>
                  <a:pt x="9391292" y="3622941"/>
                  <a:pt x="9390314" y="3622174"/>
                  <a:pt x="9389223" y="3622328"/>
                </a:cubicBezTo>
                <a:close/>
                <a:moveTo>
                  <a:pt x="9293588" y="3633099"/>
                </a:moveTo>
                <a:cubicBezTo>
                  <a:pt x="9292494" y="3633195"/>
                  <a:pt x="9291690" y="3634153"/>
                  <a:pt x="9291786" y="3635246"/>
                </a:cubicBezTo>
                <a:cubicBezTo>
                  <a:pt x="9291881" y="3636280"/>
                  <a:pt x="9292745" y="3637047"/>
                  <a:pt x="9293778" y="3637047"/>
                </a:cubicBezTo>
                <a:lnTo>
                  <a:pt x="9293932" y="3637047"/>
                </a:lnTo>
                <a:cubicBezTo>
                  <a:pt x="9295025" y="3636951"/>
                  <a:pt x="9295829" y="3635993"/>
                  <a:pt x="9295734" y="3634900"/>
                </a:cubicBezTo>
                <a:cubicBezTo>
                  <a:pt x="9295638" y="3633808"/>
                  <a:pt x="9294680" y="3633003"/>
                  <a:pt x="9293588" y="3633099"/>
                </a:cubicBezTo>
                <a:close/>
                <a:moveTo>
                  <a:pt x="8941233" y="3758076"/>
                </a:moveTo>
                <a:cubicBezTo>
                  <a:pt x="8940715" y="3758037"/>
                  <a:pt x="8940236" y="3758421"/>
                  <a:pt x="8940198" y="3758938"/>
                </a:cubicBezTo>
                <a:cubicBezTo>
                  <a:pt x="8940141" y="3759475"/>
                  <a:pt x="8940543" y="3759935"/>
                  <a:pt x="8941060" y="3759992"/>
                </a:cubicBezTo>
                <a:lnTo>
                  <a:pt x="8941156" y="3759992"/>
                </a:lnTo>
                <a:cubicBezTo>
                  <a:pt x="8941636" y="3759992"/>
                  <a:pt x="8942057" y="3759628"/>
                  <a:pt x="8942114" y="3759130"/>
                </a:cubicBezTo>
                <a:cubicBezTo>
                  <a:pt x="8942153" y="3758593"/>
                  <a:pt x="8941769" y="3758134"/>
                  <a:pt x="8941233" y="3758076"/>
                </a:cubicBezTo>
                <a:close/>
                <a:moveTo>
                  <a:pt x="9197511" y="3639136"/>
                </a:moveTo>
                <a:cubicBezTo>
                  <a:pt x="9196419" y="3639174"/>
                  <a:pt x="9195575" y="3640094"/>
                  <a:pt x="9195614" y="3641187"/>
                </a:cubicBezTo>
                <a:cubicBezTo>
                  <a:pt x="9195653" y="3642241"/>
                  <a:pt x="9196514" y="3643085"/>
                  <a:pt x="9197588" y="3643085"/>
                </a:cubicBezTo>
                <a:lnTo>
                  <a:pt x="9197665" y="3643085"/>
                </a:lnTo>
                <a:cubicBezTo>
                  <a:pt x="9198758" y="3643046"/>
                  <a:pt x="9199601" y="3642126"/>
                  <a:pt x="9199562" y="3641034"/>
                </a:cubicBezTo>
                <a:cubicBezTo>
                  <a:pt x="9199524" y="3639941"/>
                  <a:pt x="9198604" y="3639098"/>
                  <a:pt x="9197511" y="3639136"/>
                </a:cubicBezTo>
                <a:close/>
                <a:moveTo>
                  <a:pt x="9639847" y="3464597"/>
                </a:moveTo>
                <a:cubicBezTo>
                  <a:pt x="9638237" y="3464942"/>
                  <a:pt x="9637202" y="3466533"/>
                  <a:pt x="9637546" y="3468162"/>
                </a:cubicBezTo>
                <a:cubicBezTo>
                  <a:pt x="9637854" y="3469580"/>
                  <a:pt x="9639099" y="3470538"/>
                  <a:pt x="9640479" y="3470538"/>
                </a:cubicBezTo>
                <a:cubicBezTo>
                  <a:pt x="9640690" y="3470538"/>
                  <a:pt x="9640901" y="3470520"/>
                  <a:pt x="9641112" y="3470481"/>
                </a:cubicBezTo>
                <a:cubicBezTo>
                  <a:pt x="9642740" y="3470116"/>
                  <a:pt x="9643776" y="3468526"/>
                  <a:pt x="9643411" y="3466897"/>
                </a:cubicBezTo>
                <a:cubicBezTo>
                  <a:pt x="9643066" y="3465288"/>
                  <a:pt x="9641476" y="3464252"/>
                  <a:pt x="9639847" y="3464597"/>
                </a:cubicBezTo>
                <a:close/>
                <a:moveTo>
                  <a:pt x="9544825" y="3483245"/>
                </a:moveTo>
                <a:cubicBezTo>
                  <a:pt x="9543196" y="3483533"/>
                  <a:pt x="9542104" y="3485085"/>
                  <a:pt x="9542391" y="3486715"/>
                </a:cubicBezTo>
                <a:cubicBezTo>
                  <a:pt x="9542660" y="3488171"/>
                  <a:pt x="9543924" y="3489206"/>
                  <a:pt x="9545342" y="3489206"/>
                </a:cubicBezTo>
                <a:cubicBezTo>
                  <a:pt x="9545515" y="3489206"/>
                  <a:pt x="9545707" y="3489186"/>
                  <a:pt x="9545879" y="3489148"/>
                </a:cubicBezTo>
                <a:cubicBezTo>
                  <a:pt x="9547508" y="3488861"/>
                  <a:pt x="9548601" y="3487308"/>
                  <a:pt x="9548313" y="3485679"/>
                </a:cubicBezTo>
                <a:cubicBezTo>
                  <a:pt x="9548026" y="3484031"/>
                  <a:pt x="9546454" y="3482958"/>
                  <a:pt x="9544825" y="3483245"/>
                </a:cubicBezTo>
                <a:close/>
                <a:moveTo>
                  <a:pt x="8846192" y="3746481"/>
                </a:moveTo>
                <a:cubicBezTo>
                  <a:pt x="8845675" y="3746404"/>
                  <a:pt x="8845176" y="3746749"/>
                  <a:pt x="8845100" y="3747266"/>
                </a:cubicBezTo>
                <a:cubicBezTo>
                  <a:pt x="8845022" y="3747803"/>
                  <a:pt x="8845368" y="3748283"/>
                  <a:pt x="8845904" y="3748378"/>
                </a:cubicBezTo>
                <a:lnTo>
                  <a:pt x="8846039" y="3748378"/>
                </a:lnTo>
                <a:cubicBezTo>
                  <a:pt x="8846518" y="3748378"/>
                  <a:pt x="8846920" y="3748052"/>
                  <a:pt x="8846997" y="3747574"/>
                </a:cubicBezTo>
                <a:cubicBezTo>
                  <a:pt x="8847074" y="3747056"/>
                  <a:pt x="8846710" y="3746558"/>
                  <a:pt x="8846192" y="3746481"/>
                </a:cubicBezTo>
                <a:close/>
                <a:moveTo>
                  <a:pt x="9101205" y="3639941"/>
                </a:moveTo>
                <a:cubicBezTo>
                  <a:pt x="9100114" y="3639922"/>
                  <a:pt x="9099193" y="3640784"/>
                  <a:pt x="9099193" y="3641877"/>
                </a:cubicBezTo>
                <a:cubicBezTo>
                  <a:pt x="9099175" y="3642970"/>
                  <a:pt x="9100036" y="3643869"/>
                  <a:pt x="9101130" y="3643909"/>
                </a:cubicBezTo>
                <a:lnTo>
                  <a:pt x="9101167" y="3643909"/>
                </a:lnTo>
                <a:cubicBezTo>
                  <a:pt x="9102240" y="3643909"/>
                  <a:pt x="9103141" y="3643046"/>
                  <a:pt x="9103141" y="3641973"/>
                </a:cubicBezTo>
                <a:cubicBezTo>
                  <a:pt x="9103161" y="3640861"/>
                  <a:pt x="9102298" y="3639941"/>
                  <a:pt x="9101205" y="3639941"/>
                </a:cubicBezTo>
                <a:close/>
                <a:moveTo>
                  <a:pt x="9449171" y="3498194"/>
                </a:moveTo>
                <a:cubicBezTo>
                  <a:pt x="9447522" y="3498424"/>
                  <a:pt x="9446373" y="3499938"/>
                  <a:pt x="9446603" y="3501586"/>
                </a:cubicBezTo>
                <a:cubicBezTo>
                  <a:pt x="9446794" y="3503081"/>
                  <a:pt x="9448078" y="3504174"/>
                  <a:pt x="9449573" y="3504174"/>
                </a:cubicBezTo>
                <a:cubicBezTo>
                  <a:pt x="9449688" y="3504174"/>
                  <a:pt x="9449823" y="3504174"/>
                  <a:pt x="9449975" y="3504155"/>
                </a:cubicBezTo>
                <a:cubicBezTo>
                  <a:pt x="9451605" y="3503924"/>
                  <a:pt x="9452755" y="3502410"/>
                  <a:pt x="9452545" y="3500782"/>
                </a:cubicBezTo>
                <a:cubicBezTo>
                  <a:pt x="9452314" y="3499133"/>
                  <a:pt x="9450800" y="3497984"/>
                  <a:pt x="9449171" y="3498194"/>
                </a:cubicBezTo>
                <a:close/>
                <a:moveTo>
                  <a:pt x="9352942" y="3509003"/>
                </a:moveTo>
                <a:cubicBezTo>
                  <a:pt x="9351275" y="3509137"/>
                  <a:pt x="9350067" y="3510595"/>
                  <a:pt x="9350221" y="3512242"/>
                </a:cubicBezTo>
                <a:cubicBezTo>
                  <a:pt x="9350354" y="3513814"/>
                  <a:pt x="9351657" y="3514983"/>
                  <a:pt x="9353191" y="3514983"/>
                </a:cubicBezTo>
                <a:lnTo>
                  <a:pt x="9353459" y="3514983"/>
                </a:lnTo>
                <a:cubicBezTo>
                  <a:pt x="9355127" y="3514830"/>
                  <a:pt x="9356334" y="3513373"/>
                  <a:pt x="9356200" y="3511725"/>
                </a:cubicBezTo>
                <a:cubicBezTo>
                  <a:pt x="9356046" y="3510057"/>
                  <a:pt x="9354590" y="3508850"/>
                  <a:pt x="9352942" y="3509003"/>
                </a:cubicBezTo>
                <a:close/>
                <a:moveTo>
                  <a:pt x="9004996" y="3635111"/>
                </a:moveTo>
                <a:cubicBezTo>
                  <a:pt x="9003903" y="3635035"/>
                  <a:pt x="9002944" y="3635839"/>
                  <a:pt x="9002869" y="3636932"/>
                </a:cubicBezTo>
                <a:cubicBezTo>
                  <a:pt x="9002772" y="3638005"/>
                  <a:pt x="9003578" y="3638964"/>
                  <a:pt x="9004670" y="3639059"/>
                </a:cubicBezTo>
                <a:lnTo>
                  <a:pt x="9004824" y="3639059"/>
                </a:lnTo>
                <a:cubicBezTo>
                  <a:pt x="9005858" y="3639059"/>
                  <a:pt x="9006720" y="3638293"/>
                  <a:pt x="9006816" y="3637239"/>
                </a:cubicBezTo>
                <a:cubicBezTo>
                  <a:pt x="9006893" y="3636146"/>
                  <a:pt x="9006088" y="3635207"/>
                  <a:pt x="9004996" y="3635111"/>
                </a:cubicBezTo>
                <a:close/>
                <a:moveTo>
                  <a:pt x="8752090" y="3728868"/>
                </a:moveTo>
                <a:cubicBezTo>
                  <a:pt x="8751573" y="3728753"/>
                  <a:pt x="8751056" y="3729098"/>
                  <a:pt x="8750959" y="3729616"/>
                </a:cubicBezTo>
                <a:cubicBezTo>
                  <a:pt x="8750845" y="3730114"/>
                  <a:pt x="8751171" y="3730631"/>
                  <a:pt x="8751688" y="3730746"/>
                </a:cubicBezTo>
                <a:lnTo>
                  <a:pt x="8751688" y="3730765"/>
                </a:lnTo>
                <a:cubicBezTo>
                  <a:pt x="8751745" y="3730765"/>
                  <a:pt x="8751899" y="3730765"/>
                  <a:pt x="8751899" y="3730765"/>
                </a:cubicBezTo>
                <a:cubicBezTo>
                  <a:pt x="8752320" y="3730765"/>
                  <a:pt x="8752723" y="3730459"/>
                  <a:pt x="8752818" y="3730018"/>
                </a:cubicBezTo>
                <a:cubicBezTo>
                  <a:pt x="8752933" y="3729500"/>
                  <a:pt x="8752608" y="3728982"/>
                  <a:pt x="8752090" y="3728868"/>
                </a:cubicBezTo>
                <a:close/>
                <a:moveTo>
                  <a:pt x="9256272" y="3515136"/>
                </a:moveTo>
                <a:cubicBezTo>
                  <a:pt x="9254624" y="3515194"/>
                  <a:pt x="9253340" y="3516574"/>
                  <a:pt x="9253397" y="3518241"/>
                </a:cubicBezTo>
                <a:cubicBezTo>
                  <a:pt x="9253455" y="3519851"/>
                  <a:pt x="9254797" y="3521135"/>
                  <a:pt x="9256387" y="3521135"/>
                </a:cubicBezTo>
                <a:lnTo>
                  <a:pt x="9256502" y="3521135"/>
                </a:lnTo>
                <a:cubicBezTo>
                  <a:pt x="9258169" y="3521058"/>
                  <a:pt x="9259453" y="3519678"/>
                  <a:pt x="9259395" y="3518011"/>
                </a:cubicBezTo>
                <a:cubicBezTo>
                  <a:pt x="9259338" y="3516362"/>
                  <a:pt x="9257939" y="3515060"/>
                  <a:pt x="9256272" y="3515136"/>
                </a:cubicBezTo>
                <a:close/>
                <a:moveTo>
                  <a:pt x="9599255" y="3360319"/>
                </a:moveTo>
                <a:cubicBezTo>
                  <a:pt x="9597070" y="3360703"/>
                  <a:pt x="9595595" y="3362792"/>
                  <a:pt x="9595977" y="3364977"/>
                </a:cubicBezTo>
                <a:cubicBezTo>
                  <a:pt x="9596323" y="3366931"/>
                  <a:pt x="9598028" y="3368311"/>
                  <a:pt x="9599944" y="3368311"/>
                </a:cubicBezTo>
                <a:cubicBezTo>
                  <a:pt x="9600175" y="3368311"/>
                  <a:pt x="9600405" y="3368292"/>
                  <a:pt x="9600635" y="3368254"/>
                </a:cubicBezTo>
                <a:cubicBezTo>
                  <a:pt x="9602819" y="3367871"/>
                  <a:pt x="9604276" y="3365801"/>
                  <a:pt x="9603912" y="3363597"/>
                </a:cubicBezTo>
                <a:cubicBezTo>
                  <a:pt x="9603528" y="3361412"/>
                  <a:pt x="9601459" y="3359955"/>
                  <a:pt x="9599255" y="3360319"/>
                </a:cubicBezTo>
                <a:close/>
                <a:moveTo>
                  <a:pt x="8909284" y="3624303"/>
                </a:moveTo>
                <a:cubicBezTo>
                  <a:pt x="8908192" y="3624148"/>
                  <a:pt x="8907195" y="3624896"/>
                  <a:pt x="8907043" y="3625988"/>
                </a:cubicBezTo>
                <a:cubicBezTo>
                  <a:pt x="8906870" y="3627062"/>
                  <a:pt x="8907617" y="3628078"/>
                  <a:pt x="8908709" y="3628231"/>
                </a:cubicBezTo>
                <a:lnTo>
                  <a:pt x="8908709" y="3628251"/>
                </a:lnTo>
                <a:cubicBezTo>
                  <a:pt x="8908806" y="3628251"/>
                  <a:pt x="8908997" y="3628251"/>
                  <a:pt x="8908997" y="3628251"/>
                </a:cubicBezTo>
                <a:cubicBezTo>
                  <a:pt x="8909955" y="3628251"/>
                  <a:pt x="8910818" y="3627541"/>
                  <a:pt x="8910951" y="3626563"/>
                </a:cubicBezTo>
                <a:cubicBezTo>
                  <a:pt x="8911105" y="3625471"/>
                  <a:pt x="8910358" y="3624475"/>
                  <a:pt x="8909284" y="3624303"/>
                </a:cubicBezTo>
                <a:close/>
                <a:moveTo>
                  <a:pt x="9159392" y="3516133"/>
                </a:moveTo>
                <a:cubicBezTo>
                  <a:pt x="9157742" y="3516095"/>
                  <a:pt x="9156344" y="3517417"/>
                  <a:pt x="9156344" y="3519084"/>
                </a:cubicBezTo>
                <a:cubicBezTo>
                  <a:pt x="9156305" y="3520733"/>
                  <a:pt x="9157628" y="3522094"/>
                  <a:pt x="9159295" y="3522131"/>
                </a:cubicBezTo>
                <a:lnTo>
                  <a:pt x="9159334" y="3522131"/>
                </a:lnTo>
                <a:cubicBezTo>
                  <a:pt x="9160983" y="3522131"/>
                  <a:pt x="9162304" y="3520829"/>
                  <a:pt x="9162343" y="3519180"/>
                </a:cubicBezTo>
                <a:cubicBezTo>
                  <a:pt x="9162361" y="3517513"/>
                  <a:pt x="9161040" y="3516152"/>
                  <a:pt x="9159392" y="3516133"/>
                </a:cubicBezTo>
                <a:close/>
                <a:moveTo>
                  <a:pt x="8659024" y="3706272"/>
                </a:moveTo>
                <a:cubicBezTo>
                  <a:pt x="8658525" y="3706138"/>
                  <a:pt x="8657989" y="3706444"/>
                  <a:pt x="8657855" y="3706942"/>
                </a:cubicBezTo>
                <a:cubicBezTo>
                  <a:pt x="8657720" y="3707460"/>
                  <a:pt x="8658027" y="3707996"/>
                  <a:pt x="8658545" y="3708130"/>
                </a:cubicBezTo>
                <a:cubicBezTo>
                  <a:pt x="8658621" y="3708169"/>
                  <a:pt x="8658775" y="3708169"/>
                  <a:pt x="8658775" y="3708169"/>
                </a:cubicBezTo>
                <a:cubicBezTo>
                  <a:pt x="8659196" y="3708169"/>
                  <a:pt x="8659598" y="3707881"/>
                  <a:pt x="8659713" y="3707441"/>
                </a:cubicBezTo>
                <a:cubicBezTo>
                  <a:pt x="8659848" y="3706942"/>
                  <a:pt x="8659541" y="3706405"/>
                  <a:pt x="8659024" y="3706272"/>
                </a:cubicBezTo>
                <a:close/>
                <a:moveTo>
                  <a:pt x="9502949" y="3374981"/>
                </a:moveTo>
                <a:cubicBezTo>
                  <a:pt x="9500745" y="3375250"/>
                  <a:pt x="9499174" y="3377280"/>
                  <a:pt x="9499480" y="3379485"/>
                </a:cubicBezTo>
                <a:cubicBezTo>
                  <a:pt x="9499730" y="3381517"/>
                  <a:pt x="9501473" y="3382992"/>
                  <a:pt x="9503466" y="3382992"/>
                </a:cubicBezTo>
                <a:cubicBezTo>
                  <a:pt x="9503639" y="3382992"/>
                  <a:pt x="9503812" y="3382954"/>
                  <a:pt x="9503984" y="3382954"/>
                </a:cubicBezTo>
                <a:cubicBezTo>
                  <a:pt x="9506187" y="3382666"/>
                  <a:pt x="9507740" y="3380654"/>
                  <a:pt x="9507453" y="3378450"/>
                </a:cubicBezTo>
                <a:cubicBezTo>
                  <a:pt x="9507166" y="3376246"/>
                  <a:pt x="9505134" y="3374694"/>
                  <a:pt x="9502949" y="3374981"/>
                </a:cubicBezTo>
                <a:close/>
                <a:moveTo>
                  <a:pt x="9402408" y="3389815"/>
                </a:moveTo>
                <a:lnTo>
                  <a:pt x="9402408" y="3389834"/>
                </a:lnTo>
                <a:lnTo>
                  <a:pt x="9402417" y="3389823"/>
                </a:lnTo>
                <a:close/>
                <a:moveTo>
                  <a:pt x="9406087" y="3385483"/>
                </a:moveTo>
                <a:lnTo>
                  <a:pt x="9402417" y="3389823"/>
                </a:lnTo>
                <a:lnTo>
                  <a:pt x="9406433" y="3393514"/>
                </a:lnTo>
                <a:cubicBezTo>
                  <a:pt x="9406528" y="3393514"/>
                  <a:pt x="9406663" y="3393514"/>
                  <a:pt x="9406778" y="3393514"/>
                </a:cubicBezTo>
                <a:cubicBezTo>
                  <a:pt x="9408981" y="3393322"/>
                  <a:pt x="9410630" y="3391367"/>
                  <a:pt x="9410438" y="3389144"/>
                </a:cubicBezTo>
                <a:cubicBezTo>
                  <a:pt x="9410246" y="3386940"/>
                  <a:pt x="9408291" y="3385292"/>
                  <a:pt x="9406087" y="3385483"/>
                </a:cubicBezTo>
                <a:close/>
                <a:moveTo>
                  <a:pt x="9062587" y="3511571"/>
                </a:moveTo>
                <a:cubicBezTo>
                  <a:pt x="9060939" y="3511456"/>
                  <a:pt x="9059482" y="3512683"/>
                  <a:pt x="9059368" y="3514330"/>
                </a:cubicBezTo>
                <a:cubicBezTo>
                  <a:pt x="9059233" y="3515999"/>
                  <a:pt x="9060479" y="3517437"/>
                  <a:pt x="9062128" y="3517570"/>
                </a:cubicBezTo>
                <a:lnTo>
                  <a:pt x="9062357" y="3517570"/>
                </a:lnTo>
                <a:cubicBezTo>
                  <a:pt x="9063909" y="3517570"/>
                  <a:pt x="9065232" y="3516382"/>
                  <a:pt x="9065347" y="3514791"/>
                </a:cubicBezTo>
                <a:cubicBezTo>
                  <a:pt x="9065481" y="3513143"/>
                  <a:pt x="9064236" y="3511706"/>
                  <a:pt x="9062587" y="3511571"/>
                </a:cubicBezTo>
                <a:close/>
                <a:moveTo>
                  <a:pt x="8814435" y="3607494"/>
                </a:moveTo>
                <a:cubicBezTo>
                  <a:pt x="8813361" y="3607264"/>
                  <a:pt x="8812327" y="3607954"/>
                  <a:pt x="8812097" y="3609028"/>
                </a:cubicBezTo>
                <a:cubicBezTo>
                  <a:pt x="8811886" y="3610100"/>
                  <a:pt x="8812576" y="3611155"/>
                  <a:pt x="8813630" y="3611385"/>
                </a:cubicBezTo>
                <a:cubicBezTo>
                  <a:pt x="8813764" y="3611423"/>
                  <a:pt x="8813899" y="3611423"/>
                  <a:pt x="8814032" y="3611423"/>
                </a:cubicBezTo>
                <a:cubicBezTo>
                  <a:pt x="8814953" y="3611423"/>
                  <a:pt x="8815777" y="3610771"/>
                  <a:pt x="8815988" y="3609832"/>
                </a:cubicBezTo>
                <a:cubicBezTo>
                  <a:pt x="8816198" y="3608759"/>
                  <a:pt x="8815508" y="3607705"/>
                  <a:pt x="8814435" y="3607494"/>
                </a:cubicBezTo>
                <a:close/>
                <a:moveTo>
                  <a:pt x="9308823" y="3391386"/>
                </a:moveTo>
                <a:cubicBezTo>
                  <a:pt x="9306601" y="3391462"/>
                  <a:pt x="9304857" y="3393322"/>
                  <a:pt x="9304933" y="3395545"/>
                </a:cubicBezTo>
                <a:cubicBezTo>
                  <a:pt x="9305010" y="3397731"/>
                  <a:pt x="9306811" y="3399435"/>
                  <a:pt x="9308958" y="3399435"/>
                </a:cubicBezTo>
                <a:lnTo>
                  <a:pt x="9309092" y="3399435"/>
                </a:lnTo>
                <a:cubicBezTo>
                  <a:pt x="9311315" y="3399340"/>
                  <a:pt x="9313059" y="3397481"/>
                  <a:pt x="9312982" y="3395258"/>
                </a:cubicBezTo>
                <a:cubicBezTo>
                  <a:pt x="9312907" y="3393035"/>
                  <a:pt x="9311047" y="3391310"/>
                  <a:pt x="9308823" y="3391386"/>
                </a:cubicBezTo>
                <a:close/>
                <a:moveTo>
                  <a:pt x="8566934" y="3679843"/>
                </a:moveTo>
                <a:cubicBezTo>
                  <a:pt x="8566436" y="3679690"/>
                  <a:pt x="8565900" y="3679977"/>
                  <a:pt x="8565746" y="3680495"/>
                </a:cubicBezTo>
                <a:cubicBezTo>
                  <a:pt x="8565593" y="3680993"/>
                  <a:pt x="8565880" y="3681529"/>
                  <a:pt x="8566397" y="3681683"/>
                </a:cubicBezTo>
                <a:cubicBezTo>
                  <a:pt x="8566474" y="3681721"/>
                  <a:pt x="8566666" y="3681721"/>
                  <a:pt x="8566666" y="3681721"/>
                </a:cubicBezTo>
                <a:cubicBezTo>
                  <a:pt x="8567068" y="3681721"/>
                  <a:pt x="8567451" y="3681453"/>
                  <a:pt x="8567586" y="3681050"/>
                </a:cubicBezTo>
                <a:cubicBezTo>
                  <a:pt x="8567739" y="3680533"/>
                  <a:pt x="8567451" y="3679996"/>
                  <a:pt x="8566934" y="3679843"/>
                </a:cubicBezTo>
                <a:close/>
                <a:moveTo>
                  <a:pt x="8966243" y="3501165"/>
                </a:moveTo>
                <a:cubicBezTo>
                  <a:pt x="8964595" y="3500935"/>
                  <a:pt x="8963081" y="3502066"/>
                  <a:pt x="8962851" y="3503714"/>
                </a:cubicBezTo>
                <a:cubicBezTo>
                  <a:pt x="8962621" y="3505362"/>
                  <a:pt x="8963771" y="3506877"/>
                  <a:pt x="8965420" y="3507106"/>
                </a:cubicBezTo>
                <a:cubicBezTo>
                  <a:pt x="8965553" y="3507125"/>
                  <a:pt x="8965707" y="3507125"/>
                  <a:pt x="8965840" y="3507125"/>
                </a:cubicBezTo>
                <a:cubicBezTo>
                  <a:pt x="8967316" y="3507125"/>
                  <a:pt x="8968600" y="3506052"/>
                  <a:pt x="8968812" y="3504538"/>
                </a:cubicBezTo>
                <a:cubicBezTo>
                  <a:pt x="8969023" y="3502909"/>
                  <a:pt x="8967892" y="3501394"/>
                  <a:pt x="8966243" y="3501165"/>
                </a:cubicBezTo>
                <a:close/>
                <a:moveTo>
                  <a:pt x="8720622" y="3585549"/>
                </a:moveTo>
                <a:cubicBezTo>
                  <a:pt x="8719567" y="3585281"/>
                  <a:pt x="8718493" y="3585914"/>
                  <a:pt x="8718206" y="3586968"/>
                </a:cubicBezTo>
                <a:cubicBezTo>
                  <a:pt x="8717937" y="3588022"/>
                  <a:pt x="8718570" y="3589095"/>
                  <a:pt x="8719625" y="3589383"/>
                </a:cubicBezTo>
                <a:cubicBezTo>
                  <a:pt x="8719797" y="3589441"/>
                  <a:pt x="8719969" y="3589441"/>
                  <a:pt x="8720142" y="3589441"/>
                </a:cubicBezTo>
                <a:cubicBezTo>
                  <a:pt x="8721024" y="3589441"/>
                  <a:pt x="8721809" y="3588846"/>
                  <a:pt x="8722058" y="3587964"/>
                </a:cubicBezTo>
                <a:cubicBezTo>
                  <a:pt x="8722326" y="3586891"/>
                  <a:pt x="8721676" y="3585818"/>
                  <a:pt x="8720622" y="3585549"/>
                </a:cubicBezTo>
                <a:close/>
                <a:moveTo>
                  <a:pt x="9211348" y="3392210"/>
                </a:moveTo>
                <a:cubicBezTo>
                  <a:pt x="9209125" y="3392173"/>
                  <a:pt x="9207285" y="3393935"/>
                  <a:pt x="9207248" y="3396158"/>
                </a:cubicBezTo>
                <a:cubicBezTo>
                  <a:pt x="9207190" y="3398381"/>
                  <a:pt x="9208972" y="3400221"/>
                  <a:pt x="9211196" y="3400260"/>
                </a:cubicBezTo>
                <a:lnTo>
                  <a:pt x="9211254" y="3400260"/>
                </a:lnTo>
                <a:cubicBezTo>
                  <a:pt x="9213457" y="3400260"/>
                  <a:pt x="9215238" y="3398516"/>
                  <a:pt x="9215277" y="3396312"/>
                </a:cubicBezTo>
                <a:cubicBezTo>
                  <a:pt x="9215335" y="3394089"/>
                  <a:pt x="9213572" y="3392249"/>
                  <a:pt x="9211348" y="3392210"/>
                </a:cubicBezTo>
                <a:close/>
                <a:moveTo>
                  <a:pt x="9550536" y="3252553"/>
                </a:moveTo>
                <a:cubicBezTo>
                  <a:pt x="9547776" y="3252897"/>
                  <a:pt x="9545822" y="3255428"/>
                  <a:pt x="9546148" y="3258187"/>
                </a:cubicBezTo>
                <a:cubicBezTo>
                  <a:pt x="9546473" y="3260736"/>
                  <a:pt x="9548658" y="3262614"/>
                  <a:pt x="9551169" y="3262614"/>
                </a:cubicBezTo>
                <a:cubicBezTo>
                  <a:pt x="9551379" y="3262614"/>
                  <a:pt x="9551571" y="3262596"/>
                  <a:pt x="9551782" y="3262576"/>
                </a:cubicBezTo>
                <a:cubicBezTo>
                  <a:pt x="9554542" y="3262231"/>
                  <a:pt x="9556516" y="3259702"/>
                  <a:pt x="9556170" y="3256942"/>
                </a:cubicBezTo>
                <a:cubicBezTo>
                  <a:pt x="9555826" y="3254181"/>
                  <a:pt x="9553316" y="3252207"/>
                  <a:pt x="9550536" y="3252553"/>
                </a:cubicBezTo>
                <a:close/>
                <a:moveTo>
                  <a:pt x="8475649" y="3650769"/>
                </a:moveTo>
                <a:cubicBezTo>
                  <a:pt x="8475151" y="3650597"/>
                  <a:pt x="8474596" y="3650865"/>
                  <a:pt x="8474443" y="3651363"/>
                </a:cubicBezTo>
                <a:cubicBezTo>
                  <a:pt x="8474270" y="3651881"/>
                  <a:pt x="8474538" y="3652418"/>
                  <a:pt x="8475036" y="3652590"/>
                </a:cubicBezTo>
                <a:cubicBezTo>
                  <a:pt x="8475151" y="3652629"/>
                  <a:pt x="8475344" y="3652629"/>
                  <a:pt x="8475344" y="3652629"/>
                </a:cubicBezTo>
                <a:cubicBezTo>
                  <a:pt x="8475746" y="3652629"/>
                  <a:pt x="8476129" y="3652379"/>
                  <a:pt x="8476263" y="3651977"/>
                </a:cubicBezTo>
                <a:cubicBezTo>
                  <a:pt x="8476416" y="3651477"/>
                  <a:pt x="8476148" y="3650923"/>
                  <a:pt x="8475649" y="3650769"/>
                </a:cubicBezTo>
                <a:close/>
                <a:moveTo>
                  <a:pt x="9453023" y="3262499"/>
                </a:moveTo>
                <a:cubicBezTo>
                  <a:pt x="9450244" y="3262711"/>
                  <a:pt x="9448174" y="3265144"/>
                  <a:pt x="9448386" y="3267924"/>
                </a:cubicBezTo>
                <a:lnTo>
                  <a:pt x="9448366" y="3267924"/>
                </a:lnTo>
                <a:cubicBezTo>
                  <a:pt x="9448576" y="3270568"/>
                  <a:pt x="9450781" y="3272580"/>
                  <a:pt x="9453388" y="3272580"/>
                </a:cubicBezTo>
                <a:cubicBezTo>
                  <a:pt x="9453541" y="3272580"/>
                  <a:pt x="9453675" y="3272580"/>
                  <a:pt x="9453809" y="3272561"/>
                </a:cubicBezTo>
                <a:cubicBezTo>
                  <a:pt x="9456588" y="3272350"/>
                  <a:pt x="9458677" y="3269915"/>
                  <a:pt x="9458447" y="3267137"/>
                </a:cubicBezTo>
                <a:cubicBezTo>
                  <a:pt x="9458236" y="3264358"/>
                  <a:pt x="9455801" y="3262269"/>
                  <a:pt x="9453023" y="3262499"/>
                </a:cubicBezTo>
                <a:close/>
                <a:moveTo>
                  <a:pt x="8870742" y="3484759"/>
                </a:moveTo>
                <a:cubicBezTo>
                  <a:pt x="8869114" y="3484434"/>
                  <a:pt x="8867542" y="3485488"/>
                  <a:pt x="8867216" y="3487117"/>
                </a:cubicBezTo>
                <a:cubicBezTo>
                  <a:pt x="8866871" y="3488727"/>
                  <a:pt x="8867926" y="3490317"/>
                  <a:pt x="8869555" y="3490643"/>
                </a:cubicBezTo>
                <a:cubicBezTo>
                  <a:pt x="8869765" y="3490700"/>
                  <a:pt x="8869957" y="3490700"/>
                  <a:pt x="8870149" y="3490700"/>
                </a:cubicBezTo>
                <a:cubicBezTo>
                  <a:pt x="8871548" y="3490700"/>
                  <a:pt x="8872813" y="3489723"/>
                  <a:pt x="8873100" y="3488305"/>
                </a:cubicBezTo>
                <a:cubicBezTo>
                  <a:pt x="8873426" y="3486676"/>
                  <a:pt x="8872372" y="3485085"/>
                  <a:pt x="8870742" y="3484759"/>
                </a:cubicBezTo>
                <a:close/>
                <a:moveTo>
                  <a:pt x="9113951" y="3387573"/>
                </a:moveTo>
                <a:cubicBezTo>
                  <a:pt x="9111746" y="3387380"/>
                  <a:pt x="9109811" y="3389048"/>
                  <a:pt x="9109639" y="3391271"/>
                </a:cubicBezTo>
                <a:cubicBezTo>
                  <a:pt x="9109466" y="3393495"/>
                  <a:pt x="9111115" y="3395412"/>
                  <a:pt x="9113337" y="3395584"/>
                </a:cubicBezTo>
                <a:lnTo>
                  <a:pt x="9113337" y="3395602"/>
                </a:lnTo>
                <a:cubicBezTo>
                  <a:pt x="9113434" y="3395602"/>
                  <a:pt x="9113644" y="3395602"/>
                  <a:pt x="9113644" y="3395602"/>
                </a:cubicBezTo>
                <a:cubicBezTo>
                  <a:pt x="9115733" y="3395602"/>
                  <a:pt x="9117496" y="3393993"/>
                  <a:pt x="9117669" y="3391884"/>
                </a:cubicBezTo>
                <a:cubicBezTo>
                  <a:pt x="9117823" y="3389661"/>
                  <a:pt x="9116174" y="3387744"/>
                  <a:pt x="9113951" y="3387573"/>
                </a:cubicBezTo>
                <a:close/>
                <a:moveTo>
                  <a:pt x="8627783" y="3559619"/>
                </a:moveTo>
                <a:cubicBezTo>
                  <a:pt x="8626730" y="3559293"/>
                  <a:pt x="8625638" y="3559887"/>
                  <a:pt x="8625331" y="3560942"/>
                </a:cubicBezTo>
                <a:cubicBezTo>
                  <a:pt x="8625005" y="3561996"/>
                  <a:pt x="8625600" y="3563089"/>
                  <a:pt x="8626653" y="3563414"/>
                </a:cubicBezTo>
                <a:cubicBezTo>
                  <a:pt x="8626845" y="3563471"/>
                  <a:pt x="8627037" y="3563491"/>
                  <a:pt x="8627209" y="3563491"/>
                </a:cubicBezTo>
                <a:cubicBezTo>
                  <a:pt x="8628072" y="3563491"/>
                  <a:pt x="8628858" y="3562935"/>
                  <a:pt x="8629107" y="3562072"/>
                </a:cubicBezTo>
                <a:cubicBezTo>
                  <a:pt x="8629433" y="3561018"/>
                  <a:pt x="8628838" y="3559926"/>
                  <a:pt x="8627783" y="3559619"/>
                </a:cubicBezTo>
                <a:close/>
                <a:moveTo>
                  <a:pt x="9355127" y="3267846"/>
                </a:moveTo>
                <a:cubicBezTo>
                  <a:pt x="9352348" y="3267942"/>
                  <a:pt x="9350144" y="3270262"/>
                  <a:pt x="9350240" y="3273040"/>
                </a:cubicBezTo>
                <a:cubicBezTo>
                  <a:pt x="9350316" y="3275838"/>
                  <a:pt x="9352636" y="3278023"/>
                  <a:pt x="9355433" y="3277947"/>
                </a:cubicBezTo>
                <a:cubicBezTo>
                  <a:pt x="9358212" y="3277850"/>
                  <a:pt x="9360416" y="3275532"/>
                  <a:pt x="9360320" y="3272753"/>
                </a:cubicBezTo>
                <a:cubicBezTo>
                  <a:pt x="9360244" y="3269954"/>
                  <a:pt x="9357925" y="3267770"/>
                  <a:pt x="9355127" y="3267846"/>
                </a:cubicBezTo>
                <a:close/>
                <a:moveTo>
                  <a:pt x="9017031" y="3377128"/>
                </a:moveTo>
                <a:cubicBezTo>
                  <a:pt x="9014827" y="3376820"/>
                  <a:pt x="9012796" y="3378354"/>
                  <a:pt x="9012490" y="3380539"/>
                </a:cubicBezTo>
                <a:cubicBezTo>
                  <a:pt x="9012183" y="3382743"/>
                  <a:pt x="9013716" y="3384794"/>
                  <a:pt x="9015920" y="3385100"/>
                </a:cubicBezTo>
                <a:cubicBezTo>
                  <a:pt x="9016111" y="3385139"/>
                  <a:pt x="9016303" y="3385139"/>
                  <a:pt x="9016476" y="3385138"/>
                </a:cubicBezTo>
                <a:cubicBezTo>
                  <a:pt x="9018469" y="3385139"/>
                  <a:pt x="9020194" y="3383662"/>
                  <a:pt x="9020462" y="3381650"/>
                </a:cubicBezTo>
                <a:cubicBezTo>
                  <a:pt x="9020769" y="3379466"/>
                  <a:pt x="9019236" y="3377434"/>
                  <a:pt x="9017031" y="3377128"/>
                </a:cubicBezTo>
                <a:close/>
                <a:moveTo>
                  <a:pt x="8384845" y="3620105"/>
                </a:moveTo>
                <a:cubicBezTo>
                  <a:pt x="8384347" y="3619932"/>
                  <a:pt x="8383810" y="3620201"/>
                  <a:pt x="8383638" y="3620699"/>
                </a:cubicBezTo>
                <a:cubicBezTo>
                  <a:pt x="8383465" y="3621216"/>
                  <a:pt x="8383733" y="3621753"/>
                  <a:pt x="8384231" y="3621926"/>
                </a:cubicBezTo>
                <a:cubicBezTo>
                  <a:pt x="8384327" y="3621983"/>
                  <a:pt x="8384423" y="3621983"/>
                  <a:pt x="8384538" y="3621983"/>
                </a:cubicBezTo>
                <a:cubicBezTo>
                  <a:pt x="8384940" y="3621983"/>
                  <a:pt x="8385305" y="3621733"/>
                  <a:pt x="8385439" y="3621331"/>
                </a:cubicBezTo>
                <a:cubicBezTo>
                  <a:pt x="8385611" y="3620833"/>
                  <a:pt x="8385343" y="3620277"/>
                  <a:pt x="8384845" y="3620105"/>
                </a:cubicBezTo>
                <a:close/>
                <a:moveTo>
                  <a:pt x="8776239" y="3463179"/>
                </a:moveTo>
                <a:cubicBezTo>
                  <a:pt x="8774628" y="3462777"/>
                  <a:pt x="8772999" y="3463735"/>
                  <a:pt x="8772596" y="3465345"/>
                </a:cubicBezTo>
                <a:cubicBezTo>
                  <a:pt x="8772194" y="3466955"/>
                  <a:pt x="8773172" y="3468584"/>
                  <a:pt x="8774763" y="3469006"/>
                </a:cubicBezTo>
                <a:cubicBezTo>
                  <a:pt x="8775012" y="3469082"/>
                  <a:pt x="8775261" y="3469082"/>
                  <a:pt x="8775510" y="3469082"/>
                </a:cubicBezTo>
                <a:cubicBezTo>
                  <a:pt x="8776852" y="3469082"/>
                  <a:pt x="8778079" y="3468181"/>
                  <a:pt x="8778423" y="3466821"/>
                </a:cubicBezTo>
                <a:cubicBezTo>
                  <a:pt x="8778826" y="3465211"/>
                  <a:pt x="8777849" y="3463581"/>
                  <a:pt x="8776239" y="3463179"/>
                </a:cubicBezTo>
                <a:close/>
                <a:moveTo>
                  <a:pt x="9257058" y="3268172"/>
                </a:moveTo>
                <a:cubicBezTo>
                  <a:pt x="9254278" y="3268096"/>
                  <a:pt x="9251960" y="3270319"/>
                  <a:pt x="9251902" y="3273098"/>
                </a:cubicBezTo>
                <a:cubicBezTo>
                  <a:pt x="9251826" y="3275877"/>
                  <a:pt x="9254030" y="3278196"/>
                  <a:pt x="9256809" y="3278254"/>
                </a:cubicBezTo>
                <a:lnTo>
                  <a:pt x="9256923" y="3278254"/>
                </a:lnTo>
                <a:cubicBezTo>
                  <a:pt x="9259664" y="3278254"/>
                  <a:pt x="9261907" y="3276088"/>
                  <a:pt x="9261983" y="3273328"/>
                </a:cubicBezTo>
                <a:cubicBezTo>
                  <a:pt x="9262060" y="3270549"/>
                  <a:pt x="9259836" y="3268230"/>
                  <a:pt x="9257058" y="3268172"/>
                </a:cubicBezTo>
                <a:close/>
                <a:moveTo>
                  <a:pt x="8535753" y="3530814"/>
                </a:moveTo>
                <a:cubicBezTo>
                  <a:pt x="8534718" y="3530488"/>
                  <a:pt x="8533586" y="3531044"/>
                  <a:pt x="8533261" y="3532098"/>
                </a:cubicBezTo>
                <a:cubicBezTo>
                  <a:pt x="8532915" y="3533132"/>
                  <a:pt x="8533491" y="3534244"/>
                  <a:pt x="8534526" y="3534589"/>
                </a:cubicBezTo>
                <a:cubicBezTo>
                  <a:pt x="8534718" y="3534647"/>
                  <a:pt x="8534928" y="3534685"/>
                  <a:pt x="8535139" y="3534685"/>
                </a:cubicBezTo>
                <a:cubicBezTo>
                  <a:pt x="8535963" y="3534685"/>
                  <a:pt x="8536748" y="3534149"/>
                  <a:pt x="8537017" y="3533325"/>
                </a:cubicBezTo>
                <a:cubicBezTo>
                  <a:pt x="8537362" y="3532270"/>
                  <a:pt x="8536787" y="3531159"/>
                  <a:pt x="8535753" y="3530814"/>
                </a:cubicBezTo>
                <a:close/>
                <a:moveTo>
                  <a:pt x="9493443" y="3139957"/>
                </a:moveTo>
                <a:cubicBezTo>
                  <a:pt x="9490090" y="3140186"/>
                  <a:pt x="9487578" y="3143080"/>
                  <a:pt x="9487809" y="3146434"/>
                </a:cubicBezTo>
                <a:cubicBezTo>
                  <a:pt x="9488040" y="3149635"/>
                  <a:pt x="9490703" y="3152088"/>
                  <a:pt x="9493866" y="3152088"/>
                </a:cubicBezTo>
                <a:cubicBezTo>
                  <a:pt x="9493999" y="3152088"/>
                  <a:pt x="9494133" y="3152069"/>
                  <a:pt x="9494286" y="3152069"/>
                </a:cubicBezTo>
                <a:cubicBezTo>
                  <a:pt x="9497641" y="3151839"/>
                  <a:pt x="9500152" y="3148926"/>
                  <a:pt x="9499922" y="3145591"/>
                </a:cubicBezTo>
                <a:cubicBezTo>
                  <a:pt x="9499691" y="3142237"/>
                  <a:pt x="9496779" y="3139727"/>
                  <a:pt x="9493443" y="3139957"/>
                </a:cubicBezTo>
                <a:close/>
                <a:moveTo>
                  <a:pt x="8920937" y="3360760"/>
                </a:moveTo>
                <a:cubicBezTo>
                  <a:pt x="8918752" y="3360338"/>
                  <a:pt x="8916644" y="3361738"/>
                  <a:pt x="8916203" y="3363922"/>
                </a:cubicBezTo>
                <a:cubicBezTo>
                  <a:pt x="8915762" y="3366107"/>
                  <a:pt x="8917180" y="3368215"/>
                  <a:pt x="8919346" y="3368656"/>
                </a:cubicBezTo>
                <a:cubicBezTo>
                  <a:pt x="8919614" y="3368714"/>
                  <a:pt x="8919883" y="3368732"/>
                  <a:pt x="8920151" y="3368732"/>
                </a:cubicBezTo>
                <a:cubicBezTo>
                  <a:pt x="8922030" y="3368732"/>
                  <a:pt x="8923697" y="3367411"/>
                  <a:pt x="8924099" y="3365513"/>
                </a:cubicBezTo>
                <a:cubicBezTo>
                  <a:pt x="8924521" y="3363328"/>
                  <a:pt x="8923121" y="3361201"/>
                  <a:pt x="8920937" y="3360760"/>
                </a:cubicBezTo>
                <a:close/>
                <a:moveTo>
                  <a:pt x="9159105" y="3263055"/>
                </a:moveTo>
                <a:cubicBezTo>
                  <a:pt x="9156325" y="3262825"/>
                  <a:pt x="9153891" y="3264895"/>
                  <a:pt x="9153680" y="3267674"/>
                </a:cubicBezTo>
                <a:cubicBezTo>
                  <a:pt x="9153450" y="3270453"/>
                  <a:pt x="9155520" y="3272887"/>
                  <a:pt x="9158298" y="3273117"/>
                </a:cubicBezTo>
                <a:cubicBezTo>
                  <a:pt x="9158434" y="3273136"/>
                  <a:pt x="9158567" y="3273136"/>
                  <a:pt x="9158702" y="3273136"/>
                </a:cubicBezTo>
                <a:cubicBezTo>
                  <a:pt x="9161308" y="3273136"/>
                  <a:pt x="9163512" y="3271143"/>
                  <a:pt x="9163742" y="3268498"/>
                </a:cubicBezTo>
                <a:cubicBezTo>
                  <a:pt x="9163953" y="3265719"/>
                  <a:pt x="9161883" y="3263285"/>
                  <a:pt x="9159105" y="3263055"/>
                </a:cubicBezTo>
                <a:close/>
                <a:moveTo>
                  <a:pt x="8682711" y="3437517"/>
                </a:moveTo>
                <a:cubicBezTo>
                  <a:pt x="8681102" y="3437057"/>
                  <a:pt x="8679434" y="3437958"/>
                  <a:pt x="8678975" y="3439549"/>
                </a:cubicBezTo>
                <a:cubicBezTo>
                  <a:pt x="8678515" y="3441139"/>
                  <a:pt x="8679416" y="3442806"/>
                  <a:pt x="8681005" y="3443286"/>
                </a:cubicBezTo>
                <a:cubicBezTo>
                  <a:pt x="8681294" y="3443362"/>
                  <a:pt x="8681581" y="3443401"/>
                  <a:pt x="8681868" y="3443400"/>
                </a:cubicBezTo>
                <a:cubicBezTo>
                  <a:pt x="8683152" y="3443401"/>
                  <a:pt x="8684360" y="3442558"/>
                  <a:pt x="8684743" y="3441254"/>
                </a:cubicBezTo>
                <a:cubicBezTo>
                  <a:pt x="8685204" y="3439644"/>
                  <a:pt x="8684303" y="3437997"/>
                  <a:pt x="8682711" y="3437517"/>
                </a:cubicBezTo>
                <a:close/>
                <a:moveTo>
                  <a:pt x="8294212" y="3588961"/>
                </a:moveTo>
                <a:cubicBezTo>
                  <a:pt x="8293714" y="3588788"/>
                  <a:pt x="8293177" y="3589057"/>
                  <a:pt x="8293004" y="3589555"/>
                </a:cubicBezTo>
                <a:cubicBezTo>
                  <a:pt x="8292832" y="3590053"/>
                  <a:pt x="8293081" y="3590609"/>
                  <a:pt x="8293599" y="3590782"/>
                </a:cubicBezTo>
                <a:cubicBezTo>
                  <a:pt x="8293694" y="3590839"/>
                  <a:pt x="8293810" y="3590839"/>
                  <a:pt x="8293904" y="3590839"/>
                </a:cubicBezTo>
                <a:cubicBezTo>
                  <a:pt x="8294308" y="3590839"/>
                  <a:pt x="8294672" y="3590570"/>
                  <a:pt x="8294806" y="3590187"/>
                </a:cubicBezTo>
                <a:cubicBezTo>
                  <a:pt x="8294979" y="3589689"/>
                  <a:pt x="8294711" y="3589133"/>
                  <a:pt x="8294212" y="3588961"/>
                </a:cubicBezTo>
                <a:close/>
                <a:moveTo>
                  <a:pt x="9394914" y="3144442"/>
                </a:moveTo>
                <a:cubicBezTo>
                  <a:pt x="9391561" y="3144518"/>
                  <a:pt x="9388897" y="3147278"/>
                  <a:pt x="9388974" y="3150631"/>
                </a:cubicBezTo>
                <a:cubicBezTo>
                  <a:pt x="9389031" y="3153948"/>
                  <a:pt x="9391734" y="3156573"/>
                  <a:pt x="9395029" y="3156573"/>
                </a:cubicBezTo>
                <a:lnTo>
                  <a:pt x="9395165" y="3156573"/>
                </a:lnTo>
                <a:cubicBezTo>
                  <a:pt x="9398518" y="3156515"/>
                  <a:pt x="9401181" y="3153737"/>
                  <a:pt x="9401105" y="3150383"/>
                </a:cubicBezTo>
                <a:cubicBezTo>
                  <a:pt x="9401029" y="3147028"/>
                  <a:pt x="9398268" y="3144365"/>
                  <a:pt x="9394914" y="3144442"/>
                </a:cubicBezTo>
                <a:close/>
                <a:moveTo>
                  <a:pt x="8444257" y="3500265"/>
                </a:moveTo>
                <a:cubicBezTo>
                  <a:pt x="8443222" y="3499900"/>
                  <a:pt x="8442110" y="3500456"/>
                  <a:pt x="8441746" y="3501491"/>
                </a:cubicBezTo>
                <a:cubicBezTo>
                  <a:pt x="8441401" y="3502525"/>
                  <a:pt x="8441957" y="3503657"/>
                  <a:pt x="8442992" y="3504002"/>
                </a:cubicBezTo>
                <a:cubicBezTo>
                  <a:pt x="8443203" y="3504078"/>
                  <a:pt x="8443414" y="3504117"/>
                  <a:pt x="8443625" y="3504117"/>
                </a:cubicBezTo>
                <a:cubicBezTo>
                  <a:pt x="8444449" y="3504117"/>
                  <a:pt x="8445215" y="3503600"/>
                  <a:pt x="8445503" y="3502775"/>
                </a:cubicBezTo>
                <a:cubicBezTo>
                  <a:pt x="8445848" y="3501740"/>
                  <a:pt x="8445292" y="3500609"/>
                  <a:pt x="8444257" y="3500265"/>
                </a:cubicBezTo>
                <a:close/>
                <a:moveTo>
                  <a:pt x="9061648" y="3252208"/>
                </a:moveTo>
                <a:cubicBezTo>
                  <a:pt x="9058889" y="3251824"/>
                  <a:pt x="9056340" y="3253740"/>
                  <a:pt x="9055937" y="3256500"/>
                </a:cubicBezTo>
                <a:cubicBezTo>
                  <a:pt x="9055554" y="3259260"/>
                  <a:pt x="9057470" y="3261810"/>
                  <a:pt x="9060230" y="3262212"/>
                </a:cubicBezTo>
                <a:cubicBezTo>
                  <a:pt x="9060460" y="3262269"/>
                  <a:pt x="9060709" y="3262269"/>
                  <a:pt x="9060939" y="3262269"/>
                </a:cubicBezTo>
                <a:cubicBezTo>
                  <a:pt x="9063412" y="3262269"/>
                  <a:pt x="9065577" y="3260448"/>
                  <a:pt x="9065942" y="3257919"/>
                </a:cubicBezTo>
                <a:cubicBezTo>
                  <a:pt x="9066324" y="3255159"/>
                  <a:pt x="9064408" y="3252610"/>
                  <a:pt x="9061648" y="3252208"/>
                </a:cubicBezTo>
                <a:close/>
                <a:moveTo>
                  <a:pt x="8825800" y="3339257"/>
                </a:moveTo>
                <a:cubicBezTo>
                  <a:pt x="8823654" y="3338701"/>
                  <a:pt x="8821468" y="3340024"/>
                  <a:pt x="8820933" y="3342170"/>
                </a:cubicBezTo>
                <a:cubicBezTo>
                  <a:pt x="8820395" y="3344335"/>
                  <a:pt x="8821698" y="3346501"/>
                  <a:pt x="8823845" y="3347057"/>
                </a:cubicBezTo>
                <a:cubicBezTo>
                  <a:pt x="8824171" y="3347134"/>
                  <a:pt x="8824497" y="3347172"/>
                  <a:pt x="8824823" y="3347172"/>
                </a:cubicBezTo>
                <a:cubicBezTo>
                  <a:pt x="8826624" y="3347172"/>
                  <a:pt x="8828273" y="3345965"/>
                  <a:pt x="8828732" y="3344124"/>
                </a:cubicBezTo>
                <a:cubicBezTo>
                  <a:pt x="8829270" y="3341978"/>
                  <a:pt x="8827966" y="3339793"/>
                  <a:pt x="8825800" y="3339257"/>
                </a:cubicBezTo>
                <a:close/>
                <a:moveTo>
                  <a:pt x="9296251" y="3143905"/>
                </a:moveTo>
                <a:cubicBezTo>
                  <a:pt x="9292897" y="3143790"/>
                  <a:pt x="9290081" y="3146415"/>
                  <a:pt x="9289984" y="3149769"/>
                </a:cubicBezTo>
                <a:cubicBezTo>
                  <a:pt x="9289870" y="3153123"/>
                  <a:pt x="9292495" y="3155921"/>
                  <a:pt x="9295849" y="3156036"/>
                </a:cubicBezTo>
                <a:lnTo>
                  <a:pt x="9296041" y="3156036"/>
                </a:lnTo>
                <a:cubicBezTo>
                  <a:pt x="9299318" y="3156036"/>
                  <a:pt x="9302000" y="3153449"/>
                  <a:pt x="9302116" y="3150172"/>
                </a:cubicBezTo>
                <a:cubicBezTo>
                  <a:pt x="9302212" y="3146817"/>
                  <a:pt x="9299587" y="3144001"/>
                  <a:pt x="9296251" y="3143905"/>
                </a:cubicBezTo>
                <a:close/>
                <a:moveTo>
                  <a:pt x="8589990" y="3408903"/>
                </a:moveTo>
                <a:cubicBezTo>
                  <a:pt x="8588399" y="3408385"/>
                  <a:pt x="8586713" y="3409248"/>
                  <a:pt x="8586195" y="3410839"/>
                </a:cubicBezTo>
                <a:cubicBezTo>
                  <a:pt x="8585697" y="3412409"/>
                  <a:pt x="8586559" y="3414097"/>
                  <a:pt x="8588150" y="3414614"/>
                </a:cubicBezTo>
                <a:lnTo>
                  <a:pt x="8588169" y="3414614"/>
                </a:lnTo>
                <a:cubicBezTo>
                  <a:pt x="8588457" y="3414710"/>
                  <a:pt x="8588783" y="3414767"/>
                  <a:pt x="8589070" y="3414767"/>
                </a:cubicBezTo>
                <a:cubicBezTo>
                  <a:pt x="8590354" y="3414767"/>
                  <a:pt x="8591522" y="3413944"/>
                  <a:pt x="8591926" y="3412679"/>
                </a:cubicBezTo>
                <a:cubicBezTo>
                  <a:pt x="8592443" y="3411107"/>
                  <a:pt x="8591580" y="3409401"/>
                  <a:pt x="8589990" y="3408903"/>
                </a:cubicBezTo>
                <a:close/>
                <a:moveTo>
                  <a:pt x="8203387" y="3558392"/>
                </a:moveTo>
                <a:cubicBezTo>
                  <a:pt x="8202889" y="3558220"/>
                  <a:pt x="8202352" y="3558488"/>
                  <a:pt x="8202180" y="3559006"/>
                </a:cubicBezTo>
                <a:cubicBezTo>
                  <a:pt x="8202008" y="3559504"/>
                  <a:pt x="8202277" y="3560040"/>
                  <a:pt x="8202793" y="3560214"/>
                </a:cubicBezTo>
                <a:cubicBezTo>
                  <a:pt x="8202889" y="3560252"/>
                  <a:pt x="8203081" y="3560252"/>
                  <a:pt x="8203081" y="3560252"/>
                </a:cubicBezTo>
                <a:cubicBezTo>
                  <a:pt x="8203483" y="3560252"/>
                  <a:pt x="8203866" y="3560002"/>
                  <a:pt x="8204001" y="3559600"/>
                </a:cubicBezTo>
                <a:cubicBezTo>
                  <a:pt x="8204154" y="3559102"/>
                  <a:pt x="8203886" y="3558565"/>
                  <a:pt x="8203387" y="3558392"/>
                </a:cubicBezTo>
                <a:close/>
                <a:moveTo>
                  <a:pt x="8964997" y="3235534"/>
                </a:moveTo>
                <a:cubicBezTo>
                  <a:pt x="8962276" y="3234997"/>
                  <a:pt x="8959612" y="3236761"/>
                  <a:pt x="8959056" y="3239501"/>
                </a:cubicBezTo>
                <a:cubicBezTo>
                  <a:pt x="8958520" y="3242222"/>
                  <a:pt x="8960283" y="3244887"/>
                  <a:pt x="8963004" y="3245442"/>
                </a:cubicBezTo>
                <a:cubicBezTo>
                  <a:pt x="8963350" y="3245499"/>
                  <a:pt x="8963694" y="3245538"/>
                  <a:pt x="8964021" y="3245538"/>
                </a:cubicBezTo>
                <a:cubicBezTo>
                  <a:pt x="8966378" y="3245538"/>
                  <a:pt x="8968467" y="3243890"/>
                  <a:pt x="8968965" y="3241494"/>
                </a:cubicBezTo>
                <a:cubicBezTo>
                  <a:pt x="8969501" y="3238753"/>
                  <a:pt x="8967739" y="3236090"/>
                  <a:pt x="8964997" y="3235534"/>
                </a:cubicBezTo>
                <a:close/>
                <a:moveTo>
                  <a:pt x="8353011" y="3468986"/>
                </a:moveTo>
                <a:cubicBezTo>
                  <a:pt x="8351977" y="3468623"/>
                  <a:pt x="8350845" y="3469178"/>
                  <a:pt x="8350481" y="3470213"/>
                </a:cubicBezTo>
                <a:cubicBezTo>
                  <a:pt x="8350137" y="3471248"/>
                  <a:pt x="8350693" y="3472359"/>
                  <a:pt x="8351727" y="3472724"/>
                </a:cubicBezTo>
                <a:cubicBezTo>
                  <a:pt x="8351938" y="3472800"/>
                  <a:pt x="8352149" y="3472839"/>
                  <a:pt x="8352359" y="3472839"/>
                </a:cubicBezTo>
                <a:cubicBezTo>
                  <a:pt x="8353183" y="3472839"/>
                  <a:pt x="8353950" y="3472321"/>
                  <a:pt x="8354237" y="3471498"/>
                </a:cubicBezTo>
                <a:cubicBezTo>
                  <a:pt x="8354583" y="3470462"/>
                  <a:pt x="8354027" y="3469332"/>
                  <a:pt x="8353011" y="3468986"/>
                </a:cubicBezTo>
                <a:close/>
                <a:moveTo>
                  <a:pt x="9197762" y="3137964"/>
                </a:moveTo>
                <a:cubicBezTo>
                  <a:pt x="9194407" y="3137676"/>
                  <a:pt x="9191475" y="3140148"/>
                  <a:pt x="9191169" y="3143483"/>
                </a:cubicBezTo>
                <a:cubicBezTo>
                  <a:pt x="9190861" y="3146817"/>
                  <a:pt x="9193334" y="3149769"/>
                  <a:pt x="9196668" y="3150057"/>
                </a:cubicBezTo>
                <a:lnTo>
                  <a:pt x="9196668" y="3150076"/>
                </a:lnTo>
                <a:cubicBezTo>
                  <a:pt x="9196860" y="3150076"/>
                  <a:pt x="9197033" y="3150076"/>
                  <a:pt x="9197224" y="3150076"/>
                </a:cubicBezTo>
                <a:cubicBezTo>
                  <a:pt x="9200329" y="3150076"/>
                  <a:pt x="9202974" y="3147699"/>
                  <a:pt x="9203261" y="3144557"/>
                </a:cubicBezTo>
                <a:cubicBezTo>
                  <a:pt x="9203550" y="3141222"/>
                  <a:pt x="9201096" y="3138269"/>
                  <a:pt x="9197762" y="3137964"/>
                </a:cubicBezTo>
                <a:close/>
                <a:moveTo>
                  <a:pt x="8731641" y="3313652"/>
                </a:moveTo>
                <a:cubicBezTo>
                  <a:pt x="8729494" y="3313019"/>
                  <a:pt x="8727271" y="3314246"/>
                  <a:pt x="8726639" y="3316392"/>
                </a:cubicBezTo>
                <a:cubicBezTo>
                  <a:pt x="8726026" y="3318519"/>
                  <a:pt x="8727252" y="3320762"/>
                  <a:pt x="8729379" y="3321376"/>
                </a:cubicBezTo>
                <a:cubicBezTo>
                  <a:pt x="8729763" y="3321491"/>
                  <a:pt x="8730146" y="3321529"/>
                  <a:pt x="8730510" y="3321529"/>
                </a:cubicBezTo>
                <a:cubicBezTo>
                  <a:pt x="8732254" y="3321528"/>
                  <a:pt x="8733864" y="3320398"/>
                  <a:pt x="8734363" y="3318635"/>
                </a:cubicBezTo>
                <a:cubicBezTo>
                  <a:pt x="8734995" y="3316507"/>
                  <a:pt x="8733768" y="3314265"/>
                  <a:pt x="8731641" y="3313652"/>
                </a:cubicBezTo>
                <a:close/>
                <a:moveTo>
                  <a:pt x="9428243" y="3020978"/>
                </a:moveTo>
                <a:cubicBezTo>
                  <a:pt x="9424334" y="3021016"/>
                  <a:pt x="9421171" y="3024216"/>
                  <a:pt x="9421209" y="3028127"/>
                </a:cubicBezTo>
                <a:cubicBezTo>
                  <a:pt x="9421248" y="3032055"/>
                  <a:pt x="9424449" y="3035198"/>
                  <a:pt x="9428358" y="3035160"/>
                </a:cubicBezTo>
                <a:cubicBezTo>
                  <a:pt x="9432287" y="3035121"/>
                  <a:pt x="9435430" y="3031921"/>
                  <a:pt x="9435392" y="3028012"/>
                </a:cubicBezTo>
                <a:cubicBezTo>
                  <a:pt x="9435353" y="3024101"/>
                  <a:pt x="9432153" y="3020939"/>
                  <a:pt x="9428243" y="3020978"/>
                </a:cubicBezTo>
                <a:close/>
                <a:moveTo>
                  <a:pt x="8112026" y="3529453"/>
                </a:moveTo>
                <a:cubicBezTo>
                  <a:pt x="8111509" y="3529299"/>
                  <a:pt x="8110973" y="3529587"/>
                  <a:pt x="8110819" y="3530104"/>
                </a:cubicBezTo>
                <a:cubicBezTo>
                  <a:pt x="8110665" y="3530602"/>
                  <a:pt x="8110953" y="3531139"/>
                  <a:pt x="8111470" y="3531293"/>
                </a:cubicBezTo>
                <a:cubicBezTo>
                  <a:pt x="8111567" y="3531331"/>
                  <a:pt x="8111739" y="3531331"/>
                  <a:pt x="8111739" y="3531331"/>
                </a:cubicBezTo>
                <a:cubicBezTo>
                  <a:pt x="8112161" y="3531331"/>
                  <a:pt x="8112543" y="3531062"/>
                  <a:pt x="8112658" y="3530660"/>
                </a:cubicBezTo>
                <a:cubicBezTo>
                  <a:pt x="8112812" y="3530143"/>
                  <a:pt x="8112525" y="3529606"/>
                  <a:pt x="8112026" y="3529453"/>
                </a:cubicBezTo>
                <a:close/>
                <a:moveTo>
                  <a:pt x="8497824" y="3378372"/>
                </a:moveTo>
                <a:cubicBezTo>
                  <a:pt x="8496252" y="3377836"/>
                  <a:pt x="8494547" y="3378679"/>
                  <a:pt x="8494029" y="3380251"/>
                </a:cubicBezTo>
                <a:cubicBezTo>
                  <a:pt x="8493493" y="3381822"/>
                  <a:pt x="8494336" y="3383528"/>
                  <a:pt x="8495908" y="3384065"/>
                </a:cubicBezTo>
                <a:cubicBezTo>
                  <a:pt x="8496214" y="3384160"/>
                  <a:pt x="8496539" y="3384218"/>
                  <a:pt x="8496866" y="3384218"/>
                </a:cubicBezTo>
                <a:cubicBezTo>
                  <a:pt x="8498112" y="3384218"/>
                  <a:pt x="8499281" y="3383432"/>
                  <a:pt x="8499721" y="3382187"/>
                </a:cubicBezTo>
                <a:cubicBezTo>
                  <a:pt x="8500239" y="3380615"/>
                  <a:pt x="8499396" y="3378909"/>
                  <a:pt x="8497824" y="3378372"/>
                </a:cubicBezTo>
                <a:close/>
                <a:moveTo>
                  <a:pt x="9099788" y="3126349"/>
                </a:moveTo>
                <a:cubicBezTo>
                  <a:pt x="9096472" y="3125851"/>
                  <a:pt x="9093388" y="3128131"/>
                  <a:pt x="9092889" y="3131447"/>
                </a:cubicBezTo>
                <a:cubicBezTo>
                  <a:pt x="9092409" y="3134763"/>
                  <a:pt x="9094690" y="3137848"/>
                  <a:pt x="9098006" y="3138347"/>
                </a:cubicBezTo>
                <a:cubicBezTo>
                  <a:pt x="9098312" y="3138404"/>
                  <a:pt x="9098599" y="3138423"/>
                  <a:pt x="9098907" y="3138423"/>
                </a:cubicBezTo>
                <a:cubicBezTo>
                  <a:pt x="9101858" y="3138423"/>
                  <a:pt x="9104464" y="3136257"/>
                  <a:pt x="9104905" y="3133249"/>
                </a:cubicBezTo>
                <a:cubicBezTo>
                  <a:pt x="9105385" y="3129933"/>
                  <a:pt x="9103104" y="3126848"/>
                  <a:pt x="9099788" y="3126349"/>
                </a:cubicBezTo>
                <a:close/>
                <a:moveTo>
                  <a:pt x="8869325" y="3213800"/>
                </a:moveTo>
                <a:cubicBezTo>
                  <a:pt x="8866622" y="3213110"/>
                  <a:pt x="8863882" y="3214758"/>
                  <a:pt x="8863211" y="3217461"/>
                </a:cubicBezTo>
                <a:cubicBezTo>
                  <a:pt x="8862521" y="3220163"/>
                  <a:pt x="8864169" y="3222904"/>
                  <a:pt x="8866871" y="3223594"/>
                </a:cubicBezTo>
                <a:cubicBezTo>
                  <a:pt x="8867274" y="3223689"/>
                  <a:pt x="8867695" y="3223728"/>
                  <a:pt x="8868098" y="3223728"/>
                </a:cubicBezTo>
                <a:cubicBezTo>
                  <a:pt x="8870359" y="3223747"/>
                  <a:pt x="8872410" y="3222214"/>
                  <a:pt x="8872986" y="3219914"/>
                </a:cubicBezTo>
                <a:cubicBezTo>
                  <a:pt x="8873675" y="3217212"/>
                  <a:pt x="8872027" y="3214471"/>
                  <a:pt x="8869325" y="3213800"/>
                </a:cubicBezTo>
                <a:close/>
                <a:moveTo>
                  <a:pt x="8261612" y="3438016"/>
                </a:moveTo>
                <a:cubicBezTo>
                  <a:pt x="8260577" y="3437670"/>
                  <a:pt x="8259465" y="3438245"/>
                  <a:pt x="8259120" y="3439281"/>
                </a:cubicBezTo>
                <a:cubicBezTo>
                  <a:pt x="8258776" y="3440315"/>
                  <a:pt x="8259331" y="3441446"/>
                  <a:pt x="8260366" y="3441772"/>
                </a:cubicBezTo>
                <a:cubicBezTo>
                  <a:pt x="8260577" y="3441849"/>
                  <a:pt x="8260788" y="3441887"/>
                  <a:pt x="8260998" y="3441887"/>
                </a:cubicBezTo>
                <a:cubicBezTo>
                  <a:pt x="8261823" y="3441887"/>
                  <a:pt x="8262609" y="3441350"/>
                  <a:pt x="8262877" y="3440526"/>
                </a:cubicBezTo>
                <a:cubicBezTo>
                  <a:pt x="8263222" y="3439491"/>
                  <a:pt x="8262666" y="3438360"/>
                  <a:pt x="8261612" y="3438016"/>
                </a:cubicBezTo>
                <a:close/>
                <a:moveTo>
                  <a:pt x="9329005" y="3019253"/>
                </a:moveTo>
                <a:cubicBezTo>
                  <a:pt x="9325096" y="3019081"/>
                  <a:pt x="9321780" y="3022128"/>
                  <a:pt x="9321607" y="3026037"/>
                </a:cubicBezTo>
                <a:cubicBezTo>
                  <a:pt x="9321435" y="3029947"/>
                  <a:pt x="9324463" y="3033244"/>
                  <a:pt x="9328373" y="3033435"/>
                </a:cubicBezTo>
                <a:lnTo>
                  <a:pt x="9328391" y="3033435"/>
                </a:lnTo>
                <a:lnTo>
                  <a:pt x="9328699" y="3033435"/>
                </a:lnTo>
                <a:cubicBezTo>
                  <a:pt x="9332475" y="3033435"/>
                  <a:pt x="9335617" y="3030464"/>
                  <a:pt x="9335770" y="3026650"/>
                </a:cubicBezTo>
                <a:cubicBezTo>
                  <a:pt x="9335942" y="3022741"/>
                  <a:pt x="9332915" y="3019425"/>
                  <a:pt x="9329005" y="3019253"/>
                </a:cubicBezTo>
                <a:close/>
                <a:moveTo>
                  <a:pt x="8638268" y="3285038"/>
                </a:moveTo>
                <a:cubicBezTo>
                  <a:pt x="8636141" y="3284367"/>
                  <a:pt x="8633879" y="3285537"/>
                  <a:pt x="8633208" y="3287645"/>
                </a:cubicBezTo>
                <a:cubicBezTo>
                  <a:pt x="8632538" y="3289772"/>
                  <a:pt x="8633687" y="3292034"/>
                  <a:pt x="8635815" y="3292703"/>
                </a:cubicBezTo>
                <a:cubicBezTo>
                  <a:pt x="8636217" y="3292838"/>
                  <a:pt x="8636639" y="3292896"/>
                  <a:pt x="8637041" y="3292896"/>
                </a:cubicBezTo>
                <a:cubicBezTo>
                  <a:pt x="8638747" y="3292896"/>
                  <a:pt x="8640318" y="3291803"/>
                  <a:pt x="8640874" y="3290098"/>
                </a:cubicBezTo>
                <a:cubicBezTo>
                  <a:pt x="8641545" y="3287990"/>
                  <a:pt x="8640376" y="3285709"/>
                  <a:pt x="8638268" y="3285038"/>
                </a:cubicBezTo>
                <a:close/>
                <a:moveTo>
                  <a:pt x="8019822" y="3503292"/>
                </a:moveTo>
                <a:cubicBezTo>
                  <a:pt x="8019323" y="3503157"/>
                  <a:pt x="8018787" y="3503464"/>
                  <a:pt x="8018653" y="3503982"/>
                </a:cubicBezTo>
                <a:cubicBezTo>
                  <a:pt x="8018518" y="3504480"/>
                  <a:pt x="8018826" y="3505017"/>
                  <a:pt x="8019343" y="3505152"/>
                </a:cubicBezTo>
                <a:lnTo>
                  <a:pt x="8019343" y="3505169"/>
                </a:lnTo>
                <a:cubicBezTo>
                  <a:pt x="8019420" y="3505170"/>
                  <a:pt x="8019496" y="3505170"/>
                  <a:pt x="8019592" y="3505170"/>
                </a:cubicBezTo>
                <a:cubicBezTo>
                  <a:pt x="8020014" y="3505169"/>
                  <a:pt x="8020396" y="3504883"/>
                  <a:pt x="8020511" y="3504461"/>
                </a:cubicBezTo>
                <a:cubicBezTo>
                  <a:pt x="8020647" y="3503944"/>
                  <a:pt x="8020339" y="3503426"/>
                  <a:pt x="8019822" y="3503292"/>
                </a:cubicBezTo>
                <a:close/>
                <a:moveTo>
                  <a:pt x="8405944" y="3346980"/>
                </a:moveTo>
                <a:cubicBezTo>
                  <a:pt x="8404374" y="3346443"/>
                  <a:pt x="8402667" y="3347286"/>
                  <a:pt x="8402132" y="3348858"/>
                </a:cubicBezTo>
                <a:cubicBezTo>
                  <a:pt x="8401595" y="3350429"/>
                  <a:pt x="8402419" y="3352136"/>
                  <a:pt x="8403991" y="3352672"/>
                </a:cubicBezTo>
                <a:cubicBezTo>
                  <a:pt x="8404317" y="3352768"/>
                  <a:pt x="8404642" y="3352825"/>
                  <a:pt x="8404968" y="3352825"/>
                </a:cubicBezTo>
                <a:cubicBezTo>
                  <a:pt x="8406213" y="3352825"/>
                  <a:pt x="8407382" y="3352039"/>
                  <a:pt x="8407805" y="3350794"/>
                </a:cubicBezTo>
                <a:cubicBezTo>
                  <a:pt x="8408341" y="3349222"/>
                  <a:pt x="8407517" y="3347517"/>
                  <a:pt x="8405944" y="3346980"/>
                </a:cubicBezTo>
                <a:close/>
                <a:moveTo>
                  <a:pt x="9002678" y="3109004"/>
                </a:moveTo>
                <a:cubicBezTo>
                  <a:pt x="8999381" y="3108333"/>
                  <a:pt x="8996181" y="3110442"/>
                  <a:pt x="8995509" y="3113719"/>
                </a:cubicBezTo>
                <a:cubicBezTo>
                  <a:pt x="8994820" y="3116996"/>
                  <a:pt x="8996928" y="3120216"/>
                  <a:pt x="9000224" y="3120887"/>
                </a:cubicBezTo>
                <a:cubicBezTo>
                  <a:pt x="9000627" y="3120983"/>
                  <a:pt x="9001048" y="3121021"/>
                  <a:pt x="9001450" y="3121021"/>
                </a:cubicBezTo>
                <a:cubicBezTo>
                  <a:pt x="9004268" y="3121021"/>
                  <a:pt x="9006798" y="3119047"/>
                  <a:pt x="9007392" y="3116173"/>
                </a:cubicBezTo>
                <a:cubicBezTo>
                  <a:pt x="9008063" y="3112895"/>
                  <a:pt x="9005955" y="3109695"/>
                  <a:pt x="9002678" y="3109004"/>
                </a:cubicBezTo>
                <a:close/>
                <a:moveTo>
                  <a:pt x="9229997" y="3012161"/>
                </a:moveTo>
                <a:cubicBezTo>
                  <a:pt x="9226088" y="3011759"/>
                  <a:pt x="9222618" y="3014614"/>
                  <a:pt x="9222235" y="3018505"/>
                </a:cubicBezTo>
                <a:cubicBezTo>
                  <a:pt x="9221833" y="3022415"/>
                  <a:pt x="9224688" y="3025884"/>
                  <a:pt x="9228579" y="3026267"/>
                </a:cubicBezTo>
                <a:cubicBezTo>
                  <a:pt x="9228828" y="3026286"/>
                  <a:pt x="9229059" y="3026306"/>
                  <a:pt x="9229288" y="3026306"/>
                </a:cubicBezTo>
                <a:cubicBezTo>
                  <a:pt x="9232892" y="3026306"/>
                  <a:pt x="9235977" y="3023584"/>
                  <a:pt x="9236341" y="3019923"/>
                </a:cubicBezTo>
                <a:cubicBezTo>
                  <a:pt x="9236725" y="3016014"/>
                  <a:pt x="9233887" y="3012545"/>
                  <a:pt x="9229997" y="3012161"/>
                </a:cubicBezTo>
                <a:close/>
                <a:moveTo>
                  <a:pt x="8774571" y="3188022"/>
                </a:moveTo>
                <a:cubicBezTo>
                  <a:pt x="8771889" y="3187256"/>
                  <a:pt x="8769090" y="3188790"/>
                  <a:pt x="8768304" y="3191472"/>
                </a:cubicBezTo>
                <a:cubicBezTo>
                  <a:pt x="8767538" y="3194137"/>
                  <a:pt x="8769071" y="3196935"/>
                  <a:pt x="8771753" y="3197721"/>
                </a:cubicBezTo>
                <a:cubicBezTo>
                  <a:pt x="8772214" y="3197855"/>
                  <a:pt x="8772693" y="3197912"/>
                  <a:pt x="8773173" y="3197912"/>
                </a:cubicBezTo>
                <a:cubicBezTo>
                  <a:pt x="8775356" y="3197912"/>
                  <a:pt x="8777369" y="3196494"/>
                  <a:pt x="8778002" y="3194290"/>
                </a:cubicBezTo>
                <a:cubicBezTo>
                  <a:pt x="8778787" y="3191606"/>
                  <a:pt x="8777236" y="3188808"/>
                  <a:pt x="8774571" y="3188022"/>
                </a:cubicBezTo>
                <a:close/>
                <a:moveTo>
                  <a:pt x="8169771" y="3408443"/>
                </a:moveTo>
                <a:cubicBezTo>
                  <a:pt x="8168737" y="3408118"/>
                  <a:pt x="8167626" y="3408692"/>
                  <a:pt x="8167300" y="3409746"/>
                </a:cubicBezTo>
                <a:cubicBezTo>
                  <a:pt x="8166973" y="3410799"/>
                  <a:pt x="8167548" y="3411893"/>
                  <a:pt x="8168602" y="3412218"/>
                </a:cubicBezTo>
                <a:cubicBezTo>
                  <a:pt x="8168794" y="3412277"/>
                  <a:pt x="8168986" y="3412314"/>
                  <a:pt x="8169196" y="3412314"/>
                </a:cubicBezTo>
                <a:cubicBezTo>
                  <a:pt x="8170039" y="3412314"/>
                  <a:pt x="8170825" y="3411758"/>
                  <a:pt x="8171075" y="3410915"/>
                </a:cubicBezTo>
                <a:cubicBezTo>
                  <a:pt x="8171401" y="3409861"/>
                  <a:pt x="8170825" y="3408750"/>
                  <a:pt x="8169771" y="3408443"/>
                </a:cubicBezTo>
                <a:close/>
                <a:moveTo>
                  <a:pt x="9447624" y="2904365"/>
                </a:moveTo>
                <a:lnTo>
                  <a:pt x="9446680" y="2905296"/>
                </a:lnTo>
                <a:lnTo>
                  <a:pt x="9448842" y="2907484"/>
                </a:lnTo>
                <a:close/>
                <a:moveTo>
                  <a:pt x="8545488" y="3254469"/>
                </a:moveTo>
                <a:cubicBezTo>
                  <a:pt x="8543361" y="3253760"/>
                  <a:pt x="8541080" y="3254891"/>
                  <a:pt x="8540371" y="3257018"/>
                </a:cubicBezTo>
                <a:cubicBezTo>
                  <a:pt x="8539662" y="3259107"/>
                  <a:pt x="8540793" y="3261388"/>
                  <a:pt x="8542901" y="3262097"/>
                </a:cubicBezTo>
                <a:cubicBezTo>
                  <a:pt x="8543323" y="3262250"/>
                  <a:pt x="8543764" y="3262327"/>
                  <a:pt x="8544185" y="3262327"/>
                </a:cubicBezTo>
                <a:cubicBezTo>
                  <a:pt x="8545872" y="3262327"/>
                  <a:pt x="8547443" y="3261254"/>
                  <a:pt x="8547999" y="3259586"/>
                </a:cubicBezTo>
                <a:cubicBezTo>
                  <a:pt x="8548708" y="3257479"/>
                  <a:pt x="8547577" y="3255197"/>
                  <a:pt x="8545488" y="3254469"/>
                </a:cubicBezTo>
                <a:close/>
                <a:moveTo>
                  <a:pt x="7926602" y="3481061"/>
                </a:moveTo>
                <a:cubicBezTo>
                  <a:pt x="7926084" y="3480964"/>
                  <a:pt x="7925586" y="3481290"/>
                  <a:pt x="7925471" y="3481789"/>
                </a:cubicBezTo>
                <a:cubicBezTo>
                  <a:pt x="7925356" y="3482326"/>
                  <a:pt x="7925701" y="3482824"/>
                  <a:pt x="7926219" y="3482939"/>
                </a:cubicBezTo>
                <a:lnTo>
                  <a:pt x="7926219" y="3482958"/>
                </a:lnTo>
                <a:cubicBezTo>
                  <a:pt x="7926276" y="3482958"/>
                  <a:pt x="7926410" y="3482958"/>
                  <a:pt x="7926410" y="3482958"/>
                </a:cubicBezTo>
                <a:cubicBezTo>
                  <a:pt x="7926851" y="3482958"/>
                  <a:pt x="7927254" y="3482651"/>
                  <a:pt x="7927349" y="3482191"/>
                </a:cubicBezTo>
                <a:cubicBezTo>
                  <a:pt x="7927445" y="3481673"/>
                  <a:pt x="7927119" y="3481176"/>
                  <a:pt x="7926602" y="3481061"/>
                </a:cubicBezTo>
                <a:close/>
                <a:moveTo>
                  <a:pt x="9131583" y="2999397"/>
                </a:moveTo>
                <a:cubicBezTo>
                  <a:pt x="9127712" y="2998784"/>
                  <a:pt x="9124071" y="3001410"/>
                  <a:pt x="9123458" y="3005281"/>
                </a:cubicBezTo>
                <a:cubicBezTo>
                  <a:pt x="9122844" y="3009152"/>
                  <a:pt x="9125469" y="3012794"/>
                  <a:pt x="9129341" y="3013408"/>
                </a:cubicBezTo>
                <a:cubicBezTo>
                  <a:pt x="9129725" y="3013465"/>
                  <a:pt x="9130088" y="3013503"/>
                  <a:pt x="9130471" y="3013503"/>
                </a:cubicBezTo>
                <a:cubicBezTo>
                  <a:pt x="9133884" y="3013503"/>
                  <a:pt x="9136912" y="3011011"/>
                  <a:pt x="9137467" y="3007524"/>
                </a:cubicBezTo>
                <a:cubicBezTo>
                  <a:pt x="9138080" y="3003652"/>
                  <a:pt x="9135455" y="3000010"/>
                  <a:pt x="9131583" y="2999397"/>
                </a:cubicBezTo>
                <a:close/>
                <a:moveTo>
                  <a:pt x="8906487" y="3086735"/>
                </a:moveTo>
                <a:cubicBezTo>
                  <a:pt x="8903248" y="3085911"/>
                  <a:pt x="8899932" y="3087884"/>
                  <a:pt x="8899108" y="3091124"/>
                </a:cubicBezTo>
                <a:cubicBezTo>
                  <a:pt x="8898284" y="3094362"/>
                  <a:pt x="8900238" y="3097678"/>
                  <a:pt x="8903497" y="3098502"/>
                </a:cubicBezTo>
                <a:cubicBezTo>
                  <a:pt x="8903995" y="3098636"/>
                  <a:pt x="8904494" y="3098694"/>
                  <a:pt x="8904992" y="3098694"/>
                </a:cubicBezTo>
                <a:cubicBezTo>
                  <a:pt x="8907713" y="3098694"/>
                  <a:pt x="8910167" y="3096873"/>
                  <a:pt x="8910876" y="3094133"/>
                </a:cubicBezTo>
                <a:cubicBezTo>
                  <a:pt x="8911700" y="3090874"/>
                  <a:pt x="8909744" y="3087558"/>
                  <a:pt x="8906487" y="3086735"/>
                </a:cubicBezTo>
                <a:close/>
                <a:moveTo>
                  <a:pt x="8313972" y="3315740"/>
                </a:moveTo>
                <a:cubicBezTo>
                  <a:pt x="8312400" y="3315204"/>
                  <a:pt x="8310694" y="3316066"/>
                  <a:pt x="8310176" y="3317638"/>
                </a:cubicBezTo>
                <a:cubicBezTo>
                  <a:pt x="8309640" y="3319210"/>
                  <a:pt x="8310484" y="3320895"/>
                  <a:pt x="8312073" y="3321432"/>
                </a:cubicBezTo>
                <a:cubicBezTo>
                  <a:pt x="8312380" y="3321548"/>
                  <a:pt x="8312706" y="3321585"/>
                  <a:pt x="8313013" y="3321586"/>
                </a:cubicBezTo>
                <a:cubicBezTo>
                  <a:pt x="8314278" y="3321586"/>
                  <a:pt x="8315447" y="3320799"/>
                  <a:pt x="8315868" y="3319535"/>
                </a:cubicBezTo>
                <a:cubicBezTo>
                  <a:pt x="8316385" y="3317963"/>
                  <a:pt x="8315542" y="3316277"/>
                  <a:pt x="8313972" y="3315740"/>
                </a:cubicBezTo>
                <a:close/>
                <a:moveTo>
                  <a:pt x="8680603" y="3159294"/>
                </a:moveTo>
                <a:cubicBezTo>
                  <a:pt x="8677940" y="3158451"/>
                  <a:pt x="8675103" y="3159907"/>
                  <a:pt x="8674259" y="3162572"/>
                </a:cubicBezTo>
                <a:cubicBezTo>
                  <a:pt x="8673416" y="3165217"/>
                  <a:pt x="8674873" y="3168053"/>
                  <a:pt x="8677538" y="3168915"/>
                </a:cubicBezTo>
                <a:cubicBezTo>
                  <a:pt x="8678035" y="3169068"/>
                  <a:pt x="8678553" y="3169145"/>
                  <a:pt x="8679071" y="3169145"/>
                </a:cubicBezTo>
                <a:cubicBezTo>
                  <a:pt x="8681198" y="3169145"/>
                  <a:pt x="8683191" y="3167785"/>
                  <a:pt x="8683880" y="3165638"/>
                </a:cubicBezTo>
                <a:cubicBezTo>
                  <a:pt x="8684724" y="3162974"/>
                  <a:pt x="8683249" y="3160137"/>
                  <a:pt x="8680603" y="3159294"/>
                </a:cubicBezTo>
                <a:close/>
                <a:moveTo>
                  <a:pt x="9355050" y="2894008"/>
                </a:moveTo>
                <a:cubicBezTo>
                  <a:pt x="9350566" y="2893740"/>
                  <a:pt x="9346713" y="2897152"/>
                  <a:pt x="9346464" y="2901617"/>
                </a:cubicBezTo>
                <a:cubicBezTo>
                  <a:pt x="9346196" y="2906102"/>
                  <a:pt x="9349607" y="2909935"/>
                  <a:pt x="9354092" y="2910203"/>
                </a:cubicBezTo>
                <a:lnTo>
                  <a:pt x="9354092" y="2910222"/>
                </a:lnTo>
                <a:cubicBezTo>
                  <a:pt x="9354246" y="2910222"/>
                  <a:pt x="9354418" y="2910222"/>
                  <a:pt x="9354571" y="2910222"/>
                </a:cubicBezTo>
                <a:cubicBezTo>
                  <a:pt x="9358826" y="2910222"/>
                  <a:pt x="9362410" y="2906887"/>
                  <a:pt x="9362659" y="2902575"/>
                </a:cubicBezTo>
                <a:cubicBezTo>
                  <a:pt x="9362927" y="2898110"/>
                  <a:pt x="9359516" y="2894257"/>
                  <a:pt x="9355050" y="2894008"/>
                </a:cubicBezTo>
                <a:close/>
                <a:moveTo>
                  <a:pt x="8077164" y="3381305"/>
                </a:moveTo>
                <a:cubicBezTo>
                  <a:pt x="8076111" y="3381018"/>
                  <a:pt x="8075018" y="3381631"/>
                  <a:pt x="8074730" y="3382685"/>
                </a:cubicBezTo>
                <a:cubicBezTo>
                  <a:pt x="8074443" y="3383739"/>
                  <a:pt x="8075056" y="3384831"/>
                  <a:pt x="8076111" y="3385137"/>
                </a:cubicBezTo>
                <a:cubicBezTo>
                  <a:pt x="8076283" y="3385196"/>
                  <a:pt x="8076455" y="3385196"/>
                  <a:pt x="8076629" y="3385196"/>
                </a:cubicBezTo>
                <a:cubicBezTo>
                  <a:pt x="8077510" y="3385196"/>
                  <a:pt x="8078315" y="3384621"/>
                  <a:pt x="8078545" y="3383739"/>
                </a:cubicBezTo>
                <a:cubicBezTo>
                  <a:pt x="8078832" y="3382685"/>
                  <a:pt x="8078218" y="3381592"/>
                  <a:pt x="8077164" y="3381305"/>
                </a:cubicBezTo>
                <a:close/>
                <a:moveTo>
                  <a:pt x="8452958" y="3222961"/>
                </a:moveTo>
                <a:cubicBezTo>
                  <a:pt x="8450850" y="3222252"/>
                  <a:pt x="8448570" y="3223364"/>
                  <a:pt x="8447842" y="3225472"/>
                </a:cubicBezTo>
                <a:cubicBezTo>
                  <a:pt x="8447132" y="3227561"/>
                  <a:pt x="8448244" y="3229861"/>
                  <a:pt x="8450352" y="3230570"/>
                </a:cubicBezTo>
                <a:cubicBezTo>
                  <a:pt x="8450793" y="3230724"/>
                  <a:pt x="8451234" y="3230800"/>
                  <a:pt x="8451654" y="3230800"/>
                </a:cubicBezTo>
                <a:cubicBezTo>
                  <a:pt x="8453342" y="3230800"/>
                  <a:pt x="8454894" y="3229746"/>
                  <a:pt x="8455469" y="3228079"/>
                </a:cubicBezTo>
                <a:cubicBezTo>
                  <a:pt x="8456179" y="3225970"/>
                  <a:pt x="8455067" y="3223671"/>
                  <a:pt x="8452958" y="3222961"/>
                </a:cubicBezTo>
                <a:close/>
                <a:moveTo>
                  <a:pt x="7832290" y="3463983"/>
                </a:moveTo>
                <a:cubicBezTo>
                  <a:pt x="7831771" y="3463908"/>
                  <a:pt x="7831293" y="3464272"/>
                  <a:pt x="7831197" y="3464789"/>
                </a:cubicBezTo>
                <a:cubicBezTo>
                  <a:pt x="7831139" y="3465306"/>
                  <a:pt x="7831484" y="3465786"/>
                  <a:pt x="7832021" y="3465882"/>
                </a:cubicBezTo>
                <a:lnTo>
                  <a:pt x="7832155" y="3465882"/>
                </a:lnTo>
                <a:cubicBezTo>
                  <a:pt x="7832615" y="3465882"/>
                  <a:pt x="7833037" y="3465536"/>
                  <a:pt x="7833113" y="3465058"/>
                </a:cubicBezTo>
                <a:cubicBezTo>
                  <a:pt x="7833171" y="3464539"/>
                  <a:pt x="7832826" y="3464061"/>
                  <a:pt x="7832290" y="3463983"/>
                </a:cubicBezTo>
                <a:close/>
                <a:moveTo>
                  <a:pt x="9034032" y="2981076"/>
                </a:moveTo>
                <a:cubicBezTo>
                  <a:pt x="9030199" y="2980270"/>
                  <a:pt x="9026442" y="2982705"/>
                  <a:pt x="9025619" y="2986519"/>
                </a:cubicBezTo>
                <a:cubicBezTo>
                  <a:pt x="9024795" y="2990352"/>
                  <a:pt x="9027228" y="2994127"/>
                  <a:pt x="9031061" y="2994951"/>
                </a:cubicBezTo>
                <a:cubicBezTo>
                  <a:pt x="9031559" y="2995066"/>
                  <a:pt x="9032058" y="2995104"/>
                  <a:pt x="9032556" y="2995104"/>
                </a:cubicBezTo>
                <a:cubicBezTo>
                  <a:pt x="9035833" y="2995104"/>
                  <a:pt x="9038766" y="2992824"/>
                  <a:pt x="9039475" y="2989508"/>
                </a:cubicBezTo>
                <a:cubicBezTo>
                  <a:pt x="9040299" y="2985675"/>
                  <a:pt x="9037865" y="2981899"/>
                  <a:pt x="9034032" y="2981076"/>
                </a:cubicBezTo>
                <a:close/>
                <a:moveTo>
                  <a:pt x="8811217" y="3060593"/>
                </a:moveTo>
                <a:cubicBezTo>
                  <a:pt x="8807997" y="3059635"/>
                  <a:pt x="8804623" y="3061494"/>
                  <a:pt x="8803684" y="3064713"/>
                </a:cubicBezTo>
                <a:cubicBezTo>
                  <a:pt x="8802744" y="3067914"/>
                  <a:pt x="8804584" y="3071288"/>
                  <a:pt x="8807804" y="3072246"/>
                </a:cubicBezTo>
                <a:cubicBezTo>
                  <a:pt x="8808360" y="3072399"/>
                  <a:pt x="8808935" y="3072476"/>
                  <a:pt x="8809491" y="3072476"/>
                </a:cubicBezTo>
                <a:cubicBezTo>
                  <a:pt x="8812117" y="3072476"/>
                  <a:pt x="8814551" y="3070770"/>
                  <a:pt x="8815317" y="3068125"/>
                </a:cubicBezTo>
                <a:cubicBezTo>
                  <a:pt x="8816276" y="3064906"/>
                  <a:pt x="8814417" y="3061532"/>
                  <a:pt x="8811217" y="3060593"/>
                </a:cubicBezTo>
                <a:close/>
                <a:moveTo>
                  <a:pt x="9255583" y="2885384"/>
                </a:moveTo>
                <a:cubicBezTo>
                  <a:pt x="9251117" y="2884886"/>
                  <a:pt x="9247111" y="2888067"/>
                  <a:pt x="9246594" y="2892532"/>
                </a:cubicBezTo>
                <a:cubicBezTo>
                  <a:pt x="9246077" y="2896979"/>
                  <a:pt x="9249277" y="2901004"/>
                  <a:pt x="9253723" y="2901502"/>
                </a:cubicBezTo>
                <a:cubicBezTo>
                  <a:pt x="9254049" y="2901560"/>
                  <a:pt x="9254356" y="2901560"/>
                  <a:pt x="9254663" y="2901560"/>
                </a:cubicBezTo>
                <a:cubicBezTo>
                  <a:pt x="9258726" y="2901560"/>
                  <a:pt x="9262232" y="2898512"/>
                  <a:pt x="9262711" y="2894372"/>
                </a:cubicBezTo>
                <a:cubicBezTo>
                  <a:pt x="9263229" y="2889926"/>
                  <a:pt x="9260029" y="2885901"/>
                  <a:pt x="9255583" y="2885384"/>
                </a:cubicBezTo>
                <a:close/>
                <a:moveTo>
                  <a:pt x="8221594" y="3285651"/>
                </a:moveTo>
                <a:cubicBezTo>
                  <a:pt x="8220023" y="3285153"/>
                  <a:pt x="8218337" y="3286053"/>
                  <a:pt x="8217838" y="3287625"/>
                </a:cubicBezTo>
                <a:cubicBezTo>
                  <a:pt x="8217340" y="3289215"/>
                  <a:pt x="8218201" y="3290902"/>
                  <a:pt x="8219792" y="3291400"/>
                </a:cubicBezTo>
                <a:cubicBezTo>
                  <a:pt x="8220100" y="3291476"/>
                  <a:pt x="8220406" y="3291535"/>
                  <a:pt x="8220693" y="3291535"/>
                </a:cubicBezTo>
                <a:cubicBezTo>
                  <a:pt x="8221977" y="3291535"/>
                  <a:pt x="8223166" y="3290711"/>
                  <a:pt x="8223568" y="3289427"/>
                </a:cubicBezTo>
                <a:cubicBezTo>
                  <a:pt x="8224048" y="3287854"/>
                  <a:pt x="8223185" y="3286150"/>
                  <a:pt x="8221594" y="3285651"/>
                </a:cubicBezTo>
                <a:close/>
                <a:moveTo>
                  <a:pt x="8587172" y="3128591"/>
                </a:moveTo>
                <a:cubicBezTo>
                  <a:pt x="8584528" y="3127709"/>
                  <a:pt x="8581673" y="3129128"/>
                  <a:pt x="8580791" y="3131773"/>
                </a:cubicBezTo>
                <a:cubicBezTo>
                  <a:pt x="8579890" y="3134417"/>
                  <a:pt x="8581327" y="3137273"/>
                  <a:pt x="8583972" y="3138154"/>
                </a:cubicBezTo>
                <a:lnTo>
                  <a:pt x="8583953" y="3138154"/>
                </a:lnTo>
                <a:cubicBezTo>
                  <a:pt x="8584490" y="3138347"/>
                  <a:pt x="8585045" y="3138423"/>
                  <a:pt x="8585563" y="3138423"/>
                </a:cubicBezTo>
                <a:cubicBezTo>
                  <a:pt x="8587671" y="3138423"/>
                  <a:pt x="8589645" y="3137100"/>
                  <a:pt x="8590354" y="3134992"/>
                </a:cubicBezTo>
                <a:cubicBezTo>
                  <a:pt x="8591235" y="3132348"/>
                  <a:pt x="8589818" y="3129473"/>
                  <a:pt x="8587172" y="3128591"/>
                </a:cubicBezTo>
                <a:close/>
                <a:moveTo>
                  <a:pt x="7983562" y="3357770"/>
                </a:moveTo>
                <a:cubicBezTo>
                  <a:pt x="7982488" y="3357521"/>
                  <a:pt x="7981434" y="3358192"/>
                  <a:pt x="7981184" y="3359265"/>
                </a:cubicBezTo>
                <a:cubicBezTo>
                  <a:pt x="7980936" y="3360338"/>
                  <a:pt x="7981625" y="3361392"/>
                  <a:pt x="7982680" y="3361642"/>
                </a:cubicBezTo>
                <a:cubicBezTo>
                  <a:pt x="7982834" y="3361680"/>
                  <a:pt x="7982967" y="3361680"/>
                  <a:pt x="7983121" y="3361679"/>
                </a:cubicBezTo>
                <a:cubicBezTo>
                  <a:pt x="7984021" y="3361680"/>
                  <a:pt x="7984845" y="3361066"/>
                  <a:pt x="7985056" y="3360147"/>
                </a:cubicBezTo>
                <a:cubicBezTo>
                  <a:pt x="7985286" y="3359072"/>
                  <a:pt x="7984615" y="3358020"/>
                  <a:pt x="7983562" y="3357770"/>
                </a:cubicBezTo>
                <a:close/>
                <a:moveTo>
                  <a:pt x="7737038" y="3453233"/>
                </a:moveTo>
                <a:cubicBezTo>
                  <a:pt x="7736520" y="3453194"/>
                  <a:pt x="7736060" y="3453596"/>
                  <a:pt x="7736022" y="3454114"/>
                </a:cubicBezTo>
                <a:cubicBezTo>
                  <a:pt x="7735984" y="3454631"/>
                  <a:pt x="7736368" y="3455091"/>
                  <a:pt x="7736903" y="3455149"/>
                </a:cubicBezTo>
                <a:lnTo>
                  <a:pt x="7736961" y="3455149"/>
                </a:lnTo>
                <a:cubicBezTo>
                  <a:pt x="7737459" y="3455149"/>
                  <a:pt x="7737920" y="3454765"/>
                  <a:pt x="7737920" y="3454248"/>
                </a:cubicBezTo>
                <a:cubicBezTo>
                  <a:pt x="7737958" y="3453731"/>
                  <a:pt x="7737574" y="3453270"/>
                  <a:pt x="7737038" y="3453233"/>
                </a:cubicBezTo>
                <a:close/>
                <a:moveTo>
                  <a:pt x="8360409" y="3191473"/>
                </a:moveTo>
                <a:cubicBezTo>
                  <a:pt x="8358301" y="3190764"/>
                  <a:pt x="8356001" y="3191913"/>
                  <a:pt x="8355311" y="3194022"/>
                </a:cubicBezTo>
                <a:cubicBezTo>
                  <a:pt x="8354602" y="3196112"/>
                  <a:pt x="8355732" y="3198392"/>
                  <a:pt x="8357841" y="3199100"/>
                </a:cubicBezTo>
                <a:cubicBezTo>
                  <a:pt x="8358262" y="3199254"/>
                  <a:pt x="8358703" y="3199331"/>
                  <a:pt x="8359124" y="3199331"/>
                </a:cubicBezTo>
                <a:cubicBezTo>
                  <a:pt x="8360811" y="3199331"/>
                  <a:pt x="8362364" y="3198257"/>
                  <a:pt x="8362938" y="3196571"/>
                </a:cubicBezTo>
                <a:cubicBezTo>
                  <a:pt x="8363648" y="3194463"/>
                  <a:pt x="8362517" y="3192182"/>
                  <a:pt x="8360409" y="3191473"/>
                </a:cubicBezTo>
                <a:close/>
                <a:moveTo>
                  <a:pt x="8937400" y="2958058"/>
                </a:moveTo>
                <a:cubicBezTo>
                  <a:pt x="8933606" y="2957061"/>
                  <a:pt x="8929734" y="2959342"/>
                  <a:pt x="8928757" y="2963137"/>
                </a:cubicBezTo>
                <a:cubicBezTo>
                  <a:pt x="8927760" y="2966913"/>
                  <a:pt x="8930042" y="2970784"/>
                  <a:pt x="8933836" y="2971780"/>
                </a:cubicBezTo>
                <a:cubicBezTo>
                  <a:pt x="8934429" y="2971934"/>
                  <a:pt x="8935024" y="2972010"/>
                  <a:pt x="8935618" y="2972010"/>
                </a:cubicBezTo>
                <a:cubicBezTo>
                  <a:pt x="8938761" y="2972010"/>
                  <a:pt x="8941655" y="2969902"/>
                  <a:pt x="8942479" y="2966702"/>
                </a:cubicBezTo>
                <a:cubicBezTo>
                  <a:pt x="8943457" y="2962906"/>
                  <a:pt x="8941196" y="2959036"/>
                  <a:pt x="8937400" y="2958058"/>
                </a:cubicBezTo>
                <a:close/>
                <a:moveTo>
                  <a:pt x="9156785" y="2871163"/>
                </a:moveTo>
                <a:cubicBezTo>
                  <a:pt x="9152358" y="2870397"/>
                  <a:pt x="9148161" y="2873348"/>
                  <a:pt x="9147394" y="2877776"/>
                </a:cubicBezTo>
                <a:cubicBezTo>
                  <a:pt x="9146627" y="2882183"/>
                  <a:pt x="9149598" y="2886381"/>
                  <a:pt x="9154006" y="2887147"/>
                </a:cubicBezTo>
                <a:cubicBezTo>
                  <a:pt x="9154486" y="2887224"/>
                  <a:pt x="9154945" y="2887263"/>
                  <a:pt x="9155405" y="2887263"/>
                </a:cubicBezTo>
                <a:cubicBezTo>
                  <a:pt x="9159277" y="2887263"/>
                  <a:pt x="9162708" y="2884483"/>
                  <a:pt x="9163397" y="2880535"/>
                </a:cubicBezTo>
                <a:cubicBezTo>
                  <a:pt x="9164145" y="2876127"/>
                  <a:pt x="9161193" y="2871929"/>
                  <a:pt x="9156785" y="2871163"/>
                </a:cubicBezTo>
                <a:close/>
                <a:moveTo>
                  <a:pt x="8716693" y="3031557"/>
                </a:moveTo>
                <a:cubicBezTo>
                  <a:pt x="8713492" y="3030523"/>
                  <a:pt x="8710081" y="3032285"/>
                  <a:pt x="8709065" y="3035487"/>
                </a:cubicBezTo>
                <a:cubicBezTo>
                  <a:pt x="8708030" y="3038668"/>
                  <a:pt x="8709793" y="3042098"/>
                  <a:pt x="8712975" y="3043114"/>
                </a:cubicBezTo>
                <a:cubicBezTo>
                  <a:pt x="8713607" y="3043306"/>
                  <a:pt x="8714220" y="3043402"/>
                  <a:pt x="8714834" y="3043402"/>
                </a:cubicBezTo>
                <a:cubicBezTo>
                  <a:pt x="8717402" y="3043402"/>
                  <a:pt x="8719798" y="3041754"/>
                  <a:pt x="8720622" y="3039186"/>
                </a:cubicBezTo>
                <a:cubicBezTo>
                  <a:pt x="8721637" y="3035985"/>
                  <a:pt x="8719874" y="3032574"/>
                  <a:pt x="8716693" y="3031557"/>
                </a:cubicBezTo>
                <a:close/>
                <a:moveTo>
                  <a:pt x="7641230" y="3449648"/>
                </a:moveTo>
                <a:cubicBezTo>
                  <a:pt x="7640694" y="3449648"/>
                  <a:pt x="7640272" y="3450089"/>
                  <a:pt x="7640272" y="3450625"/>
                </a:cubicBezTo>
                <a:cubicBezTo>
                  <a:pt x="7640272" y="3451143"/>
                  <a:pt x="7640694" y="3451565"/>
                  <a:pt x="7641230" y="3451565"/>
                </a:cubicBezTo>
                <a:cubicBezTo>
                  <a:pt x="7641748" y="3451565"/>
                  <a:pt x="7642188" y="3451143"/>
                  <a:pt x="7642188" y="3450606"/>
                </a:cubicBezTo>
                <a:cubicBezTo>
                  <a:pt x="7642188" y="3450089"/>
                  <a:pt x="7641748" y="3449648"/>
                  <a:pt x="7641230" y="3449648"/>
                </a:cubicBezTo>
                <a:close/>
                <a:moveTo>
                  <a:pt x="8128509" y="3257803"/>
                </a:moveTo>
                <a:cubicBezTo>
                  <a:pt x="8126899" y="3257362"/>
                  <a:pt x="8125250" y="3258283"/>
                  <a:pt x="8124791" y="3259874"/>
                </a:cubicBezTo>
                <a:cubicBezTo>
                  <a:pt x="8124350" y="3261484"/>
                  <a:pt x="8125269" y="3263131"/>
                  <a:pt x="8126879" y="3263592"/>
                </a:cubicBezTo>
                <a:cubicBezTo>
                  <a:pt x="8127148" y="3263668"/>
                  <a:pt x="8127416" y="3263707"/>
                  <a:pt x="8127684" y="3263707"/>
                </a:cubicBezTo>
                <a:cubicBezTo>
                  <a:pt x="8128987" y="3263707"/>
                  <a:pt x="8130214" y="3262844"/>
                  <a:pt x="8130578" y="3261521"/>
                </a:cubicBezTo>
                <a:cubicBezTo>
                  <a:pt x="8131038" y="3259911"/>
                  <a:pt x="8130099" y="3258264"/>
                  <a:pt x="8128509" y="3257803"/>
                </a:cubicBezTo>
                <a:close/>
                <a:moveTo>
                  <a:pt x="9374311" y="2767843"/>
                </a:moveTo>
                <a:cubicBezTo>
                  <a:pt x="9369290" y="2767459"/>
                  <a:pt x="9364882" y="2771215"/>
                  <a:pt x="9364499" y="2776256"/>
                </a:cubicBezTo>
                <a:cubicBezTo>
                  <a:pt x="9364116" y="2781278"/>
                  <a:pt x="9367871" y="2785666"/>
                  <a:pt x="9372912" y="2786069"/>
                </a:cubicBezTo>
                <a:lnTo>
                  <a:pt x="9372912" y="2786088"/>
                </a:lnTo>
                <a:cubicBezTo>
                  <a:pt x="9373142" y="2786088"/>
                  <a:pt x="9373391" y="2786088"/>
                  <a:pt x="9373621" y="2786088"/>
                </a:cubicBezTo>
                <a:cubicBezTo>
                  <a:pt x="9378336" y="2786088"/>
                  <a:pt x="9382342" y="2782447"/>
                  <a:pt x="9382725" y="2777655"/>
                </a:cubicBezTo>
                <a:cubicBezTo>
                  <a:pt x="9383109" y="2772634"/>
                  <a:pt x="9379352" y="2768226"/>
                  <a:pt x="9374311" y="2767843"/>
                </a:cubicBezTo>
                <a:close/>
                <a:moveTo>
                  <a:pt x="7888865" y="3339007"/>
                </a:moveTo>
                <a:cubicBezTo>
                  <a:pt x="7887774" y="3338835"/>
                  <a:pt x="7886757" y="3339563"/>
                  <a:pt x="7886585" y="3340637"/>
                </a:cubicBezTo>
                <a:cubicBezTo>
                  <a:pt x="7886393" y="3341710"/>
                  <a:pt x="7887121" y="3342725"/>
                  <a:pt x="7888214" y="3342917"/>
                </a:cubicBezTo>
                <a:cubicBezTo>
                  <a:pt x="7888309" y="3342955"/>
                  <a:pt x="7888424" y="3342955"/>
                  <a:pt x="7888539" y="3342955"/>
                </a:cubicBezTo>
                <a:cubicBezTo>
                  <a:pt x="7889478" y="3342956"/>
                  <a:pt x="7890322" y="3342265"/>
                  <a:pt x="7890495" y="3341288"/>
                </a:cubicBezTo>
                <a:cubicBezTo>
                  <a:pt x="7890667" y="3340215"/>
                  <a:pt x="7889939" y="3339179"/>
                  <a:pt x="7888865" y="3339007"/>
                </a:cubicBezTo>
                <a:close/>
                <a:moveTo>
                  <a:pt x="8494068" y="3096911"/>
                </a:moveTo>
                <a:cubicBezTo>
                  <a:pt x="8491443" y="3096011"/>
                  <a:pt x="8488568" y="3097428"/>
                  <a:pt x="8487667" y="3100054"/>
                </a:cubicBezTo>
                <a:cubicBezTo>
                  <a:pt x="8486766" y="3102699"/>
                  <a:pt x="8488165" y="3105574"/>
                  <a:pt x="8490809" y="3106456"/>
                </a:cubicBezTo>
                <a:cubicBezTo>
                  <a:pt x="8491346" y="3106647"/>
                  <a:pt x="8491902" y="3106743"/>
                  <a:pt x="8492439" y="3106743"/>
                </a:cubicBezTo>
                <a:cubicBezTo>
                  <a:pt x="8494547" y="3106743"/>
                  <a:pt x="8496501" y="3105420"/>
                  <a:pt x="8497211" y="3103331"/>
                </a:cubicBezTo>
                <a:cubicBezTo>
                  <a:pt x="8498112" y="3100687"/>
                  <a:pt x="8496713" y="3097812"/>
                  <a:pt x="8494068" y="3096911"/>
                </a:cubicBezTo>
                <a:close/>
                <a:moveTo>
                  <a:pt x="7545461" y="3453098"/>
                </a:moveTo>
                <a:cubicBezTo>
                  <a:pt x="7544925" y="3453136"/>
                  <a:pt x="7544522" y="3453596"/>
                  <a:pt x="7544561" y="3454133"/>
                </a:cubicBezTo>
                <a:cubicBezTo>
                  <a:pt x="7544599" y="3454631"/>
                  <a:pt x="7545020" y="3455015"/>
                  <a:pt x="7545519" y="3455015"/>
                </a:cubicBezTo>
                <a:lnTo>
                  <a:pt x="7545595" y="3455015"/>
                </a:lnTo>
                <a:cubicBezTo>
                  <a:pt x="7546113" y="3454976"/>
                  <a:pt x="7546516" y="3454516"/>
                  <a:pt x="7546477" y="3453999"/>
                </a:cubicBezTo>
                <a:cubicBezTo>
                  <a:pt x="7546438" y="3453462"/>
                  <a:pt x="7545978" y="3453098"/>
                  <a:pt x="7545461" y="3453098"/>
                </a:cubicBezTo>
                <a:close/>
                <a:moveTo>
                  <a:pt x="8267457" y="3161038"/>
                </a:moveTo>
                <a:cubicBezTo>
                  <a:pt x="8265349" y="3160367"/>
                  <a:pt x="8263087" y="3161537"/>
                  <a:pt x="8262416" y="3163645"/>
                </a:cubicBezTo>
                <a:cubicBezTo>
                  <a:pt x="8261746" y="3165773"/>
                  <a:pt x="8262914" y="3168033"/>
                  <a:pt x="8265023" y="3168704"/>
                </a:cubicBezTo>
                <a:cubicBezTo>
                  <a:pt x="8265426" y="3168839"/>
                  <a:pt x="8265847" y="3168896"/>
                  <a:pt x="8266250" y="3168896"/>
                </a:cubicBezTo>
                <a:cubicBezTo>
                  <a:pt x="8267955" y="3168896"/>
                  <a:pt x="8269527" y="3167804"/>
                  <a:pt x="8270083" y="3166079"/>
                </a:cubicBezTo>
                <a:cubicBezTo>
                  <a:pt x="8270753" y="3163971"/>
                  <a:pt x="8269584" y="3161709"/>
                  <a:pt x="8267457" y="3161038"/>
                </a:cubicBezTo>
                <a:close/>
                <a:moveTo>
                  <a:pt x="9058851" y="2851576"/>
                </a:moveTo>
                <a:cubicBezTo>
                  <a:pt x="9054480" y="2850598"/>
                  <a:pt x="9050149" y="2853340"/>
                  <a:pt x="9049153" y="2857709"/>
                </a:cubicBezTo>
                <a:cubicBezTo>
                  <a:pt x="9048175" y="2862079"/>
                  <a:pt x="9050916" y="2866429"/>
                  <a:pt x="9055286" y="2867407"/>
                </a:cubicBezTo>
                <a:cubicBezTo>
                  <a:pt x="9055900" y="2867541"/>
                  <a:pt x="9056493" y="2867618"/>
                  <a:pt x="9057087" y="2867618"/>
                </a:cubicBezTo>
                <a:cubicBezTo>
                  <a:pt x="9060786" y="2867618"/>
                  <a:pt x="9064140" y="2865050"/>
                  <a:pt x="9064983" y="2861274"/>
                </a:cubicBezTo>
                <a:cubicBezTo>
                  <a:pt x="9065979" y="2856904"/>
                  <a:pt x="9063221" y="2852573"/>
                  <a:pt x="9058851" y="2851576"/>
                </a:cubicBezTo>
                <a:close/>
                <a:moveTo>
                  <a:pt x="8841631" y="2931322"/>
                </a:moveTo>
                <a:cubicBezTo>
                  <a:pt x="8837875" y="2930211"/>
                  <a:pt x="8833926" y="2932338"/>
                  <a:pt x="8832815" y="2936095"/>
                </a:cubicBezTo>
                <a:cubicBezTo>
                  <a:pt x="8831704" y="2939851"/>
                  <a:pt x="8833850" y="2943799"/>
                  <a:pt x="8837607" y="2944910"/>
                </a:cubicBezTo>
                <a:cubicBezTo>
                  <a:pt x="8838277" y="2945102"/>
                  <a:pt x="8838948" y="2945198"/>
                  <a:pt x="8839619" y="2945198"/>
                </a:cubicBezTo>
                <a:cubicBezTo>
                  <a:pt x="8842686" y="2945198"/>
                  <a:pt x="8845503" y="2943205"/>
                  <a:pt x="8846422" y="2940119"/>
                </a:cubicBezTo>
                <a:cubicBezTo>
                  <a:pt x="8847534" y="2936382"/>
                  <a:pt x="8845388" y="2932434"/>
                  <a:pt x="8841631" y="2931322"/>
                </a:cubicBezTo>
                <a:close/>
                <a:moveTo>
                  <a:pt x="9274440" y="2757378"/>
                </a:moveTo>
                <a:cubicBezTo>
                  <a:pt x="9269439" y="2756707"/>
                  <a:pt x="9264839" y="2760234"/>
                  <a:pt x="9264187" y="2765236"/>
                </a:cubicBezTo>
                <a:cubicBezTo>
                  <a:pt x="9263517" y="2770238"/>
                  <a:pt x="9267043" y="2774838"/>
                  <a:pt x="9272045" y="2775489"/>
                </a:cubicBezTo>
                <a:cubicBezTo>
                  <a:pt x="9272447" y="2775546"/>
                  <a:pt x="9272850" y="2775566"/>
                  <a:pt x="9273252" y="2775566"/>
                </a:cubicBezTo>
                <a:cubicBezTo>
                  <a:pt x="9277756" y="2775566"/>
                  <a:pt x="9281686" y="2772231"/>
                  <a:pt x="9282299" y="2767632"/>
                </a:cubicBezTo>
                <a:cubicBezTo>
                  <a:pt x="9282949" y="2762648"/>
                  <a:pt x="9279442" y="2758048"/>
                  <a:pt x="9274440" y="2757378"/>
                </a:cubicBezTo>
                <a:close/>
                <a:moveTo>
                  <a:pt x="7450152" y="3463103"/>
                </a:moveTo>
                <a:cubicBezTo>
                  <a:pt x="7449615" y="3463179"/>
                  <a:pt x="7449252" y="3463659"/>
                  <a:pt x="7449328" y="3464195"/>
                </a:cubicBezTo>
                <a:cubicBezTo>
                  <a:pt x="7449405" y="3464674"/>
                  <a:pt x="7449808" y="3465019"/>
                  <a:pt x="7450286" y="3465019"/>
                </a:cubicBezTo>
                <a:lnTo>
                  <a:pt x="7450421" y="3465019"/>
                </a:lnTo>
                <a:cubicBezTo>
                  <a:pt x="7450938" y="3464942"/>
                  <a:pt x="7451302" y="3464444"/>
                  <a:pt x="7451225" y="3463926"/>
                </a:cubicBezTo>
                <a:cubicBezTo>
                  <a:pt x="7451149" y="3463409"/>
                  <a:pt x="7450669" y="3463045"/>
                  <a:pt x="7450152" y="3463103"/>
                </a:cubicBezTo>
                <a:close/>
                <a:moveTo>
                  <a:pt x="8034445" y="3233272"/>
                </a:moveTo>
                <a:cubicBezTo>
                  <a:pt x="8032835" y="3232889"/>
                  <a:pt x="8031225" y="3233886"/>
                  <a:pt x="8030842" y="3235514"/>
                </a:cubicBezTo>
                <a:cubicBezTo>
                  <a:pt x="8030458" y="3237124"/>
                  <a:pt x="8031455" y="3238734"/>
                  <a:pt x="8033065" y="3239117"/>
                </a:cubicBezTo>
                <a:cubicBezTo>
                  <a:pt x="8033295" y="3239194"/>
                  <a:pt x="8033525" y="3239194"/>
                  <a:pt x="8033755" y="3239194"/>
                </a:cubicBezTo>
                <a:cubicBezTo>
                  <a:pt x="8035116" y="3239194"/>
                  <a:pt x="8036362" y="3238275"/>
                  <a:pt x="8036687" y="3236894"/>
                </a:cubicBezTo>
                <a:cubicBezTo>
                  <a:pt x="8037070" y="3235284"/>
                  <a:pt x="8036074" y="3233656"/>
                  <a:pt x="8034445" y="3233272"/>
                </a:cubicBezTo>
                <a:close/>
                <a:moveTo>
                  <a:pt x="7793154" y="3326224"/>
                </a:moveTo>
                <a:cubicBezTo>
                  <a:pt x="7792062" y="3326109"/>
                  <a:pt x="7791084" y="3326914"/>
                  <a:pt x="7790988" y="3327987"/>
                </a:cubicBezTo>
                <a:cubicBezTo>
                  <a:pt x="7790873" y="3329079"/>
                  <a:pt x="7791678" y="3330057"/>
                  <a:pt x="7792770" y="3330153"/>
                </a:cubicBezTo>
                <a:lnTo>
                  <a:pt x="7792770" y="3330172"/>
                </a:lnTo>
                <a:cubicBezTo>
                  <a:pt x="7792828" y="3330172"/>
                  <a:pt x="7792962" y="3330172"/>
                  <a:pt x="7792962" y="3330172"/>
                </a:cubicBezTo>
                <a:cubicBezTo>
                  <a:pt x="7793959" y="3330172"/>
                  <a:pt x="7794822" y="3329405"/>
                  <a:pt x="7794917" y="3328389"/>
                </a:cubicBezTo>
                <a:cubicBezTo>
                  <a:pt x="7795032" y="3327297"/>
                  <a:pt x="7794227" y="3326320"/>
                  <a:pt x="7793154" y="3326224"/>
                </a:cubicBezTo>
                <a:close/>
                <a:moveTo>
                  <a:pt x="8622686" y="3000624"/>
                </a:moveTo>
                <a:cubicBezTo>
                  <a:pt x="8619524" y="2999552"/>
                  <a:pt x="8616074" y="3001257"/>
                  <a:pt x="8615001" y="3004439"/>
                </a:cubicBezTo>
                <a:cubicBezTo>
                  <a:pt x="8613947" y="3007620"/>
                  <a:pt x="8615654" y="3011051"/>
                  <a:pt x="8618834" y="3012124"/>
                </a:cubicBezTo>
                <a:lnTo>
                  <a:pt x="8618816" y="3012124"/>
                </a:lnTo>
                <a:cubicBezTo>
                  <a:pt x="8619448" y="3012354"/>
                  <a:pt x="8620100" y="3012450"/>
                  <a:pt x="8620732" y="3012450"/>
                </a:cubicBezTo>
                <a:cubicBezTo>
                  <a:pt x="8623281" y="3012450"/>
                  <a:pt x="8625639" y="3010839"/>
                  <a:pt x="8626500" y="3008310"/>
                </a:cubicBezTo>
                <a:cubicBezTo>
                  <a:pt x="8627573" y="3005129"/>
                  <a:pt x="8625849" y="3001698"/>
                  <a:pt x="8622686" y="3000624"/>
                </a:cubicBezTo>
                <a:close/>
                <a:moveTo>
                  <a:pt x="6113275" y="3978247"/>
                </a:moveTo>
                <a:cubicBezTo>
                  <a:pt x="6112777" y="3978439"/>
                  <a:pt x="6112547" y="3978994"/>
                  <a:pt x="6112719" y="3979493"/>
                </a:cubicBezTo>
                <a:cubicBezTo>
                  <a:pt x="6112873" y="3979876"/>
                  <a:pt x="6113238" y="3980106"/>
                  <a:pt x="6113621" y="3980106"/>
                </a:cubicBezTo>
                <a:cubicBezTo>
                  <a:pt x="6113736" y="3980106"/>
                  <a:pt x="6113851" y="3980087"/>
                  <a:pt x="6113966" y="3980048"/>
                </a:cubicBezTo>
                <a:cubicBezTo>
                  <a:pt x="6114464" y="3979857"/>
                  <a:pt x="6114694" y="3979301"/>
                  <a:pt x="6114521" y="3978803"/>
                </a:cubicBezTo>
                <a:cubicBezTo>
                  <a:pt x="6114330" y="3978305"/>
                  <a:pt x="6113774" y="3978055"/>
                  <a:pt x="6113275" y="3978247"/>
                </a:cubicBezTo>
                <a:close/>
                <a:moveTo>
                  <a:pt x="6202280" y="3942676"/>
                </a:moveTo>
                <a:cubicBezTo>
                  <a:pt x="6201800" y="3942887"/>
                  <a:pt x="6201552" y="3943443"/>
                  <a:pt x="6201761" y="3943941"/>
                </a:cubicBezTo>
                <a:cubicBezTo>
                  <a:pt x="6201915" y="3944305"/>
                  <a:pt x="6202280" y="3944535"/>
                  <a:pt x="6202663" y="3944535"/>
                </a:cubicBezTo>
                <a:cubicBezTo>
                  <a:pt x="6202778" y="3944535"/>
                  <a:pt x="6202912" y="3944516"/>
                  <a:pt x="6203027" y="3944458"/>
                </a:cubicBezTo>
                <a:cubicBezTo>
                  <a:pt x="6203506" y="3944248"/>
                  <a:pt x="6203736" y="3943672"/>
                  <a:pt x="6203545" y="3943194"/>
                </a:cubicBezTo>
                <a:cubicBezTo>
                  <a:pt x="6203334" y="3942714"/>
                  <a:pt x="6202778" y="3942485"/>
                  <a:pt x="6202280" y="3942676"/>
                </a:cubicBezTo>
                <a:close/>
                <a:moveTo>
                  <a:pt x="6023122" y="4010751"/>
                </a:moveTo>
                <a:cubicBezTo>
                  <a:pt x="6022623" y="4010924"/>
                  <a:pt x="6022356" y="4011460"/>
                  <a:pt x="6022527" y="4011959"/>
                </a:cubicBezTo>
                <a:cubicBezTo>
                  <a:pt x="6022662" y="4012361"/>
                  <a:pt x="6023045" y="4012610"/>
                  <a:pt x="6023429" y="4012610"/>
                </a:cubicBezTo>
                <a:cubicBezTo>
                  <a:pt x="6023544" y="4012610"/>
                  <a:pt x="6023735" y="4012572"/>
                  <a:pt x="6023735" y="4012572"/>
                </a:cubicBezTo>
                <a:cubicBezTo>
                  <a:pt x="6024253" y="4012400"/>
                  <a:pt x="6024521" y="4011843"/>
                  <a:pt x="6024348" y="4011346"/>
                </a:cubicBezTo>
                <a:cubicBezTo>
                  <a:pt x="6024176" y="4010847"/>
                  <a:pt x="6023640" y="4010579"/>
                  <a:pt x="6023122" y="4010751"/>
                </a:cubicBezTo>
                <a:close/>
                <a:moveTo>
                  <a:pt x="6290018" y="3904365"/>
                </a:moveTo>
                <a:cubicBezTo>
                  <a:pt x="6289539" y="3904595"/>
                  <a:pt x="6289329" y="3905151"/>
                  <a:pt x="6289539" y="3905629"/>
                </a:cubicBezTo>
                <a:cubicBezTo>
                  <a:pt x="6289692" y="3905994"/>
                  <a:pt x="6290057" y="3906205"/>
                  <a:pt x="6290421" y="3906205"/>
                </a:cubicBezTo>
                <a:cubicBezTo>
                  <a:pt x="6290536" y="3906205"/>
                  <a:pt x="6290670" y="3906185"/>
                  <a:pt x="6290804" y="3906128"/>
                </a:cubicBezTo>
                <a:cubicBezTo>
                  <a:pt x="6291283" y="3905898"/>
                  <a:pt x="6291494" y="3905342"/>
                  <a:pt x="6291283" y="3904843"/>
                </a:cubicBezTo>
                <a:cubicBezTo>
                  <a:pt x="6291072" y="3904365"/>
                  <a:pt x="6290497" y="3904154"/>
                  <a:pt x="6290018" y="3904365"/>
                </a:cubicBezTo>
                <a:close/>
                <a:moveTo>
                  <a:pt x="5931877" y="4039939"/>
                </a:moveTo>
                <a:cubicBezTo>
                  <a:pt x="5931359" y="4040093"/>
                  <a:pt x="5931073" y="4040630"/>
                  <a:pt x="5931225" y="4041129"/>
                </a:cubicBezTo>
                <a:cubicBezTo>
                  <a:pt x="5931359" y="4041550"/>
                  <a:pt x="5931743" y="4041818"/>
                  <a:pt x="5932145" y="4041818"/>
                </a:cubicBezTo>
                <a:cubicBezTo>
                  <a:pt x="5932240" y="4041818"/>
                  <a:pt x="5932412" y="4041780"/>
                  <a:pt x="5932412" y="4041780"/>
                </a:cubicBezTo>
                <a:cubicBezTo>
                  <a:pt x="5932931" y="4041627"/>
                  <a:pt x="5933219" y="4041090"/>
                  <a:pt x="5933065" y="4040592"/>
                </a:cubicBezTo>
                <a:cubicBezTo>
                  <a:pt x="5932912" y="4040073"/>
                  <a:pt x="5932375" y="4039787"/>
                  <a:pt x="5931877" y="4039939"/>
                </a:cubicBezTo>
                <a:close/>
                <a:moveTo>
                  <a:pt x="6377144" y="3864482"/>
                </a:moveTo>
                <a:cubicBezTo>
                  <a:pt x="6376684" y="3864692"/>
                  <a:pt x="6376453" y="3865268"/>
                  <a:pt x="6376684" y="3865746"/>
                </a:cubicBezTo>
                <a:cubicBezTo>
                  <a:pt x="6376837" y="3866111"/>
                  <a:pt x="6377182" y="3866302"/>
                  <a:pt x="6377546" y="3866302"/>
                </a:cubicBezTo>
                <a:cubicBezTo>
                  <a:pt x="6377681" y="3866302"/>
                  <a:pt x="6377814" y="3866283"/>
                  <a:pt x="6377949" y="3866207"/>
                </a:cubicBezTo>
                <a:cubicBezTo>
                  <a:pt x="6378409" y="3865996"/>
                  <a:pt x="6378639" y="3865420"/>
                  <a:pt x="6378409" y="3864942"/>
                </a:cubicBezTo>
                <a:cubicBezTo>
                  <a:pt x="6378198" y="3864462"/>
                  <a:pt x="6377623" y="3864251"/>
                  <a:pt x="6377144" y="3864482"/>
                </a:cubicBezTo>
                <a:close/>
                <a:moveTo>
                  <a:pt x="7354881" y="3480179"/>
                </a:moveTo>
                <a:lnTo>
                  <a:pt x="7354881" y="3480198"/>
                </a:lnTo>
                <a:lnTo>
                  <a:pt x="7354889" y="3480186"/>
                </a:lnTo>
                <a:close/>
                <a:moveTo>
                  <a:pt x="7355648" y="3479067"/>
                </a:moveTo>
                <a:lnTo>
                  <a:pt x="7354889" y="3480186"/>
                </a:lnTo>
                <a:lnTo>
                  <a:pt x="7355821" y="3480946"/>
                </a:lnTo>
                <a:cubicBezTo>
                  <a:pt x="7355897" y="3480946"/>
                  <a:pt x="7356012" y="3480946"/>
                  <a:pt x="7356012" y="3480946"/>
                </a:cubicBezTo>
                <a:cubicBezTo>
                  <a:pt x="7356530" y="3480849"/>
                  <a:pt x="7356875" y="3480331"/>
                  <a:pt x="7356760" y="3479834"/>
                </a:cubicBezTo>
                <a:cubicBezTo>
                  <a:pt x="7356664" y="3479297"/>
                  <a:pt x="7356165" y="3478971"/>
                  <a:pt x="7355648" y="3479067"/>
                </a:cubicBezTo>
                <a:close/>
                <a:moveTo>
                  <a:pt x="6463886" y="3823755"/>
                </a:moveTo>
                <a:cubicBezTo>
                  <a:pt x="6463425" y="3823985"/>
                  <a:pt x="6463215" y="3824560"/>
                  <a:pt x="6463425" y="3825039"/>
                </a:cubicBezTo>
                <a:cubicBezTo>
                  <a:pt x="6463598" y="3825385"/>
                  <a:pt x="6463944" y="3825595"/>
                  <a:pt x="6464307" y="3825595"/>
                </a:cubicBezTo>
                <a:cubicBezTo>
                  <a:pt x="6464442" y="3825595"/>
                  <a:pt x="6464576" y="3825557"/>
                  <a:pt x="6464710" y="3825500"/>
                </a:cubicBezTo>
                <a:cubicBezTo>
                  <a:pt x="6465170" y="3825270"/>
                  <a:pt x="6465380" y="3824694"/>
                  <a:pt x="6465170" y="3824235"/>
                </a:cubicBezTo>
                <a:cubicBezTo>
                  <a:pt x="6464940" y="3823736"/>
                  <a:pt x="6464365" y="3823544"/>
                  <a:pt x="6463886" y="3823755"/>
                </a:cubicBezTo>
                <a:close/>
                <a:moveTo>
                  <a:pt x="5839557" y="4065525"/>
                </a:moveTo>
                <a:cubicBezTo>
                  <a:pt x="5839039" y="4065640"/>
                  <a:pt x="5838733" y="4066158"/>
                  <a:pt x="5838868" y="4066676"/>
                </a:cubicBezTo>
                <a:cubicBezTo>
                  <a:pt x="5838983" y="4067116"/>
                  <a:pt x="5839365" y="4067404"/>
                  <a:pt x="5839787" y="4067404"/>
                </a:cubicBezTo>
                <a:cubicBezTo>
                  <a:pt x="5839864" y="4067404"/>
                  <a:pt x="5840037" y="4067365"/>
                  <a:pt x="5840037" y="4067365"/>
                </a:cubicBezTo>
                <a:cubicBezTo>
                  <a:pt x="5840535" y="4067250"/>
                  <a:pt x="5840860" y="4066713"/>
                  <a:pt x="5840726" y="4066216"/>
                </a:cubicBezTo>
                <a:cubicBezTo>
                  <a:pt x="5840591" y="4065698"/>
                  <a:pt x="5840075" y="4065372"/>
                  <a:pt x="5839557" y="4065525"/>
                </a:cubicBezTo>
                <a:close/>
                <a:moveTo>
                  <a:pt x="8400905" y="3065231"/>
                </a:moveTo>
                <a:cubicBezTo>
                  <a:pt x="8398260" y="3064330"/>
                  <a:pt x="8395404" y="3065748"/>
                  <a:pt x="8394503" y="3068412"/>
                </a:cubicBezTo>
                <a:cubicBezTo>
                  <a:pt x="8393623" y="3071038"/>
                  <a:pt x="8395040" y="3073913"/>
                  <a:pt x="8397686" y="3074794"/>
                </a:cubicBezTo>
                <a:cubicBezTo>
                  <a:pt x="8398221" y="3074967"/>
                  <a:pt x="8398758" y="3075063"/>
                  <a:pt x="8399296" y="3075063"/>
                </a:cubicBezTo>
                <a:cubicBezTo>
                  <a:pt x="8401404" y="3075063"/>
                  <a:pt x="8403359" y="3073721"/>
                  <a:pt x="8404067" y="3071612"/>
                </a:cubicBezTo>
                <a:cubicBezTo>
                  <a:pt x="8404968" y="3068987"/>
                  <a:pt x="8403549" y="3066112"/>
                  <a:pt x="8400905" y="3065231"/>
                </a:cubicBezTo>
                <a:close/>
                <a:moveTo>
                  <a:pt x="6550494" y="3782723"/>
                </a:moveTo>
                <a:cubicBezTo>
                  <a:pt x="6550034" y="3782933"/>
                  <a:pt x="6549803" y="3783508"/>
                  <a:pt x="6550034" y="3783987"/>
                </a:cubicBezTo>
                <a:cubicBezTo>
                  <a:pt x="6550207" y="3784333"/>
                  <a:pt x="6550552" y="3784542"/>
                  <a:pt x="6550915" y="3784542"/>
                </a:cubicBezTo>
                <a:cubicBezTo>
                  <a:pt x="6551050" y="3784542"/>
                  <a:pt x="6551184" y="3784504"/>
                  <a:pt x="6551318" y="3784448"/>
                </a:cubicBezTo>
                <a:cubicBezTo>
                  <a:pt x="6551778" y="3784218"/>
                  <a:pt x="6551989" y="3783642"/>
                  <a:pt x="6551778" y="3783182"/>
                </a:cubicBezTo>
                <a:cubicBezTo>
                  <a:pt x="6551548" y="3782684"/>
                  <a:pt x="6550972" y="3782493"/>
                  <a:pt x="6550494" y="3782723"/>
                </a:cubicBezTo>
                <a:close/>
                <a:moveTo>
                  <a:pt x="7262159" y="3500321"/>
                </a:moveTo>
                <a:cubicBezTo>
                  <a:pt x="7261661" y="3500456"/>
                  <a:pt x="7261355" y="3500973"/>
                  <a:pt x="7261470" y="3501491"/>
                </a:cubicBezTo>
                <a:cubicBezTo>
                  <a:pt x="7261585" y="3501912"/>
                  <a:pt x="7261968" y="3502199"/>
                  <a:pt x="7262409" y="3502199"/>
                </a:cubicBezTo>
                <a:cubicBezTo>
                  <a:pt x="7262485" y="3502199"/>
                  <a:pt x="7262639" y="3502162"/>
                  <a:pt x="7262639" y="3502162"/>
                </a:cubicBezTo>
                <a:cubicBezTo>
                  <a:pt x="7263156" y="3502047"/>
                  <a:pt x="7263463" y="3501529"/>
                  <a:pt x="7263328" y="3501011"/>
                </a:cubicBezTo>
                <a:cubicBezTo>
                  <a:pt x="7263195" y="3500494"/>
                  <a:pt x="7262677" y="3500187"/>
                  <a:pt x="7262159" y="3500321"/>
                </a:cubicBezTo>
                <a:close/>
                <a:moveTo>
                  <a:pt x="6637159" y="3741786"/>
                </a:moveTo>
                <a:cubicBezTo>
                  <a:pt x="6636699" y="3742015"/>
                  <a:pt x="6636470" y="3742590"/>
                  <a:pt x="6636699" y="3743070"/>
                </a:cubicBezTo>
                <a:cubicBezTo>
                  <a:pt x="6636872" y="3743414"/>
                  <a:pt x="6637216" y="3743625"/>
                  <a:pt x="6637581" y="3743625"/>
                </a:cubicBezTo>
                <a:cubicBezTo>
                  <a:pt x="6637715" y="3743624"/>
                  <a:pt x="6637849" y="3743587"/>
                  <a:pt x="6637983" y="3743529"/>
                </a:cubicBezTo>
                <a:cubicBezTo>
                  <a:pt x="6638443" y="3743299"/>
                  <a:pt x="6638654" y="3742744"/>
                  <a:pt x="6638443" y="3742245"/>
                </a:cubicBezTo>
                <a:cubicBezTo>
                  <a:pt x="6638213" y="3741786"/>
                  <a:pt x="6637639" y="3741575"/>
                  <a:pt x="6637159" y="3741786"/>
                </a:cubicBezTo>
                <a:close/>
                <a:moveTo>
                  <a:pt x="5746242" y="4087124"/>
                </a:moveTo>
                <a:cubicBezTo>
                  <a:pt x="5745723" y="4087239"/>
                  <a:pt x="5745397" y="4087738"/>
                  <a:pt x="5745513" y="4088256"/>
                </a:cubicBezTo>
                <a:cubicBezTo>
                  <a:pt x="5745589" y="4088716"/>
                  <a:pt x="5745992" y="4089022"/>
                  <a:pt x="5746451" y="4089021"/>
                </a:cubicBezTo>
                <a:cubicBezTo>
                  <a:pt x="5746509" y="4089021"/>
                  <a:pt x="5746643" y="4089004"/>
                  <a:pt x="5746643" y="4089004"/>
                </a:cubicBezTo>
                <a:cubicBezTo>
                  <a:pt x="5747162" y="4088888"/>
                  <a:pt x="5747487" y="4088389"/>
                  <a:pt x="5747372" y="4087872"/>
                </a:cubicBezTo>
                <a:cubicBezTo>
                  <a:pt x="5747277" y="4087355"/>
                  <a:pt x="5746759" y="4087009"/>
                  <a:pt x="5746242" y="4087124"/>
                </a:cubicBezTo>
                <a:close/>
                <a:moveTo>
                  <a:pt x="6724112" y="3701462"/>
                </a:moveTo>
                <a:cubicBezTo>
                  <a:pt x="6723652" y="3701691"/>
                  <a:pt x="6723422" y="3702247"/>
                  <a:pt x="6723652" y="3702746"/>
                </a:cubicBezTo>
                <a:cubicBezTo>
                  <a:pt x="6723806" y="3703090"/>
                  <a:pt x="6724151" y="3703302"/>
                  <a:pt x="6724514" y="3703302"/>
                </a:cubicBezTo>
                <a:cubicBezTo>
                  <a:pt x="6724649" y="3703302"/>
                  <a:pt x="6724783" y="3703263"/>
                  <a:pt x="6724918" y="3703205"/>
                </a:cubicBezTo>
                <a:cubicBezTo>
                  <a:pt x="6725397" y="3702995"/>
                  <a:pt x="6725607" y="3702420"/>
                  <a:pt x="6725397" y="3701940"/>
                </a:cubicBezTo>
                <a:cubicBezTo>
                  <a:pt x="6725166" y="3701462"/>
                  <a:pt x="6724592" y="3701251"/>
                  <a:pt x="6724112" y="3701462"/>
                </a:cubicBezTo>
                <a:close/>
                <a:moveTo>
                  <a:pt x="8961816" y="2827562"/>
                </a:moveTo>
                <a:cubicBezTo>
                  <a:pt x="8957485" y="2826412"/>
                  <a:pt x="8953039" y="2828961"/>
                  <a:pt x="8951889" y="2833293"/>
                </a:cubicBezTo>
                <a:cubicBezTo>
                  <a:pt x="8950719" y="2837624"/>
                  <a:pt x="8953288" y="2842070"/>
                  <a:pt x="8957619" y="2843239"/>
                </a:cubicBezTo>
                <a:cubicBezTo>
                  <a:pt x="8958328" y="2843431"/>
                  <a:pt x="8959038" y="2843527"/>
                  <a:pt x="8959727" y="2843527"/>
                </a:cubicBezTo>
                <a:cubicBezTo>
                  <a:pt x="8963312" y="2843527"/>
                  <a:pt x="8966589" y="2841131"/>
                  <a:pt x="8967565" y="2837509"/>
                </a:cubicBezTo>
                <a:cubicBezTo>
                  <a:pt x="8968716" y="2833178"/>
                  <a:pt x="8966148" y="2828732"/>
                  <a:pt x="8961816" y="2827562"/>
                </a:cubicBezTo>
                <a:close/>
                <a:moveTo>
                  <a:pt x="7169840" y="3526156"/>
                </a:moveTo>
                <a:cubicBezTo>
                  <a:pt x="7169341" y="3526309"/>
                  <a:pt x="7169054" y="3526846"/>
                  <a:pt x="7169208" y="3527344"/>
                </a:cubicBezTo>
                <a:cubicBezTo>
                  <a:pt x="7169341" y="3527766"/>
                  <a:pt x="7169725" y="3528015"/>
                  <a:pt x="7170128" y="3528015"/>
                </a:cubicBezTo>
                <a:cubicBezTo>
                  <a:pt x="7170224" y="3528015"/>
                  <a:pt x="7170320" y="3528015"/>
                  <a:pt x="7170415" y="3527977"/>
                </a:cubicBezTo>
                <a:cubicBezTo>
                  <a:pt x="7170914" y="3527824"/>
                  <a:pt x="7171201" y="3527287"/>
                  <a:pt x="7171047" y="3526789"/>
                </a:cubicBezTo>
                <a:cubicBezTo>
                  <a:pt x="7170894" y="3526271"/>
                  <a:pt x="7170358" y="3525984"/>
                  <a:pt x="7169840" y="3526156"/>
                </a:cubicBezTo>
                <a:close/>
                <a:moveTo>
                  <a:pt x="7696753" y="3320263"/>
                </a:moveTo>
                <a:cubicBezTo>
                  <a:pt x="7695660" y="3320225"/>
                  <a:pt x="7694721" y="3321088"/>
                  <a:pt x="7694721" y="3322179"/>
                </a:cubicBezTo>
                <a:cubicBezTo>
                  <a:pt x="7694683" y="3323272"/>
                  <a:pt x="7695545" y="3324212"/>
                  <a:pt x="7696637" y="3324212"/>
                </a:cubicBezTo>
                <a:lnTo>
                  <a:pt x="7696657" y="3324212"/>
                </a:lnTo>
                <a:lnTo>
                  <a:pt x="7696695" y="3324212"/>
                </a:lnTo>
                <a:cubicBezTo>
                  <a:pt x="7697768" y="3324212"/>
                  <a:pt x="7698650" y="3323369"/>
                  <a:pt x="7698669" y="3322276"/>
                </a:cubicBezTo>
                <a:cubicBezTo>
                  <a:pt x="7698708" y="3321203"/>
                  <a:pt x="7697845" y="3320263"/>
                  <a:pt x="7696753" y="3320263"/>
                </a:cubicBezTo>
                <a:close/>
                <a:moveTo>
                  <a:pt x="8173835" y="3132636"/>
                </a:moveTo>
                <a:cubicBezTo>
                  <a:pt x="8171707" y="3132022"/>
                  <a:pt x="8169465" y="3133268"/>
                  <a:pt x="8168871" y="3135396"/>
                </a:cubicBezTo>
                <a:cubicBezTo>
                  <a:pt x="8168258" y="3137523"/>
                  <a:pt x="8169483" y="3139765"/>
                  <a:pt x="8171612" y="3140378"/>
                </a:cubicBezTo>
                <a:cubicBezTo>
                  <a:pt x="8171995" y="3140474"/>
                  <a:pt x="8172358" y="3140532"/>
                  <a:pt x="8172723" y="3140532"/>
                </a:cubicBezTo>
                <a:cubicBezTo>
                  <a:pt x="8174486" y="3140532"/>
                  <a:pt x="8176096" y="3139381"/>
                  <a:pt x="8176594" y="3137619"/>
                </a:cubicBezTo>
                <a:cubicBezTo>
                  <a:pt x="8177208" y="3135472"/>
                  <a:pt x="8175981" y="3133249"/>
                  <a:pt x="8173835" y="3132636"/>
                </a:cubicBezTo>
                <a:close/>
                <a:moveTo>
                  <a:pt x="9175319" y="2741375"/>
                </a:moveTo>
                <a:cubicBezTo>
                  <a:pt x="9170353" y="2740436"/>
                  <a:pt x="9165582" y="2743694"/>
                  <a:pt x="9164643" y="2748657"/>
                </a:cubicBezTo>
                <a:cubicBezTo>
                  <a:pt x="9163704" y="2753602"/>
                  <a:pt x="9166961" y="2758374"/>
                  <a:pt x="9171906" y="2759313"/>
                </a:cubicBezTo>
                <a:cubicBezTo>
                  <a:pt x="9172482" y="2759428"/>
                  <a:pt x="9173056" y="2759486"/>
                  <a:pt x="9173612" y="2759486"/>
                </a:cubicBezTo>
                <a:cubicBezTo>
                  <a:pt x="9177925" y="2759486"/>
                  <a:pt x="9181758" y="2756438"/>
                  <a:pt x="9182581" y="2752050"/>
                </a:cubicBezTo>
                <a:cubicBezTo>
                  <a:pt x="9183520" y="2747086"/>
                  <a:pt x="9180262" y="2742314"/>
                  <a:pt x="9175319" y="2741375"/>
                </a:cubicBezTo>
                <a:close/>
                <a:moveTo>
                  <a:pt x="6811564" y="3662211"/>
                </a:moveTo>
                <a:cubicBezTo>
                  <a:pt x="6811065" y="3662422"/>
                  <a:pt x="6810854" y="3662978"/>
                  <a:pt x="6811065" y="3663476"/>
                </a:cubicBezTo>
                <a:cubicBezTo>
                  <a:pt x="6811238" y="3663821"/>
                  <a:pt x="6811582" y="3664032"/>
                  <a:pt x="6811947" y="3664032"/>
                </a:cubicBezTo>
                <a:cubicBezTo>
                  <a:pt x="6812081" y="3664032"/>
                  <a:pt x="6812216" y="3664013"/>
                  <a:pt x="6812331" y="3663954"/>
                </a:cubicBezTo>
                <a:cubicBezTo>
                  <a:pt x="6812828" y="3663745"/>
                  <a:pt x="6813039" y="3663189"/>
                  <a:pt x="6812828" y="3662690"/>
                </a:cubicBezTo>
                <a:cubicBezTo>
                  <a:pt x="6812618" y="3662211"/>
                  <a:pt x="6812043" y="3661981"/>
                  <a:pt x="6811564" y="3662211"/>
                </a:cubicBezTo>
                <a:close/>
                <a:moveTo>
                  <a:pt x="7078710" y="3555882"/>
                </a:moveTo>
                <a:cubicBezTo>
                  <a:pt x="7078211" y="3556054"/>
                  <a:pt x="7077942" y="3556610"/>
                  <a:pt x="7078115" y="3557108"/>
                </a:cubicBezTo>
                <a:cubicBezTo>
                  <a:pt x="7078268" y="3557492"/>
                  <a:pt x="7078633" y="3557741"/>
                  <a:pt x="7079036" y="3557741"/>
                </a:cubicBezTo>
                <a:cubicBezTo>
                  <a:pt x="7079131" y="3557741"/>
                  <a:pt x="7079341" y="3557703"/>
                  <a:pt x="7079341" y="3557703"/>
                </a:cubicBezTo>
                <a:cubicBezTo>
                  <a:pt x="7079840" y="3557511"/>
                  <a:pt x="7080109" y="3556974"/>
                  <a:pt x="7079936" y="3556476"/>
                </a:cubicBezTo>
                <a:cubicBezTo>
                  <a:pt x="7079764" y="3555977"/>
                  <a:pt x="7079208" y="3555710"/>
                  <a:pt x="7078710" y="3555882"/>
                </a:cubicBezTo>
                <a:close/>
                <a:moveTo>
                  <a:pt x="6899705" y="3624493"/>
                </a:moveTo>
                <a:cubicBezTo>
                  <a:pt x="6899187" y="3624704"/>
                  <a:pt x="6898977" y="3625260"/>
                  <a:pt x="6899187" y="3625739"/>
                </a:cubicBezTo>
                <a:cubicBezTo>
                  <a:pt x="6899340" y="3626122"/>
                  <a:pt x="6899686" y="3626333"/>
                  <a:pt x="6900068" y="3626333"/>
                </a:cubicBezTo>
                <a:cubicBezTo>
                  <a:pt x="6900183" y="3626333"/>
                  <a:pt x="6900319" y="3626314"/>
                  <a:pt x="6900434" y="3626276"/>
                </a:cubicBezTo>
                <a:cubicBezTo>
                  <a:pt x="6900912" y="3626065"/>
                  <a:pt x="6901162" y="3625509"/>
                  <a:pt x="6900951" y="3625010"/>
                </a:cubicBezTo>
                <a:cubicBezTo>
                  <a:pt x="6900739" y="3624532"/>
                  <a:pt x="6900183" y="3624283"/>
                  <a:pt x="6899705" y="3624493"/>
                </a:cubicBezTo>
                <a:close/>
                <a:moveTo>
                  <a:pt x="6988690" y="3588866"/>
                </a:moveTo>
                <a:cubicBezTo>
                  <a:pt x="6988191" y="3589057"/>
                  <a:pt x="6987962" y="3589612"/>
                  <a:pt x="6988153" y="3590111"/>
                </a:cubicBezTo>
                <a:cubicBezTo>
                  <a:pt x="6988288" y="3590494"/>
                  <a:pt x="6988651" y="3590724"/>
                  <a:pt x="6989035" y="3590724"/>
                </a:cubicBezTo>
                <a:cubicBezTo>
                  <a:pt x="6989149" y="3590724"/>
                  <a:pt x="6989283" y="3590705"/>
                  <a:pt x="6989379" y="3590648"/>
                </a:cubicBezTo>
                <a:cubicBezTo>
                  <a:pt x="6989878" y="3590475"/>
                  <a:pt x="6990127" y="3589900"/>
                  <a:pt x="6989935" y="3589421"/>
                </a:cubicBezTo>
                <a:cubicBezTo>
                  <a:pt x="6989743" y="3588923"/>
                  <a:pt x="6989188" y="3588673"/>
                  <a:pt x="6988690" y="3588866"/>
                </a:cubicBezTo>
                <a:close/>
                <a:moveTo>
                  <a:pt x="8746590" y="2901846"/>
                </a:moveTo>
                <a:cubicBezTo>
                  <a:pt x="8742872" y="2900658"/>
                  <a:pt x="8738867" y="2902689"/>
                  <a:pt x="8737679" y="2906427"/>
                </a:cubicBezTo>
                <a:cubicBezTo>
                  <a:pt x="8736472" y="2910145"/>
                  <a:pt x="8738522" y="2914149"/>
                  <a:pt x="8742240" y="2915338"/>
                </a:cubicBezTo>
                <a:cubicBezTo>
                  <a:pt x="8742968" y="2915588"/>
                  <a:pt x="8743697" y="2915683"/>
                  <a:pt x="8744425" y="2915683"/>
                </a:cubicBezTo>
                <a:cubicBezTo>
                  <a:pt x="8747415" y="2915683"/>
                  <a:pt x="8750193" y="2913767"/>
                  <a:pt x="8751172" y="2910777"/>
                </a:cubicBezTo>
                <a:cubicBezTo>
                  <a:pt x="8752378" y="2907040"/>
                  <a:pt x="8750328" y="2903053"/>
                  <a:pt x="8746590" y="2901846"/>
                </a:cubicBezTo>
                <a:close/>
                <a:moveTo>
                  <a:pt x="7939328" y="3213225"/>
                </a:moveTo>
                <a:cubicBezTo>
                  <a:pt x="7937698" y="3212938"/>
                  <a:pt x="7936127" y="3214011"/>
                  <a:pt x="7935840" y="3215659"/>
                </a:cubicBezTo>
                <a:cubicBezTo>
                  <a:pt x="7935532" y="3217269"/>
                  <a:pt x="7936607" y="3218840"/>
                  <a:pt x="7938254" y="3219147"/>
                </a:cubicBezTo>
                <a:lnTo>
                  <a:pt x="7938274" y="3219147"/>
                </a:lnTo>
                <a:cubicBezTo>
                  <a:pt x="7938446" y="3219185"/>
                  <a:pt x="7938618" y="3219185"/>
                  <a:pt x="7938810" y="3219185"/>
                </a:cubicBezTo>
                <a:cubicBezTo>
                  <a:pt x="7940228" y="3219185"/>
                  <a:pt x="7941493" y="3218170"/>
                  <a:pt x="7941762" y="3216714"/>
                </a:cubicBezTo>
                <a:cubicBezTo>
                  <a:pt x="7942049" y="3215104"/>
                  <a:pt x="7940975" y="3213531"/>
                  <a:pt x="7939328" y="3213225"/>
                </a:cubicBezTo>
                <a:close/>
                <a:moveTo>
                  <a:pt x="5651259" y="4105408"/>
                </a:moveTo>
                <a:lnTo>
                  <a:pt x="5651258" y="4105428"/>
                </a:lnTo>
                <a:lnTo>
                  <a:pt x="5651267" y="4105416"/>
                </a:lnTo>
                <a:close/>
                <a:moveTo>
                  <a:pt x="5652044" y="4104316"/>
                </a:moveTo>
                <a:lnTo>
                  <a:pt x="5651267" y="4105416"/>
                </a:lnTo>
                <a:lnTo>
                  <a:pt x="5652197" y="4106213"/>
                </a:lnTo>
                <a:cubicBezTo>
                  <a:pt x="5652255" y="4106213"/>
                  <a:pt x="5652350" y="4106213"/>
                  <a:pt x="5652350" y="4106213"/>
                </a:cubicBezTo>
                <a:cubicBezTo>
                  <a:pt x="5652867" y="4106137"/>
                  <a:pt x="5653232" y="4105638"/>
                  <a:pt x="5653155" y="4105120"/>
                </a:cubicBezTo>
                <a:cubicBezTo>
                  <a:pt x="5653060" y="4104603"/>
                  <a:pt x="5652582" y="4104240"/>
                  <a:pt x="5652044" y="4104316"/>
                </a:cubicBezTo>
                <a:close/>
                <a:moveTo>
                  <a:pt x="8528969" y="2968752"/>
                </a:moveTo>
                <a:cubicBezTo>
                  <a:pt x="8525787" y="2967661"/>
                  <a:pt x="8522356" y="2969347"/>
                  <a:pt x="8521264" y="2972529"/>
                </a:cubicBezTo>
                <a:cubicBezTo>
                  <a:pt x="8520171" y="2975690"/>
                  <a:pt x="8521858" y="2979141"/>
                  <a:pt x="8525039" y="2980233"/>
                </a:cubicBezTo>
                <a:cubicBezTo>
                  <a:pt x="8525691" y="2980462"/>
                  <a:pt x="8526361" y="2980559"/>
                  <a:pt x="8527014" y="2980559"/>
                </a:cubicBezTo>
                <a:cubicBezTo>
                  <a:pt x="8529524" y="2980559"/>
                  <a:pt x="8531882" y="2978968"/>
                  <a:pt x="8532744" y="2976457"/>
                </a:cubicBezTo>
                <a:cubicBezTo>
                  <a:pt x="8533837" y="2973276"/>
                  <a:pt x="8532131" y="2969826"/>
                  <a:pt x="8528969" y="2968752"/>
                </a:cubicBezTo>
                <a:close/>
                <a:moveTo>
                  <a:pt x="7600159" y="3321145"/>
                </a:moveTo>
                <a:cubicBezTo>
                  <a:pt x="7599067" y="3321183"/>
                  <a:pt x="7598204" y="3322122"/>
                  <a:pt x="7598262" y="3323196"/>
                </a:cubicBezTo>
                <a:cubicBezTo>
                  <a:pt x="7598300" y="3324269"/>
                  <a:pt x="7599182" y="3325093"/>
                  <a:pt x="7600236" y="3325093"/>
                </a:cubicBezTo>
                <a:lnTo>
                  <a:pt x="7600332" y="3325093"/>
                </a:lnTo>
                <a:cubicBezTo>
                  <a:pt x="7601424" y="3325054"/>
                  <a:pt x="7602267" y="3324135"/>
                  <a:pt x="7602210" y="3323043"/>
                </a:cubicBezTo>
                <a:cubicBezTo>
                  <a:pt x="7602172" y="3321931"/>
                  <a:pt x="7601252" y="3321088"/>
                  <a:pt x="7600159" y="3321145"/>
                </a:cubicBezTo>
                <a:close/>
                <a:moveTo>
                  <a:pt x="5557099" y="4116601"/>
                </a:moveTo>
                <a:cubicBezTo>
                  <a:pt x="5556581" y="4116658"/>
                  <a:pt x="5556199" y="4117138"/>
                  <a:pt x="5556237" y="4117655"/>
                </a:cubicBezTo>
                <a:cubicBezTo>
                  <a:pt x="5556293" y="4118153"/>
                  <a:pt x="5556715" y="4118518"/>
                  <a:pt x="5557195" y="4118518"/>
                </a:cubicBezTo>
                <a:lnTo>
                  <a:pt x="5557291" y="4118517"/>
                </a:lnTo>
                <a:cubicBezTo>
                  <a:pt x="5557826" y="4118460"/>
                  <a:pt x="5558210" y="4117999"/>
                  <a:pt x="5558153" y="4117464"/>
                </a:cubicBezTo>
                <a:cubicBezTo>
                  <a:pt x="5558095" y="4116946"/>
                  <a:pt x="5557617" y="4116563"/>
                  <a:pt x="5557099" y="4116601"/>
                </a:cubicBezTo>
                <a:close/>
                <a:moveTo>
                  <a:pt x="8307379" y="3034490"/>
                </a:moveTo>
                <a:cubicBezTo>
                  <a:pt x="8304714" y="3033646"/>
                  <a:pt x="8301878" y="3035103"/>
                  <a:pt x="8301035" y="3037767"/>
                </a:cubicBezTo>
                <a:cubicBezTo>
                  <a:pt x="8300191" y="3040412"/>
                  <a:pt x="8301648" y="3043267"/>
                  <a:pt x="8304312" y="3044110"/>
                </a:cubicBezTo>
                <a:cubicBezTo>
                  <a:pt x="8304811" y="3044264"/>
                  <a:pt x="8305327" y="3044340"/>
                  <a:pt x="8305844" y="3044340"/>
                </a:cubicBezTo>
                <a:cubicBezTo>
                  <a:pt x="8307973" y="3044340"/>
                  <a:pt x="8309966" y="3042980"/>
                  <a:pt x="8310656" y="3040833"/>
                </a:cubicBezTo>
                <a:cubicBezTo>
                  <a:pt x="8311499" y="3038169"/>
                  <a:pt x="8310023" y="3035333"/>
                  <a:pt x="8307379" y="3034490"/>
                </a:cubicBezTo>
                <a:close/>
                <a:moveTo>
                  <a:pt x="9077058" y="2720312"/>
                </a:moveTo>
                <a:cubicBezTo>
                  <a:pt x="9072151" y="2719143"/>
                  <a:pt x="9067225" y="2722171"/>
                  <a:pt x="9066057" y="2727078"/>
                </a:cubicBezTo>
                <a:cubicBezTo>
                  <a:pt x="9064888" y="2731984"/>
                  <a:pt x="9067916" y="2736910"/>
                  <a:pt x="9072822" y="2738079"/>
                </a:cubicBezTo>
                <a:cubicBezTo>
                  <a:pt x="9073530" y="2738251"/>
                  <a:pt x="9074240" y="2738327"/>
                  <a:pt x="9074950" y="2738327"/>
                </a:cubicBezTo>
                <a:cubicBezTo>
                  <a:pt x="9079089" y="2738327"/>
                  <a:pt x="9082826" y="2735511"/>
                  <a:pt x="9083822" y="2731313"/>
                </a:cubicBezTo>
                <a:cubicBezTo>
                  <a:pt x="9084992" y="2726407"/>
                  <a:pt x="9081964" y="2721481"/>
                  <a:pt x="9077058" y="2720312"/>
                </a:cubicBezTo>
                <a:close/>
                <a:moveTo>
                  <a:pt x="8079292" y="3107376"/>
                </a:moveTo>
                <a:cubicBezTo>
                  <a:pt x="8077127" y="3106839"/>
                  <a:pt x="8074941" y="3108161"/>
                  <a:pt x="8074424" y="3110327"/>
                </a:cubicBezTo>
                <a:cubicBezTo>
                  <a:pt x="8073887" y="3112492"/>
                  <a:pt x="8075210" y="3114658"/>
                  <a:pt x="8077375" y="3115195"/>
                </a:cubicBezTo>
                <a:cubicBezTo>
                  <a:pt x="8077702" y="3115271"/>
                  <a:pt x="8078007" y="3115310"/>
                  <a:pt x="8078333" y="3115310"/>
                </a:cubicBezTo>
                <a:cubicBezTo>
                  <a:pt x="8080135" y="3115310"/>
                  <a:pt x="8081783" y="3114084"/>
                  <a:pt x="8082244" y="3112244"/>
                </a:cubicBezTo>
                <a:cubicBezTo>
                  <a:pt x="8082761" y="3110078"/>
                  <a:pt x="8081458" y="3107893"/>
                  <a:pt x="8079292" y="3107376"/>
                </a:cubicBezTo>
                <a:close/>
                <a:moveTo>
                  <a:pt x="8865625" y="2800079"/>
                </a:moveTo>
                <a:cubicBezTo>
                  <a:pt x="8861333" y="2798776"/>
                  <a:pt x="8856790" y="2801209"/>
                  <a:pt x="8855507" y="2805503"/>
                </a:cubicBezTo>
                <a:cubicBezTo>
                  <a:pt x="8854203" y="2809796"/>
                  <a:pt x="8856637" y="2814319"/>
                  <a:pt x="8860931" y="2815622"/>
                </a:cubicBezTo>
                <a:cubicBezTo>
                  <a:pt x="8861716" y="2815852"/>
                  <a:pt x="8862502" y="2815967"/>
                  <a:pt x="8863288" y="2815967"/>
                </a:cubicBezTo>
                <a:cubicBezTo>
                  <a:pt x="8866757" y="2815967"/>
                  <a:pt x="8869976" y="2813686"/>
                  <a:pt x="8871050" y="2810198"/>
                </a:cubicBezTo>
                <a:cubicBezTo>
                  <a:pt x="8872333" y="2805906"/>
                  <a:pt x="8869899" y="2801382"/>
                  <a:pt x="8865625" y="2800079"/>
                </a:cubicBezTo>
                <a:close/>
                <a:moveTo>
                  <a:pt x="7843137" y="3198851"/>
                </a:moveTo>
                <a:cubicBezTo>
                  <a:pt x="7841489" y="3198660"/>
                  <a:pt x="7839993" y="3199829"/>
                  <a:pt x="7839802" y="3201476"/>
                </a:cubicBezTo>
                <a:cubicBezTo>
                  <a:pt x="7839610" y="3203125"/>
                  <a:pt x="7840799" y="3204620"/>
                  <a:pt x="7842447" y="3204811"/>
                </a:cubicBezTo>
                <a:lnTo>
                  <a:pt x="7842447" y="3204831"/>
                </a:lnTo>
                <a:cubicBezTo>
                  <a:pt x="7842562" y="3204831"/>
                  <a:pt x="7842677" y="3204831"/>
                  <a:pt x="7842792" y="3204831"/>
                </a:cubicBezTo>
                <a:cubicBezTo>
                  <a:pt x="7844287" y="3204831"/>
                  <a:pt x="7845590" y="3203700"/>
                  <a:pt x="7845763" y="3202167"/>
                </a:cubicBezTo>
                <a:cubicBezTo>
                  <a:pt x="7845954" y="3200518"/>
                  <a:pt x="7844785" y="3199043"/>
                  <a:pt x="7843137" y="3198851"/>
                </a:cubicBezTo>
                <a:close/>
                <a:moveTo>
                  <a:pt x="7503873" y="3328504"/>
                </a:moveTo>
                <a:cubicBezTo>
                  <a:pt x="7502779" y="3328619"/>
                  <a:pt x="7502014" y="3329616"/>
                  <a:pt x="7502129" y="3330690"/>
                </a:cubicBezTo>
                <a:cubicBezTo>
                  <a:pt x="7502244" y="3331724"/>
                  <a:pt x="7503087" y="3332452"/>
                  <a:pt x="7504084" y="3332452"/>
                </a:cubicBezTo>
                <a:lnTo>
                  <a:pt x="7504314" y="3332452"/>
                </a:lnTo>
                <a:cubicBezTo>
                  <a:pt x="7505387" y="3332337"/>
                  <a:pt x="7506172" y="3331360"/>
                  <a:pt x="7506058" y="3330268"/>
                </a:cubicBezTo>
                <a:cubicBezTo>
                  <a:pt x="7505943" y="3329175"/>
                  <a:pt x="7504965" y="3328389"/>
                  <a:pt x="7503873" y="3328504"/>
                </a:cubicBezTo>
                <a:close/>
                <a:moveTo>
                  <a:pt x="5461617" y="4123385"/>
                </a:moveTo>
                <a:cubicBezTo>
                  <a:pt x="5461081" y="4123405"/>
                  <a:pt x="5460678" y="4123845"/>
                  <a:pt x="5460698" y="4124383"/>
                </a:cubicBezTo>
                <a:cubicBezTo>
                  <a:pt x="5460718" y="4124900"/>
                  <a:pt x="5461138" y="4125302"/>
                  <a:pt x="5461656" y="4125302"/>
                </a:cubicBezTo>
                <a:lnTo>
                  <a:pt x="5461694" y="4125302"/>
                </a:lnTo>
                <a:cubicBezTo>
                  <a:pt x="5462232" y="4125282"/>
                  <a:pt x="5462614" y="4124823"/>
                  <a:pt x="5462615" y="4124305"/>
                </a:cubicBezTo>
                <a:cubicBezTo>
                  <a:pt x="5462595" y="4123768"/>
                  <a:pt x="5462135" y="4123385"/>
                  <a:pt x="5461617" y="4123385"/>
                </a:cubicBezTo>
                <a:close/>
                <a:moveTo>
                  <a:pt x="9286248" y="2627744"/>
                </a:moveTo>
                <a:cubicBezTo>
                  <a:pt x="9280690" y="2626900"/>
                  <a:pt x="9275515" y="2630696"/>
                  <a:pt x="9274652" y="2636234"/>
                </a:cubicBezTo>
                <a:cubicBezTo>
                  <a:pt x="9273789" y="2641792"/>
                  <a:pt x="9277603" y="2646967"/>
                  <a:pt x="9283142" y="2647829"/>
                </a:cubicBezTo>
                <a:cubicBezTo>
                  <a:pt x="9283660" y="2647906"/>
                  <a:pt x="9284177" y="2647944"/>
                  <a:pt x="9284695" y="2647944"/>
                </a:cubicBezTo>
                <a:cubicBezTo>
                  <a:pt x="9289620" y="2647944"/>
                  <a:pt x="9293951" y="2644361"/>
                  <a:pt x="9294737" y="2639339"/>
                </a:cubicBezTo>
                <a:cubicBezTo>
                  <a:pt x="9295581" y="2633800"/>
                  <a:pt x="9291786" y="2628606"/>
                  <a:pt x="9286248" y="2627744"/>
                </a:cubicBezTo>
                <a:close/>
                <a:moveTo>
                  <a:pt x="8652048" y="2870607"/>
                </a:moveTo>
                <a:cubicBezTo>
                  <a:pt x="8648349" y="2869342"/>
                  <a:pt x="8644305" y="2871335"/>
                  <a:pt x="8643059" y="2875053"/>
                </a:cubicBezTo>
                <a:cubicBezTo>
                  <a:pt x="8641814" y="2878752"/>
                  <a:pt x="8643808" y="2882796"/>
                  <a:pt x="8647526" y="2884042"/>
                </a:cubicBezTo>
                <a:cubicBezTo>
                  <a:pt x="8648273" y="2884291"/>
                  <a:pt x="8649039" y="2884405"/>
                  <a:pt x="8649787" y="2884405"/>
                </a:cubicBezTo>
                <a:cubicBezTo>
                  <a:pt x="8652737" y="2884405"/>
                  <a:pt x="8655498" y="2882547"/>
                  <a:pt x="8656495" y="2879576"/>
                </a:cubicBezTo>
                <a:cubicBezTo>
                  <a:pt x="8657759" y="2875877"/>
                  <a:pt x="8655766" y="2871852"/>
                  <a:pt x="8652048" y="2870607"/>
                </a:cubicBezTo>
                <a:close/>
                <a:moveTo>
                  <a:pt x="7406627" y="3344124"/>
                </a:moveTo>
                <a:lnTo>
                  <a:pt x="7406627" y="3344144"/>
                </a:lnTo>
                <a:lnTo>
                  <a:pt x="7406637" y="3344132"/>
                </a:lnTo>
                <a:close/>
                <a:moveTo>
                  <a:pt x="7408238" y="3341863"/>
                </a:moveTo>
                <a:lnTo>
                  <a:pt x="7406637" y="3344132"/>
                </a:lnTo>
                <a:lnTo>
                  <a:pt x="7408583" y="3345772"/>
                </a:lnTo>
                <a:cubicBezTo>
                  <a:pt x="7408679" y="3345772"/>
                  <a:pt x="7408794" y="3345772"/>
                  <a:pt x="7408908" y="3345772"/>
                </a:cubicBezTo>
                <a:cubicBezTo>
                  <a:pt x="7409982" y="3345581"/>
                  <a:pt x="7410711" y="3344565"/>
                  <a:pt x="7410518" y="3343492"/>
                </a:cubicBezTo>
                <a:cubicBezTo>
                  <a:pt x="7410345" y="3342399"/>
                  <a:pt x="7409330" y="3341691"/>
                  <a:pt x="7408238" y="3341863"/>
                </a:cubicBezTo>
                <a:close/>
                <a:moveTo>
                  <a:pt x="8435193" y="2936861"/>
                </a:moveTo>
                <a:cubicBezTo>
                  <a:pt x="8432011" y="2935808"/>
                  <a:pt x="8428580" y="2937494"/>
                  <a:pt x="8427507" y="2940675"/>
                </a:cubicBezTo>
                <a:cubicBezTo>
                  <a:pt x="8426434" y="2943857"/>
                  <a:pt x="8428139" y="2947288"/>
                  <a:pt x="8431321" y="2948361"/>
                </a:cubicBezTo>
                <a:cubicBezTo>
                  <a:pt x="8431954" y="2948591"/>
                  <a:pt x="8432605" y="2948686"/>
                  <a:pt x="8433256" y="2948686"/>
                </a:cubicBezTo>
                <a:cubicBezTo>
                  <a:pt x="8435787" y="2948686"/>
                  <a:pt x="8438144" y="2947077"/>
                  <a:pt x="8439006" y="2944547"/>
                </a:cubicBezTo>
                <a:cubicBezTo>
                  <a:pt x="8440079" y="2941366"/>
                  <a:pt x="8438374" y="2937935"/>
                  <a:pt x="8435193" y="2936861"/>
                </a:cubicBezTo>
                <a:close/>
                <a:moveTo>
                  <a:pt x="6150475" y="3825001"/>
                </a:moveTo>
                <a:cubicBezTo>
                  <a:pt x="6149460" y="3825404"/>
                  <a:pt x="6148942" y="3826554"/>
                  <a:pt x="6149326" y="3827570"/>
                </a:cubicBezTo>
                <a:lnTo>
                  <a:pt x="6149307" y="3827570"/>
                </a:lnTo>
                <a:cubicBezTo>
                  <a:pt x="6149614" y="3828355"/>
                  <a:pt x="6150361" y="3828835"/>
                  <a:pt x="6151166" y="3828834"/>
                </a:cubicBezTo>
                <a:cubicBezTo>
                  <a:pt x="6151396" y="3828835"/>
                  <a:pt x="6151645" y="3828796"/>
                  <a:pt x="6151874" y="3828719"/>
                </a:cubicBezTo>
                <a:cubicBezTo>
                  <a:pt x="6152910" y="3828317"/>
                  <a:pt x="6153427" y="3827186"/>
                  <a:pt x="6153025" y="3826151"/>
                </a:cubicBezTo>
                <a:cubicBezTo>
                  <a:pt x="6152641" y="3825135"/>
                  <a:pt x="6151491" y="3824618"/>
                  <a:pt x="6150475" y="3825001"/>
                </a:cubicBezTo>
                <a:close/>
                <a:moveTo>
                  <a:pt x="6240035" y="3789296"/>
                </a:moveTo>
                <a:cubicBezTo>
                  <a:pt x="6239039" y="3789719"/>
                  <a:pt x="6238560" y="3790867"/>
                  <a:pt x="6238981" y="3791884"/>
                </a:cubicBezTo>
                <a:cubicBezTo>
                  <a:pt x="6239288" y="3792650"/>
                  <a:pt x="6240035" y="3793111"/>
                  <a:pt x="6240802" y="3793111"/>
                </a:cubicBezTo>
                <a:cubicBezTo>
                  <a:pt x="6241070" y="3793110"/>
                  <a:pt x="6241320" y="3793053"/>
                  <a:pt x="6241568" y="3792957"/>
                </a:cubicBezTo>
                <a:cubicBezTo>
                  <a:pt x="6242584" y="3792535"/>
                  <a:pt x="6243063" y="3791366"/>
                  <a:pt x="6242641" y="3790349"/>
                </a:cubicBezTo>
                <a:cubicBezTo>
                  <a:pt x="6242220" y="3789354"/>
                  <a:pt x="6241051" y="3788874"/>
                  <a:pt x="6240035" y="3789296"/>
                </a:cubicBezTo>
                <a:close/>
                <a:moveTo>
                  <a:pt x="6059824" y="3857850"/>
                </a:moveTo>
                <a:cubicBezTo>
                  <a:pt x="6058789" y="3858215"/>
                  <a:pt x="6058233" y="3859345"/>
                  <a:pt x="6058597" y="3860381"/>
                </a:cubicBezTo>
                <a:cubicBezTo>
                  <a:pt x="6058885" y="3861205"/>
                  <a:pt x="6059651" y="3861722"/>
                  <a:pt x="6060476" y="3861722"/>
                </a:cubicBezTo>
                <a:cubicBezTo>
                  <a:pt x="6060687" y="3861722"/>
                  <a:pt x="6060896" y="3861683"/>
                  <a:pt x="6061108" y="3861607"/>
                </a:cubicBezTo>
                <a:cubicBezTo>
                  <a:pt x="6062143" y="3861262"/>
                  <a:pt x="6062699" y="3860131"/>
                  <a:pt x="6062334" y="3859097"/>
                </a:cubicBezTo>
                <a:cubicBezTo>
                  <a:pt x="6061989" y="3858061"/>
                  <a:pt x="6060859" y="3857505"/>
                  <a:pt x="6059824" y="3857850"/>
                </a:cubicBezTo>
                <a:close/>
                <a:moveTo>
                  <a:pt x="6328522" y="3751004"/>
                </a:moveTo>
                <a:cubicBezTo>
                  <a:pt x="6327506" y="3751444"/>
                  <a:pt x="6327065" y="3752614"/>
                  <a:pt x="6327506" y="3753611"/>
                </a:cubicBezTo>
                <a:cubicBezTo>
                  <a:pt x="6327850" y="3754358"/>
                  <a:pt x="6328579" y="3754799"/>
                  <a:pt x="6329326" y="3754799"/>
                </a:cubicBezTo>
                <a:cubicBezTo>
                  <a:pt x="6329595" y="3754799"/>
                  <a:pt x="6329863" y="3754742"/>
                  <a:pt x="6330131" y="3754625"/>
                </a:cubicBezTo>
                <a:cubicBezTo>
                  <a:pt x="6331147" y="3754167"/>
                  <a:pt x="6331588" y="3752997"/>
                  <a:pt x="6331147" y="3752001"/>
                </a:cubicBezTo>
                <a:cubicBezTo>
                  <a:pt x="6330687" y="3751004"/>
                  <a:pt x="6329518" y="3750562"/>
                  <a:pt x="6328522" y="3751004"/>
                </a:cubicBezTo>
                <a:close/>
                <a:moveTo>
                  <a:pt x="5365887" y="4123942"/>
                </a:moveTo>
                <a:cubicBezTo>
                  <a:pt x="5365349" y="4123922"/>
                  <a:pt x="5364889" y="4124343"/>
                  <a:pt x="5364889" y="4124881"/>
                </a:cubicBezTo>
                <a:cubicBezTo>
                  <a:pt x="5364871" y="4125397"/>
                  <a:pt x="5365293" y="4125858"/>
                  <a:pt x="5365830" y="4125858"/>
                </a:cubicBezTo>
                <a:cubicBezTo>
                  <a:pt x="5366365" y="4125877"/>
                  <a:pt x="5366806" y="4125455"/>
                  <a:pt x="5366806" y="4124939"/>
                </a:cubicBezTo>
                <a:cubicBezTo>
                  <a:pt x="5366826" y="4124401"/>
                  <a:pt x="5366404" y="4123941"/>
                  <a:pt x="5365887" y="4123942"/>
                </a:cubicBezTo>
                <a:close/>
                <a:moveTo>
                  <a:pt x="5968118" y="3887595"/>
                </a:moveTo>
                <a:cubicBezTo>
                  <a:pt x="5967082" y="3887902"/>
                  <a:pt x="5966489" y="3889013"/>
                  <a:pt x="5966795" y="3890067"/>
                </a:cubicBezTo>
                <a:cubicBezTo>
                  <a:pt x="5967064" y="3890910"/>
                  <a:pt x="5967849" y="3891466"/>
                  <a:pt x="5968692" y="3891466"/>
                </a:cubicBezTo>
                <a:cubicBezTo>
                  <a:pt x="5968884" y="3891466"/>
                  <a:pt x="5969076" y="3891447"/>
                  <a:pt x="5969287" y="3891371"/>
                </a:cubicBezTo>
                <a:cubicBezTo>
                  <a:pt x="5970322" y="3891064"/>
                  <a:pt x="5970915" y="3889952"/>
                  <a:pt x="5970591" y="3888917"/>
                </a:cubicBezTo>
                <a:cubicBezTo>
                  <a:pt x="5970264" y="3887863"/>
                  <a:pt x="5969172" y="3887270"/>
                  <a:pt x="5968118" y="3887595"/>
                </a:cubicBezTo>
                <a:close/>
                <a:moveTo>
                  <a:pt x="6416413" y="3711312"/>
                </a:moveTo>
                <a:cubicBezTo>
                  <a:pt x="6415435" y="3711772"/>
                  <a:pt x="6414976" y="3712941"/>
                  <a:pt x="6415435" y="3713938"/>
                </a:cubicBezTo>
                <a:cubicBezTo>
                  <a:pt x="6415781" y="3714666"/>
                  <a:pt x="6416490" y="3715088"/>
                  <a:pt x="6417238" y="3715088"/>
                </a:cubicBezTo>
                <a:cubicBezTo>
                  <a:pt x="6417525" y="3715088"/>
                  <a:pt x="6417793" y="3715030"/>
                  <a:pt x="6418062" y="3714916"/>
                </a:cubicBezTo>
                <a:cubicBezTo>
                  <a:pt x="6419058" y="3714456"/>
                  <a:pt x="6419499" y="3713286"/>
                  <a:pt x="6419039" y="3712290"/>
                </a:cubicBezTo>
                <a:cubicBezTo>
                  <a:pt x="6418579" y="3711294"/>
                  <a:pt x="6417410" y="3710853"/>
                  <a:pt x="6416413" y="3711312"/>
                </a:cubicBezTo>
                <a:close/>
                <a:moveTo>
                  <a:pt x="7313522" y="3360587"/>
                </a:moveTo>
                <a:cubicBezTo>
                  <a:pt x="7312450" y="3360836"/>
                  <a:pt x="7311779" y="3361909"/>
                  <a:pt x="7312028" y="3362964"/>
                </a:cubicBezTo>
                <a:cubicBezTo>
                  <a:pt x="7312238" y="3363883"/>
                  <a:pt x="7313043" y="3364517"/>
                  <a:pt x="7313964" y="3364517"/>
                </a:cubicBezTo>
                <a:cubicBezTo>
                  <a:pt x="7314097" y="3364517"/>
                  <a:pt x="7314251" y="3364497"/>
                  <a:pt x="7314386" y="3364459"/>
                </a:cubicBezTo>
                <a:cubicBezTo>
                  <a:pt x="7315459" y="3364229"/>
                  <a:pt x="7316129" y="3363155"/>
                  <a:pt x="7315899" y="3362101"/>
                </a:cubicBezTo>
                <a:cubicBezTo>
                  <a:pt x="7315650" y="3361028"/>
                  <a:pt x="7314595" y="3360358"/>
                  <a:pt x="7313522" y="3360587"/>
                </a:cubicBezTo>
                <a:close/>
                <a:moveTo>
                  <a:pt x="7746142" y="3190974"/>
                </a:moveTo>
                <a:cubicBezTo>
                  <a:pt x="7744493" y="3190879"/>
                  <a:pt x="7743075" y="3192163"/>
                  <a:pt x="7743017" y="3193830"/>
                </a:cubicBezTo>
                <a:cubicBezTo>
                  <a:pt x="7742922" y="3195478"/>
                  <a:pt x="7744206" y="3196878"/>
                  <a:pt x="7745873" y="3196973"/>
                </a:cubicBezTo>
                <a:lnTo>
                  <a:pt x="7746007" y="3196973"/>
                </a:lnTo>
                <a:cubicBezTo>
                  <a:pt x="7747598" y="3196973"/>
                  <a:pt x="7748940" y="3195708"/>
                  <a:pt x="7749016" y="3194099"/>
                </a:cubicBezTo>
                <a:cubicBezTo>
                  <a:pt x="7749092" y="3192450"/>
                  <a:pt x="7747808" y="3191051"/>
                  <a:pt x="7746142" y="3190974"/>
                </a:cubicBezTo>
                <a:close/>
                <a:moveTo>
                  <a:pt x="8213181" y="3005703"/>
                </a:moveTo>
                <a:cubicBezTo>
                  <a:pt x="8210497" y="3004937"/>
                  <a:pt x="8207699" y="3006470"/>
                  <a:pt x="8206933" y="3009153"/>
                </a:cubicBezTo>
                <a:cubicBezTo>
                  <a:pt x="8206146" y="3011817"/>
                  <a:pt x="8207699" y="3014615"/>
                  <a:pt x="8210363" y="3015401"/>
                </a:cubicBezTo>
                <a:cubicBezTo>
                  <a:pt x="8210824" y="3015535"/>
                  <a:pt x="8211303" y="3015611"/>
                  <a:pt x="8211762" y="3015611"/>
                </a:cubicBezTo>
                <a:cubicBezTo>
                  <a:pt x="8213966" y="3015611"/>
                  <a:pt x="8215979" y="3014174"/>
                  <a:pt x="8216630" y="3011951"/>
                </a:cubicBezTo>
                <a:cubicBezTo>
                  <a:pt x="8217397" y="3009287"/>
                  <a:pt x="8215864" y="3006489"/>
                  <a:pt x="8213181" y="3005703"/>
                </a:cubicBezTo>
                <a:close/>
                <a:moveTo>
                  <a:pt x="6504037" y="3670988"/>
                </a:moveTo>
                <a:cubicBezTo>
                  <a:pt x="6503040" y="3671448"/>
                  <a:pt x="6502619" y="3672617"/>
                  <a:pt x="6503079" y="3673614"/>
                </a:cubicBezTo>
                <a:cubicBezTo>
                  <a:pt x="6503405" y="3674343"/>
                  <a:pt x="6504133" y="3674765"/>
                  <a:pt x="6504881" y="3674765"/>
                </a:cubicBezTo>
                <a:cubicBezTo>
                  <a:pt x="6505148" y="3674765"/>
                  <a:pt x="6505437" y="3674707"/>
                  <a:pt x="6505704" y="3674573"/>
                </a:cubicBezTo>
                <a:cubicBezTo>
                  <a:pt x="6506701" y="3674112"/>
                  <a:pt x="6507123" y="3672943"/>
                  <a:pt x="6506663" y="3671947"/>
                </a:cubicBezTo>
                <a:cubicBezTo>
                  <a:pt x="6506203" y="3670950"/>
                  <a:pt x="6505033" y="3670528"/>
                  <a:pt x="6504037" y="3670988"/>
                </a:cubicBezTo>
                <a:close/>
                <a:moveTo>
                  <a:pt x="5875393" y="3913898"/>
                </a:moveTo>
                <a:lnTo>
                  <a:pt x="5873978" y="3916305"/>
                </a:lnTo>
                <a:cubicBezTo>
                  <a:pt x="5874207" y="3917206"/>
                  <a:pt x="5875014" y="3917799"/>
                  <a:pt x="5875895" y="3917799"/>
                </a:cubicBezTo>
                <a:cubicBezTo>
                  <a:pt x="5876068" y="3917799"/>
                  <a:pt x="5876221" y="3917760"/>
                  <a:pt x="5876394" y="3917723"/>
                </a:cubicBezTo>
                <a:cubicBezTo>
                  <a:pt x="5877447" y="3917435"/>
                  <a:pt x="5878080" y="3916363"/>
                  <a:pt x="5877812" y="3915308"/>
                </a:cubicBezTo>
                <a:close/>
                <a:moveTo>
                  <a:pt x="5875378" y="3913890"/>
                </a:moveTo>
                <a:lnTo>
                  <a:pt x="5875393" y="3913898"/>
                </a:lnTo>
                <a:lnTo>
                  <a:pt x="5875397" y="3913890"/>
                </a:lnTo>
                <a:close/>
                <a:moveTo>
                  <a:pt x="6591604" y="3630492"/>
                </a:moveTo>
                <a:cubicBezTo>
                  <a:pt x="6590607" y="3630952"/>
                  <a:pt x="6590185" y="3632141"/>
                  <a:pt x="6590646" y="3633118"/>
                </a:cubicBezTo>
                <a:cubicBezTo>
                  <a:pt x="6590971" y="3633846"/>
                  <a:pt x="6591680" y="3634268"/>
                  <a:pt x="6592447" y="3634268"/>
                </a:cubicBezTo>
                <a:cubicBezTo>
                  <a:pt x="6592716" y="3634268"/>
                  <a:pt x="6593003" y="3634211"/>
                  <a:pt x="6593271" y="3634095"/>
                </a:cubicBezTo>
                <a:cubicBezTo>
                  <a:pt x="6594268" y="3633636"/>
                  <a:pt x="6594689" y="3632467"/>
                  <a:pt x="6594229" y="3631470"/>
                </a:cubicBezTo>
                <a:cubicBezTo>
                  <a:pt x="6593789" y="3630474"/>
                  <a:pt x="6592600" y="3630032"/>
                  <a:pt x="6591604" y="3630492"/>
                </a:cubicBezTo>
                <a:close/>
                <a:moveTo>
                  <a:pt x="7983657" y="3086370"/>
                </a:moveTo>
                <a:cubicBezTo>
                  <a:pt x="7981472" y="3085949"/>
                  <a:pt x="7979364" y="3087386"/>
                  <a:pt x="7978942" y="3089552"/>
                </a:cubicBezTo>
                <a:cubicBezTo>
                  <a:pt x="7978521" y="3091737"/>
                  <a:pt x="7979958" y="3093845"/>
                  <a:pt x="7982143" y="3094266"/>
                </a:cubicBezTo>
                <a:cubicBezTo>
                  <a:pt x="7982392" y="3094324"/>
                  <a:pt x="7982660" y="3094344"/>
                  <a:pt x="7982909" y="3094344"/>
                </a:cubicBezTo>
                <a:cubicBezTo>
                  <a:pt x="7984807" y="3094344"/>
                  <a:pt x="7986494" y="3093001"/>
                  <a:pt x="7986857" y="3091085"/>
                </a:cubicBezTo>
                <a:cubicBezTo>
                  <a:pt x="7987279" y="3088901"/>
                  <a:pt x="7985842" y="3086792"/>
                  <a:pt x="7983657" y="3086370"/>
                </a:cubicBezTo>
                <a:close/>
                <a:moveTo>
                  <a:pt x="7219862" y="3384065"/>
                </a:moveTo>
                <a:cubicBezTo>
                  <a:pt x="7218808" y="3384372"/>
                  <a:pt x="7218195" y="3385464"/>
                  <a:pt x="7218482" y="3386498"/>
                </a:cubicBezTo>
                <a:cubicBezTo>
                  <a:pt x="7218712" y="3387380"/>
                  <a:pt x="7219516" y="3387956"/>
                  <a:pt x="7220379" y="3387956"/>
                </a:cubicBezTo>
                <a:cubicBezTo>
                  <a:pt x="7220552" y="3387956"/>
                  <a:pt x="7220743" y="3387936"/>
                  <a:pt x="7220916" y="3387898"/>
                </a:cubicBezTo>
                <a:cubicBezTo>
                  <a:pt x="7221971" y="3387591"/>
                  <a:pt x="7222584" y="3386518"/>
                  <a:pt x="7222297" y="3385464"/>
                </a:cubicBezTo>
                <a:cubicBezTo>
                  <a:pt x="7222008" y="3384391"/>
                  <a:pt x="7220916" y="3383777"/>
                  <a:pt x="7219862" y="3384065"/>
                </a:cubicBezTo>
                <a:close/>
                <a:moveTo>
                  <a:pt x="8979659" y="2695129"/>
                </a:moveTo>
                <a:cubicBezTo>
                  <a:pt x="8974811" y="2693788"/>
                  <a:pt x="8969770" y="2696624"/>
                  <a:pt x="8968410" y="2701492"/>
                </a:cubicBezTo>
                <a:cubicBezTo>
                  <a:pt x="8967067" y="2706360"/>
                  <a:pt x="8969904" y="2711381"/>
                  <a:pt x="8974772" y="2712742"/>
                </a:cubicBezTo>
                <a:cubicBezTo>
                  <a:pt x="8975597" y="2712953"/>
                  <a:pt x="8976420" y="2713068"/>
                  <a:pt x="8977224" y="2713068"/>
                </a:cubicBezTo>
                <a:cubicBezTo>
                  <a:pt x="8981231" y="2713068"/>
                  <a:pt x="8984891" y="2710423"/>
                  <a:pt x="8986023" y="2706379"/>
                </a:cubicBezTo>
                <a:cubicBezTo>
                  <a:pt x="8987363" y="2701512"/>
                  <a:pt x="8984527" y="2696490"/>
                  <a:pt x="8979659" y="2695129"/>
                </a:cubicBezTo>
                <a:close/>
                <a:moveTo>
                  <a:pt x="6679323" y="3590341"/>
                </a:moveTo>
                <a:cubicBezTo>
                  <a:pt x="6678346" y="3590782"/>
                  <a:pt x="6677886" y="3591951"/>
                  <a:pt x="6678346" y="3592947"/>
                </a:cubicBezTo>
                <a:cubicBezTo>
                  <a:pt x="6678671" y="3593676"/>
                  <a:pt x="6679400" y="3594117"/>
                  <a:pt x="6680147" y="3594117"/>
                </a:cubicBezTo>
                <a:cubicBezTo>
                  <a:pt x="6680416" y="3594117"/>
                  <a:pt x="6680703" y="3594059"/>
                  <a:pt x="6680971" y="3593944"/>
                </a:cubicBezTo>
                <a:cubicBezTo>
                  <a:pt x="6681949" y="3593484"/>
                  <a:pt x="6682409" y="3592316"/>
                  <a:pt x="6681949" y="3591319"/>
                </a:cubicBezTo>
                <a:cubicBezTo>
                  <a:pt x="6681508" y="3590341"/>
                  <a:pt x="6680320" y="3589881"/>
                  <a:pt x="6679323" y="3590341"/>
                </a:cubicBezTo>
                <a:close/>
                <a:moveTo>
                  <a:pt x="9186837" y="2609690"/>
                </a:moveTo>
                <a:cubicBezTo>
                  <a:pt x="9181336" y="2608560"/>
                  <a:pt x="9175970" y="2612086"/>
                  <a:pt x="9174820" y="2617587"/>
                </a:cubicBezTo>
                <a:cubicBezTo>
                  <a:pt x="9173689" y="2623067"/>
                  <a:pt x="9177216" y="2628453"/>
                  <a:pt x="9182716" y="2629584"/>
                </a:cubicBezTo>
                <a:cubicBezTo>
                  <a:pt x="9183406" y="2629737"/>
                  <a:pt x="9184096" y="2629794"/>
                  <a:pt x="9184786" y="2629794"/>
                </a:cubicBezTo>
                <a:cubicBezTo>
                  <a:pt x="9189501" y="2629794"/>
                  <a:pt x="9193717" y="2626498"/>
                  <a:pt x="9194713" y="2621707"/>
                </a:cubicBezTo>
                <a:cubicBezTo>
                  <a:pt x="9195864" y="2616207"/>
                  <a:pt x="9192337" y="2610840"/>
                  <a:pt x="9186837" y="2609690"/>
                </a:cubicBezTo>
                <a:close/>
                <a:moveTo>
                  <a:pt x="7127331" y="3411644"/>
                </a:moveTo>
                <a:cubicBezTo>
                  <a:pt x="7126296" y="3411970"/>
                  <a:pt x="7125722" y="3413100"/>
                  <a:pt x="7126048" y="3414135"/>
                </a:cubicBezTo>
                <a:cubicBezTo>
                  <a:pt x="7126316" y="3414979"/>
                  <a:pt x="7127102" y="3415516"/>
                  <a:pt x="7127945" y="3415516"/>
                </a:cubicBezTo>
                <a:cubicBezTo>
                  <a:pt x="7128137" y="3415516"/>
                  <a:pt x="7128347" y="3415477"/>
                  <a:pt x="7128540" y="3415419"/>
                </a:cubicBezTo>
                <a:cubicBezTo>
                  <a:pt x="7129594" y="3415075"/>
                  <a:pt x="7130168" y="3413962"/>
                  <a:pt x="7129824" y="3412928"/>
                </a:cubicBezTo>
                <a:cubicBezTo>
                  <a:pt x="7129498" y="3411873"/>
                  <a:pt x="7128386" y="3411318"/>
                  <a:pt x="7127331" y="3411644"/>
                </a:cubicBezTo>
                <a:close/>
                <a:moveTo>
                  <a:pt x="8770086" y="2770066"/>
                </a:moveTo>
                <a:cubicBezTo>
                  <a:pt x="8765832" y="2768667"/>
                  <a:pt x="8761251" y="2771006"/>
                  <a:pt x="8759872" y="2775260"/>
                </a:cubicBezTo>
                <a:cubicBezTo>
                  <a:pt x="8758473" y="2779534"/>
                  <a:pt x="8760810" y="2784095"/>
                  <a:pt x="8765066" y="2785494"/>
                </a:cubicBezTo>
                <a:cubicBezTo>
                  <a:pt x="8765909" y="2785762"/>
                  <a:pt x="8766752" y="2785897"/>
                  <a:pt x="8767576" y="2785897"/>
                </a:cubicBezTo>
                <a:cubicBezTo>
                  <a:pt x="8771007" y="2785897"/>
                  <a:pt x="8774188" y="2783711"/>
                  <a:pt x="8775300" y="2780282"/>
                </a:cubicBezTo>
                <a:cubicBezTo>
                  <a:pt x="8776680" y="2776027"/>
                  <a:pt x="8774342" y="2771446"/>
                  <a:pt x="8770086" y="2770066"/>
                </a:cubicBezTo>
                <a:close/>
                <a:moveTo>
                  <a:pt x="5781679" y="3936390"/>
                </a:moveTo>
                <a:cubicBezTo>
                  <a:pt x="5780605" y="3936620"/>
                  <a:pt x="5779935" y="3937674"/>
                  <a:pt x="5780165" y="3938747"/>
                </a:cubicBezTo>
                <a:cubicBezTo>
                  <a:pt x="5780375" y="3939667"/>
                  <a:pt x="5781181" y="3940300"/>
                  <a:pt x="5782100" y="3940300"/>
                </a:cubicBezTo>
                <a:cubicBezTo>
                  <a:pt x="5782234" y="3940299"/>
                  <a:pt x="5782387" y="3940260"/>
                  <a:pt x="5782522" y="3940261"/>
                </a:cubicBezTo>
                <a:cubicBezTo>
                  <a:pt x="5783595" y="3940031"/>
                  <a:pt x="5784266" y="3938958"/>
                  <a:pt x="5784036" y="3937904"/>
                </a:cubicBezTo>
                <a:cubicBezTo>
                  <a:pt x="5783805" y="3936831"/>
                  <a:pt x="5782752" y="3936140"/>
                  <a:pt x="5781679" y="3936390"/>
                </a:cubicBezTo>
                <a:close/>
                <a:moveTo>
                  <a:pt x="6767425" y="3550956"/>
                </a:moveTo>
                <a:cubicBezTo>
                  <a:pt x="6766429" y="3551397"/>
                  <a:pt x="6765970" y="3552566"/>
                  <a:pt x="6766410" y="3553563"/>
                </a:cubicBezTo>
                <a:cubicBezTo>
                  <a:pt x="6766736" y="3554311"/>
                  <a:pt x="6767464" y="3554751"/>
                  <a:pt x="6768232" y="3554751"/>
                </a:cubicBezTo>
                <a:cubicBezTo>
                  <a:pt x="6768499" y="3554751"/>
                  <a:pt x="6768767" y="3554693"/>
                  <a:pt x="6769017" y="3554578"/>
                </a:cubicBezTo>
                <a:cubicBezTo>
                  <a:pt x="6770033" y="3554137"/>
                  <a:pt x="6770474" y="3552969"/>
                  <a:pt x="6770033" y="3551972"/>
                </a:cubicBezTo>
                <a:cubicBezTo>
                  <a:pt x="6769592" y="3550956"/>
                  <a:pt x="6768422" y="3550516"/>
                  <a:pt x="6767425" y="3550956"/>
                </a:cubicBezTo>
                <a:close/>
                <a:moveTo>
                  <a:pt x="6856104" y="3512875"/>
                </a:moveTo>
                <a:cubicBezTo>
                  <a:pt x="6855088" y="3513297"/>
                  <a:pt x="6854628" y="3514465"/>
                  <a:pt x="6855050" y="3515482"/>
                </a:cubicBezTo>
                <a:cubicBezTo>
                  <a:pt x="6855357" y="3516229"/>
                  <a:pt x="6856085" y="3516688"/>
                  <a:pt x="6856872" y="3516688"/>
                </a:cubicBezTo>
                <a:cubicBezTo>
                  <a:pt x="6857120" y="3516688"/>
                  <a:pt x="6857388" y="3516631"/>
                  <a:pt x="6857637" y="3516536"/>
                </a:cubicBezTo>
                <a:cubicBezTo>
                  <a:pt x="6858634" y="3516113"/>
                  <a:pt x="6859113" y="3514945"/>
                  <a:pt x="6858691" y="3513947"/>
                </a:cubicBezTo>
                <a:cubicBezTo>
                  <a:pt x="6858270" y="3512932"/>
                  <a:pt x="6857120" y="3512453"/>
                  <a:pt x="6856104" y="3512875"/>
                </a:cubicBezTo>
                <a:close/>
                <a:moveTo>
                  <a:pt x="7035932" y="3442673"/>
                </a:moveTo>
                <a:cubicBezTo>
                  <a:pt x="7034897" y="3443056"/>
                  <a:pt x="7034361" y="3444187"/>
                  <a:pt x="7034725" y="3445222"/>
                </a:cubicBezTo>
                <a:cubicBezTo>
                  <a:pt x="7035012" y="3446026"/>
                  <a:pt x="7035779" y="3446525"/>
                  <a:pt x="7036583" y="3446525"/>
                </a:cubicBezTo>
                <a:cubicBezTo>
                  <a:pt x="7036813" y="3446525"/>
                  <a:pt x="7037043" y="3446486"/>
                  <a:pt x="7037254" y="3446410"/>
                </a:cubicBezTo>
                <a:cubicBezTo>
                  <a:pt x="7038290" y="3446045"/>
                  <a:pt x="7038826" y="3444895"/>
                  <a:pt x="7038463" y="3443880"/>
                </a:cubicBezTo>
                <a:cubicBezTo>
                  <a:pt x="7038079" y="3442845"/>
                  <a:pt x="7036949" y="3442308"/>
                  <a:pt x="7035932" y="3442673"/>
                </a:cubicBezTo>
                <a:close/>
                <a:moveTo>
                  <a:pt x="6945548" y="3476614"/>
                </a:moveTo>
                <a:cubicBezTo>
                  <a:pt x="6944514" y="3476998"/>
                  <a:pt x="6944015" y="3478147"/>
                  <a:pt x="6944418" y="3479164"/>
                </a:cubicBezTo>
                <a:lnTo>
                  <a:pt x="6944437" y="3479164"/>
                </a:lnTo>
                <a:cubicBezTo>
                  <a:pt x="6944744" y="3479949"/>
                  <a:pt x="6945491" y="3480428"/>
                  <a:pt x="6946277" y="3480428"/>
                </a:cubicBezTo>
                <a:cubicBezTo>
                  <a:pt x="6946526" y="3480428"/>
                  <a:pt x="6946756" y="3480390"/>
                  <a:pt x="6947005" y="3480294"/>
                </a:cubicBezTo>
                <a:cubicBezTo>
                  <a:pt x="6948021" y="3479892"/>
                  <a:pt x="6948538" y="3478742"/>
                  <a:pt x="6948136" y="3477726"/>
                </a:cubicBezTo>
                <a:cubicBezTo>
                  <a:pt x="6947733" y="3476710"/>
                  <a:pt x="6946583" y="3476192"/>
                  <a:pt x="6945548" y="3476614"/>
                </a:cubicBezTo>
                <a:close/>
                <a:moveTo>
                  <a:pt x="8557717" y="2838486"/>
                </a:moveTo>
                <a:cubicBezTo>
                  <a:pt x="8554017" y="2837220"/>
                  <a:pt x="8549993" y="2839194"/>
                  <a:pt x="8548727" y="2842894"/>
                </a:cubicBezTo>
                <a:cubicBezTo>
                  <a:pt x="8547463" y="2846612"/>
                  <a:pt x="8549437" y="2850636"/>
                  <a:pt x="8553136" y="2851901"/>
                </a:cubicBezTo>
                <a:cubicBezTo>
                  <a:pt x="8553902" y="2852170"/>
                  <a:pt x="8554669" y="2852285"/>
                  <a:pt x="8555436" y="2852285"/>
                </a:cubicBezTo>
                <a:cubicBezTo>
                  <a:pt x="8558387" y="2852285"/>
                  <a:pt x="8561147" y="2850445"/>
                  <a:pt x="8562143" y="2847494"/>
                </a:cubicBezTo>
                <a:cubicBezTo>
                  <a:pt x="8563408" y="2843794"/>
                  <a:pt x="8561435" y="2839750"/>
                  <a:pt x="8557717" y="2838486"/>
                </a:cubicBezTo>
                <a:close/>
                <a:moveTo>
                  <a:pt x="7648878" y="3189710"/>
                </a:moveTo>
                <a:cubicBezTo>
                  <a:pt x="7647210" y="3189729"/>
                  <a:pt x="7645888" y="3191109"/>
                  <a:pt x="7645926" y="3192756"/>
                </a:cubicBezTo>
                <a:cubicBezTo>
                  <a:pt x="7645964" y="3194405"/>
                  <a:pt x="7647305" y="3195708"/>
                  <a:pt x="7648935" y="3195708"/>
                </a:cubicBezTo>
                <a:lnTo>
                  <a:pt x="7648992" y="3195708"/>
                </a:lnTo>
                <a:cubicBezTo>
                  <a:pt x="7650660" y="3195670"/>
                  <a:pt x="7651943" y="3194308"/>
                  <a:pt x="7651943" y="3192641"/>
                </a:cubicBezTo>
                <a:cubicBezTo>
                  <a:pt x="7651905" y="3190974"/>
                  <a:pt x="7650525" y="3189671"/>
                  <a:pt x="7648878" y="3189710"/>
                </a:cubicBezTo>
                <a:close/>
                <a:moveTo>
                  <a:pt x="5270394" y="4117550"/>
                </a:moveTo>
                <a:lnTo>
                  <a:pt x="5269350" y="4118403"/>
                </a:lnTo>
                <a:cubicBezTo>
                  <a:pt x="5269294" y="4118920"/>
                  <a:pt x="5269657" y="4119400"/>
                  <a:pt x="5270195" y="4119456"/>
                </a:cubicBezTo>
                <a:lnTo>
                  <a:pt x="5270289" y="4119457"/>
                </a:lnTo>
                <a:cubicBezTo>
                  <a:pt x="5270788" y="4119457"/>
                  <a:pt x="5271191" y="4119092"/>
                  <a:pt x="5271247" y="4118594"/>
                </a:cubicBezTo>
                <a:close/>
                <a:moveTo>
                  <a:pt x="5270387" y="4117540"/>
                </a:moveTo>
                <a:lnTo>
                  <a:pt x="5270394" y="4117550"/>
                </a:lnTo>
                <a:lnTo>
                  <a:pt x="5270405" y="4117540"/>
                </a:lnTo>
                <a:close/>
                <a:moveTo>
                  <a:pt x="5687079" y="3954596"/>
                </a:moveTo>
                <a:cubicBezTo>
                  <a:pt x="5685986" y="3954788"/>
                  <a:pt x="5685257" y="3955805"/>
                  <a:pt x="5685450" y="3956878"/>
                </a:cubicBezTo>
                <a:cubicBezTo>
                  <a:pt x="5685603" y="3957855"/>
                  <a:pt x="5686445" y="3958544"/>
                  <a:pt x="5687385" y="3958545"/>
                </a:cubicBezTo>
                <a:cubicBezTo>
                  <a:pt x="5687500" y="3958544"/>
                  <a:pt x="5687710" y="3958506"/>
                  <a:pt x="5687710" y="3958506"/>
                </a:cubicBezTo>
                <a:lnTo>
                  <a:pt x="5687731" y="3958506"/>
                </a:lnTo>
                <a:cubicBezTo>
                  <a:pt x="5688804" y="3958334"/>
                  <a:pt x="5689531" y="3957300"/>
                  <a:pt x="5689340" y="3956226"/>
                </a:cubicBezTo>
                <a:cubicBezTo>
                  <a:pt x="5689168" y="3955153"/>
                  <a:pt x="5688152" y="3954424"/>
                  <a:pt x="5687079" y="3954596"/>
                </a:cubicBezTo>
                <a:close/>
                <a:moveTo>
                  <a:pt x="8341052" y="2905909"/>
                </a:moveTo>
                <a:cubicBezTo>
                  <a:pt x="8337851" y="2904894"/>
                  <a:pt x="8334441" y="2906657"/>
                  <a:pt x="8333405" y="2909858"/>
                </a:cubicBezTo>
                <a:cubicBezTo>
                  <a:pt x="8332389" y="2913039"/>
                  <a:pt x="8334153" y="2916451"/>
                  <a:pt x="8337353" y="2917486"/>
                </a:cubicBezTo>
                <a:cubicBezTo>
                  <a:pt x="8337967" y="2917677"/>
                  <a:pt x="8338580" y="2917773"/>
                  <a:pt x="8339194" y="2917773"/>
                </a:cubicBezTo>
                <a:cubicBezTo>
                  <a:pt x="8341762" y="2917773"/>
                  <a:pt x="8344157" y="2916125"/>
                  <a:pt x="8344982" y="2913538"/>
                </a:cubicBezTo>
                <a:cubicBezTo>
                  <a:pt x="8345997" y="2910356"/>
                  <a:pt x="8344234" y="2906945"/>
                  <a:pt x="8341052" y="2905909"/>
                </a:cubicBezTo>
                <a:close/>
                <a:moveTo>
                  <a:pt x="5591654" y="3968012"/>
                </a:moveTo>
                <a:cubicBezTo>
                  <a:pt x="5590581" y="3968128"/>
                  <a:pt x="5589796" y="3969124"/>
                  <a:pt x="5589910" y="3970197"/>
                </a:cubicBezTo>
                <a:cubicBezTo>
                  <a:pt x="5590026" y="3971213"/>
                  <a:pt x="5590887" y="3971961"/>
                  <a:pt x="5591884" y="3971961"/>
                </a:cubicBezTo>
                <a:lnTo>
                  <a:pt x="5592115" y="3971961"/>
                </a:lnTo>
                <a:cubicBezTo>
                  <a:pt x="5593187" y="3971827"/>
                  <a:pt x="5593972" y="3970849"/>
                  <a:pt x="5593859" y="3969757"/>
                </a:cubicBezTo>
                <a:cubicBezTo>
                  <a:pt x="5593724" y="3968664"/>
                  <a:pt x="5592747" y="3967898"/>
                  <a:pt x="5591654" y="3968012"/>
                </a:cubicBezTo>
                <a:close/>
                <a:moveTo>
                  <a:pt x="7886968" y="3070770"/>
                </a:moveTo>
                <a:cubicBezTo>
                  <a:pt x="7884763" y="3070501"/>
                  <a:pt x="7882732" y="3072054"/>
                  <a:pt x="7882465" y="3074258"/>
                </a:cubicBezTo>
                <a:cubicBezTo>
                  <a:pt x="7882177" y="3076462"/>
                  <a:pt x="7883729" y="3078474"/>
                  <a:pt x="7885933" y="3078762"/>
                </a:cubicBezTo>
                <a:cubicBezTo>
                  <a:pt x="7886106" y="3078800"/>
                  <a:pt x="7886278" y="3078800"/>
                  <a:pt x="7886451" y="3078800"/>
                </a:cubicBezTo>
                <a:cubicBezTo>
                  <a:pt x="7888445" y="3078800"/>
                  <a:pt x="7890169" y="3077305"/>
                  <a:pt x="7890437" y="3075293"/>
                </a:cubicBezTo>
                <a:cubicBezTo>
                  <a:pt x="7890725" y="3073089"/>
                  <a:pt x="7889173" y="3071057"/>
                  <a:pt x="7886968" y="3070770"/>
                </a:cubicBezTo>
                <a:close/>
                <a:moveTo>
                  <a:pt x="8118083" y="2979926"/>
                </a:moveTo>
                <a:cubicBezTo>
                  <a:pt x="8115361" y="2979255"/>
                  <a:pt x="8112640" y="2980884"/>
                  <a:pt x="8111949" y="2983606"/>
                </a:cubicBezTo>
                <a:cubicBezTo>
                  <a:pt x="8111278" y="2986288"/>
                  <a:pt x="8112927" y="2989048"/>
                  <a:pt x="8115629" y="2989719"/>
                </a:cubicBezTo>
                <a:cubicBezTo>
                  <a:pt x="8116032" y="2989815"/>
                  <a:pt x="8116454" y="2989873"/>
                  <a:pt x="8116856" y="2989873"/>
                </a:cubicBezTo>
                <a:cubicBezTo>
                  <a:pt x="8119118" y="2989873"/>
                  <a:pt x="8121168" y="2988339"/>
                  <a:pt x="8121744" y="2986040"/>
                </a:cubicBezTo>
                <a:cubicBezTo>
                  <a:pt x="8122433" y="2983337"/>
                  <a:pt x="8120785" y="2980597"/>
                  <a:pt x="8118083" y="2979926"/>
                </a:cubicBezTo>
                <a:close/>
                <a:moveTo>
                  <a:pt x="7551747" y="3194788"/>
                </a:moveTo>
                <a:cubicBezTo>
                  <a:pt x="7550099" y="3194922"/>
                  <a:pt x="7548872" y="3196379"/>
                  <a:pt x="7549007" y="3198027"/>
                </a:cubicBezTo>
                <a:cubicBezTo>
                  <a:pt x="7549141" y="3199599"/>
                  <a:pt x="7550464" y="3200787"/>
                  <a:pt x="7551996" y="3200787"/>
                </a:cubicBezTo>
                <a:cubicBezTo>
                  <a:pt x="7552093" y="3200787"/>
                  <a:pt x="7552245" y="3200768"/>
                  <a:pt x="7552245" y="3200768"/>
                </a:cubicBezTo>
                <a:cubicBezTo>
                  <a:pt x="7553913" y="3200633"/>
                  <a:pt x="7555140" y="3199177"/>
                  <a:pt x="7554986" y="3197529"/>
                </a:cubicBezTo>
                <a:cubicBezTo>
                  <a:pt x="7554853" y="3195881"/>
                  <a:pt x="7553396" y="3194655"/>
                  <a:pt x="7551747" y="3194788"/>
                </a:cubicBezTo>
                <a:close/>
                <a:moveTo>
                  <a:pt x="9088289" y="2586979"/>
                </a:moveTo>
                <a:cubicBezTo>
                  <a:pt x="9082846" y="2585600"/>
                  <a:pt x="9077326" y="2588915"/>
                  <a:pt x="9075965" y="2594339"/>
                </a:cubicBezTo>
                <a:cubicBezTo>
                  <a:pt x="9074586" y="2599782"/>
                  <a:pt x="9077881" y="2605301"/>
                  <a:pt x="9083325" y="2606681"/>
                </a:cubicBezTo>
                <a:cubicBezTo>
                  <a:pt x="9084148" y="2606892"/>
                  <a:pt x="9084992" y="2606988"/>
                  <a:pt x="9085816" y="2606988"/>
                </a:cubicBezTo>
                <a:cubicBezTo>
                  <a:pt x="9090359" y="2606988"/>
                  <a:pt x="9094498" y="2603922"/>
                  <a:pt x="9095648" y="2599322"/>
                </a:cubicBezTo>
                <a:cubicBezTo>
                  <a:pt x="9097028" y="2593879"/>
                  <a:pt x="9093732" y="2588359"/>
                  <a:pt x="9088289" y="2586979"/>
                </a:cubicBezTo>
                <a:close/>
                <a:moveTo>
                  <a:pt x="8883066" y="2666764"/>
                </a:moveTo>
                <a:cubicBezTo>
                  <a:pt x="8878256" y="2665269"/>
                  <a:pt x="8873138" y="2667972"/>
                  <a:pt x="8871644" y="2672802"/>
                </a:cubicBezTo>
                <a:cubicBezTo>
                  <a:pt x="8870168" y="2677612"/>
                  <a:pt x="8872871" y="2682729"/>
                  <a:pt x="8877680" y="2684224"/>
                </a:cubicBezTo>
                <a:lnTo>
                  <a:pt x="8877700" y="2684224"/>
                </a:lnTo>
                <a:cubicBezTo>
                  <a:pt x="8878581" y="2684492"/>
                  <a:pt x="8879482" y="2684627"/>
                  <a:pt x="8880383" y="2684627"/>
                </a:cubicBezTo>
                <a:cubicBezTo>
                  <a:pt x="8884292" y="2684627"/>
                  <a:pt x="8887895" y="2682097"/>
                  <a:pt x="8889122" y="2678167"/>
                </a:cubicBezTo>
                <a:cubicBezTo>
                  <a:pt x="8890598" y="2673358"/>
                  <a:pt x="8887895" y="2668240"/>
                  <a:pt x="8883066" y="2666764"/>
                </a:cubicBezTo>
                <a:close/>
                <a:moveTo>
                  <a:pt x="8675007" y="2738406"/>
                </a:moveTo>
                <a:cubicBezTo>
                  <a:pt x="8670753" y="2736968"/>
                  <a:pt x="8666153" y="2739249"/>
                  <a:pt x="8664715" y="2743503"/>
                </a:cubicBezTo>
                <a:cubicBezTo>
                  <a:pt x="8663278" y="2747739"/>
                  <a:pt x="8665559" y="2752339"/>
                  <a:pt x="8669795" y="2753775"/>
                </a:cubicBezTo>
                <a:cubicBezTo>
                  <a:pt x="8670657" y="2754064"/>
                  <a:pt x="8671538" y="2754216"/>
                  <a:pt x="8672401" y="2754216"/>
                </a:cubicBezTo>
                <a:cubicBezTo>
                  <a:pt x="8675774" y="2754216"/>
                  <a:pt x="8678937" y="2752089"/>
                  <a:pt x="8680086" y="2748697"/>
                </a:cubicBezTo>
                <a:cubicBezTo>
                  <a:pt x="8681524" y="2744462"/>
                  <a:pt x="8679243" y="2739843"/>
                  <a:pt x="8675007" y="2738406"/>
                </a:cubicBezTo>
                <a:close/>
                <a:moveTo>
                  <a:pt x="9288948" y="2497875"/>
                </a:moveTo>
                <a:lnTo>
                  <a:pt x="9278428" y="2505221"/>
                </a:lnTo>
                <a:cubicBezTo>
                  <a:pt x="9277336" y="2511296"/>
                  <a:pt x="9281398" y="2517102"/>
                  <a:pt x="9287475" y="2518176"/>
                </a:cubicBezTo>
                <a:cubicBezTo>
                  <a:pt x="9288144" y="2518291"/>
                  <a:pt x="9288797" y="2518349"/>
                  <a:pt x="9289448" y="2518349"/>
                </a:cubicBezTo>
                <a:lnTo>
                  <a:pt x="9295091" y="2513612"/>
                </a:lnTo>
                <a:close/>
                <a:moveTo>
                  <a:pt x="5175767" y="4103396"/>
                </a:moveTo>
                <a:cubicBezTo>
                  <a:pt x="5175230" y="4103300"/>
                  <a:pt x="5174733" y="4103625"/>
                  <a:pt x="5174636" y="4104163"/>
                </a:cubicBezTo>
                <a:cubicBezTo>
                  <a:pt x="5174540" y="4104679"/>
                  <a:pt x="5174867" y="4105179"/>
                  <a:pt x="5175383" y="4105275"/>
                </a:cubicBezTo>
                <a:lnTo>
                  <a:pt x="5175384" y="4105293"/>
                </a:lnTo>
                <a:cubicBezTo>
                  <a:pt x="5175460" y="4105294"/>
                  <a:pt x="5175575" y="4105294"/>
                  <a:pt x="5175575" y="4105294"/>
                </a:cubicBezTo>
                <a:cubicBezTo>
                  <a:pt x="5176016" y="4105293"/>
                  <a:pt x="5176419" y="4104987"/>
                  <a:pt x="5176514" y="4104527"/>
                </a:cubicBezTo>
                <a:cubicBezTo>
                  <a:pt x="5176610" y="4104010"/>
                  <a:pt x="5176284" y="4103492"/>
                  <a:pt x="5175767" y="4103396"/>
                </a:cubicBezTo>
                <a:close/>
                <a:moveTo>
                  <a:pt x="5495655" y="3976024"/>
                </a:moveTo>
                <a:cubicBezTo>
                  <a:pt x="5494562" y="3976082"/>
                  <a:pt x="5493739" y="3977001"/>
                  <a:pt x="5493777" y="3978112"/>
                </a:cubicBezTo>
                <a:cubicBezTo>
                  <a:pt x="5493835" y="3979167"/>
                  <a:pt x="5494717" y="3979972"/>
                  <a:pt x="5495770" y="3979972"/>
                </a:cubicBezTo>
                <a:lnTo>
                  <a:pt x="5495867" y="3979971"/>
                </a:lnTo>
                <a:cubicBezTo>
                  <a:pt x="5496959" y="3979914"/>
                  <a:pt x="5497802" y="3978995"/>
                  <a:pt x="5497745" y="3977902"/>
                </a:cubicBezTo>
                <a:cubicBezTo>
                  <a:pt x="5497686" y="3976810"/>
                  <a:pt x="5496747" y="3975967"/>
                  <a:pt x="5495655" y="3976024"/>
                </a:cubicBezTo>
                <a:close/>
                <a:moveTo>
                  <a:pt x="7452567" y="3209200"/>
                </a:moveTo>
                <a:lnTo>
                  <a:pt x="7452586" y="3209220"/>
                </a:lnTo>
                <a:lnTo>
                  <a:pt x="7452588" y="3209218"/>
                </a:lnTo>
                <a:close/>
                <a:moveTo>
                  <a:pt x="7455116" y="3205827"/>
                </a:moveTo>
                <a:lnTo>
                  <a:pt x="7452588" y="3209218"/>
                </a:lnTo>
                <a:lnTo>
                  <a:pt x="7455537" y="3211769"/>
                </a:lnTo>
                <a:cubicBezTo>
                  <a:pt x="7455672" y="3211769"/>
                  <a:pt x="7455824" y="3211769"/>
                  <a:pt x="7455959" y="3211769"/>
                </a:cubicBezTo>
                <a:cubicBezTo>
                  <a:pt x="7457607" y="3211538"/>
                  <a:pt x="7458738" y="3210006"/>
                  <a:pt x="7458508" y="3208357"/>
                </a:cubicBezTo>
                <a:cubicBezTo>
                  <a:pt x="7458278" y="3206728"/>
                  <a:pt x="7456746" y="3205578"/>
                  <a:pt x="7455116" y="3205827"/>
                </a:cubicBezTo>
                <a:close/>
                <a:moveTo>
                  <a:pt x="8463327" y="2806422"/>
                </a:moveTo>
                <a:cubicBezTo>
                  <a:pt x="8459609" y="2805176"/>
                  <a:pt x="8455585" y="2807170"/>
                  <a:pt x="8454358" y="2810888"/>
                </a:cubicBezTo>
                <a:cubicBezTo>
                  <a:pt x="8453093" y="2814606"/>
                  <a:pt x="8455105" y="2818611"/>
                  <a:pt x="8458804" y="2819857"/>
                </a:cubicBezTo>
                <a:cubicBezTo>
                  <a:pt x="8459572" y="2820125"/>
                  <a:pt x="8460318" y="2820240"/>
                  <a:pt x="8461066" y="2820240"/>
                </a:cubicBezTo>
                <a:cubicBezTo>
                  <a:pt x="8464036" y="2820240"/>
                  <a:pt x="8466796" y="2818362"/>
                  <a:pt x="8467793" y="2815410"/>
                </a:cubicBezTo>
                <a:cubicBezTo>
                  <a:pt x="8469039" y="2811692"/>
                  <a:pt x="8467045" y="2807668"/>
                  <a:pt x="8463327" y="2806422"/>
                </a:cubicBezTo>
                <a:close/>
                <a:moveTo>
                  <a:pt x="7789416" y="3061379"/>
                </a:moveTo>
                <a:cubicBezTo>
                  <a:pt x="7787194" y="3061245"/>
                  <a:pt x="7785277" y="3062931"/>
                  <a:pt x="7785143" y="3065154"/>
                </a:cubicBezTo>
                <a:cubicBezTo>
                  <a:pt x="7785008" y="3067377"/>
                  <a:pt x="7786695" y="3069275"/>
                  <a:pt x="7788919" y="3069428"/>
                </a:cubicBezTo>
                <a:lnTo>
                  <a:pt x="7789167" y="3069428"/>
                </a:lnTo>
                <a:cubicBezTo>
                  <a:pt x="7791275" y="3069428"/>
                  <a:pt x="7793058" y="3067800"/>
                  <a:pt x="7793193" y="3065653"/>
                </a:cubicBezTo>
                <a:cubicBezTo>
                  <a:pt x="7793326" y="3063448"/>
                  <a:pt x="7791640" y="3061532"/>
                  <a:pt x="7789416" y="3061379"/>
                </a:cubicBezTo>
                <a:close/>
                <a:moveTo>
                  <a:pt x="8246242" y="2876875"/>
                </a:moveTo>
                <a:cubicBezTo>
                  <a:pt x="8243022" y="2875936"/>
                  <a:pt x="8239649" y="2877794"/>
                  <a:pt x="8238710" y="2881014"/>
                </a:cubicBezTo>
                <a:cubicBezTo>
                  <a:pt x="8237770" y="2884215"/>
                  <a:pt x="8239629" y="2887587"/>
                  <a:pt x="8242850" y="2888527"/>
                </a:cubicBezTo>
                <a:cubicBezTo>
                  <a:pt x="8243405" y="2888699"/>
                  <a:pt x="8243980" y="2888776"/>
                  <a:pt x="8244536" y="2888776"/>
                </a:cubicBezTo>
                <a:cubicBezTo>
                  <a:pt x="8247162" y="2888776"/>
                  <a:pt x="8249596" y="2887051"/>
                  <a:pt x="8250362" y="2884406"/>
                </a:cubicBezTo>
                <a:cubicBezTo>
                  <a:pt x="8251301" y="2881186"/>
                  <a:pt x="8249461" y="2877813"/>
                  <a:pt x="8246242" y="2876875"/>
                </a:cubicBezTo>
                <a:close/>
                <a:moveTo>
                  <a:pt x="7359270" y="3222271"/>
                </a:moveTo>
                <a:cubicBezTo>
                  <a:pt x="7357640" y="3222597"/>
                  <a:pt x="7356586" y="3224187"/>
                  <a:pt x="7356912" y="3225817"/>
                </a:cubicBezTo>
                <a:cubicBezTo>
                  <a:pt x="7357200" y="3227235"/>
                  <a:pt x="7358465" y="3228231"/>
                  <a:pt x="7359864" y="3228231"/>
                </a:cubicBezTo>
                <a:cubicBezTo>
                  <a:pt x="7360056" y="3228231"/>
                  <a:pt x="7360247" y="3228212"/>
                  <a:pt x="7360440" y="3228174"/>
                </a:cubicBezTo>
                <a:cubicBezTo>
                  <a:pt x="7362068" y="3227848"/>
                  <a:pt x="7363123" y="3226258"/>
                  <a:pt x="7362797" y="3224648"/>
                </a:cubicBezTo>
                <a:cubicBezTo>
                  <a:pt x="7362470" y="3223018"/>
                  <a:pt x="7360899" y="3221946"/>
                  <a:pt x="7359270" y="3222271"/>
                </a:cubicBezTo>
                <a:close/>
                <a:moveTo>
                  <a:pt x="8021911" y="2958231"/>
                </a:moveTo>
                <a:cubicBezTo>
                  <a:pt x="8019171" y="2957695"/>
                  <a:pt x="8016506" y="2959477"/>
                  <a:pt x="8015970" y="2962198"/>
                </a:cubicBezTo>
                <a:cubicBezTo>
                  <a:pt x="8015414" y="2964939"/>
                  <a:pt x="8017196" y="2967603"/>
                  <a:pt x="8019937" y="2968140"/>
                </a:cubicBezTo>
                <a:cubicBezTo>
                  <a:pt x="8020263" y="2968197"/>
                  <a:pt x="8020608" y="2968235"/>
                  <a:pt x="8020934" y="2968235"/>
                </a:cubicBezTo>
                <a:cubicBezTo>
                  <a:pt x="8023291" y="2968235"/>
                  <a:pt x="8025399" y="2966567"/>
                  <a:pt x="8025879" y="2964172"/>
                </a:cubicBezTo>
                <a:cubicBezTo>
                  <a:pt x="8026415" y="2961450"/>
                  <a:pt x="8024632" y="2958786"/>
                  <a:pt x="8021911" y="2958231"/>
                </a:cubicBezTo>
                <a:close/>
                <a:moveTo>
                  <a:pt x="6182481" y="3673749"/>
                </a:moveTo>
                <a:cubicBezTo>
                  <a:pt x="6180929" y="3674323"/>
                  <a:pt x="6180143" y="3676068"/>
                  <a:pt x="6180737" y="3677620"/>
                </a:cubicBezTo>
                <a:lnTo>
                  <a:pt x="6180756" y="3677620"/>
                </a:lnTo>
                <a:cubicBezTo>
                  <a:pt x="6181217" y="3678808"/>
                  <a:pt x="6182366" y="3679555"/>
                  <a:pt x="6183574" y="3679555"/>
                </a:cubicBezTo>
                <a:cubicBezTo>
                  <a:pt x="6183919" y="3679555"/>
                  <a:pt x="6184283" y="3679498"/>
                  <a:pt x="6184628" y="3679364"/>
                </a:cubicBezTo>
                <a:cubicBezTo>
                  <a:pt x="6186162" y="3678769"/>
                  <a:pt x="6186947" y="3677045"/>
                  <a:pt x="6186353" y="3675492"/>
                </a:cubicBezTo>
                <a:cubicBezTo>
                  <a:pt x="6185778" y="3673940"/>
                  <a:pt x="6184033" y="3673154"/>
                  <a:pt x="6182481" y="3673749"/>
                </a:cubicBezTo>
                <a:close/>
                <a:moveTo>
                  <a:pt x="6272712" y="3638005"/>
                </a:moveTo>
                <a:cubicBezTo>
                  <a:pt x="6271178" y="3638618"/>
                  <a:pt x="6270450" y="3640381"/>
                  <a:pt x="6271082" y="3641914"/>
                </a:cubicBezTo>
                <a:cubicBezTo>
                  <a:pt x="6271562" y="3643083"/>
                  <a:pt x="6272673" y="3643774"/>
                  <a:pt x="6273861" y="3643774"/>
                </a:cubicBezTo>
                <a:cubicBezTo>
                  <a:pt x="6274245" y="3643774"/>
                  <a:pt x="6274628" y="3643697"/>
                  <a:pt x="6274992" y="3643544"/>
                </a:cubicBezTo>
                <a:cubicBezTo>
                  <a:pt x="6276525" y="3642912"/>
                  <a:pt x="6277255" y="3641167"/>
                  <a:pt x="6276641" y="3639635"/>
                </a:cubicBezTo>
                <a:cubicBezTo>
                  <a:pt x="6275989" y="3638101"/>
                  <a:pt x="6274245" y="3637354"/>
                  <a:pt x="6272712" y="3638005"/>
                </a:cubicBezTo>
                <a:close/>
                <a:moveTo>
                  <a:pt x="5399369" y="3977921"/>
                </a:moveTo>
                <a:cubicBezTo>
                  <a:pt x="5398276" y="3977902"/>
                  <a:pt x="5397375" y="3978783"/>
                  <a:pt x="5397357" y="3979875"/>
                </a:cubicBezTo>
                <a:cubicBezTo>
                  <a:pt x="5397337" y="3980968"/>
                  <a:pt x="5398218" y="3981888"/>
                  <a:pt x="5399311" y="3981888"/>
                </a:cubicBezTo>
                <a:lnTo>
                  <a:pt x="5399331" y="3981888"/>
                </a:lnTo>
                <a:cubicBezTo>
                  <a:pt x="5400423" y="3981888"/>
                  <a:pt x="5401324" y="3981025"/>
                  <a:pt x="5401324" y="3979934"/>
                </a:cubicBezTo>
                <a:cubicBezTo>
                  <a:pt x="5401344" y="3978841"/>
                  <a:pt x="5400460" y="3977940"/>
                  <a:pt x="5399369" y="3977921"/>
                </a:cubicBezTo>
                <a:close/>
                <a:moveTo>
                  <a:pt x="6091255" y="3706808"/>
                </a:moveTo>
                <a:cubicBezTo>
                  <a:pt x="6089702" y="3707346"/>
                  <a:pt x="6088859" y="3709070"/>
                  <a:pt x="6089415" y="3710623"/>
                </a:cubicBezTo>
                <a:cubicBezTo>
                  <a:pt x="6089836" y="3711868"/>
                  <a:pt x="6091005" y="3712654"/>
                  <a:pt x="6092251" y="3712654"/>
                </a:cubicBezTo>
                <a:cubicBezTo>
                  <a:pt x="6092577" y="3712654"/>
                  <a:pt x="6092903" y="3712597"/>
                  <a:pt x="6093228" y="3712482"/>
                </a:cubicBezTo>
                <a:cubicBezTo>
                  <a:pt x="6094801" y="3711944"/>
                  <a:pt x="6095625" y="3710238"/>
                  <a:pt x="6095088" y="3708667"/>
                </a:cubicBezTo>
                <a:cubicBezTo>
                  <a:pt x="6094532" y="3707096"/>
                  <a:pt x="6092826" y="3706272"/>
                  <a:pt x="6091255" y="3706808"/>
                </a:cubicBezTo>
                <a:close/>
                <a:moveTo>
                  <a:pt x="6361908" y="3599847"/>
                </a:moveTo>
                <a:cubicBezTo>
                  <a:pt x="6360374" y="3600517"/>
                  <a:pt x="6359703" y="3602281"/>
                  <a:pt x="6360374" y="3603815"/>
                </a:cubicBezTo>
                <a:lnTo>
                  <a:pt x="6360355" y="3603815"/>
                </a:lnTo>
                <a:cubicBezTo>
                  <a:pt x="6360853" y="3604926"/>
                  <a:pt x="6361945" y="3605597"/>
                  <a:pt x="6363114" y="3605597"/>
                </a:cubicBezTo>
                <a:cubicBezTo>
                  <a:pt x="6363518" y="3605596"/>
                  <a:pt x="6363920" y="3605520"/>
                  <a:pt x="6364322" y="3605347"/>
                </a:cubicBezTo>
                <a:cubicBezTo>
                  <a:pt x="6365836" y="3604676"/>
                  <a:pt x="6366526" y="3602913"/>
                  <a:pt x="6365856" y="3601399"/>
                </a:cubicBezTo>
                <a:cubicBezTo>
                  <a:pt x="6365185" y="3599847"/>
                  <a:pt x="6363421" y="3599176"/>
                  <a:pt x="6361908" y="3599847"/>
                </a:cubicBezTo>
                <a:close/>
                <a:moveTo>
                  <a:pt x="7264402" y="3243582"/>
                </a:moveTo>
                <a:cubicBezTo>
                  <a:pt x="7262792" y="3243985"/>
                  <a:pt x="7261795" y="3245614"/>
                  <a:pt x="7262198" y="3247224"/>
                </a:cubicBezTo>
                <a:cubicBezTo>
                  <a:pt x="7262543" y="3248585"/>
                  <a:pt x="7263769" y="3249505"/>
                  <a:pt x="7265111" y="3249505"/>
                </a:cubicBezTo>
                <a:cubicBezTo>
                  <a:pt x="7265360" y="3249505"/>
                  <a:pt x="7265609" y="3249466"/>
                  <a:pt x="7265839" y="3249409"/>
                </a:cubicBezTo>
                <a:cubicBezTo>
                  <a:pt x="7267450" y="3249007"/>
                  <a:pt x="7268426" y="3247378"/>
                  <a:pt x="7268042" y="3245768"/>
                </a:cubicBezTo>
                <a:cubicBezTo>
                  <a:pt x="7267640" y="3244158"/>
                  <a:pt x="7265992" y="3243180"/>
                  <a:pt x="7264402" y="3243582"/>
                </a:cubicBezTo>
                <a:close/>
                <a:moveTo>
                  <a:pt x="5999050" y="3736936"/>
                </a:moveTo>
                <a:cubicBezTo>
                  <a:pt x="5997459" y="3737416"/>
                  <a:pt x="5996578" y="3739102"/>
                  <a:pt x="5997057" y="3740693"/>
                </a:cubicBezTo>
                <a:cubicBezTo>
                  <a:pt x="5997459" y="3741977"/>
                  <a:pt x="5998648" y="3742801"/>
                  <a:pt x="5999932" y="3742801"/>
                </a:cubicBezTo>
                <a:cubicBezTo>
                  <a:pt x="6000219" y="3742801"/>
                  <a:pt x="6000526" y="3742763"/>
                  <a:pt x="6000814" y="3742666"/>
                </a:cubicBezTo>
                <a:cubicBezTo>
                  <a:pt x="6002404" y="3742188"/>
                  <a:pt x="6003286" y="3740502"/>
                  <a:pt x="6002807" y="3738930"/>
                </a:cubicBezTo>
                <a:cubicBezTo>
                  <a:pt x="6002309" y="3737339"/>
                  <a:pt x="6000641" y="3736438"/>
                  <a:pt x="5999050" y="3736936"/>
                </a:cubicBezTo>
                <a:close/>
                <a:moveTo>
                  <a:pt x="6450623" y="3560404"/>
                </a:moveTo>
                <a:cubicBezTo>
                  <a:pt x="6449110" y="3561075"/>
                  <a:pt x="6448419" y="3562857"/>
                  <a:pt x="6449110" y="3564372"/>
                </a:cubicBezTo>
                <a:cubicBezTo>
                  <a:pt x="6449608" y="3565484"/>
                  <a:pt x="6450700" y="3566135"/>
                  <a:pt x="6451850" y="3566135"/>
                </a:cubicBezTo>
                <a:cubicBezTo>
                  <a:pt x="6452252" y="3566135"/>
                  <a:pt x="6452674" y="3566058"/>
                  <a:pt x="6453076" y="3565867"/>
                </a:cubicBezTo>
                <a:cubicBezTo>
                  <a:pt x="6454590" y="3565196"/>
                  <a:pt x="6455261" y="3563413"/>
                  <a:pt x="6454590" y="3561899"/>
                </a:cubicBezTo>
                <a:cubicBezTo>
                  <a:pt x="6453901" y="3560404"/>
                  <a:pt x="6452137" y="3559715"/>
                  <a:pt x="6450623" y="3560404"/>
                </a:cubicBezTo>
                <a:close/>
                <a:moveTo>
                  <a:pt x="6539129" y="3520445"/>
                </a:moveTo>
                <a:cubicBezTo>
                  <a:pt x="6537615" y="3521135"/>
                  <a:pt x="6536944" y="3522917"/>
                  <a:pt x="6537615" y="3524432"/>
                </a:cubicBezTo>
                <a:cubicBezTo>
                  <a:pt x="6538132" y="3525543"/>
                  <a:pt x="6539224" y="3526195"/>
                  <a:pt x="6540355" y="3526195"/>
                </a:cubicBezTo>
                <a:cubicBezTo>
                  <a:pt x="6540777" y="3526195"/>
                  <a:pt x="6541198" y="3526099"/>
                  <a:pt x="6541602" y="3525927"/>
                </a:cubicBezTo>
                <a:cubicBezTo>
                  <a:pt x="6543096" y="3525236"/>
                  <a:pt x="6543785" y="3523454"/>
                  <a:pt x="6543096" y="3521959"/>
                </a:cubicBezTo>
                <a:cubicBezTo>
                  <a:pt x="6542406" y="3520445"/>
                  <a:pt x="6540623" y="3519775"/>
                  <a:pt x="6539129" y="3520445"/>
                </a:cubicBezTo>
                <a:close/>
                <a:moveTo>
                  <a:pt x="8990584" y="2560493"/>
                </a:moveTo>
                <a:cubicBezTo>
                  <a:pt x="8985199" y="2558941"/>
                  <a:pt x="8979564" y="2562046"/>
                  <a:pt x="8978011" y="2567450"/>
                </a:cubicBezTo>
                <a:cubicBezTo>
                  <a:pt x="8976459" y="2572835"/>
                  <a:pt x="8979564" y="2578470"/>
                  <a:pt x="8984949" y="2580022"/>
                </a:cubicBezTo>
                <a:cubicBezTo>
                  <a:pt x="8985888" y="2580291"/>
                  <a:pt x="8986847" y="2580425"/>
                  <a:pt x="8987766" y="2580425"/>
                </a:cubicBezTo>
                <a:cubicBezTo>
                  <a:pt x="8992194" y="2580425"/>
                  <a:pt x="8996238" y="2577531"/>
                  <a:pt x="8997522" y="2573065"/>
                </a:cubicBezTo>
                <a:cubicBezTo>
                  <a:pt x="8999075" y="2567680"/>
                  <a:pt x="8995970" y="2562046"/>
                  <a:pt x="8990584" y="2560493"/>
                </a:cubicBezTo>
                <a:close/>
                <a:moveTo>
                  <a:pt x="5905849" y="3763787"/>
                </a:moveTo>
                <a:cubicBezTo>
                  <a:pt x="5904240" y="3764208"/>
                  <a:pt x="5903301" y="3765857"/>
                  <a:pt x="5903724" y="3767466"/>
                </a:cubicBezTo>
                <a:cubicBezTo>
                  <a:pt x="5904087" y="3768789"/>
                  <a:pt x="5905295" y="3769690"/>
                  <a:pt x="5906618" y="3769690"/>
                </a:cubicBezTo>
                <a:cubicBezTo>
                  <a:pt x="5906886" y="3769690"/>
                  <a:pt x="5907153" y="3769651"/>
                  <a:pt x="5907402" y="3769575"/>
                </a:cubicBezTo>
                <a:cubicBezTo>
                  <a:pt x="5909012" y="3769153"/>
                  <a:pt x="5909952" y="3767505"/>
                  <a:pt x="5909530" y="3765914"/>
                </a:cubicBezTo>
                <a:cubicBezTo>
                  <a:pt x="5909089" y="3764305"/>
                  <a:pt x="5907460" y="3763347"/>
                  <a:pt x="5905849" y="3763787"/>
                </a:cubicBezTo>
                <a:close/>
                <a:moveTo>
                  <a:pt x="7170588" y="3269150"/>
                </a:moveTo>
                <a:cubicBezTo>
                  <a:pt x="7168978" y="3269609"/>
                  <a:pt x="7168078" y="3271277"/>
                  <a:pt x="7168537" y="3272868"/>
                </a:cubicBezTo>
                <a:cubicBezTo>
                  <a:pt x="7168939" y="3274171"/>
                  <a:pt x="7170128" y="3275034"/>
                  <a:pt x="7171431" y="3275033"/>
                </a:cubicBezTo>
                <a:cubicBezTo>
                  <a:pt x="7171699" y="3275034"/>
                  <a:pt x="7171987" y="3274995"/>
                  <a:pt x="7172274" y="3274899"/>
                </a:cubicBezTo>
                <a:cubicBezTo>
                  <a:pt x="7173865" y="3274439"/>
                  <a:pt x="7174785" y="3272772"/>
                  <a:pt x="7174306" y="3271181"/>
                </a:cubicBezTo>
                <a:cubicBezTo>
                  <a:pt x="7173827" y="3269591"/>
                  <a:pt x="7172159" y="3268689"/>
                  <a:pt x="7170588" y="3269150"/>
                </a:cubicBezTo>
                <a:close/>
                <a:moveTo>
                  <a:pt x="6627654" y="3480524"/>
                </a:moveTo>
                <a:cubicBezTo>
                  <a:pt x="6626140" y="3481195"/>
                  <a:pt x="6625449" y="3482977"/>
                  <a:pt x="6626140" y="3484492"/>
                </a:cubicBezTo>
                <a:cubicBezTo>
                  <a:pt x="6626637" y="3485603"/>
                  <a:pt x="6627730" y="3486254"/>
                  <a:pt x="6628879" y="3486254"/>
                </a:cubicBezTo>
                <a:cubicBezTo>
                  <a:pt x="6629282" y="3486254"/>
                  <a:pt x="6629704" y="3486178"/>
                  <a:pt x="6630106" y="3485986"/>
                </a:cubicBezTo>
                <a:cubicBezTo>
                  <a:pt x="6631620" y="3485315"/>
                  <a:pt x="6632291" y="3483533"/>
                  <a:pt x="6631602" y="3482019"/>
                </a:cubicBezTo>
                <a:cubicBezTo>
                  <a:pt x="6630931" y="3480524"/>
                  <a:pt x="6629148" y="3479833"/>
                  <a:pt x="6627654" y="3480524"/>
                </a:cubicBezTo>
                <a:close/>
                <a:moveTo>
                  <a:pt x="8787067" y="2636081"/>
                </a:moveTo>
                <a:cubicBezTo>
                  <a:pt x="8782256" y="2634509"/>
                  <a:pt x="8777100" y="2637115"/>
                  <a:pt x="8775529" y="2641907"/>
                </a:cubicBezTo>
                <a:cubicBezTo>
                  <a:pt x="8773957" y="2646698"/>
                  <a:pt x="8776544" y="2651854"/>
                  <a:pt x="8781356" y="2653444"/>
                </a:cubicBezTo>
                <a:cubicBezTo>
                  <a:pt x="8782295" y="2653751"/>
                  <a:pt x="8783253" y="2653905"/>
                  <a:pt x="8784211" y="2653905"/>
                </a:cubicBezTo>
                <a:cubicBezTo>
                  <a:pt x="8788044" y="2653905"/>
                  <a:pt x="8791610" y="2651471"/>
                  <a:pt x="8792873" y="2647618"/>
                </a:cubicBezTo>
                <a:cubicBezTo>
                  <a:pt x="8794446" y="2642827"/>
                  <a:pt x="8791858" y="2637652"/>
                  <a:pt x="8787067" y="2636081"/>
                </a:cubicBezTo>
                <a:close/>
                <a:moveTo>
                  <a:pt x="5082816" y="4080742"/>
                </a:moveTo>
                <a:cubicBezTo>
                  <a:pt x="5082299" y="4080590"/>
                  <a:pt x="5081761" y="4080877"/>
                  <a:pt x="5081608" y="4081395"/>
                </a:cubicBezTo>
                <a:cubicBezTo>
                  <a:pt x="5081455" y="4081892"/>
                  <a:pt x="5081761" y="4082429"/>
                  <a:pt x="5082259" y="4082583"/>
                </a:cubicBezTo>
                <a:cubicBezTo>
                  <a:pt x="5082355" y="4082620"/>
                  <a:pt x="5082546" y="4082620"/>
                  <a:pt x="5082546" y="4082620"/>
                </a:cubicBezTo>
                <a:cubicBezTo>
                  <a:pt x="5082949" y="4082621"/>
                  <a:pt x="5083332" y="4082353"/>
                  <a:pt x="5083448" y="4081931"/>
                </a:cubicBezTo>
                <a:cubicBezTo>
                  <a:pt x="5083601" y="4081433"/>
                  <a:pt x="5083313" y="4080896"/>
                  <a:pt x="5082816" y="4080742"/>
                </a:cubicBezTo>
                <a:close/>
                <a:moveTo>
                  <a:pt x="9191762" y="2475935"/>
                </a:moveTo>
                <a:cubicBezTo>
                  <a:pt x="9185744" y="2474575"/>
                  <a:pt x="9179745" y="2478351"/>
                  <a:pt x="9178385" y="2484368"/>
                </a:cubicBezTo>
                <a:cubicBezTo>
                  <a:pt x="9177024" y="2490406"/>
                  <a:pt x="9180800" y="2496386"/>
                  <a:pt x="9186818" y="2497746"/>
                </a:cubicBezTo>
                <a:cubicBezTo>
                  <a:pt x="9187642" y="2497938"/>
                  <a:pt x="9188485" y="2498033"/>
                  <a:pt x="9189290" y="2498033"/>
                </a:cubicBezTo>
                <a:cubicBezTo>
                  <a:pt x="9194407" y="2498033"/>
                  <a:pt x="9199007" y="2494507"/>
                  <a:pt x="9200195" y="2489313"/>
                </a:cubicBezTo>
                <a:cubicBezTo>
                  <a:pt x="9201556" y="2483295"/>
                  <a:pt x="9197780" y="2477297"/>
                  <a:pt x="9191762" y="2475935"/>
                </a:cubicBezTo>
                <a:close/>
                <a:moveTo>
                  <a:pt x="6716408" y="3441062"/>
                </a:moveTo>
                <a:cubicBezTo>
                  <a:pt x="6714874" y="3441733"/>
                  <a:pt x="6714203" y="3443497"/>
                  <a:pt x="6714874" y="3445029"/>
                </a:cubicBezTo>
                <a:cubicBezTo>
                  <a:pt x="6715354" y="3446161"/>
                  <a:pt x="6716465" y="3446812"/>
                  <a:pt x="6717616" y="3446812"/>
                </a:cubicBezTo>
                <a:cubicBezTo>
                  <a:pt x="6718018" y="3446812"/>
                  <a:pt x="6718420" y="3446735"/>
                  <a:pt x="6718822" y="3446563"/>
                </a:cubicBezTo>
                <a:cubicBezTo>
                  <a:pt x="6720355" y="3445892"/>
                  <a:pt x="6721026" y="3444129"/>
                  <a:pt x="6720355" y="3442615"/>
                </a:cubicBezTo>
                <a:cubicBezTo>
                  <a:pt x="6719704" y="3441100"/>
                  <a:pt x="6717922" y="3440411"/>
                  <a:pt x="6716408" y="3441062"/>
                </a:cubicBezTo>
                <a:close/>
                <a:moveTo>
                  <a:pt x="7077847" y="3298358"/>
                </a:moveTo>
                <a:cubicBezTo>
                  <a:pt x="7076276" y="3298894"/>
                  <a:pt x="7075432" y="3300600"/>
                  <a:pt x="7075949" y="3302171"/>
                </a:cubicBezTo>
                <a:cubicBezTo>
                  <a:pt x="7076371" y="3303418"/>
                  <a:pt x="7077540" y="3304222"/>
                  <a:pt x="7078805" y="3304222"/>
                </a:cubicBezTo>
                <a:cubicBezTo>
                  <a:pt x="7079112" y="3304222"/>
                  <a:pt x="7079438" y="3304164"/>
                  <a:pt x="7079764" y="3304049"/>
                </a:cubicBezTo>
                <a:cubicBezTo>
                  <a:pt x="7081334" y="3303532"/>
                  <a:pt x="7082177" y="3301826"/>
                  <a:pt x="7081660" y="3300255"/>
                </a:cubicBezTo>
                <a:cubicBezTo>
                  <a:pt x="7081124" y="3298683"/>
                  <a:pt x="7079418" y="3297840"/>
                  <a:pt x="7077847" y="3298358"/>
                </a:cubicBezTo>
                <a:close/>
                <a:moveTo>
                  <a:pt x="7691483" y="3058370"/>
                </a:moveTo>
                <a:cubicBezTo>
                  <a:pt x="7689259" y="3058370"/>
                  <a:pt x="7687457" y="3060171"/>
                  <a:pt x="7687457" y="3062394"/>
                </a:cubicBezTo>
                <a:cubicBezTo>
                  <a:pt x="7687457" y="3064599"/>
                  <a:pt x="7689259" y="3066400"/>
                  <a:pt x="7691501" y="3066400"/>
                </a:cubicBezTo>
                <a:cubicBezTo>
                  <a:pt x="7693724" y="3066400"/>
                  <a:pt x="7695506" y="3064599"/>
                  <a:pt x="7695506" y="3062375"/>
                </a:cubicBezTo>
                <a:cubicBezTo>
                  <a:pt x="7695506" y="3060152"/>
                  <a:pt x="7693705" y="3058370"/>
                  <a:pt x="7691483" y="3058370"/>
                </a:cubicBezTo>
                <a:close/>
                <a:moveTo>
                  <a:pt x="6805622" y="3402598"/>
                </a:moveTo>
                <a:cubicBezTo>
                  <a:pt x="6804089" y="3403249"/>
                  <a:pt x="6803380" y="3405013"/>
                  <a:pt x="6804031" y="3406526"/>
                </a:cubicBezTo>
                <a:cubicBezTo>
                  <a:pt x="6804511" y="3407677"/>
                  <a:pt x="6805622" y="3408366"/>
                  <a:pt x="6806791" y="3408366"/>
                </a:cubicBezTo>
                <a:cubicBezTo>
                  <a:pt x="6807175" y="3408366"/>
                  <a:pt x="6807577" y="3408290"/>
                  <a:pt x="6807961" y="3408136"/>
                </a:cubicBezTo>
                <a:cubicBezTo>
                  <a:pt x="6809474" y="3407484"/>
                  <a:pt x="6810203" y="3405722"/>
                  <a:pt x="6809551" y="3404207"/>
                </a:cubicBezTo>
                <a:cubicBezTo>
                  <a:pt x="6808919" y="3402674"/>
                  <a:pt x="6807156" y="3401946"/>
                  <a:pt x="6805622" y="3402598"/>
                </a:cubicBezTo>
                <a:close/>
                <a:moveTo>
                  <a:pt x="6986178" y="3330690"/>
                </a:moveTo>
                <a:cubicBezTo>
                  <a:pt x="6984607" y="3331264"/>
                  <a:pt x="6983821" y="3332989"/>
                  <a:pt x="6984396" y="3334542"/>
                </a:cubicBezTo>
                <a:cubicBezTo>
                  <a:pt x="6984837" y="3335768"/>
                  <a:pt x="6985987" y="3336515"/>
                  <a:pt x="6987213" y="3336515"/>
                </a:cubicBezTo>
                <a:cubicBezTo>
                  <a:pt x="6987559" y="3336515"/>
                  <a:pt x="6987904" y="3336458"/>
                  <a:pt x="6988249" y="3336324"/>
                </a:cubicBezTo>
                <a:cubicBezTo>
                  <a:pt x="6989820" y="3335748"/>
                  <a:pt x="6990606" y="3334025"/>
                  <a:pt x="6990031" y="3332472"/>
                </a:cubicBezTo>
                <a:cubicBezTo>
                  <a:pt x="6989456" y="3330919"/>
                  <a:pt x="6987732" y="3330114"/>
                  <a:pt x="6986178" y="3330690"/>
                </a:cubicBezTo>
                <a:close/>
                <a:moveTo>
                  <a:pt x="6895489" y="3365628"/>
                </a:moveTo>
                <a:cubicBezTo>
                  <a:pt x="6893936" y="3366241"/>
                  <a:pt x="6893188" y="3367985"/>
                  <a:pt x="6893802" y="3369538"/>
                </a:cubicBezTo>
                <a:cubicBezTo>
                  <a:pt x="6894280" y="3370706"/>
                  <a:pt x="6895392" y="3371416"/>
                  <a:pt x="6896601" y="3371416"/>
                </a:cubicBezTo>
                <a:cubicBezTo>
                  <a:pt x="6896964" y="3371416"/>
                  <a:pt x="6897347" y="3371358"/>
                  <a:pt x="6897711" y="3371205"/>
                </a:cubicBezTo>
                <a:cubicBezTo>
                  <a:pt x="6899245" y="3370591"/>
                  <a:pt x="6899993" y="3368848"/>
                  <a:pt x="6899379" y="3367294"/>
                </a:cubicBezTo>
                <a:cubicBezTo>
                  <a:pt x="6898766" y="3365762"/>
                  <a:pt x="6897021" y="3365015"/>
                  <a:pt x="6895489" y="3365628"/>
                </a:cubicBezTo>
                <a:close/>
                <a:moveTo>
                  <a:pt x="5811691" y="3786977"/>
                </a:moveTo>
                <a:cubicBezTo>
                  <a:pt x="5810083" y="3787322"/>
                  <a:pt x="5809047" y="3788931"/>
                  <a:pt x="5809411" y="3790561"/>
                </a:cubicBezTo>
                <a:cubicBezTo>
                  <a:pt x="5809737" y="3791959"/>
                  <a:pt x="5810963" y="3792899"/>
                  <a:pt x="5812343" y="3792898"/>
                </a:cubicBezTo>
                <a:cubicBezTo>
                  <a:pt x="5812574" y="3792898"/>
                  <a:pt x="5812783" y="3792879"/>
                  <a:pt x="5813014" y="3792822"/>
                </a:cubicBezTo>
                <a:cubicBezTo>
                  <a:pt x="5814623" y="3792458"/>
                  <a:pt x="5815639" y="3790867"/>
                  <a:pt x="5815276" y="3789239"/>
                </a:cubicBezTo>
                <a:cubicBezTo>
                  <a:pt x="5814911" y="3787628"/>
                  <a:pt x="5813300" y="3786612"/>
                  <a:pt x="5811691" y="3786977"/>
                </a:cubicBezTo>
                <a:close/>
                <a:moveTo>
                  <a:pt x="8580101" y="2706035"/>
                </a:moveTo>
                <a:cubicBezTo>
                  <a:pt x="8575846" y="2704579"/>
                  <a:pt x="8571246" y="2706839"/>
                  <a:pt x="8569790" y="2711095"/>
                </a:cubicBezTo>
                <a:cubicBezTo>
                  <a:pt x="8568334" y="2715330"/>
                  <a:pt x="8570595" y="2719930"/>
                  <a:pt x="8574850" y="2721386"/>
                </a:cubicBezTo>
                <a:cubicBezTo>
                  <a:pt x="8575712" y="2721693"/>
                  <a:pt x="8576594" y="2721827"/>
                  <a:pt x="8577475" y="2721827"/>
                </a:cubicBezTo>
                <a:cubicBezTo>
                  <a:pt x="8580848" y="2721827"/>
                  <a:pt x="8583992" y="2719700"/>
                  <a:pt x="8585141" y="2716346"/>
                </a:cubicBezTo>
                <a:cubicBezTo>
                  <a:pt x="8586598" y="2712091"/>
                  <a:pt x="8584336" y="2707491"/>
                  <a:pt x="8580101" y="2706035"/>
                </a:cubicBezTo>
                <a:close/>
                <a:moveTo>
                  <a:pt x="5303225" y="3972947"/>
                </a:moveTo>
                <a:lnTo>
                  <a:pt x="5301070" y="3974739"/>
                </a:lnTo>
                <a:cubicBezTo>
                  <a:pt x="5300975" y="3975812"/>
                  <a:pt x="5301779" y="3976790"/>
                  <a:pt x="5302870" y="3976886"/>
                </a:cubicBezTo>
                <a:lnTo>
                  <a:pt x="5303044" y="3976886"/>
                </a:lnTo>
                <a:cubicBezTo>
                  <a:pt x="5304060" y="3976886"/>
                  <a:pt x="5304922" y="3976120"/>
                  <a:pt x="5305017" y="3975084"/>
                </a:cubicBezTo>
                <a:close/>
                <a:moveTo>
                  <a:pt x="5303216" y="3972938"/>
                </a:moveTo>
                <a:lnTo>
                  <a:pt x="5303225" y="3972947"/>
                </a:lnTo>
                <a:lnTo>
                  <a:pt x="5303236" y="3972938"/>
                </a:lnTo>
                <a:close/>
                <a:moveTo>
                  <a:pt x="8368536" y="2775317"/>
                </a:moveTo>
                <a:cubicBezTo>
                  <a:pt x="8364817" y="2774128"/>
                  <a:pt x="8360831" y="2776198"/>
                  <a:pt x="8359623" y="2779916"/>
                </a:cubicBezTo>
                <a:cubicBezTo>
                  <a:pt x="8358454" y="2783653"/>
                  <a:pt x="8360505" y="2787640"/>
                  <a:pt x="8364224" y="2788829"/>
                </a:cubicBezTo>
                <a:cubicBezTo>
                  <a:pt x="8364952" y="2789059"/>
                  <a:pt x="8365680" y="2789174"/>
                  <a:pt x="8366389" y="2789174"/>
                </a:cubicBezTo>
                <a:cubicBezTo>
                  <a:pt x="8369398" y="2789174"/>
                  <a:pt x="8372177" y="2787238"/>
                  <a:pt x="8373154" y="2784229"/>
                </a:cubicBezTo>
                <a:cubicBezTo>
                  <a:pt x="8374342" y="2780491"/>
                  <a:pt x="8372273" y="2776505"/>
                  <a:pt x="8368536" y="2775317"/>
                </a:cubicBezTo>
                <a:close/>
                <a:moveTo>
                  <a:pt x="5716631" y="3805989"/>
                </a:moveTo>
                <a:cubicBezTo>
                  <a:pt x="5714983" y="3806257"/>
                  <a:pt x="5713891" y="3807829"/>
                  <a:pt x="5714178" y="3809458"/>
                </a:cubicBezTo>
                <a:cubicBezTo>
                  <a:pt x="5714445" y="3810914"/>
                  <a:pt x="5715712" y="3811950"/>
                  <a:pt x="5717129" y="3811950"/>
                </a:cubicBezTo>
                <a:cubicBezTo>
                  <a:pt x="5717302" y="3811949"/>
                  <a:pt x="5717494" y="3811930"/>
                  <a:pt x="5717666" y="3811892"/>
                </a:cubicBezTo>
                <a:cubicBezTo>
                  <a:pt x="5719296" y="3811605"/>
                  <a:pt x="5720388" y="3810051"/>
                  <a:pt x="5720099" y="3808423"/>
                </a:cubicBezTo>
                <a:cubicBezTo>
                  <a:pt x="5719813" y="3806794"/>
                  <a:pt x="5718259" y="3805701"/>
                  <a:pt x="5716631" y="3805989"/>
                </a:cubicBezTo>
                <a:close/>
                <a:moveTo>
                  <a:pt x="7924646" y="2941787"/>
                </a:moveTo>
                <a:cubicBezTo>
                  <a:pt x="7921887" y="2941403"/>
                  <a:pt x="7919338" y="2943339"/>
                  <a:pt x="7918955" y="2946099"/>
                </a:cubicBezTo>
                <a:cubicBezTo>
                  <a:pt x="7918571" y="2948859"/>
                  <a:pt x="7920508" y="2951407"/>
                  <a:pt x="7923268" y="2951791"/>
                </a:cubicBezTo>
                <a:cubicBezTo>
                  <a:pt x="7923497" y="2951830"/>
                  <a:pt x="7923727" y="2951830"/>
                  <a:pt x="7923957" y="2951830"/>
                </a:cubicBezTo>
                <a:cubicBezTo>
                  <a:pt x="7926448" y="2951830"/>
                  <a:pt x="7928615" y="2950009"/>
                  <a:pt x="7928959" y="2947479"/>
                </a:cubicBezTo>
                <a:cubicBezTo>
                  <a:pt x="7929343" y="2944700"/>
                  <a:pt x="7927406" y="2942170"/>
                  <a:pt x="7924646" y="2941787"/>
                </a:cubicBezTo>
                <a:close/>
                <a:moveTo>
                  <a:pt x="8150531" y="2850772"/>
                </a:moveTo>
                <a:cubicBezTo>
                  <a:pt x="8147272" y="2849947"/>
                  <a:pt x="8143975" y="2851921"/>
                  <a:pt x="8143151" y="2855160"/>
                </a:cubicBezTo>
                <a:cubicBezTo>
                  <a:pt x="8142347" y="2858418"/>
                  <a:pt x="8144302" y="2861715"/>
                  <a:pt x="8147560" y="2862520"/>
                </a:cubicBezTo>
                <a:cubicBezTo>
                  <a:pt x="8148058" y="2862654"/>
                  <a:pt x="8148556" y="2862712"/>
                  <a:pt x="8149054" y="2862712"/>
                </a:cubicBezTo>
                <a:cubicBezTo>
                  <a:pt x="8151756" y="2862711"/>
                  <a:pt x="8154229" y="2860891"/>
                  <a:pt x="8154918" y="2858131"/>
                </a:cubicBezTo>
                <a:cubicBezTo>
                  <a:pt x="8155743" y="2854872"/>
                  <a:pt x="8153788" y="2851576"/>
                  <a:pt x="8150531" y="2850772"/>
                </a:cubicBezTo>
                <a:close/>
                <a:moveTo>
                  <a:pt x="7589791" y="3065768"/>
                </a:moveTo>
                <a:lnTo>
                  <a:pt x="7589791" y="3065787"/>
                </a:lnTo>
                <a:lnTo>
                  <a:pt x="7589800" y="3065776"/>
                </a:lnTo>
                <a:close/>
                <a:moveTo>
                  <a:pt x="7593566" y="3061513"/>
                </a:moveTo>
                <a:lnTo>
                  <a:pt x="7589800" y="3065776"/>
                </a:lnTo>
                <a:lnTo>
                  <a:pt x="7593815" y="3069543"/>
                </a:lnTo>
                <a:cubicBezTo>
                  <a:pt x="7593892" y="3069543"/>
                  <a:pt x="7594065" y="3069543"/>
                  <a:pt x="7594065" y="3069543"/>
                </a:cubicBezTo>
                <a:cubicBezTo>
                  <a:pt x="7596288" y="3069409"/>
                  <a:pt x="7597974" y="3067492"/>
                  <a:pt x="7597840" y="3065269"/>
                </a:cubicBezTo>
                <a:cubicBezTo>
                  <a:pt x="7597686" y="3063066"/>
                  <a:pt x="7595790" y="3061379"/>
                  <a:pt x="7593566" y="3061513"/>
                </a:cubicBezTo>
                <a:close/>
                <a:moveTo>
                  <a:pt x="5618140" y="3823602"/>
                </a:moveTo>
                <a:lnTo>
                  <a:pt x="5618141" y="3823621"/>
                </a:lnTo>
                <a:lnTo>
                  <a:pt x="5618149" y="3823610"/>
                </a:lnTo>
                <a:close/>
                <a:moveTo>
                  <a:pt x="5620748" y="3820268"/>
                </a:moveTo>
                <a:lnTo>
                  <a:pt x="5618149" y="3823610"/>
                </a:lnTo>
                <a:lnTo>
                  <a:pt x="5621111" y="3826227"/>
                </a:lnTo>
                <a:cubicBezTo>
                  <a:pt x="5621225" y="3826227"/>
                  <a:pt x="5621360" y="3826227"/>
                  <a:pt x="5621475" y="3826228"/>
                </a:cubicBezTo>
                <a:cubicBezTo>
                  <a:pt x="5623124" y="3826036"/>
                  <a:pt x="5624293" y="3824541"/>
                  <a:pt x="5624101" y="3822893"/>
                </a:cubicBezTo>
                <a:cubicBezTo>
                  <a:pt x="5623889" y="3821245"/>
                  <a:pt x="5622396" y="3820075"/>
                  <a:pt x="5620748" y="3820268"/>
                </a:cubicBezTo>
                <a:close/>
                <a:moveTo>
                  <a:pt x="8893589" y="2531132"/>
                </a:moveTo>
                <a:cubicBezTo>
                  <a:pt x="8888241" y="2529445"/>
                  <a:pt x="8882549" y="2532415"/>
                  <a:pt x="8880862" y="2537763"/>
                </a:cubicBezTo>
                <a:cubicBezTo>
                  <a:pt x="8879157" y="2543110"/>
                  <a:pt x="8882128" y="2548822"/>
                  <a:pt x="8887474" y="2550508"/>
                </a:cubicBezTo>
                <a:cubicBezTo>
                  <a:pt x="8888491" y="2550834"/>
                  <a:pt x="8889525" y="2550987"/>
                  <a:pt x="8890541" y="2550987"/>
                </a:cubicBezTo>
                <a:cubicBezTo>
                  <a:pt x="8894853" y="2550987"/>
                  <a:pt x="8898859" y="2548208"/>
                  <a:pt x="8900220" y="2543877"/>
                </a:cubicBezTo>
                <a:cubicBezTo>
                  <a:pt x="8901906" y="2538529"/>
                  <a:pt x="8898936" y="2532838"/>
                  <a:pt x="8893589" y="2531132"/>
                </a:cubicBezTo>
                <a:close/>
                <a:moveTo>
                  <a:pt x="9092965" y="2451462"/>
                </a:moveTo>
                <a:cubicBezTo>
                  <a:pt x="9087005" y="2449871"/>
                  <a:pt x="9080871" y="2453417"/>
                  <a:pt x="9079281" y="2459377"/>
                </a:cubicBezTo>
                <a:cubicBezTo>
                  <a:pt x="9077672" y="2465357"/>
                  <a:pt x="9081217" y="2471470"/>
                  <a:pt x="9087197" y="2473080"/>
                </a:cubicBezTo>
                <a:cubicBezTo>
                  <a:pt x="9088155" y="2473330"/>
                  <a:pt x="9089132" y="2473445"/>
                  <a:pt x="9090072" y="2473445"/>
                </a:cubicBezTo>
                <a:cubicBezTo>
                  <a:pt x="9095016" y="2473445"/>
                  <a:pt x="9099539" y="2470148"/>
                  <a:pt x="9100880" y="2465165"/>
                </a:cubicBezTo>
                <a:cubicBezTo>
                  <a:pt x="9102471" y="2459204"/>
                  <a:pt x="9098925" y="2453072"/>
                  <a:pt x="9092965" y="2451462"/>
                </a:cubicBezTo>
                <a:close/>
                <a:moveTo>
                  <a:pt x="4992566" y="4048967"/>
                </a:moveTo>
                <a:cubicBezTo>
                  <a:pt x="4992085" y="4048775"/>
                  <a:pt x="4991512" y="4049004"/>
                  <a:pt x="4991320" y="4049484"/>
                </a:cubicBezTo>
                <a:cubicBezTo>
                  <a:pt x="4991127" y="4049982"/>
                  <a:pt x="4991359" y="4050538"/>
                  <a:pt x="4991837" y="4050748"/>
                </a:cubicBezTo>
                <a:cubicBezTo>
                  <a:pt x="4991953" y="4050806"/>
                  <a:pt x="4992086" y="4050806"/>
                  <a:pt x="4992202" y="4050807"/>
                </a:cubicBezTo>
                <a:cubicBezTo>
                  <a:pt x="4992585" y="4050807"/>
                  <a:pt x="4992929" y="4050596"/>
                  <a:pt x="4993083" y="4050212"/>
                </a:cubicBezTo>
                <a:cubicBezTo>
                  <a:pt x="4993293" y="4049733"/>
                  <a:pt x="4993064" y="4049177"/>
                  <a:pt x="4992566" y="4048967"/>
                </a:cubicBezTo>
                <a:close/>
                <a:moveTo>
                  <a:pt x="8691451" y="2603998"/>
                </a:moveTo>
                <a:cubicBezTo>
                  <a:pt x="8686660" y="2602369"/>
                  <a:pt x="8681485" y="2604918"/>
                  <a:pt x="8679857" y="2609690"/>
                </a:cubicBezTo>
                <a:cubicBezTo>
                  <a:pt x="8678227" y="2614482"/>
                  <a:pt x="8680776" y="2619656"/>
                  <a:pt x="8685548" y="2621285"/>
                </a:cubicBezTo>
                <a:cubicBezTo>
                  <a:pt x="8686526" y="2621630"/>
                  <a:pt x="8687523" y="2621783"/>
                  <a:pt x="8688499" y="2621783"/>
                </a:cubicBezTo>
                <a:cubicBezTo>
                  <a:pt x="8692314" y="2621783"/>
                  <a:pt x="8695859" y="2619388"/>
                  <a:pt x="8697144" y="2615593"/>
                </a:cubicBezTo>
                <a:cubicBezTo>
                  <a:pt x="8698772" y="2610802"/>
                  <a:pt x="8696223" y="2605627"/>
                  <a:pt x="8691451" y="2603998"/>
                </a:cubicBezTo>
                <a:close/>
                <a:moveTo>
                  <a:pt x="7496035" y="3070521"/>
                </a:moveTo>
                <a:cubicBezTo>
                  <a:pt x="7493829" y="3070789"/>
                  <a:pt x="7492259" y="3072802"/>
                  <a:pt x="7492527" y="3075005"/>
                </a:cubicBezTo>
                <a:cubicBezTo>
                  <a:pt x="7492776" y="3077056"/>
                  <a:pt x="7494500" y="3078551"/>
                  <a:pt x="7496514" y="3078551"/>
                </a:cubicBezTo>
                <a:cubicBezTo>
                  <a:pt x="7496666" y="3078551"/>
                  <a:pt x="7496839" y="3078532"/>
                  <a:pt x="7496993" y="3078513"/>
                </a:cubicBezTo>
                <a:cubicBezTo>
                  <a:pt x="7499215" y="3078245"/>
                  <a:pt x="7500787" y="3076251"/>
                  <a:pt x="7500519" y="3074028"/>
                </a:cubicBezTo>
                <a:cubicBezTo>
                  <a:pt x="7500250" y="3071824"/>
                  <a:pt x="7498239" y="3070252"/>
                  <a:pt x="7496035" y="3070521"/>
                </a:cubicBezTo>
                <a:close/>
                <a:moveTo>
                  <a:pt x="5207831" y="3960231"/>
                </a:moveTo>
                <a:cubicBezTo>
                  <a:pt x="5206757" y="3960039"/>
                  <a:pt x="5205722" y="3960768"/>
                  <a:pt x="5205531" y="3961841"/>
                </a:cubicBezTo>
                <a:cubicBezTo>
                  <a:pt x="5205340" y="3962915"/>
                  <a:pt x="5206068" y="3963949"/>
                  <a:pt x="5207141" y="3964141"/>
                </a:cubicBezTo>
                <a:cubicBezTo>
                  <a:pt x="5207256" y="3964179"/>
                  <a:pt x="5207370" y="3964179"/>
                  <a:pt x="5207485" y="3964179"/>
                </a:cubicBezTo>
                <a:cubicBezTo>
                  <a:pt x="5208425" y="3964179"/>
                  <a:pt x="5209269" y="3963489"/>
                  <a:pt x="5209441" y="3962532"/>
                </a:cubicBezTo>
                <a:cubicBezTo>
                  <a:pt x="5209632" y="3961458"/>
                  <a:pt x="5208904" y="3960442"/>
                  <a:pt x="5207831" y="3960231"/>
                </a:cubicBezTo>
                <a:close/>
                <a:moveTo>
                  <a:pt x="7826539" y="2931227"/>
                </a:moveTo>
                <a:cubicBezTo>
                  <a:pt x="7823761" y="2931016"/>
                  <a:pt x="7821346" y="2933086"/>
                  <a:pt x="7821116" y="2935865"/>
                </a:cubicBezTo>
                <a:cubicBezTo>
                  <a:pt x="7820905" y="2938643"/>
                  <a:pt x="7822993" y="2941078"/>
                  <a:pt x="7825773" y="2941289"/>
                </a:cubicBezTo>
                <a:lnTo>
                  <a:pt x="7825773" y="2941308"/>
                </a:lnTo>
                <a:cubicBezTo>
                  <a:pt x="7825907" y="2941308"/>
                  <a:pt x="7826042" y="2941308"/>
                  <a:pt x="7826157" y="2941308"/>
                </a:cubicBezTo>
                <a:cubicBezTo>
                  <a:pt x="7828782" y="2941307"/>
                  <a:pt x="7830985" y="2939295"/>
                  <a:pt x="7831178" y="2936631"/>
                </a:cubicBezTo>
                <a:cubicBezTo>
                  <a:pt x="7831389" y="2933852"/>
                  <a:pt x="7829319" y="2931438"/>
                  <a:pt x="7826539" y="2931227"/>
                </a:cubicBezTo>
                <a:close/>
                <a:moveTo>
                  <a:pt x="8485060" y="2673799"/>
                </a:moveTo>
                <a:cubicBezTo>
                  <a:pt x="8480824" y="2672381"/>
                  <a:pt x="8476226" y="2674680"/>
                  <a:pt x="8474806" y="2678916"/>
                </a:cubicBezTo>
                <a:cubicBezTo>
                  <a:pt x="8473369" y="2683170"/>
                  <a:pt x="8475670" y="2687770"/>
                  <a:pt x="8479905" y="2689189"/>
                </a:cubicBezTo>
                <a:cubicBezTo>
                  <a:pt x="8480766" y="2689476"/>
                  <a:pt x="8481630" y="2689610"/>
                  <a:pt x="8482492" y="2689610"/>
                </a:cubicBezTo>
                <a:cubicBezTo>
                  <a:pt x="8485885" y="2689610"/>
                  <a:pt x="8489046" y="2687464"/>
                  <a:pt x="8490177" y="2684072"/>
                </a:cubicBezTo>
                <a:cubicBezTo>
                  <a:pt x="8491595" y="2679817"/>
                  <a:pt x="8489314" y="2675217"/>
                  <a:pt x="8485060" y="2673799"/>
                </a:cubicBezTo>
                <a:close/>
                <a:moveTo>
                  <a:pt x="5524268" y="3829255"/>
                </a:moveTo>
                <a:cubicBezTo>
                  <a:pt x="5522602" y="3829352"/>
                  <a:pt x="5521356" y="3830769"/>
                  <a:pt x="5521451" y="3832437"/>
                </a:cubicBezTo>
                <a:cubicBezTo>
                  <a:pt x="5521547" y="3834028"/>
                  <a:pt x="5522889" y="3835254"/>
                  <a:pt x="5524461" y="3835254"/>
                </a:cubicBezTo>
                <a:cubicBezTo>
                  <a:pt x="5524517" y="3835254"/>
                  <a:pt x="5524633" y="3835236"/>
                  <a:pt x="5524633" y="3835236"/>
                </a:cubicBezTo>
                <a:cubicBezTo>
                  <a:pt x="5526301" y="3835139"/>
                  <a:pt x="5527546" y="3833702"/>
                  <a:pt x="5527451" y="3832053"/>
                </a:cubicBezTo>
                <a:cubicBezTo>
                  <a:pt x="5527355" y="3830406"/>
                  <a:pt x="5525916" y="3829140"/>
                  <a:pt x="5524268" y="3829255"/>
                </a:cubicBezTo>
                <a:close/>
                <a:moveTo>
                  <a:pt x="8273093" y="2746128"/>
                </a:moveTo>
                <a:cubicBezTo>
                  <a:pt x="8269336" y="2745035"/>
                  <a:pt x="8265388" y="2747201"/>
                  <a:pt x="8264295" y="2750958"/>
                </a:cubicBezTo>
                <a:cubicBezTo>
                  <a:pt x="8263203" y="2754714"/>
                  <a:pt x="8265369" y="2758643"/>
                  <a:pt x="8269125" y="2759754"/>
                </a:cubicBezTo>
                <a:cubicBezTo>
                  <a:pt x="8269777" y="2759947"/>
                  <a:pt x="8270448" y="2760042"/>
                  <a:pt x="8271099" y="2760042"/>
                </a:cubicBezTo>
                <a:cubicBezTo>
                  <a:pt x="8274184" y="2760042"/>
                  <a:pt x="8277021" y="2758030"/>
                  <a:pt x="8277922" y="2754925"/>
                </a:cubicBezTo>
                <a:cubicBezTo>
                  <a:pt x="8279014" y="2751169"/>
                  <a:pt x="8276848" y="2747220"/>
                  <a:pt x="8273093" y="2746128"/>
                </a:cubicBezTo>
                <a:close/>
                <a:moveTo>
                  <a:pt x="7399153" y="3084971"/>
                </a:moveTo>
                <a:cubicBezTo>
                  <a:pt x="7396968" y="3085355"/>
                  <a:pt x="7395512" y="3087443"/>
                  <a:pt x="7395896" y="3089629"/>
                </a:cubicBezTo>
                <a:cubicBezTo>
                  <a:pt x="7396240" y="3091583"/>
                  <a:pt x="7397927" y="3092964"/>
                  <a:pt x="7399863" y="3092964"/>
                </a:cubicBezTo>
                <a:cubicBezTo>
                  <a:pt x="7400093" y="3092964"/>
                  <a:pt x="7400322" y="3092944"/>
                  <a:pt x="7400552" y="3092886"/>
                </a:cubicBezTo>
                <a:cubicBezTo>
                  <a:pt x="7402737" y="3092503"/>
                  <a:pt x="7404213" y="3090414"/>
                  <a:pt x="7403811" y="3088230"/>
                </a:cubicBezTo>
                <a:cubicBezTo>
                  <a:pt x="7403427" y="3086044"/>
                  <a:pt x="7401338" y="3084588"/>
                  <a:pt x="7399153" y="3084971"/>
                </a:cubicBezTo>
                <a:close/>
                <a:moveTo>
                  <a:pt x="8053764" y="2828654"/>
                </a:moveTo>
                <a:cubicBezTo>
                  <a:pt x="8050468" y="2827983"/>
                  <a:pt x="8047267" y="2830092"/>
                  <a:pt x="8046596" y="2833389"/>
                </a:cubicBezTo>
                <a:cubicBezTo>
                  <a:pt x="8045926" y="2836666"/>
                  <a:pt x="8048053" y="2839866"/>
                  <a:pt x="8051350" y="2840537"/>
                </a:cubicBezTo>
                <a:cubicBezTo>
                  <a:pt x="8051753" y="2840633"/>
                  <a:pt x="8052155" y="2840671"/>
                  <a:pt x="8052557" y="2840671"/>
                </a:cubicBezTo>
                <a:cubicBezTo>
                  <a:pt x="8055393" y="2840671"/>
                  <a:pt x="8057904" y="2838678"/>
                  <a:pt x="8058499" y="2835803"/>
                </a:cubicBezTo>
                <a:cubicBezTo>
                  <a:pt x="8059168" y="2832507"/>
                  <a:pt x="8057042" y="2829306"/>
                  <a:pt x="8053764" y="2828654"/>
                </a:cubicBezTo>
                <a:close/>
                <a:moveTo>
                  <a:pt x="7303154" y="3104328"/>
                </a:moveTo>
                <a:cubicBezTo>
                  <a:pt x="7300989" y="3104826"/>
                  <a:pt x="7299627" y="3106973"/>
                  <a:pt x="7300126" y="3109139"/>
                </a:cubicBezTo>
                <a:cubicBezTo>
                  <a:pt x="7300548" y="3111017"/>
                  <a:pt x="7302215" y="3112281"/>
                  <a:pt x="7304055" y="3112282"/>
                </a:cubicBezTo>
                <a:cubicBezTo>
                  <a:pt x="7304343" y="3112282"/>
                  <a:pt x="7304630" y="3112244"/>
                  <a:pt x="7304937" y="3112186"/>
                </a:cubicBezTo>
                <a:cubicBezTo>
                  <a:pt x="7307103" y="3111688"/>
                  <a:pt x="7308463" y="3109522"/>
                  <a:pt x="7307964" y="3107357"/>
                </a:cubicBezTo>
                <a:cubicBezTo>
                  <a:pt x="7307485" y="3105191"/>
                  <a:pt x="7305319" y="3103830"/>
                  <a:pt x="7303154" y="3104328"/>
                </a:cubicBezTo>
                <a:close/>
                <a:moveTo>
                  <a:pt x="5427427" y="3832188"/>
                </a:moveTo>
                <a:cubicBezTo>
                  <a:pt x="5425779" y="3832188"/>
                  <a:pt x="5424418" y="3833529"/>
                  <a:pt x="5424418" y="3835177"/>
                </a:cubicBezTo>
                <a:cubicBezTo>
                  <a:pt x="5424418" y="3836845"/>
                  <a:pt x="5425740" y="3838186"/>
                  <a:pt x="5427408" y="3838186"/>
                </a:cubicBezTo>
                <a:lnTo>
                  <a:pt x="5427427" y="3838186"/>
                </a:lnTo>
                <a:cubicBezTo>
                  <a:pt x="5429076" y="3838186"/>
                  <a:pt x="5430417" y="3836845"/>
                  <a:pt x="5430417" y="3835197"/>
                </a:cubicBezTo>
                <a:cubicBezTo>
                  <a:pt x="5430417" y="3833548"/>
                  <a:pt x="5429094" y="3832188"/>
                  <a:pt x="5427427" y="3832188"/>
                </a:cubicBezTo>
                <a:close/>
                <a:moveTo>
                  <a:pt x="6209218" y="3524490"/>
                </a:moveTo>
                <a:cubicBezTo>
                  <a:pt x="6207128" y="3525276"/>
                  <a:pt x="6206074" y="3527594"/>
                  <a:pt x="6206860" y="3529683"/>
                </a:cubicBezTo>
                <a:cubicBezTo>
                  <a:pt x="6207473" y="3531293"/>
                  <a:pt x="6209007" y="3532290"/>
                  <a:pt x="6210635" y="3532290"/>
                </a:cubicBezTo>
                <a:cubicBezTo>
                  <a:pt x="6211115" y="3532290"/>
                  <a:pt x="6211593" y="3532194"/>
                  <a:pt x="6212054" y="3532021"/>
                </a:cubicBezTo>
                <a:cubicBezTo>
                  <a:pt x="6214124" y="3531236"/>
                  <a:pt x="6215178" y="3528916"/>
                  <a:pt x="6214392" y="3526828"/>
                </a:cubicBezTo>
                <a:cubicBezTo>
                  <a:pt x="6213607" y="3524758"/>
                  <a:pt x="6211287" y="3523704"/>
                  <a:pt x="6209218" y="3524490"/>
                </a:cubicBezTo>
                <a:close/>
                <a:moveTo>
                  <a:pt x="6300118" y="3488804"/>
                </a:moveTo>
                <a:cubicBezTo>
                  <a:pt x="6298067" y="3489647"/>
                  <a:pt x="6297071" y="3492005"/>
                  <a:pt x="6297914" y="3494054"/>
                </a:cubicBezTo>
                <a:cubicBezTo>
                  <a:pt x="6298547" y="3495608"/>
                  <a:pt x="6300061" y="3496566"/>
                  <a:pt x="6301632" y="3496566"/>
                </a:cubicBezTo>
                <a:cubicBezTo>
                  <a:pt x="6302150" y="3496566"/>
                  <a:pt x="6302667" y="3496470"/>
                  <a:pt x="6303166" y="3496259"/>
                </a:cubicBezTo>
                <a:cubicBezTo>
                  <a:pt x="6305216" y="3495435"/>
                  <a:pt x="6306213" y="3493078"/>
                  <a:pt x="6305370" y="3491027"/>
                </a:cubicBezTo>
                <a:cubicBezTo>
                  <a:pt x="6304527" y="3488957"/>
                  <a:pt x="6302188" y="3487960"/>
                  <a:pt x="6300118" y="3488804"/>
                </a:cubicBezTo>
                <a:close/>
                <a:moveTo>
                  <a:pt x="6117377" y="3557665"/>
                </a:moveTo>
                <a:cubicBezTo>
                  <a:pt x="6115269" y="3558393"/>
                  <a:pt x="6114157" y="3560674"/>
                  <a:pt x="6114885" y="3562782"/>
                </a:cubicBezTo>
                <a:cubicBezTo>
                  <a:pt x="6115461" y="3564449"/>
                  <a:pt x="6117013" y="3565503"/>
                  <a:pt x="6118681" y="3565503"/>
                </a:cubicBezTo>
                <a:cubicBezTo>
                  <a:pt x="6119122" y="3565503"/>
                  <a:pt x="6119562" y="3565427"/>
                  <a:pt x="6120003" y="3565273"/>
                </a:cubicBezTo>
                <a:cubicBezTo>
                  <a:pt x="6122111" y="3564545"/>
                  <a:pt x="6123222" y="3562264"/>
                  <a:pt x="6122494" y="3560157"/>
                </a:cubicBezTo>
                <a:cubicBezTo>
                  <a:pt x="6121766" y="3558048"/>
                  <a:pt x="6119485" y="3556936"/>
                  <a:pt x="6117377" y="3557665"/>
                </a:cubicBezTo>
                <a:close/>
                <a:moveTo>
                  <a:pt x="6390099" y="3450895"/>
                </a:moveTo>
                <a:cubicBezTo>
                  <a:pt x="6388068" y="3451777"/>
                  <a:pt x="6387129" y="3454152"/>
                  <a:pt x="6388011" y="3456185"/>
                </a:cubicBezTo>
                <a:cubicBezTo>
                  <a:pt x="6388662" y="3457698"/>
                  <a:pt x="6390157" y="3458619"/>
                  <a:pt x="6391709" y="3458619"/>
                </a:cubicBezTo>
                <a:cubicBezTo>
                  <a:pt x="6392246" y="3458619"/>
                  <a:pt x="6392782" y="3458504"/>
                  <a:pt x="6393301" y="3458274"/>
                </a:cubicBezTo>
                <a:cubicBezTo>
                  <a:pt x="6395351" y="3457392"/>
                  <a:pt x="6396270" y="3455015"/>
                  <a:pt x="6395389" y="3452983"/>
                </a:cubicBezTo>
                <a:cubicBezTo>
                  <a:pt x="6394507" y="3450933"/>
                  <a:pt x="6392131" y="3449994"/>
                  <a:pt x="6390099" y="3450895"/>
                </a:cubicBezTo>
                <a:close/>
                <a:moveTo>
                  <a:pt x="7727972" y="2926762"/>
                </a:moveTo>
                <a:cubicBezTo>
                  <a:pt x="7725174" y="2926723"/>
                  <a:pt x="7722893" y="2928946"/>
                  <a:pt x="7722855" y="2931725"/>
                </a:cubicBezTo>
                <a:cubicBezTo>
                  <a:pt x="7722798" y="2934523"/>
                  <a:pt x="7725040" y="2936804"/>
                  <a:pt x="7727820" y="2936842"/>
                </a:cubicBezTo>
                <a:lnTo>
                  <a:pt x="7727896" y="2936842"/>
                </a:lnTo>
                <a:cubicBezTo>
                  <a:pt x="7730656" y="2936842"/>
                  <a:pt x="7732898" y="2934638"/>
                  <a:pt x="7732937" y="2931879"/>
                </a:cubicBezTo>
                <a:cubicBezTo>
                  <a:pt x="7732975" y="2929080"/>
                  <a:pt x="7730752" y="2926799"/>
                  <a:pt x="7727972" y="2926762"/>
                </a:cubicBezTo>
                <a:close/>
                <a:moveTo>
                  <a:pt x="7208151" y="3128055"/>
                </a:moveTo>
                <a:cubicBezTo>
                  <a:pt x="7206005" y="3128649"/>
                  <a:pt x="7204741" y="3130853"/>
                  <a:pt x="7205334" y="3133019"/>
                </a:cubicBezTo>
                <a:cubicBezTo>
                  <a:pt x="7205814" y="3134801"/>
                  <a:pt x="7207443" y="3135970"/>
                  <a:pt x="7209206" y="3135970"/>
                </a:cubicBezTo>
                <a:cubicBezTo>
                  <a:pt x="7209570" y="3135970"/>
                  <a:pt x="7209915" y="3135933"/>
                  <a:pt x="7210279" y="3135836"/>
                </a:cubicBezTo>
                <a:cubicBezTo>
                  <a:pt x="7212425" y="3135242"/>
                  <a:pt x="7213691" y="3133038"/>
                  <a:pt x="7213096" y="3130892"/>
                </a:cubicBezTo>
                <a:cubicBezTo>
                  <a:pt x="7212522" y="3128745"/>
                  <a:pt x="7210298" y="3127480"/>
                  <a:pt x="7208151" y="3128055"/>
                </a:cubicBezTo>
                <a:close/>
                <a:moveTo>
                  <a:pt x="6479601" y="3411663"/>
                </a:moveTo>
                <a:cubicBezTo>
                  <a:pt x="6477551" y="3412565"/>
                  <a:pt x="6476650" y="3414940"/>
                  <a:pt x="6477551" y="3416972"/>
                </a:cubicBezTo>
                <a:cubicBezTo>
                  <a:pt x="6478202" y="3418486"/>
                  <a:pt x="6479678" y="3419387"/>
                  <a:pt x="6481231" y="3419387"/>
                </a:cubicBezTo>
                <a:cubicBezTo>
                  <a:pt x="6481767" y="3419387"/>
                  <a:pt x="6482323" y="3419272"/>
                  <a:pt x="6482859" y="3419042"/>
                </a:cubicBezTo>
                <a:cubicBezTo>
                  <a:pt x="6484910" y="3418141"/>
                  <a:pt x="6485810" y="3415764"/>
                  <a:pt x="6484910" y="3413733"/>
                </a:cubicBezTo>
                <a:cubicBezTo>
                  <a:pt x="6484009" y="3411702"/>
                  <a:pt x="6481633" y="3410782"/>
                  <a:pt x="6479601" y="3411663"/>
                </a:cubicBezTo>
                <a:close/>
                <a:moveTo>
                  <a:pt x="6024598" y="3588042"/>
                </a:moveTo>
                <a:cubicBezTo>
                  <a:pt x="6022471" y="3588713"/>
                  <a:pt x="6021282" y="3590954"/>
                  <a:pt x="6021953" y="3593082"/>
                </a:cubicBezTo>
                <a:cubicBezTo>
                  <a:pt x="6022490" y="3594807"/>
                  <a:pt x="6024081" y="3595919"/>
                  <a:pt x="6025786" y="3595919"/>
                </a:cubicBezTo>
                <a:cubicBezTo>
                  <a:pt x="6026189" y="3595919"/>
                  <a:pt x="6026591" y="3595860"/>
                  <a:pt x="6026993" y="3595746"/>
                </a:cubicBezTo>
                <a:cubicBezTo>
                  <a:pt x="6029102" y="3595075"/>
                  <a:pt x="6030289" y="3592833"/>
                  <a:pt x="6029639" y="3590706"/>
                </a:cubicBezTo>
                <a:cubicBezTo>
                  <a:pt x="6028987" y="3588578"/>
                  <a:pt x="6026725" y="3587390"/>
                  <a:pt x="6024598" y="3588042"/>
                </a:cubicBezTo>
                <a:close/>
                <a:moveTo>
                  <a:pt x="6568988" y="3372106"/>
                </a:moveTo>
                <a:cubicBezTo>
                  <a:pt x="6566938" y="3373006"/>
                  <a:pt x="6566038" y="3375383"/>
                  <a:pt x="6566918" y="3377415"/>
                </a:cubicBezTo>
                <a:cubicBezTo>
                  <a:pt x="6567589" y="3378910"/>
                  <a:pt x="6569065" y="3379811"/>
                  <a:pt x="6570617" y="3379811"/>
                </a:cubicBezTo>
                <a:cubicBezTo>
                  <a:pt x="6571155" y="3379811"/>
                  <a:pt x="6571710" y="3379696"/>
                  <a:pt x="6572246" y="3379466"/>
                </a:cubicBezTo>
                <a:cubicBezTo>
                  <a:pt x="6574277" y="3378565"/>
                  <a:pt x="6575178" y="3376189"/>
                  <a:pt x="6574278" y="3374157"/>
                </a:cubicBezTo>
                <a:cubicBezTo>
                  <a:pt x="6573396" y="3372106"/>
                  <a:pt x="6571019" y="3371205"/>
                  <a:pt x="6568988" y="3372106"/>
                </a:cubicBezTo>
                <a:close/>
                <a:moveTo>
                  <a:pt x="5113997" y="3939015"/>
                </a:moveTo>
                <a:cubicBezTo>
                  <a:pt x="5112943" y="3938728"/>
                  <a:pt x="5111850" y="3939341"/>
                  <a:pt x="5111563" y="3940395"/>
                </a:cubicBezTo>
                <a:cubicBezTo>
                  <a:pt x="5111256" y="3941450"/>
                  <a:pt x="5111869" y="3942542"/>
                  <a:pt x="5112942" y="3942830"/>
                </a:cubicBezTo>
                <a:cubicBezTo>
                  <a:pt x="5113115" y="3942906"/>
                  <a:pt x="5113288" y="3942906"/>
                  <a:pt x="5113461" y="3942906"/>
                </a:cubicBezTo>
                <a:cubicBezTo>
                  <a:pt x="5114342" y="3942906"/>
                  <a:pt x="5115128" y="3942331"/>
                  <a:pt x="5115378" y="3941469"/>
                </a:cubicBezTo>
                <a:cubicBezTo>
                  <a:pt x="5115665" y="3940395"/>
                  <a:pt x="5115051" y="3939322"/>
                  <a:pt x="5113997" y="3939015"/>
                </a:cubicBezTo>
                <a:close/>
                <a:moveTo>
                  <a:pt x="8994953" y="2423614"/>
                </a:moveTo>
                <a:cubicBezTo>
                  <a:pt x="8989050" y="2421852"/>
                  <a:pt x="8982803" y="2425205"/>
                  <a:pt x="8981040" y="2431128"/>
                </a:cubicBezTo>
                <a:cubicBezTo>
                  <a:pt x="8979277" y="2437030"/>
                  <a:pt x="8982631" y="2443259"/>
                  <a:pt x="8988534" y="2445041"/>
                </a:cubicBezTo>
                <a:cubicBezTo>
                  <a:pt x="8989606" y="2445348"/>
                  <a:pt x="8990680" y="2445502"/>
                  <a:pt x="8991753" y="2445502"/>
                </a:cubicBezTo>
                <a:cubicBezTo>
                  <a:pt x="8996564" y="2445502"/>
                  <a:pt x="9001010" y="2442377"/>
                  <a:pt x="9002447" y="2437529"/>
                </a:cubicBezTo>
                <a:cubicBezTo>
                  <a:pt x="9004230" y="2431626"/>
                  <a:pt x="9000876" y="2425377"/>
                  <a:pt x="8994953" y="2423614"/>
                </a:cubicBezTo>
                <a:close/>
                <a:moveTo>
                  <a:pt x="8797148" y="2499758"/>
                </a:moveTo>
                <a:cubicBezTo>
                  <a:pt x="8791840" y="2497975"/>
                  <a:pt x="8786071" y="2500850"/>
                  <a:pt x="8784308" y="2506178"/>
                </a:cubicBezTo>
                <a:cubicBezTo>
                  <a:pt x="8782525" y="2511488"/>
                  <a:pt x="8785400" y="2517256"/>
                  <a:pt x="8790728" y="2519019"/>
                </a:cubicBezTo>
                <a:cubicBezTo>
                  <a:pt x="8791783" y="2519384"/>
                  <a:pt x="8792874" y="2519556"/>
                  <a:pt x="8793929" y="2519556"/>
                </a:cubicBezTo>
                <a:cubicBezTo>
                  <a:pt x="8798183" y="2519556"/>
                  <a:pt x="8802151" y="2516853"/>
                  <a:pt x="8803569" y="2512598"/>
                </a:cubicBezTo>
                <a:cubicBezTo>
                  <a:pt x="8805351" y="2507290"/>
                  <a:pt x="8802476" y="2501521"/>
                  <a:pt x="8797148" y="2499758"/>
                </a:cubicBezTo>
                <a:close/>
                <a:moveTo>
                  <a:pt x="7114223" y="3155634"/>
                </a:moveTo>
                <a:cubicBezTo>
                  <a:pt x="7112096" y="3156305"/>
                  <a:pt x="7110907" y="3158547"/>
                  <a:pt x="7111578" y="3160674"/>
                </a:cubicBezTo>
                <a:cubicBezTo>
                  <a:pt x="7112114" y="3162399"/>
                  <a:pt x="7113705" y="3163492"/>
                  <a:pt x="7115411" y="3163492"/>
                </a:cubicBezTo>
                <a:cubicBezTo>
                  <a:pt x="7115814" y="3163492"/>
                  <a:pt x="7116216" y="3163434"/>
                  <a:pt x="7116618" y="3163319"/>
                </a:cubicBezTo>
                <a:cubicBezTo>
                  <a:pt x="7118745" y="3162648"/>
                  <a:pt x="7119934" y="3160387"/>
                  <a:pt x="7119263" y="3158259"/>
                </a:cubicBezTo>
                <a:cubicBezTo>
                  <a:pt x="7118592" y="3156151"/>
                  <a:pt x="7116331" y="3154963"/>
                  <a:pt x="7114223" y="3155634"/>
                </a:cubicBezTo>
                <a:close/>
                <a:moveTo>
                  <a:pt x="6658433" y="3332664"/>
                </a:moveTo>
                <a:cubicBezTo>
                  <a:pt x="6656401" y="3333564"/>
                  <a:pt x="6655482" y="3335941"/>
                  <a:pt x="6656363" y="3337973"/>
                </a:cubicBezTo>
                <a:cubicBezTo>
                  <a:pt x="6657034" y="3339487"/>
                  <a:pt x="6658510" y="3340387"/>
                  <a:pt x="6660061" y="3340387"/>
                </a:cubicBezTo>
                <a:cubicBezTo>
                  <a:pt x="6660599" y="3340387"/>
                  <a:pt x="6661135" y="3340273"/>
                  <a:pt x="6661672" y="3340042"/>
                </a:cubicBezTo>
                <a:cubicBezTo>
                  <a:pt x="6663704" y="3339161"/>
                  <a:pt x="6664642" y="3336784"/>
                  <a:pt x="6663742" y="3334753"/>
                </a:cubicBezTo>
                <a:cubicBezTo>
                  <a:pt x="6662840" y="3332702"/>
                  <a:pt x="6660484" y="3331782"/>
                  <a:pt x="6658433" y="3332664"/>
                </a:cubicBezTo>
                <a:close/>
                <a:moveTo>
                  <a:pt x="5930881" y="3615314"/>
                </a:moveTo>
                <a:cubicBezTo>
                  <a:pt x="5928753" y="3615889"/>
                  <a:pt x="5927469" y="3618093"/>
                  <a:pt x="5928062" y="3620239"/>
                </a:cubicBezTo>
                <a:cubicBezTo>
                  <a:pt x="5928542" y="3622041"/>
                  <a:pt x="5930171" y="3623210"/>
                  <a:pt x="5931954" y="3623209"/>
                </a:cubicBezTo>
                <a:cubicBezTo>
                  <a:pt x="5932298" y="3623210"/>
                  <a:pt x="5932643" y="3623171"/>
                  <a:pt x="5933007" y="3623076"/>
                </a:cubicBezTo>
                <a:cubicBezTo>
                  <a:pt x="5935134" y="3622482"/>
                  <a:pt x="5936419" y="3620278"/>
                  <a:pt x="5935825" y="3618131"/>
                </a:cubicBezTo>
                <a:cubicBezTo>
                  <a:pt x="5935249" y="3615985"/>
                  <a:pt x="5933028" y="3614720"/>
                  <a:pt x="5930881" y="3615314"/>
                </a:cubicBezTo>
                <a:close/>
                <a:moveTo>
                  <a:pt x="6748203" y="3293873"/>
                </a:moveTo>
                <a:cubicBezTo>
                  <a:pt x="6746153" y="3294755"/>
                  <a:pt x="6745213" y="3297112"/>
                  <a:pt x="6746076" y="3299163"/>
                </a:cubicBezTo>
                <a:cubicBezTo>
                  <a:pt x="6746728" y="3300677"/>
                  <a:pt x="6748222" y="3301597"/>
                  <a:pt x="6749794" y="3301597"/>
                </a:cubicBezTo>
                <a:cubicBezTo>
                  <a:pt x="6750312" y="3301597"/>
                  <a:pt x="6750848" y="3301501"/>
                  <a:pt x="6751365" y="3301290"/>
                </a:cubicBezTo>
                <a:cubicBezTo>
                  <a:pt x="6753397" y="3300408"/>
                  <a:pt x="6754355" y="3298051"/>
                  <a:pt x="6753492" y="3296001"/>
                </a:cubicBezTo>
                <a:cubicBezTo>
                  <a:pt x="6752611" y="3293950"/>
                  <a:pt x="6750253" y="3293010"/>
                  <a:pt x="6748203" y="3293873"/>
                </a:cubicBezTo>
                <a:close/>
                <a:moveTo>
                  <a:pt x="7021327" y="3186528"/>
                </a:moveTo>
                <a:cubicBezTo>
                  <a:pt x="7019220" y="3187256"/>
                  <a:pt x="7018127" y="3189557"/>
                  <a:pt x="7018855" y="3191645"/>
                </a:cubicBezTo>
                <a:cubicBezTo>
                  <a:pt x="7019450" y="3193293"/>
                  <a:pt x="7021003" y="3194329"/>
                  <a:pt x="7022651" y="3194329"/>
                </a:cubicBezTo>
                <a:cubicBezTo>
                  <a:pt x="7023110" y="3194329"/>
                  <a:pt x="7023551" y="3194271"/>
                  <a:pt x="7023992" y="3194118"/>
                </a:cubicBezTo>
                <a:cubicBezTo>
                  <a:pt x="7026081" y="3193370"/>
                  <a:pt x="7027192" y="3191089"/>
                  <a:pt x="7026465" y="3188981"/>
                </a:cubicBezTo>
                <a:cubicBezTo>
                  <a:pt x="7025716" y="3186873"/>
                  <a:pt x="7023417" y="3185781"/>
                  <a:pt x="7021327" y="3186528"/>
                </a:cubicBezTo>
                <a:close/>
                <a:moveTo>
                  <a:pt x="8595950" y="2571340"/>
                </a:moveTo>
                <a:cubicBezTo>
                  <a:pt x="8591178" y="2569711"/>
                  <a:pt x="8585985" y="2572261"/>
                  <a:pt x="8584355" y="2577033"/>
                </a:cubicBezTo>
                <a:cubicBezTo>
                  <a:pt x="8582708" y="2581805"/>
                  <a:pt x="8585256" y="2586999"/>
                  <a:pt x="8590028" y="2588627"/>
                </a:cubicBezTo>
                <a:cubicBezTo>
                  <a:pt x="8591005" y="2588953"/>
                  <a:pt x="8592002" y="2589126"/>
                  <a:pt x="8592980" y="2589126"/>
                </a:cubicBezTo>
                <a:cubicBezTo>
                  <a:pt x="8596775" y="2589126"/>
                  <a:pt x="8600339" y="2586730"/>
                  <a:pt x="8601643" y="2582936"/>
                </a:cubicBezTo>
                <a:cubicBezTo>
                  <a:pt x="8603272" y="2578163"/>
                  <a:pt x="8600723" y="2572969"/>
                  <a:pt x="8595950" y="2571340"/>
                </a:cubicBezTo>
                <a:close/>
                <a:moveTo>
                  <a:pt x="6838490" y="3256232"/>
                </a:moveTo>
                <a:cubicBezTo>
                  <a:pt x="6836420" y="3257075"/>
                  <a:pt x="6835425" y="3259413"/>
                  <a:pt x="6836269" y="3261464"/>
                </a:cubicBezTo>
                <a:cubicBezTo>
                  <a:pt x="6836900" y="3263037"/>
                  <a:pt x="6838414" y="3263975"/>
                  <a:pt x="6840005" y="3263975"/>
                </a:cubicBezTo>
                <a:cubicBezTo>
                  <a:pt x="6840504" y="3263975"/>
                  <a:pt x="6841021" y="3263880"/>
                  <a:pt x="6841519" y="3263687"/>
                </a:cubicBezTo>
                <a:cubicBezTo>
                  <a:pt x="6843569" y="3262844"/>
                  <a:pt x="6844566" y="3260487"/>
                  <a:pt x="6843723" y="3258437"/>
                </a:cubicBezTo>
                <a:cubicBezTo>
                  <a:pt x="6842880" y="3256386"/>
                  <a:pt x="6840543" y="3255389"/>
                  <a:pt x="6838490" y="3256232"/>
                </a:cubicBezTo>
                <a:close/>
                <a:moveTo>
                  <a:pt x="6929469" y="3220240"/>
                </a:moveTo>
                <a:cubicBezTo>
                  <a:pt x="6927379" y="3221045"/>
                  <a:pt x="6926345" y="3223364"/>
                  <a:pt x="6927150" y="3225453"/>
                </a:cubicBezTo>
                <a:cubicBezTo>
                  <a:pt x="6927745" y="3227044"/>
                  <a:pt x="6929277" y="3228041"/>
                  <a:pt x="6930906" y="3228041"/>
                </a:cubicBezTo>
                <a:cubicBezTo>
                  <a:pt x="6931385" y="3228041"/>
                  <a:pt x="6931865" y="3227945"/>
                  <a:pt x="6932343" y="3227772"/>
                </a:cubicBezTo>
                <a:cubicBezTo>
                  <a:pt x="6934414" y="3226967"/>
                  <a:pt x="6935449" y="3224648"/>
                  <a:pt x="6934663" y="3222578"/>
                </a:cubicBezTo>
                <a:cubicBezTo>
                  <a:pt x="6933858" y="3220489"/>
                  <a:pt x="6931539" y="3219454"/>
                  <a:pt x="6929469" y="3220240"/>
                </a:cubicBezTo>
                <a:close/>
                <a:moveTo>
                  <a:pt x="9180926" y="2341273"/>
                </a:moveTo>
                <a:cubicBezTo>
                  <a:pt x="9178255" y="2342890"/>
                  <a:pt x="9176200" y="2345525"/>
                  <a:pt x="9175395" y="2348793"/>
                </a:cubicBezTo>
                <a:cubicBezTo>
                  <a:pt x="9173785" y="2355328"/>
                  <a:pt x="9177772" y="2361940"/>
                  <a:pt x="9184326" y="2363550"/>
                </a:cubicBezTo>
                <a:cubicBezTo>
                  <a:pt x="9185303" y="2363800"/>
                  <a:pt x="9186281" y="2363915"/>
                  <a:pt x="9187239" y="2363915"/>
                </a:cubicBezTo>
                <a:cubicBezTo>
                  <a:pt x="9192720" y="2363915"/>
                  <a:pt x="9197723" y="2360196"/>
                  <a:pt x="9199083" y="2354639"/>
                </a:cubicBezTo>
                <a:cubicBezTo>
                  <a:pt x="9200693" y="2348084"/>
                  <a:pt x="9196687" y="2341472"/>
                  <a:pt x="9190152" y="2339862"/>
                </a:cubicBezTo>
                <a:cubicBezTo>
                  <a:pt x="9186884" y="2339057"/>
                  <a:pt x="9183597" y="2339656"/>
                  <a:pt x="9180926" y="2341273"/>
                </a:cubicBezTo>
                <a:close/>
                <a:moveTo>
                  <a:pt x="4904943" y="4008126"/>
                </a:moveTo>
                <a:cubicBezTo>
                  <a:pt x="4904692" y="4008586"/>
                  <a:pt x="4904864" y="4009180"/>
                  <a:pt x="4905324" y="4009429"/>
                </a:cubicBezTo>
                <a:cubicBezTo>
                  <a:pt x="4905478" y="4009505"/>
                  <a:pt x="4905631" y="4009544"/>
                  <a:pt x="4905785" y="4009544"/>
                </a:cubicBezTo>
                <a:cubicBezTo>
                  <a:pt x="4906129" y="4009544"/>
                  <a:pt x="4906457" y="4009371"/>
                  <a:pt x="4906629" y="4009045"/>
                </a:cubicBezTo>
                <a:cubicBezTo>
                  <a:pt x="4906877" y="4008585"/>
                  <a:pt x="4906704" y="4008011"/>
                  <a:pt x="4906244" y="4007743"/>
                </a:cubicBezTo>
                <a:cubicBezTo>
                  <a:pt x="4905784" y="4007493"/>
                  <a:pt x="4905190" y="4007665"/>
                  <a:pt x="4904943" y="4008126"/>
                </a:cubicBezTo>
                <a:close/>
                <a:moveTo>
                  <a:pt x="8389617" y="2642598"/>
                </a:moveTo>
                <a:cubicBezTo>
                  <a:pt x="8385343" y="2641256"/>
                  <a:pt x="8380781" y="2643613"/>
                  <a:pt x="8379440" y="2647887"/>
                </a:cubicBezTo>
                <a:cubicBezTo>
                  <a:pt x="8378080" y="2652161"/>
                  <a:pt x="8380437" y="2656723"/>
                  <a:pt x="8384711" y="2658084"/>
                </a:cubicBezTo>
                <a:cubicBezTo>
                  <a:pt x="8385534" y="2658332"/>
                  <a:pt x="8386359" y="2658467"/>
                  <a:pt x="8387163" y="2658467"/>
                </a:cubicBezTo>
                <a:cubicBezTo>
                  <a:pt x="8390613" y="2658467"/>
                  <a:pt x="8393795" y="2656244"/>
                  <a:pt x="8394907" y="2652793"/>
                </a:cubicBezTo>
                <a:cubicBezTo>
                  <a:pt x="8396249" y="2648520"/>
                  <a:pt x="8393891" y="2643958"/>
                  <a:pt x="8389617" y="2642598"/>
                </a:cubicBezTo>
                <a:close/>
                <a:moveTo>
                  <a:pt x="7955906" y="2811617"/>
                </a:moveTo>
                <a:cubicBezTo>
                  <a:pt x="7952590" y="2811137"/>
                  <a:pt x="7949505" y="2813437"/>
                  <a:pt x="7949026" y="2816753"/>
                </a:cubicBezTo>
                <a:cubicBezTo>
                  <a:pt x="7948547" y="2820069"/>
                  <a:pt x="7950846" y="2823135"/>
                  <a:pt x="7954162" y="2823633"/>
                </a:cubicBezTo>
                <a:cubicBezTo>
                  <a:pt x="7954450" y="2823691"/>
                  <a:pt x="7954737" y="2823691"/>
                  <a:pt x="7955045" y="2823691"/>
                </a:cubicBezTo>
                <a:cubicBezTo>
                  <a:pt x="7957995" y="2823691"/>
                  <a:pt x="7960602" y="2821525"/>
                  <a:pt x="7961043" y="2818497"/>
                </a:cubicBezTo>
                <a:cubicBezTo>
                  <a:pt x="7961522" y="2815181"/>
                  <a:pt x="7959222" y="2812095"/>
                  <a:pt x="7955906" y="2811617"/>
                </a:cubicBezTo>
                <a:close/>
                <a:moveTo>
                  <a:pt x="5836242" y="3639022"/>
                </a:moveTo>
                <a:cubicBezTo>
                  <a:pt x="5834077" y="3639520"/>
                  <a:pt x="5832735" y="3641686"/>
                  <a:pt x="5833215" y="3643851"/>
                </a:cubicBezTo>
                <a:cubicBezTo>
                  <a:pt x="5833655" y="3645710"/>
                  <a:pt x="5835303" y="3646976"/>
                  <a:pt x="5837144" y="3646976"/>
                </a:cubicBezTo>
                <a:cubicBezTo>
                  <a:pt x="5837430" y="3646975"/>
                  <a:pt x="5837737" y="3646937"/>
                  <a:pt x="5838043" y="3646860"/>
                </a:cubicBezTo>
                <a:cubicBezTo>
                  <a:pt x="5840209" y="3646362"/>
                  <a:pt x="5841571" y="3644215"/>
                  <a:pt x="5841073" y="3642050"/>
                </a:cubicBezTo>
                <a:cubicBezTo>
                  <a:pt x="5840574" y="3639884"/>
                  <a:pt x="5838408" y="3638523"/>
                  <a:pt x="5836242" y="3639022"/>
                </a:cubicBezTo>
                <a:close/>
                <a:moveTo>
                  <a:pt x="8176730" y="2719853"/>
                </a:moveTo>
                <a:cubicBezTo>
                  <a:pt x="8172934" y="2718894"/>
                  <a:pt x="8169082" y="2721194"/>
                  <a:pt x="8168124" y="2724988"/>
                </a:cubicBezTo>
                <a:cubicBezTo>
                  <a:pt x="8167165" y="2728784"/>
                  <a:pt x="8169466" y="2732636"/>
                  <a:pt x="8173260" y="2733594"/>
                </a:cubicBezTo>
                <a:cubicBezTo>
                  <a:pt x="8173835" y="2733747"/>
                  <a:pt x="8174429" y="2733824"/>
                  <a:pt x="8175004" y="2733824"/>
                </a:cubicBezTo>
                <a:cubicBezTo>
                  <a:pt x="8178167" y="2733824"/>
                  <a:pt x="8181061" y="2731678"/>
                  <a:pt x="8181865" y="2728458"/>
                </a:cubicBezTo>
                <a:cubicBezTo>
                  <a:pt x="8182823" y="2724662"/>
                  <a:pt x="8180542" y="2720811"/>
                  <a:pt x="8176730" y="2719853"/>
                </a:cubicBezTo>
                <a:close/>
                <a:moveTo>
                  <a:pt x="5330661" y="3828297"/>
                </a:moveTo>
                <a:cubicBezTo>
                  <a:pt x="5329013" y="3828162"/>
                  <a:pt x="5327556" y="3829390"/>
                  <a:pt x="5327423" y="3831037"/>
                </a:cubicBezTo>
                <a:cubicBezTo>
                  <a:pt x="5327308" y="3832705"/>
                  <a:pt x="5328533" y="3834143"/>
                  <a:pt x="5330182" y="3834276"/>
                </a:cubicBezTo>
                <a:cubicBezTo>
                  <a:pt x="5330259" y="3834276"/>
                  <a:pt x="5330430" y="3834296"/>
                  <a:pt x="5330430" y="3834296"/>
                </a:cubicBezTo>
                <a:cubicBezTo>
                  <a:pt x="5331983" y="3834296"/>
                  <a:pt x="5333288" y="3833088"/>
                  <a:pt x="5333421" y="3831517"/>
                </a:cubicBezTo>
                <a:cubicBezTo>
                  <a:pt x="5333535" y="3829869"/>
                  <a:pt x="5332310" y="3828431"/>
                  <a:pt x="5330661" y="3828297"/>
                </a:cubicBezTo>
                <a:close/>
                <a:moveTo>
                  <a:pt x="7629309" y="2928294"/>
                </a:moveTo>
                <a:cubicBezTo>
                  <a:pt x="7626530" y="2928409"/>
                  <a:pt x="7624384" y="2930786"/>
                  <a:pt x="7624499" y="2933565"/>
                </a:cubicBezTo>
                <a:cubicBezTo>
                  <a:pt x="7624614" y="2936268"/>
                  <a:pt x="7626856" y="2938376"/>
                  <a:pt x="7629539" y="2938376"/>
                </a:cubicBezTo>
                <a:lnTo>
                  <a:pt x="7629770" y="2938376"/>
                </a:lnTo>
                <a:cubicBezTo>
                  <a:pt x="7632549" y="2938241"/>
                  <a:pt x="7634715" y="2935884"/>
                  <a:pt x="7634579" y="2933105"/>
                </a:cubicBezTo>
                <a:cubicBezTo>
                  <a:pt x="7634465" y="2930326"/>
                  <a:pt x="7632108" y="2928161"/>
                  <a:pt x="7629309" y="2928294"/>
                </a:cubicBezTo>
                <a:close/>
                <a:moveTo>
                  <a:pt x="5740703" y="3658608"/>
                </a:moveTo>
                <a:cubicBezTo>
                  <a:pt x="5738518" y="3659010"/>
                  <a:pt x="5737061" y="3661100"/>
                  <a:pt x="5737464" y="3663284"/>
                </a:cubicBezTo>
                <a:cubicBezTo>
                  <a:pt x="5737809" y="3665240"/>
                  <a:pt x="5739495" y="3666600"/>
                  <a:pt x="5741414" y="3666600"/>
                </a:cubicBezTo>
                <a:cubicBezTo>
                  <a:pt x="5741661" y="3666600"/>
                  <a:pt x="5741892" y="3666582"/>
                  <a:pt x="5742140" y="3666543"/>
                </a:cubicBezTo>
                <a:cubicBezTo>
                  <a:pt x="5744325" y="3666141"/>
                  <a:pt x="5745764" y="3664051"/>
                  <a:pt x="5745379" y="3661847"/>
                </a:cubicBezTo>
                <a:cubicBezTo>
                  <a:pt x="5744976" y="3659662"/>
                  <a:pt x="5742888" y="3658205"/>
                  <a:pt x="5740703" y="3658608"/>
                </a:cubicBezTo>
                <a:close/>
                <a:moveTo>
                  <a:pt x="5640853" y="3678042"/>
                </a:moveTo>
                <a:lnTo>
                  <a:pt x="5640852" y="3678061"/>
                </a:lnTo>
                <a:lnTo>
                  <a:pt x="5640861" y="3678049"/>
                </a:lnTo>
                <a:close/>
                <a:moveTo>
                  <a:pt x="7526430" y="2941097"/>
                </a:moveTo>
                <a:lnTo>
                  <a:pt x="7526430" y="2941116"/>
                </a:lnTo>
                <a:lnTo>
                  <a:pt x="7526439" y="2941105"/>
                </a:lnTo>
                <a:close/>
                <a:moveTo>
                  <a:pt x="5644321" y="3673557"/>
                </a:moveTo>
                <a:lnTo>
                  <a:pt x="5640861" y="3678049"/>
                </a:lnTo>
                <a:lnTo>
                  <a:pt x="5644838" y="3681549"/>
                </a:lnTo>
                <a:cubicBezTo>
                  <a:pt x="5645010" y="3681549"/>
                  <a:pt x="5645184" y="3681549"/>
                  <a:pt x="5645356" y="3681549"/>
                </a:cubicBezTo>
                <a:cubicBezTo>
                  <a:pt x="5647560" y="3681262"/>
                  <a:pt x="5649112" y="3679249"/>
                  <a:pt x="5648825" y="3677045"/>
                </a:cubicBezTo>
                <a:cubicBezTo>
                  <a:pt x="5648555" y="3674841"/>
                  <a:pt x="5646544" y="3673270"/>
                  <a:pt x="5644321" y="3673557"/>
                </a:cubicBezTo>
                <a:close/>
                <a:moveTo>
                  <a:pt x="7530934" y="2935577"/>
                </a:moveTo>
                <a:lnTo>
                  <a:pt x="7526439" y="2941105"/>
                </a:lnTo>
                <a:lnTo>
                  <a:pt x="7531452" y="2945620"/>
                </a:lnTo>
                <a:cubicBezTo>
                  <a:pt x="7531624" y="2945620"/>
                  <a:pt x="7531796" y="2945620"/>
                  <a:pt x="7531969" y="2945620"/>
                </a:cubicBezTo>
                <a:cubicBezTo>
                  <a:pt x="7534748" y="2945333"/>
                  <a:pt x="7536761" y="2942860"/>
                  <a:pt x="7536472" y="2940081"/>
                </a:cubicBezTo>
                <a:cubicBezTo>
                  <a:pt x="7536205" y="2937302"/>
                  <a:pt x="7533712" y="2935290"/>
                  <a:pt x="7530934" y="2935577"/>
                </a:cubicBezTo>
                <a:close/>
                <a:moveTo>
                  <a:pt x="5022750" y="3908581"/>
                </a:moveTo>
                <a:cubicBezTo>
                  <a:pt x="5021717" y="3908178"/>
                  <a:pt x="5020586" y="3908677"/>
                  <a:pt x="5020183" y="3909692"/>
                </a:cubicBezTo>
                <a:cubicBezTo>
                  <a:pt x="5019781" y="3910709"/>
                  <a:pt x="5020279" y="3911858"/>
                  <a:pt x="5021295" y="3912260"/>
                </a:cubicBezTo>
                <a:lnTo>
                  <a:pt x="5021313" y="3912261"/>
                </a:lnTo>
                <a:cubicBezTo>
                  <a:pt x="5021544" y="3912356"/>
                  <a:pt x="5021792" y="3912395"/>
                  <a:pt x="5022043" y="3912395"/>
                </a:cubicBezTo>
                <a:cubicBezTo>
                  <a:pt x="5022828" y="3912395"/>
                  <a:pt x="5023576" y="3911934"/>
                  <a:pt x="5023882" y="3911150"/>
                </a:cubicBezTo>
                <a:cubicBezTo>
                  <a:pt x="5024284" y="3910133"/>
                  <a:pt x="5023786" y="3908983"/>
                  <a:pt x="5022750" y="3908581"/>
                </a:cubicBezTo>
                <a:close/>
                <a:moveTo>
                  <a:pt x="7857205" y="2800194"/>
                </a:moveTo>
                <a:cubicBezTo>
                  <a:pt x="7853870" y="2799888"/>
                  <a:pt x="7850919" y="2802379"/>
                  <a:pt x="7850650" y="2805713"/>
                </a:cubicBezTo>
                <a:cubicBezTo>
                  <a:pt x="7850363" y="2809048"/>
                  <a:pt x="7852835" y="2811980"/>
                  <a:pt x="7856170" y="2812287"/>
                </a:cubicBezTo>
                <a:cubicBezTo>
                  <a:pt x="7856343" y="2812287"/>
                  <a:pt x="7856515" y="2812306"/>
                  <a:pt x="7856687" y="2812306"/>
                </a:cubicBezTo>
                <a:cubicBezTo>
                  <a:pt x="7859811" y="2812306"/>
                  <a:pt x="7862457" y="2809911"/>
                  <a:pt x="7862744" y="2806748"/>
                </a:cubicBezTo>
                <a:cubicBezTo>
                  <a:pt x="7863013" y="2803414"/>
                  <a:pt x="7860540" y="2800462"/>
                  <a:pt x="7857205" y="2800194"/>
                </a:cubicBezTo>
                <a:close/>
                <a:moveTo>
                  <a:pt x="8897594" y="2393218"/>
                </a:moveTo>
                <a:lnTo>
                  <a:pt x="8897595" y="2393220"/>
                </a:lnTo>
                <a:lnTo>
                  <a:pt x="8897613" y="2393218"/>
                </a:lnTo>
                <a:close/>
                <a:moveTo>
                  <a:pt x="8889075" y="2393904"/>
                </a:moveTo>
                <a:cubicBezTo>
                  <a:pt x="8886525" y="2395208"/>
                  <a:pt x="8884475" y="2397483"/>
                  <a:pt x="8883527" y="2400424"/>
                </a:cubicBezTo>
                <a:cubicBezTo>
                  <a:pt x="8881629" y="2406290"/>
                  <a:pt x="8884849" y="2412595"/>
                  <a:pt x="8890733" y="2414492"/>
                </a:cubicBezTo>
                <a:cubicBezTo>
                  <a:pt x="8891883" y="2414875"/>
                  <a:pt x="8893033" y="2415047"/>
                  <a:pt x="8894163" y="2415047"/>
                </a:cubicBezTo>
                <a:cubicBezTo>
                  <a:pt x="8898878" y="2415047"/>
                  <a:pt x="8903267" y="2412039"/>
                  <a:pt x="8904799" y="2407305"/>
                </a:cubicBezTo>
                <a:lnTo>
                  <a:pt x="8897595" y="2393220"/>
                </a:lnTo>
                <a:close/>
                <a:moveTo>
                  <a:pt x="8701034" y="2467177"/>
                </a:moveTo>
                <a:cubicBezTo>
                  <a:pt x="8695725" y="2465375"/>
                  <a:pt x="8689957" y="2468193"/>
                  <a:pt x="8688136" y="2473502"/>
                </a:cubicBezTo>
                <a:cubicBezTo>
                  <a:pt x="8686315" y="2478810"/>
                  <a:pt x="8689133" y="2484598"/>
                  <a:pt x="8694441" y="2486419"/>
                </a:cubicBezTo>
                <a:lnTo>
                  <a:pt x="8694461" y="2486419"/>
                </a:lnTo>
                <a:cubicBezTo>
                  <a:pt x="8695534" y="2486783"/>
                  <a:pt x="8696645" y="2486956"/>
                  <a:pt x="8697738" y="2486956"/>
                </a:cubicBezTo>
                <a:cubicBezTo>
                  <a:pt x="8701954" y="2486956"/>
                  <a:pt x="8705903" y="2484310"/>
                  <a:pt x="8707359" y="2480075"/>
                </a:cubicBezTo>
                <a:cubicBezTo>
                  <a:pt x="8709161" y="2474786"/>
                  <a:pt x="8706343" y="2468998"/>
                  <a:pt x="8701034" y="2467177"/>
                </a:cubicBezTo>
                <a:close/>
                <a:moveTo>
                  <a:pt x="5234565" y="3816683"/>
                </a:moveTo>
                <a:cubicBezTo>
                  <a:pt x="5232937" y="3816415"/>
                  <a:pt x="5231385" y="3817527"/>
                  <a:pt x="5231116" y="3819155"/>
                </a:cubicBezTo>
                <a:cubicBezTo>
                  <a:pt x="5230848" y="3820804"/>
                  <a:pt x="5231960" y="3822338"/>
                  <a:pt x="5233589" y="3822625"/>
                </a:cubicBezTo>
                <a:cubicBezTo>
                  <a:pt x="5233762" y="3822663"/>
                  <a:pt x="5233913" y="3822662"/>
                  <a:pt x="5234087" y="3822663"/>
                </a:cubicBezTo>
                <a:cubicBezTo>
                  <a:pt x="5235524" y="3822663"/>
                  <a:pt x="5236789" y="3821608"/>
                  <a:pt x="5237037" y="3820133"/>
                </a:cubicBezTo>
                <a:cubicBezTo>
                  <a:pt x="5237306" y="3818504"/>
                  <a:pt x="5236195" y="3816952"/>
                  <a:pt x="5234565" y="3816683"/>
                </a:cubicBezTo>
                <a:close/>
                <a:moveTo>
                  <a:pt x="9081858" y="2314693"/>
                </a:moveTo>
                <a:cubicBezTo>
                  <a:pt x="9079132" y="2316217"/>
                  <a:pt x="9076990" y="2318780"/>
                  <a:pt x="9076080" y="2322020"/>
                </a:cubicBezTo>
                <a:cubicBezTo>
                  <a:pt x="9074240" y="2328516"/>
                  <a:pt x="9078016" y="2335243"/>
                  <a:pt x="9084494" y="2337083"/>
                </a:cubicBezTo>
                <a:cubicBezTo>
                  <a:pt x="9085606" y="2337390"/>
                  <a:pt x="9086717" y="2337543"/>
                  <a:pt x="9087829" y="2337543"/>
                </a:cubicBezTo>
                <a:cubicBezTo>
                  <a:pt x="9093156" y="2337543"/>
                  <a:pt x="9098043" y="2334036"/>
                  <a:pt x="9099558" y="2328669"/>
                </a:cubicBezTo>
                <a:cubicBezTo>
                  <a:pt x="9101398" y="2322172"/>
                  <a:pt x="9097622" y="2315426"/>
                  <a:pt x="9091143" y="2313605"/>
                </a:cubicBezTo>
                <a:cubicBezTo>
                  <a:pt x="9087895" y="2312686"/>
                  <a:pt x="9084584" y="2313169"/>
                  <a:pt x="9081858" y="2314693"/>
                </a:cubicBezTo>
                <a:close/>
                <a:moveTo>
                  <a:pt x="8500277" y="2538970"/>
                </a:moveTo>
                <a:cubicBezTo>
                  <a:pt x="8495485" y="2537360"/>
                  <a:pt x="8490310" y="2539948"/>
                  <a:pt x="8488721" y="2544739"/>
                </a:cubicBezTo>
                <a:cubicBezTo>
                  <a:pt x="8487111" y="2549530"/>
                  <a:pt x="8489718" y="2554704"/>
                  <a:pt x="8494489" y="2556295"/>
                </a:cubicBezTo>
                <a:cubicBezTo>
                  <a:pt x="8495448" y="2556621"/>
                  <a:pt x="8496425" y="2556775"/>
                  <a:pt x="8497384" y="2556775"/>
                </a:cubicBezTo>
                <a:cubicBezTo>
                  <a:pt x="8501217" y="2556775"/>
                  <a:pt x="8504781" y="2554341"/>
                  <a:pt x="8506046" y="2550508"/>
                </a:cubicBezTo>
                <a:cubicBezTo>
                  <a:pt x="8507656" y="2545735"/>
                  <a:pt x="8505068" y="2540561"/>
                  <a:pt x="8500277" y="2538970"/>
                </a:cubicBezTo>
                <a:close/>
                <a:moveTo>
                  <a:pt x="8079312" y="2697525"/>
                </a:moveTo>
                <a:cubicBezTo>
                  <a:pt x="8075479" y="2696739"/>
                  <a:pt x="8071722" y="2699211"/>
                  <a:pt x="8070956" y="2703044"/>
                </a:cubicBezTo>
                <a:cubicBezTo>
                  <a:pt x="8070170" y="2706877"/>
                  <a:pt x="8072643" y="2710634"/>
                  <a:pt x="8076476" y="2711420"/>
                </a:cubicBezTo>
                <a:cubicBezTo>
                  <a:pt x="8076954" y="2711516"/>
                  <a:pt x="8077434" y="2711553"/>
                  <a:pt x="8077913" y="2711553"/>
                </a:cubicBezTo>
                <a:cubicBezTo>
                  <a:pt x="8081209" y="2711553"/>
                  <a:pt x="8084160" y="2709235"/>
                  <a:pt x="8084851" y="2705880"/>
                </a:cubicBezTo>
                <a:cubicBezTo>
                  <a:pt x="8085636" y="2702047"/>
                  <a:pt x="8083145" y="2698292"/>
                  <a:pt x="8079312" y="2697525"/>
                </a:cubicBezTo>
                <a:close/>
                <a:moveTo>
                  <a:pt x="8293484" y="2613371"/>
                </a:moveTo>
                <a:cubicBezTo>
                  <a:pt x="8289172" y="2612125"/>
                  <a:pt x="8284687" y="2614616"/>
                  <a:pt x="8283441" y="2618929"/>
                </a:cubicBezTo>
                <a:cubicBezTo>
                  <a:pt x="8282195" y="2623221"/>
                  <a:pt x="8284668" y="2627725"/>
                  <a:pt x="8288980" y="2628972"/>
                </a:cubicBezTo>
                <a:cubicBezTo>
                  <a:pt x="8289727" y="2629182"/>
                  <a:pt x="8290494" y="2629297"/>
                  <a:pt x="8291241" y="2629297"/>
                </a:cubicBezTo>
                <a:cubicBezTo>
                  <a:pt x="8294749" y="2629297"/>
                  <a:pt x="8298006" y="2626978"/>
                  <a:pt x="8299022" y="2623433"/>
                </a:cubicBezTo>
                <a:cubicBezTo>
                  <a:pt x="8300269" y="2619120"/>
                  <a:pt x="8297796" y="2614635"/>
                  <a:pt x="8293484" y="2613371"/>
                </a:cubicBezTo>
                <a:close/>
                <a:moveTo>
                  <a:pt x="7433134" y="2948265"/>
                </a:moveTo>
                <a:cubicBezTo>
                  <a:pt x="7430374" y="2948686"/>
                  <a:pt x="7428495" y="2951274"/>
                  <a:pt x="7428918" y="2954034"/>
                </a:cubicBezTo>
                <a:cubicBezTo>
                  <a:pt x="7429320" y="2956506"/>
                  <a:pt x="7431447" y="2958288"/>
                  <a:pt x="7433899" y="2958288"/>
                </a:cubicBezTo>
                <a:cubicBezTo>
                  <a:pt x="7434150" y="2958288"/>
                  <a:pt x="7434417" y="2958269"/>
                  <a:pt x="7434685" y="2958231"/>
                </a:cubicBezTo>
                <a:cubicBezTo>
                  <a:pt x="7437445" y="2957790"/>
                  <a:pt x="7439324" y="2955222"/>
                  <a:pt x="7438902" y="2952462"/>
                </a:cubicBezTo>
                <a:cubicBezTo>
                  <a:pt x="7438461" y="2949703"/>
                  <a:pt x="7435874" y="2947824"/>
                  <a:pt x="7433134" y="2948265"/>
                </a:cubicBezTo>
                <a:close/>
                <a:moveTo>
                  <a:pt x="5547326" y="3683254"/>
                </a:moveTo>
                <a:cubicBezTo>
                  <a:pt x="5545103" y="3683408"/>
                  <a:pt x="5543434" y="3685324"/>
                  <a:pt x="5543588" y="3687548"/>
                </a:cubicBezTo>
                <a:cubicBezTo>
                  <a:pt x="5543741" y="3689675"/>
                  <a:pt x="5545504" y="3691285"/>
                  <a:pt x="5547594" y="3691285"/>
                </a:cubicBezTo>
                <a:lnTo>
                  <a:pt x="5547882" y="3691285"/>
                </a:lnTo>
                <a:cubicBezTo>
                  <a:pt x="5550103" y="3691132"/>
                  <a:pt x="5551771" y="3689195"/>
                  <a:pt x="5551618" y="3686992"/>
                </a:cubicBezTo>
                <a:cubicBezTo>
                  <a:pt x="5551465" y="3684769"/>
                  <a:pt x="5549530" y="3683101"/>
                  <a:pt x="5547326" y="3683254"/>
                </a:cubicBezTo>
                <a:close/>
                <a:moveTo>
                  <a:pt x="4823719" y="3957375"/>
                </a:moveTo>
                <a:cubicBezTo>
                  <a:pt x="4823412" y="3957817"/>
                  <a:pt x="4823509" y="3958410"/>
                  <a:pt x="4823949" y="3958717"/>
                </a:cubicBezTo>
                <a:cubicBezTo>
                  <a:pt x="4824123" y="3958832"/>
                  <a:pt x="4824313" y="3958890"/>
                  <a:pt x="4824504" y="3958890"/>
                </a:cubicBezTo>
                <a:cubicBezTo>
                  <a:pt x="4824791" y="3958890"/>
                  <a:pt x="4825099" y="3958755"/>
                  <a:pt x="4825271" y="3958486"/>
                </a:cubicBezTo>
                <a:cubicBezTo>
                  <a:pt x="4825578" y="3958065"/>
                  <a:pt x="4825483" y="3957452"/>
                  <a:pt x="4825042" y="3957145"/>
                </a:cubicBezTo>
                <a:cubicBezTo>
                  <a:pt x="4824620" y="3956839"/>
                  <a:pt x="4824007" y="3956954"/>
                  <a:pt x="4823719" y="3957375"/>
                </a:cubicBezTo>
                <a:close/>
                <a:moveTo>
                  <a:pt x="7336100" y="2965917"/>
                </a:moveTo>
                <a:cubicBezTo>
                  <a:pt x="7333358" y="2966472"/>
                  <a:pt x="7331615" y="2969136"/>
                  <a:pt x="7332171" y="2971877"/>
                </a:cubicBezTo>
                <a:cubicBezTo>
                  <a:pt x="7332669" y="2974253"/>
                  <a:pt x="7334777" y="2975901"/>
                  <a:pt x="7337115" y="2975901"/>
                </a:cubicBezTo>
                <a:cubicBezTo>
                  <a:pt x="7337460" y="2975901"/>
                  <a:pt x="7337805" y="2975863"/>
                  <a:pt x="7338150" y="2975806"/>
                </a:cubicBezTo>
                <a:cubicBezTo>
                  <a:pt x="7340871" y="2975230"/>
                  <a:pt x="7342635" y="2972566"/>
                  <a:pt x="7342060" y="2969826"/>
                </a:cubicBezTo>
                <a:cubicBezTo>
                  <a:pt x="7341504" y="2967104"/>
                  <a:pt x="7338821" y="2965341"/>
                  <a:pt x="7336100" y="2965917"/>
                </a:cubicBezTo>
                <a:close/>
                <a:moveTo>
                  <a:pt x="7758005" y="2794597"/>
                </a:moveTo>
                <a:cubicBezTo>
                  <a:pt x="7754652" y="2794502"/>
                  <a:pt x="7751872" y="2797146"/>
                  <a:pt x="7751777" y="2800501"/>
                </a:cubicBezTo>
                <a:cubicBezTo>
                  <a:pt x="7751680" y="2803854"/>
                  <a:pt x="7754325" y="2806634"/>
                  <a:pt x="7757679" y="2806730"/>
                </a:cubicBezTo>
                <a:lnTo>
                  <a:pt x="7757852" y="2806730"/>
                </a:lnTo>
                <a:cubicBezTo>
                  <a:pt x="7761129" y="2806729"/>
                  <a:pt x="7763832" y="2804123"/>
                  <a:pt x="7763908" y="2800826"/>
                </a:cubicBezTo>
                <a:cubicBezTo>
                  <a:pt x="7764004" y="2797472"/>
                  <a:pt x="7761360" y="2794674"/>
                  <a:pt x="7758005" y="2794597"/>
                </a:cubicBezTo>
                <a:close/>
                <a:moveTo>
                  <a:pt x="5449946" y="3686954"/>
                </a:moveTo>
                <a:cubicBezTo>
                  <a:pt x="5447724" y="3686953"/>
                  <a:pt x="5445922" y="3688774"/>
                  <a:pt x="5445940" y="3690998"/>
                </a:cubicBezTo>
                <a:cubicBezTo>
                  <a:pt x="5445941" y="3693221"/>
                  <a:pt x="5447743" y="3695003"/>
                  <a:pt x="5449965" y="3695003"/>
                </a:cubicBezTo>
                <a:lnTo>
                  <a:pt x="5450003" y="3695003"/>
                </a:lnTo>
                <a:cubicBezTo>
                  <a:pt x="5452208" y="3695003"/>
                  <a:pt x="5454009" y="3693183"/>
                  <a:pt x="5453990" y="3690959"/>
                </a:cubicBezTo>
                <a:cubicBezTo>
                  <a:pt x="5453990" y="3688737"/>
                  <a:pt x="5452169" y="3686935"/>
                  <a:pt x="5449946" y="3686954"/>
                </a:cubicBezTo>
                <a:close/>
                <a:moveTo>
                  <a:pt x="7240005" y="2988052"/>
                </a:moveTo>
                <a:cubicBezTo>
                  <a:pt x="7237303" y="2988723"/>
                  <a:pt x="7235674" y="2991483"/>
                  <a:pt x="7236363" y="2994185"/>
                </a:cubicBezTo>
                <a:cubicBezTo>
                  <a:pt x="7236937" y="2996465"/>
                  <a:pt x="7238989" y="2997980"/>
                  <a:pt x="7241250" y="2997980"/>
                </a:cubicBezTo>
                <a:cubicBezTo>
                  <a:pt x="7241652" y="2997980"/>
                  <a:pt x="7242074" y="2997941"/>
                  <a:pt x="7242496" y="2997826"/>
                </a:cubicBezTo>
                <a:cubicBezTo>
                  <a:pt x="7245180" y="2997136"/>
                  <a:pt x="7246827" y="2994395"/>
                  <a:pt x="7246138" y="2991693"/>
                </a:cubicBezTo>
                <a:cubicBezTo>
                  <a:pt x="7245448" y="2988991"/>
                  <a:pt x="7242707" y="2987362"/>
                  <a:pt x="7240005" y="2988052"/>
                </a:cubicBezTo>
                <a:close/>
                <a:moveTo>
                  <a:pt x="6322273" y="3341671"/>
                </a:moveTo>
                <a:cubicBezTo>
                  <a:pt x="6319686" y="3342706"/>
                  <a:pt x="6318440" y="3345638"/>
                  <a:pt x="6319476" y="3348245"/>
                </a:cubicBezTo>
                <a:cubicBezTo>
                  <a:pt x="6320261" y="3350200"/>
                  <a:pt x="6322158" y="3351407"/>
                  <a:pt x="6324152" y="3351407"/>
                </a:cubicBezTo>
                <a:cubicBezTo>
                  <a:pt x="6324784" y="3351407"/>
                  <a:pt x="6325417" y="3351292"/>
                  <a:pt x="6326030" y="3351043"/>
                </a:cubicBezTo>
                <a:cubicBezTo>
                  <a:pt x="6328637" y="3349989"/>
                  <a:pt x="6329882" y="3347056"/>
                  <a:pt x="6328847" y="3344470"/>
                </a:cubicBezTo>
                <a:cubicBezTo>
                  <a:pt x="6327792" y="3341882"/>
                  <a:pt x="6324861" y="3340637"/>
                  <a:pt x="6322273" y="3341671"/>
                </a:cubicBezTo>
                <a:close/>
                <a:moveTo>
                  <a:pt x="6230644" y="3377223"/>
                </a:moveTo>
                <a:cubicBezTo>
                  <a:pt x="6228037" y="3378200"/>
                  <a:pt x="6226715" y="3381113"/>
                  <a:pt x="6227692" y="3383720"/>
                </a:cubicBezTo>
                <a:cubicBezTo>
                  <a:pt x="6228440" y="3385752"/>
                  <a:pt x="6230376" y="3386997"/>
                  <a:pt x="6232426" y="3386997"/>
                </a:cubicBezTo>
                <a:cubicBezTo>
                  <a:pt x="6233001" y="3386997"/>
                  <a:pt x="6233615" y="3386901"/>
                  <a:pt x="6234190" y="3386672"/>
                </a:cubicBezTo>
                <a:cubicBezTo>
                  <a:pt x="6236796" y="3385694"/>
                  <a:pt x="6238118" y="3382800"/>
                  <a:pt x="6237140" y="3380193"/>
                </a:cubicBezTo>
                <a:cubicBezTo>
                  <a:pt x="6236164" y="3377568"/>
                  <a:pt x="6233270" y="3376246"/>
                  <a:pt x="6230663" y="3377223"/>
                </a:cubicBezTo>
                <a:close/>
                <a:moveTo>
                  <a:pt x="6413079" y="3304031"/>
                </a:moveTo>
                <a:cubicBezTo>
                  <a:pt x="6410511" y="3305123"/>
                  <a:pt x="6409322" y="3308094"/>
                  <a:pt x="6410415" y="3310661"/>
                </a:cubicBezTo>
                <a:cubicBezTo>
                  <a:pt x="6411239" y="3312578"/>
                  <a:pt x="6413097" y="3313728"/>
                  <a:pt x="6415072" y="3313728"/>
                </a:cubicBezTo>
                <a:cubicBezTo>
                  <a:pt x="6415723" y="3313728"/>
                  <a:pt x="6416395" y="3313594"/>
                  <a:pt x="6417046" y="3313307"/>
                </a:cubicBezTo>
                <a:cubicBezTo>
                  <a:pt x="6419614" y="3312214"/>
                  <a:pt x="6420802" y="3309263"/>
                  <a:pt x="6419709" y="3306695"/>
                </a:cubicBezTo>
                <a:cubicBezTo>
                  <a:pt x="6418618" y="3304126"/>
                  <a:pt x="6415647" y="3302938"/>
                  <a:pt x="6413079" y="3304031"/>
                </a:cubicBezTo>
                <a:close/>
                <a:moveTo>
                  <a:pt x="6138172" y="3410436"/>
                </a:moveTo>
                <a:cubicBezTo>
                  <a:pt x="6135527" y="3411337"/>
                  <a:pt x="6134127" y="3414211"/>
                  <a:pt x="6135028" y="3416838"/>
                </a:cubicBezTo>
                <a:cubicBezTo>
                  <a:pt x="6135756" y="3418946"/>
                  <a:pt x="6137711" y="3420249"/>
                  <a:pt x="6139820" y="3420249"/>
                </a:cubicBezTo>
                <a:cubicBezTo>
                  <a:pt x="6140356" y="3420249"/>
                  <a:pt x="6140912" y="3420153"/>
                  <a:pt x="6141449" y="3419980"/>
                </a:cubicBezTo>
                <a:cubicBezTo>
                  <a:pt x="6144093" y="3419061"/>
                  <a:pt x="6145492" y="3416186"/>
                  <a:pt x="6144592" y="3413561"/>
                </a:cubicBezTo>
                <a:cubicBezTo>
                  <a:pt x="6143672" y="3410915"/>
                  <a:pt x="6140816" y="3409517"/>
                  <a:pt x="6138172" y="3410436"/>
                </a:cubicBezTo>
                <a:close/>
                <a:moveTo>
                  <a:pt x="6503366" y="3265049"/>
                </a:moveTo>
                <a:cubicBezTo>
                  <a:pt x="6500817" y="3266160"/>
                  <a:pt x="6499648" y="3269130"/>
                  <a:pt x="6500759" y="3271679"/>
                </a:cubicBezTo>
                <a:cubicBezTo>
                  <a:pt x="6501584" y="3273596"/>
                  <a:pt x="6503443" y="3274726"/>
                  <a:pt x="6505398" y="3274726"/>
                </a:cubicBezTo>
                <a:cubicBezTo>
                  <a:pt x="6506068" y="3274726"/>
                  <a:pt x="6506739" y="3274593"/>
                  <a:pt x="6507391" y="3274305"/>
                </a:cubicBezTo>
                <a:cubicBezTo>
                  <a:pt x="6509959" y="3273193"/>
                  <a:pt x="6511128" y="3270223"/>
                  <a:pt x="6510016" y="3267655"/>
                </a:cubicBezTo>
                <a:cubicBezTo>
                  <a:pt x="6508905" y="3265106"/>
                  <a:pt x="6505935" y="3263937"/>
                  <a:pt x="6503366" y="3265049"/>
                </a:cubicBezTo>
                <a:close/>
                <a:moveTo>
                  <a:pt x="7144944" y="3014155"/>
                </a:moveTo>
                <a:cubicBezTo>
                  <a:pt x="7142261" y="3014941"/>
                  <a:pt x="7140747" y="3017758"/>
                  <a:pt x="7141533" y="3020422"/>
                </a:cubicBezTo>
                <a:cubicBezTo>
                  <a:pt x="7142184" y="3022627"/>
                  <a:pt x="7144198" y="3024044"/>
                  <a:pt x="7146363" y="3024044"/>
                </a:cubicBezTo>
                <a:cubicBezTo>
                  <a:pt x="7146842" y="3024044"/>
                  <a:pt x="7147321" y="3023987"/>
                  <a:pt x="7147801" y="3023833"/>
                </a:cubicBezTo>
                <a:cubicBezTo>
                  <a:pt x="7150483" y="3023048"/>
                  <a:pt x="7151997" y="3020250"/>
                  <a:pt x="7151211" y="3017566"/>
                </a:cubicBezTo>
                <a:cubicBezTo>
                  <a:pt x="7150426" y="3014883"/>
                  <a:pt x="7147608" y="3013370"/>
                  <a:pt x="7144944" y="3014155"/>
                </a:cubicBezTo>
                <a:close/>
                <a:moveTo>
                  <a:pt x="5139946" y="3796501"/>
                </a:moveTo>
                <a:cubicBezTo>
                  <a:pt x="5138337" y="3796080"/>
                  <a:pt x="5136688" y="3797038"/>
                  <a:pt x="5136267" y="3798648"/>
                </a:cubicBezTo>
                <a:cubicBezTo>
                  <a:pt x="5135844" y="3800239"/>
                  <a:pt x="5136804" y="3801887"/>
                  <a:pt x="5138413" y="3802309"/>
                </a:cubicBezTo>
                <a:cubicBezTo>
                  <a:pt x="5138663" y="3802385"/>
                  <a:pt x="5138931" y="3802424"/>
                  <a:pt x="5139179" y="3802424"/>
                </a:cubicBezTo>
                <a:cubicBezTo>
                  <a:pt x="5140502" y="3802424"/>
                  <a:pt x="5141729" y="3801523"/>
                  <a:pt x="5142075" y="3800181"/>
                </a:cubicBezTo>
                <a:cubicBezTo>
                  <a:pt x="5142496" y="3798572"/>
                  <a:pt x="5141557" y="3796944"/>
                  <a:pt x="5139946" y="3796501"/>
                </a:cubicBezTo>
                <a:close/>
                <a:moveTo>
                  <a:pt x="6044817" y="3440985"/>
                </a:moveTo>
                <a:cubicBezTo>
                  <a:pt x="6042153" y="3441810"/>
                  <a:pt x="6040658" y="3444627"/>
                  <a:pt x="6041483" y="3447291"/>
                </a:cubicBezTo>
                <a:cubicBezTo>
                  <a:pt x="6042153" y="3449457"/>
                  <a:pt x="6044146" y="3450856"/>
                  <a:pt x="6046312" y="3450856"/>
                </a:cubicBezTo>
                <a:cubicBezTo>
                  <a:pt x="6046811" y="3450856"/>
                  <a:pt x="6047309" y="3450780"/>
                  <a:pt x="6047807" y="3450626"/>
                </a:cubicBezTo>
                <a:cubicBezTo>
                  <a:pt x="6050451" y="3449802"/>
                  <a:pt x="6051946" y="3446965"/>
                  <a:pt x="6051122" y="3444302"/>
                </a:cubicBezTo>
                <a:cubicBezTo>
                  <a:pt x="6050299" y="3441637"/>
                  <a:pt x="6047462" y="3440162"/>
                  <a:pt x="6044817" y="3440985"/>
                </a:cubicBezTo>
                <a:close/>
                <a:moveTo>
                  <a:pt x="6593597" y="3225798"/>
                </a:moveTo>
                <a:cubicBezTo>
                  <a:pt x="6591028" y="3226909"/>
                  <a:pt x="6589859" y="3229879"/>
                  <a:pt x="6590971" y="3232448"/>
                </a:cubicBezTo>
                <a:cubicBezTo>
                  <a:pt x="6591795" y="3234345"/>
                  <a:pt x="6593654" y="3235476"/>
                  <a:pt x="6595609" y="3235476"/>
                </a:cubicBezTo>
                <a:cubicBezTo>
                  <a:pt x="6596280" y="3235476"/>
                  <a:pt x="6596970" y="3235342"/>
                  <a:pt x="6597621" y="3235055"/>
                </a:cubicBezTo>
                <a:cubicBezTo>
                  <a:pt x="6600170" y="3233943"/>
                  <a:pt x="6601339" y="3230972"/>
                  <a:pt x="6600228" y="3228423"/>
                </a:cubicBezTo>
                <a:cubicBezTo>
                  <a:pt x="6599116" y="3225855"/>
                  <a:pt x="6596146" y="3224706"/>
                  <a:pt x="6593597" y="3225798"/>
                </a:cubicBezTo>
                <a:close/>
                <a:moveTo>
                  <a:pt x="8800713" y="2361097"/>
                </a:moveTo>
                <a:cubicBezTo>
                  <a:pt x="8794868" y="2359124"/>
                  <a:pt x="8788524" y="2362266"/>
                  <a:pt x="8786550" y="2368111"/>
                </a:cubicBezTo>
                <a:cubicBezTo>
                  <a:pt x="8784576" y="2373977"/>
                  <a:pt x="8787700" y="2380320"/>
                  <a:pt x="8793564" y="2382295"/>
                </a:cubicBezTo>
                <a:cubicBezTo>
                  <a:pt x="8794734" y="2382697"/>
                  <a:pt x="8795960" y="2382888"/>
                  <a:pt x="8797130" y="2382888"/>
                </a:cubicBezTo>
                <a:cubicBezTo>
                  <a:pt x="8801806" y="2382888"/>
                  <a:pt x="8806156" y="2379937"/>
                  <a:pt x="8807728" y="2375279"/>
                </a:cubicBezTo>
                <a:cubicBezTo>
                  <a:pt x="8809702" y="2369434"/>
                  <a:pt x="8806559" y="2363091"/>
                  <a:pt x="8800713" y="2361097"/>
                </a:cubicBezTo>
                <a:close/>
                <a:moveTo>
                  <a:pt x="7050938" y="3043804"/>
                </a:moveTo>
                <a:cubicBezTo>
                  <a:pt x="7048294" y="3044686"/>
                  <a:pt x="7046875" y="3047541"/>
                  <a:pt x="7047756" y="3050186"/>
                </a:cubicBezTo>
                <a:cubicBezTo>
                  <a:pt x="7048466" y="3052294"/>
                  <a:pt x="7050440" y="3053636"/>
                  <a:pt x="7052548" y="3053636"/>
                </a:cubicBezTo>
                <a:cubicBezTo>
                  <a:pt x="7053066" y="3053636"/>
                  <a:pt x="7053622" y="3053559"/>
                  <a:pt x="7054139" y="3053367"/>
                </a:cubicBezTo>
                <a:cubicBezTo>
                  <a:pt x="7056784" y="3052486"/>
                  <a:pt x="7058202" y="3049630"/>
                  <a:pt x="7057340" y="3046985"/>
                </a:cubicBezTo>
                <a:cubicBezTo>
                  <a:pt x="7056439" y="3044340"/>
                  <a:pt x="7053583" y="3042922"/>
                  <a:pt x="7050938" y="3043804"/>
                </a:cubicBezTo>
                <a:close/>
                <a:moveTo>
                  <a:pt x="6683961" y="3186815"/>
                </a:moveTo>
                <a:cubicBezTo>
                  <a:pt x="6681393" y="3187908"/>
                  <a:pt x="6680205" y="3190879"/>
                  <a:pt x="6681297" y="3193427"/>
                </a:cubicBezTo>
                <a:cubicBezTo>
                  <a:pt x="6682121" y="3195344"/>
                  <a:pt x="6683980" y="3196494"/>
                  <a:pt x="6685955" y="3196494"/>
                </a:cubicBezTo>
                <a:cubicBezTo>
                  <a:pt x="6686605" y="3196493"/>
                  <a:pt x="6687276" y="3196379"/>
                  <a:pt x="6687928" y="3196091"/>
                </a:cubicBezTo>
                <a:cubicBezTo>
                  <a:pt x="6690496" y="3194999"/>
                  <a:pt x="6691684" y="3192028"/>
                  <a:pt x="6690592" y="3189460"/>
                </a:cubicBezTo>
                <a:cubicBezTo>
                  <a:pt x="6689480" y="3186911"/>
                  <a:pt x="6686529" y="3185723"/>
                  <a:pt x="6683961" y="3186815"/>
                </a:cubicBezTo>
                <a:close/>
                <a:moveTo>
                  <a:pt x="7980821" y="2680123"/>
                </a:moveTo>
                <a:cubicBezTo>
                  <a:pt x="7976950" y="2679547"/>
                  <a:pt x="7973347" y="2682211"/>
                  <a:pt x="7972773" y="2686083"/>
                </a:cubicBezTo>
                <a:cubicBezTo>
                  <a:pt x="7972196" y="2689955"/>
                  <a:pt x="7974861" y="2693577"/>
                  <a:pt x="7978732" y="2694151"/>
                </a:cubicBezTo>
                <a:cubicBezTo>
                  <a:pt x="7979077" y="2694228"/>
                  <a:pt x="7979442" y="2694228"/>
                  <a:pt x="7979786" y="2694228"/>
                </a:cubicBezTo>
                <a:cubicBezTo>
                  <a:pt x="7983236" y="2694228"/>
                  <a:pt x="7986264" y="2691699"/>
                  <a:pt x="7986801" y="2688191"/>
                </a:cubicBezTo>
                <a:cubicBezTo>
                  <a:pt x="7987376" y="2684320"/>
                  <a:pt x="7984713" y="2680698"/>
                  <a:pt x="7980821" y="2680123"/>
                </a:cubicBezTo>
                <a:close/>
                <a:moveTo>
                  <a:pt x="4932636" y="3869331"/>
                </a:moveTo>
                <a:cubicBezTo>
                  <a:pt x="4932118" y="3870289"/>
                  <a:pt x="4932482" y="3871496"/>
                  <a:pt x="4933459" y="3872014"/>
                </a:cubicBezTo>
                <a:cubicBezTo>
                  <a:pt x="4933747" y="3872166"/>
                  <a:pt x="4934055" y="3872224"/>
                  <a:pt x="4934380" y="3872224"/>
                </a:cubicBezTo>
                <a:cubicBezTo>
                  <a:pt x="4935089" y="3872224"/>
                  <a:pt x="4935779" y="3871841"/>
                  <a:pt x="4936124" y="3871170"/>
                </a:cubicBezTo>
                <a:cubicBezTo>
                  <a:pt x="4936642" y="3870213"/>
                  <a:pt x="4936278" y="3869004"/>
                  <a:pt x="4935300" y="3868506"/>
                </a:cubicBezTo>
                <a:cubicBezTo>
                  <a:pt x="4934341" y="3867988"/>
                  <a:pt x="4933134" y="3868353"/>
                  <a:pt x="4932636" y="3869331"/>
                </a:cubicBezTo>
                <a:close/>
                <a:moveTo>
                  <a:pt x="8604921" y="2434251"/>
                </a:moveTo>
                <a:cubicBezTo>
                  <a:pt x="8599612" y="2432430"/>
                  <a:pt x="8593842" y="2435266"/>
                  <a:pt x="8592022" y="2440576"/>
                </a:cubicBezTo>
                <a:cubicBezTo>
                  <a:pt x="8590202" y="2445885"/>
                  <a:pt x="8593038" y="2451672"/>
                  <a:pt x="8598346" y="2453474"/>
                </a:cubicBezTo>
                <a:cubicBezTo>
                  <a:pt x="8599440" y="2453857"/>
                  <a:pt x="8600550" y="2454030"/>
                  <a:pt x="8601644" y="2454030"/>
                </a:cubicBezTo>
                <a:cubicBezTo>
                  <a:pt x="8605859" y="2454030"/>
                  <a:pt x="8609808" y="2451366"/>
                  <a:pt x="8611244" y="2447149"/>
                </a:cubicBezTo>
                <a:cubicBezTo>
                  <a:pt x="8613066" y="2441841"/>
                  <a:pt x="8610229" y="2436072"/>
                  <a:pt x="8604921" y="2434251"/>
                </a:cubicBezTo>
                <a:close/>
                <a:moveTo>
                  <a:pt x="6774671" y="3148581"/>
                </a:moveTo>
                <a:cubicBezTo>
                  <a:pt x="6772102" y="3149635"/>
                  <a:pt x="6770875" y="3152606"/>
                  <a:pt x="6771950" y="3155174"/>
                </a:cubicBezTo>
                <a:cubicBezTo>
                  <a:pt x="6772754" y="3157128"/>
                  <a:pt x="6774632" y="3158297"/>
                  <a:pt x="6776606" y="3158297"/>
                </a:cubicBezTo>
                <a:cubicBezTo>
                  <a:pt x="6777258" y="3158297"/>
                  <a:pt x="6777909" y="3158163"/>
                  <a:pt x="6778542" y="3157914"/>
                </a:cubicBezTo>
                <a:cubicBezTo>
                  <a:pt x="6781110" y="3156841"/>
                  <a:pt x="6782337" y="3153890"/>
                  <a:pt x="6781282" y="3151321"/>
                </a:cubicBezTo>
                <a:cubicBezTo>
                  <a:pt x="6780209" y="3148734"/>
                  <a:pt x="6777258" y="3147507"/>
                  <a:pt x="6774671" y="3148581"/>
                </a:cubicBezTo>
                <a:close/>
                <a:moveTo>
                  <a:pt x="6957987" y="3076499"/>
                </a:moveTo>
                <a:cubicBezTo>
                  <a:pt x="6955380" y="3077477"/>
                  <a:pt x="6954038" y="3080371"/>
                  <a:pt x="6954996" y="3082978"/>
                </a:cubicBezTo>
                <a:cubicBezTo>
                  <a:pt x="6955745" y="3085029"/>
                  <a:pt x="6957680" y="3086294"/>
                  <a:pt x="6959731" y="3086294"/>
                </a:cubicBezTo>
                <a:cubicBezTo>
                  <a:pt x="6960306" y="3086294"/>
                  <a:pt x="6960900" y="3086198"/>
                  <a:pt x="6961474" y="3085987"/>
                </a:cubicBezTo>
                <a:cubicBezTo>
                  <a:pt x="6964082" y="3085010"/>
                  <a:pt x="6965423" y="3082116"/>
                  <a:pt x="6964465" y="3079509"/>
                </a:cubicBezTo>
                <a:cubicBezTo>
                  <a:pt x="6963506" y="3076883"/>
                  <a:pt x="6960593" y="3075541"/>
                  <a:pt x="6957987" y="3076499"/>
                </a:cubicBezTo>
                <a:close/>
                <a:moveTo>
                  <a:pt x="8983557" y="2285212"/>
                </a:moveTo>
                <a:cubicBezTo>
                  <a:pt x="8980795" y="2286664"/>
                  <a:pt x="8978586" y="2289169"/>
                  <a:pt x="8977589" y="2292389"/>
                </a:cubicBezTo>
                <a:cubicBezTo>
                  <a:pt x="8975578" y="2298810"/>
                  <a:pt x="8979161" y="2305652"/>
                  <a:pt x="8985601" y="2307664"/>
                </a:cubicBezTo>
                <a:cubicBezTo>
                  <a:pt x="8986808" y="2308029"/>
                  <a:pt x="8988035" y="2308220"/>
                  <a:pt x="8989223" y="2308220"/>
                </a:cubicBezTo>
                <a:cubicBezTo>
                  <a:pt x="8994435" y="2308220"/>
                  <a:pt x="8999247" y="2304866"/>
                  <a:pt x="9000876" y="2299634"/>
                </a:cubicBezTo>
                <a:cubicBezTo>
                  <a:pt x="9002888" y="2293195"/>
                  <a:pt x="8999285" y="2286352"/>
                  <a:pt x="8992846" y="2284359"/>
                </a:cubicBezTo>
                <a:cubicBezTo>
                  <a:pt x="8989635" y="2283362"/>
                  <a:pt x="8986320" y="2283760"/>
                  <a:pt x="8983557" y="2285212"/>
                </a:cubicBezTo>
                <a:close/>
                <a:moveTo>
                  <a:pt x="6865955" y="3111630"/>
                </a:moveTo>
                <a:cubicBezTo>
                  <a:pt x="6863368" y="3112646"/>
                  <a:pt x="6862083" y="3115578"/>
                  <a:pt x="6863118" y="3118185"/>
                </a:cubicBezTo>
                <a:cubicBezTo>
                  <a:pt x="6863904" y="3120158"/>
                  <a:pt x="6865801" y="3121366"/>
                  <a:pt x="6867815" y="3121366"/>
                </a:cubicBezTo>
                <a:cubicBezTo>
                  <a:pt x="6868427" y="3121366"/>
                  <a:pt x="6869060" y="3121251"/>
                  <a:pt x="6869654" y="3121021"/>
                </a:cubicBezTo>
                <a:cubicBezTo>
                  <a:pt x="6872261" y="3119986"/>
                  <a:pt x="6873525" y="3117073"/>
                  <a:pt x="6872509" y="3114467"/>
                </a:cubicBezTo>
                <a:cubicBezTo>
                  <a:pt x="6871475" y="3111879"/>
                  <a:pt x="6868543" y="3110615"/>
                  <a:pt x="6865955" y="3111630"/>
                </a:cubicBezTo>
                <a:close/>
                <a:moveTo>
                  <a:pt x="5950544" y="3468526"/>
                </a:moveTo>
                <a:cubicBezTo>
                  <a:pt x="5947860" y="3469254"/>
                  <a:pt x="5946271" y="3472034"/>
                  <a:pt x="5946999" y="3474717"/>
                </a:cubicBezTo>
                <a:cubicBezTo>
                  <a:pt x="5947631" y="3476959"/>
                  <a:pt x="5949662" y="3478435"/>
                  <a:pt x="5951866" y="3478435"/>
                </a:cubicBezTo>
                <a:cubicBezTo>
                  <a:pt x="5952307" y="3478434"/>
                  <a:pt x="5952767" y="3478377"/>
                  <a:pt x="5953208" y="3478262"/>
                </a:cubicBezTo>
                <a:cubicBezTo>
                  <a:pt x="5955891" y="3477534"/>
                  <a:pt x="5957482" y="3474755"/>
                  <a:pt x="5956753" y="3472053"/>
                </a:cubicBezTo>
                <a:cubicBezTo>
                  <a:pt x="5956006" y="3469369"/>
                  <a:pt x="5953227" y="3467798"/>
                  <a:pt x="5950544" y="3468526"/>
                </a:cubicBezTo>
                <a:close/>
                <a:moveTo>
                  <a:pt x="8404144" y="2507749"/>
                </a:moveTo>
                <a:cubicBezTo>
                  <a:pt x="8399333" y="2506217"/>
                  <a:pt x="8394197" y="2508900"/>
                  <a:pt x="8392683" y="2513711"/>
                </a:cubicBezTo>
                <a:cubicBezTo>
                  <a:pt x="8391168" y="2518520"/>
                  <a:pt x="8393853" y="2523657"/>
                  <a:pt x="8398662" y="2525171"/>
                </a:cubicBezTo>
                <a:cubicBezTo>
                  <a:pt x="8399564" y="2525458"/>
                  <a:pt x="8400484" y="2525593"/>
                  <a:pt x="8401404" y="2525593"/>
                </a:cubicBezTo>
                <a:cubicBezTo>
                  <a:pt x="8405275" y="2525593"/>
                  <a:pt x="8408878" y="2523101"/>
                  <a:pt x="8410104" y="2519191"/>
                </a:cubicBezTo>
                <a:cubicBezTo>
                  <a:pt x="8411638" y="2514381"/>
                  <a:pt x="8408955" y="2509244"/>
                  <a:pt x="8404144" y="2507749"/>
                </a:cubicBezTo>
                <a:close/>
                <a:moveTo>
                  <a:pt x="8196430" y="2587075"/>
                </a:moveTo>
                <a:cubicBezTo>
                  <a:pt x="8192080" y="2585984"/>
                  <a:pt x="8187672" y="2588628"/>
                  <a:pt x="8186579" y="2592979"/>
                </a:cubicBezTo>
                <a:cubicBezTo>
                  <a:pt x="8185507" y="2597311"/>
                  <a:pt x="8188132" y="2601718"/>
                  <a:pt x="8192482" y="2602811"/>
                </a:cubicBezTo>
                <a:cubicBezTo>
                  <a:pt x="8193153" y="2602982"/>
                  <a:pt x="8193804" y="2603060"/>
                  <a:pt x="8194475" y="2603060"/>
                </a:cubicBezTo>
                <a:cubicBezTo>
                  <a:pt x="8198098" y="2603060"/>
                  <a:pt x="8201413" y="2600607"/>
                  <a:pt x="8202334" y="2596927"/>
                </a:cubicBezTo>
                <a:cubicBezTo>
                  <a:pt x="8203407" y="2592576"/>
                  <a:pt x="8200781" y="2588168"/>
                  <a:pt x="8196430" y="2587075"/>
                </a:cubicBezTo>
                <a:close/>
                <a:moveTo>
                  <a:pt x="7658652" y="2794808"/>
                </a:moveTo>
                <a:cubicBezTo>
                  <a:pt x="7655298" y="2794905"/>
                  <a:pt x="7652673" y="2797702"/>
                  <a:pt x="7652769" y="2801057"/>
                </a:cubicBezTo>
                <a:cubicBezTo>
                  <a:pt x="7652884" y="2804334"/>
                  <a:pt x="7655567" y="2806940"/>
                  <a:pt x="7658844" y="2806940"/>
                </a:cubicBezTo>
                <a:lnTo>
                  <a:pt x="7659035" y="2806940"/>
                </a:lnTo>
                <a:cubicBezTo>
                  <a:pt x="7662370" y="2806825"/>
                  <a:pt x="7665015" y="2804027"/>
                  <a:pt x="7664900" y="2800692"/>
                </a:cubicBezTo>
                <a:cubicBezTo>
                  <a:pt x="7664804" y="2797339"/>
                  <a:pt x="7662006" y="2794694"/>
                  <a:pt x="7658652" y="2794808"/>
                </a:cubicBezTo>
                <a:close/>
                <a:moveTo>
                  <a:pt x="9171787" y="2202499"/>
                </a:moveTo>
                <a:cubicBezTo>
                  <a:pt x="9168859" y="2204196"/>
                  <a:pt x="9166578" y="2207008"/>
                  <a:pt x="9165639" y="2210535"/>
                </a:cubicBezTo>
                <a:cubicBezTo>
                  <a:pt x="9163761" y="2217607"/>
                  <a:pt x="9167958" y="2224851"/>
                  <a:pt x="9175011" y="2226729"/>
                </a:cubicBezTo>
                <a:cubicBezTo>
                  <a:pt x="9176161" y="2227016"/>
                  <a:pt x="9177292" y="2227170"/>
                  <a:pt x="9178423" y="2227170"/>
                </a:cubicBezTo>
                <a:lnTo>
                  <a:pt x="9182154" y="2224296"/>
                </a:lnTo>
                <a:lnTo>
                  <a:pt x="9173554" y="2202264"/>
                </a:lnTo>
                <a:close/>
                <a:moveTo>
                  <a:pt x="5855370" y="3492618"/>
                </a:moveTo>
                <a:cubicBezTo>
                  <a:pt x="5852667" y="3493249"/>
                  <a:pt x="5850981" y="3495971"/>
                  <a:pt x="5851612" y="3498674"/>
                </a:cubicBezTo>
                <a:cubicBezTo>
                  <a:pt x="5852150" y="3501012"/>
                  <a:pt x="5854220" y="3502583"/>
                  <a:pt x="5856520" y="3502583"/>
                </a:cubicBezTo>
                <a:cubicBezTo>
                  <a:pt x="5856902" y="3502583"/>
                  <a:pt x="5857286" y="3502545"/>
                  <a:pt x="5857669" y="3502448"/>
                </a:cubicBezTo>
                <a:cubicBezTo>
                  <a:pt x="5860371" y="3501817"/>
                  <a:pt x="5862058" y="3499113"/>
                  <a:pt x="5861444" y="3496393"/>
                </a:cubicBezTo>
                <a:cubicBezTo>
                  <a:pt x="5860813" y="3493671"/>
                  <a:pt x="5858091" y="3491985"/>
                  <a:pt x="5855370" y="3492618"/>
                </a:cubicBezTo>
                <a:close/>
                <a:moveTo>
                  <a:pt x="5352587" y="3683830"/>
                </a:moveTo>
                <a:cubicBezTo>
                  <a:pt x="5350365" y="3683657"/>
                  <a:pt x="5348447" y="3685343"/>
                  <a:pt x="5348275" y="3687548"/>
                </a:cubicBezTo>
                <a:cubicBezTo>
                  <a:pt x="5348121" y="3689771"/>
                  <a:pt x="5349808" y="3691688"/>
                  <a:pt x="5352011" y="3691860"/>
                </a:cubicBezTo>
                <a:lnTo>
                  <a:pt x="5352298" y="3691860"/>
                </a:lnTo>
                <a:cubicBezTo>
                  <a:pt x="5354388" y="3691859"/>
                  <a:pt x="5356151" y="3690249"/>
                  <a:pt x="5356304" y="3688123"/>
                </a:cubicBezTo>
                <a:cubicBezTo>
                  <a:pt x="5356458" y="3685900"/>
                  <a:pt x="5354791" y="3683983"/>
                  <a:pt x="5352587" y="3683830"/>
                </a:cubicBezTo>
                <a:close/>
                <a:moveTo>
                  <a:pt x="5759293" y="3512607"/>
                </a:moveTo>
                <a:cubicBezTo>
                  <a:pt x="5756553" y="3513105"/>
                  <a:pt x="5754751" y="3515730"/>
                  <a:pt x="5755250" y="3518471"/>
                </a:cubicBezTo>
                <a:cubicBezTo>
                  <a:pt x="5755690" y="3520905"/>
                  <a:pt x="5757818" y="3522611"/>
                  <a:pt x="5760214" y="3522610"/>
                </a:cubicBezTo>
                <a:cubicBezTo>
                  <a:pt x="5760500" y="3522611"/>
                  <a:pt x="5760828" y="3522592"/>
                  <a:pt x="5761134" y="3522534"/>
                </a:cubicBezTo>
                <a:cubicBezTo>
                  <a:pt x="5763874" y="3522017"/>
                  <a:pt x="5765675" y="3519391"/>
                  <a:pt x="5765177" y="3516651"/>
                </a:cubicBezTo>
                <a:cubicBezTo>
                  <a:pt x="5764679" y="3513910"/>
                  <a:pt x="5762034" y="3512089"/>
                  <a:pt x="5759293" y="3512607"/>
                </a:cubicBezTo>
                <a:close/>
                <a:moveTo>
                  <a:pt x="7553972" y="2807208"/>
                </a:moveTo>
                <a:lnTo>
                  <a:pt x="7553972" y="2807227"/>
                </a:lnTo>
                <a:lnTo>
                  <a:pt x="7553981" y="2807216"/>
                </a:lnTo>
                <a:close/>
                <a:moveTo>
                  <a:pt x="7559491" y="2800654"/>
                </a:moveTo>
                <a:lnTo>
                  <a:pt x="7553981" y="2807216"/>
                </a:lnTo>
                <a:lnTo>
                  <a:pt x="7560009" y="2812747"/>
                </a:lnTo>
                <a:cubicBezTo>
                  <a:pt x="7560181" y="2812747"/>
                  <a:pt x="7560353" y="2812747"/>
                  <a:pt x="7560526" y="2812747"/>
                </a:cubicBezTo>
                <a:cubicBezTo>
                  <a:pt x="7563880" y="2812460"/>
                  <a:pt x="7566353" y="2809508"/>
                  <a:pt x="7566064" y="2806174"/>
                </a:cubicBezTo>
                <a:cubicBezTo>
                  <a:pt x="7565758" y="2802838"/>
                  <a:pt x="7562825" y="2800366"/>
                  <a:pt x="7559491" y="2800654"/>
                </a:cubicBezTo>
                <a:close/>
                <a:moveTo>
                  <a:pt x="4748744" y="3897810"/>
                </a:moveTo>
                <a:cubicBezTo>
                  <a:pt x="4748400" y="3898212"/>
                  <a:pt x="4748419" y="3898807"/>
                  <a:pt x="4748822" y="3899171"/>
                </a:cubicBezTo>
                <a:cubicBezTo>
                  <a:pt x="4749013" y="3899324"/>
                  <a:pt x="4749243" y="3899401"/>
                  <a:pt x="4749454" y="3899401"/>
                </a:cubicBezTo>
                <a:cubicBezTo>
                  <a:pt x="4749721" y="3899401"/>
                  <a:pt x="4749990" y="3899305"/>
                  <a:pt x="4750182" y="3899093"/>
                </a:cubicBezTo>
                <a:cubicBezTo>
                  <a:pt x="4750528" y="3898691"/>
                  <a:pt x="4750488" y="3898078"/>
                  <a:pt x="4750106" y="3897733"/>
                </a:cubicBezTo>
                <a:cubicBezTo>
                  <a:pt x="4749703" y="3897388"/>
                  <a:pt x="4749089" y="3897407"/>
                  <a:pt x="4748744" y="3897810"/>
                </a:cubicBezTo>
                <a:close/>
                <a:moveTo>
                  <a:pt x="7881526" y="2668067"/>
                </a:moveTo>
                <a:cubicBezTo>
                  <a:pt x="7877616" y="2667704"/>
                  <a:pt x="7874166" y="2670579"/>
                  <a:pt x="7873802" y="2674469"/>
                </a:cubicBezTo>
                <a:cubicBezTo>
                  <a:pt x="7873438" y="2678378"/>
                  <a:pt x="7876313" y="2681828"/>
                  <a:pt x="7880223" y="2682192"/>
                </a:cubicBezTo>
                <a:cubicBezTo>
                  <a:pt x="7880433" y="2682230"/>
                  <a:pt x="7880663" y="2682230"/>
                  <a:pt x="7880874" y="2682230"/>
                </a:cubicBezTo>
                <a:cubicBezTo>
                  <a:pt x="7884496" y="2682230"/>
                  <a:pt x="7887582" y="2679471"/>
                  <a:pt x="7887927" y="2675792"/>
                </a:cubicBezTo>
                <a:cubicBezTo>
                  <a:pt x="7888292" y="2671881"/>
                  <a:pt x="7885417" y="2668432"/>
                  <a:pt x="7881526" y="2668067"/>
                </a:cubicBezTo>
                <a:close/>
                <a:moveTo>
                  <a:pt x="5662393" y="3528016"/>
                </a:moveTo>
                <a:cubicBezTo>
                  <a:pt x="5659634" y="3528379"/>
                  <a:pt x="5657698" y="3530909"/>
                  <a:pt x="5658062" y="3533668"/>
                </a:cubicBezTo>
                <a:cubicBezTo>
                  <a:pt x="5658407" y="3536219"/>
                  <a:pt x="5660554" y="3538057"/>
                  <a:pt x="5663047" y="3538058"/>
                </a:cubicBezTo>
                <a:cubicBezTo>
                  <a:pt x="5663275" y="3538057"/>
                  <a:pt x="5663505" y="3538020"/>
                  <a:pt x="5663736" y="3538020"/>
                </a:cubicBezTo>
                <a:cubicBezTo>
                  <a:pt x="5666496" y="3537655"/>
                  <a:pt x="5668431" y="3535107"/>
                  <a:pt x="5668067" y="3532347"/>
                </a:cubicBezTo>
                <a:cubicBezTo>
                  <a:pt x="5667703" y="3529587"/>
                  <a:pt x="5665153" y="3527651"/>
                  <a:pt x="5662393" y="3528016"/>
                </a:cubicBezTo>
                <a:close/>
                <a:moveTo>
                  <a:pt x="5047839" y="3766987"/>
                </a:moveTo>
                <a:cubicBezTo>
                  <a:pt x="5046286" y="3766413"/>
                  <a:pt x="5044543" y="3767179"/>
                  <a:pt x="5043968" y="3768732"/>
                </a:cubicBezTo>
                <a:cubicBezTo>
                  <a:pt x="5043372" y="3770284"/>
                  <a:pt x="5044158" y="3772028"/>
                  <a:pt x="5045710" y="3772602"/>
                </a:cubicBezTo>
                <a:cubicBezTo>
                  <a:pt x="5046055" y="3772736"/>
                  <a:pt x="5046421" y="3772814"/>
                  <a:pt x="5046766" y="3772814"/>
                </a:cubicBezTo>
                <a:cubicBezTo>
                  <a:pt x="5047972" y="3772814"/>
                  <a:pt x="5049122" y="3772066"/>
                  <a:pt x="5049583" y="3770859"/>
                </a:cubicBezTo>
                <a:cubicBezTo>
                  <a:pt x="5050158" y="3769325"/>
                  <a:pt x="5049390" y="3767582"/>
                  <a:pt x="5047839" y="3766987"/>
                </a:cubicBezTo>
                <a:close/>
                <a:moveTo>
                  <a:pt x="8098323" y="2564748"/>
                </a:moveTo>
                <a:cubicBezTo>
                  <a:pt x="8093916" y="2563847"/>
                  <a:pt x="8089642" y="2566684"/>
                  <a:pt x="8088759" y="2571073"/>
                </a:cubicBezTo>
                <a:cubicBezTo>
                  <a:pt x="8087859" y="2575481"/>
                  <a:pt x="8090696" y="2579755"/>
                  <a:pt x="8095103" y="2580636"/>
                </a:cubicBezTo>
                <a:cubicBezTo>
                  <a:pt x="8095640" y="2580751"/>
                  <a:pt x="8096177" y="2580809"/>
                  <a:pt x="8096713" y="2580809"/>
                </a:cubicBezTo>
                <a:cubicBezTo>
                  <a:pt x="8100489" y="2580809"/>
                  <a:pt x="8103881" y="2578145"/>
                  <a:pt x="8104667" y="2574312"/>
                </a:cubicBezTo>
                <a:cubicBezTo>
                  <a:pt x="8105548" y="2569922"/>
                  <a:pt x="8102712" y="2565630"/>
                  <a:pt x="8098323" y="2564748"/>
                </a:cubicBezTo>
                <a:close/>
                <a:moveTo>
                  <a:pt x="8704043" y="2328056"/>
                </a:moveTo>
                <a:cubicBezTo>
                  <a:pt x="8698217" y="2326044"/>
                  <a:pt x="8691855" y="2329168"/>
                  <a:pt x="8689842" y="2334994"/>
                </a:cubicBezTo>
                <a:cubicBezTo>
                  <a:pt x="8687829" y="2340839"/>
                  <a:pt x="8690934" y="2347203"/>
                  <a:pt x="8696779" y="2349196"/>
                </a:cubicBezTo>
                <a:cubicBezTo>
                  <a:pt x="8697968" y="2349617"/>
                  <a:pt x="8699213" y="2349809"/>
                  <a:pt x="8700422" y="2349809"/>
                </a:cubicBezTo>
                <a:cubicBezTo>
                  <a:pt x="8705059" y="2349809"/>
                  <a:pt x="8709390" y="2346896"/>
                  <a:pt x="8710981" y="2342277"/>
                </a:cubicBezTo>
                <a:cubicBezTo>
                  <a:pt x="8712994" y="2336432"/>
                  <a:pt x="8709889" y="2330068"/>
                  <a:pt x="8704043" y="2328056"/>
                </a:cubicBezTo>
                <a:close/>
                <a:moveTo>
                  <a:pt x="5255840" y="3672963"/>
                </a:moveTo>
                <a:cubicBezTo>
                  <a:pt x="5253636" y="3672618"/>
                  <a:pt x="5251585" y="3674113"/>
                  <a:pt x="5251241" y="3676317"/>
                </a:cubicBezTo>
                <a:cubicBezTo>
                  <a:pt x="5250897" y="3678502"/>
                  <a:pt x="5252410" y="3680571"/>
                  <a:pt x="5254594" y="3680897"/>
                </a:cubicBezTo>
                <a:cubicBezTo>
                  <a:pt x="5254805" y="3680955"/>
                  <a:pt x="5255016" y="3680955"/>
                  <a:pt x="5255228" y="3680955"/>
                </a:cubicBezTo>
                <a:cubicBezTo>
                  <a:pt x="5257183" y="3680955"/>
                  <a:pt x="5258886" y="3679536"/>
                  <a:pt x="5259194" y="3677563"/>
                </a:cubicBezTo>
                <a:cubicBezTo>
                  <a:pt x="5259539" y="3675359"/>
                  <a:pt x="5258044" y="3673308"/>
                  <a:pt x="5255840" y="3672963"/>
                </a:cubicBezTo>
                <a:close/>
                <a:moveTo>
                  <a:pt x="7460809" y="2811865"/>
                </a:moveTo>
                <a:cubicBezTo>
                  <a:pt x="7457475" y="2812325"/>
                  <a:pt x="7455155" y="2815392"/>
                  <a:pt x="7455635" y="2818707"/>
                </a:cubicBezTo>
                <a:cubicBezTo>
                  <a:pt x="7456055" y="2821755"/>
                  <a:pt x="7458663" y="2823940"/>
                  <a:pt x="7461633" y="2823940"/>
                </a:cubicBezTo>
                <a:cubicBezTo>
                  <a:pt x="7461920" y="2823940"/>
                  <a:pt x="7462189" y="2823920"/>
                  <a:pt x="7462476" y="2823882"/>
                </a:cubicBezTo>
                <a:cubicBezTo>
                  <a:pt x="7465791" y="2823422"/>
                  <a:pt x="7468110" y="2820356"/>
                  <a:pt x="7467651" y="2817040"/>
                </a:cubicBezTo>
                <a:cubicBezTo>
                  <a:pt x="7467191" y="2813705"/>
                  <a:pt x="7464124" y="2811406"/>
                  <a:pt x="7460809" y="2811865"/>
                </a:cubicBezTo>
                <a:close/>
                <a:moveTo>
                  <a:pt x="8508576" y="2401766"/>
                </a:moveTo>
                <a:cubicBezTo>
                  <a:pt x="8503248" y="2400022"/>
                  <a:pt x="8497518" y="2402897"/>
                  <a:pt x="8495755" y="2408224"/>
                </a:cubicBezTo>
                <a:cubicBezTo>
                  <a:pt x="8493991" y="2413552"/>
                  <a:pt x="8496866" y="2419302"/>
                  <a:pt x="8502194" y="2421066"/>
                </a:cubicBezTo>
                <a:cubicBezTo>
                  <a:pt x="8503248" y="2421410"/>
                  <a:pt x="8504341" y="2421583"/>
                  <a:pt x="8505395" y="2421583"/>
                </a:cubicBezTo>
                <a:cubicBezTo>
                  <a:pt x="8509649" y="2421583"/>
                  <a:pt x="8513617" y="2418880"/>
                  <a:pt x="8515035" y="2414606"/>
                </a:cubicBezTo>
                <a:cubicBezTo>
                  <a:pt x="8516798" y="2409298"/>
                  <a:pt x="8513904" y="2403548"/>
                  <a:pt x="8508576" y="2401766"/>
                </a:cubicBezTo>
                <a:close/>
                <a:moveTo>
                  <a:pt x="8885826" y="2253608"/>
                </a:moveTo>
                <a:cubicBezTo>
                  <a:pt x="8883037" y="2255012"/>
                  <a:pt x="8880785" y="2257480"/>
                  <a:pt x="8879732" y="2260671"/>
                </a:cubicBezTo>
                <a:cubicBezTo>
                  <a:pt x="8877604" y="2267072"/>
                  <a:pt x="8881073" y="2273972"/>
                  <a:pt x="8887474" y="2276099"/>
                </a:cubicBezTo>
                <a:cubicBezTo>
                  <a:pt x="8888739" y="2276520"/>
                  <a:pt x="8890043" y="2276712"/>
                  <a:pt x="8891307" y="2276712"/>
                </a:cubicBezTo>
                <a:cubicBezTo>
                  <a:pt x="8896425" y="2276712"/>
                  <a:pt x="8901197" y="2273474"/>
                  <a:pt x="8902902" y="2268337"/>
                </a:cubicBezTo>
                <a:cubicBezTo>
                  <a:pt x="8905011" y="2261936"/>
                  <a:pt x="8901542" y="2255037"/>
                  <a:pt x="8895140" y="2252928"/>
                </a:cubicBezTo>
                <a:cubicBezTo>
                  <a:pt x="8891939" y="2251864"/>
                  <a:pt x="8888614" y="2252204"/>
                  <a:pt x="8885826" y="2253608"/>
                </a:cubicBezTo>
                <a:close/>
                <a:moveTo>
                  <a:pt x="8307301" y="2478561"/>
                </a:moveTo>
                <a:cubicBezTo>
                  <a:pt x="8302434" y="2477181"/>
                  <a:pt x="8297374" y="2479999"/>
                  <a:pt x="8295994" y="2484847"/>
                </a:cubicBezTo>
                <a:cubicBezTo>
                  <a:pt x="8294614" y="2489696"/>
                  <a:pt x="8297412" y="2494755"/>
                  <a:pt x="8302262" y="2496135"/>
                </a:cubicBezTo>
                <a:lnTo>
                  <a:pt x="8302280" y="2496135"/>
                </a:lnTo>
                <a:cubicBezTo>
                  <a:pt x="8303123" y="2496385"/>
                  <a:pt x="8303966" y="2496500"/>
                  <a:pt x="8304811" y="2496500"/>
                </a:cubicBezTo>
                <a:cubicBezTo>
                  <a:pt x="8308777" y="2496500"/>
                  <a:pt x="8312438" y="2493874"/>
                  <a:pt x="8313588" y="2489868"/>
                </a:cubicBezTo>
                <a:cubicBezTo>
                  <a:pt x="8314968" y="2485020"/>
                  <a:pt x="8312170" y="2479960"/>
                  <a:pt x="8307301" y="2478561"/>
                </a:cubicBezTo>
                <a:close/>
                <a:moveTo>
                  <a:pt x="9072534" y="2174163"/>
                </a:moveTo>
                <a:cubicBezTo>
                  <a:pt x="9069558" y="2175773"/>
                  <a:pt x="9067196" y="2178519"/>
                  <a:pt x="9066152" y="2182016"/>
                </a:cubicBezTo>
                <a:cubicBezTo>
                  <a:pt x="9064063" y="2189012"/>
                  <a:pt x="9068050" y="2196371"/>
                  <a:pt x="9075044" y="2198479"/>
                </a:cubicBezTo>
                <a:cubicBezTo>
                  <a:pt x="9076290" y="2198844"/>
                  <a:pt x="9077575" y="2199016"/>
                  <a:pt x="9078820" y="2199016"/>
                </a:cubicBezTo>
                <a:cubicBezTo>
                  <a:pt x="9084512" y="2199016"/>
                  <a:pt x="9089783" y="2195318"/>
                  <a:pt x="9091489" y="2189568"/>
                </a:cubicBezTo>
                <a:cubicBezTo>
                  <a:pt x="9093577" y="2182572"/>
                  <a:pt x="9089591" y="2175213"/>
                  <a:pt x="9082595" y="2173124"/>
                </a:cubicBezTo>
                <a:cubicBezTo>
                  <a:pt x="9079097" y="2172079"/>
                  <a:pt x="9075509" y="2172553"/>
                  <a:pt x="9072534" y="2174163"/>
                </a:cubicBezTo>
                <a:close/>
                <a:moveTo>
                  <a:pt x="4850206" y="3819289"/>
                </a:moveTo>
                <a:cubicBezTo>
                  <a:pt x="4849593" y="3820191"/>
                  <a:pt x="4849823" y="3821417"/>
                  <a:pt x="4850723" y="3822049"/>
                </a:cubicBezTo>
                <a:cubicBezTo>
                  <a:pt x="4851067" y="3822279"/>
                  <a:pt x="4851452" y="3822394"/>
                  <a:pt x="4851835" y="3822395"/>
                </a:cubicBezTo>
                <a:cubicBezTo>
                  <a:pt x="4852467" y="3822394"/>
                  <a:pt x="4853100" y="3822088"/>
                  <a:pt x="4853482" y="3821532"/>
                </a:cubicBezTo>
                <a:cubicBezTo>
                  <a:pt x="4854097" y="3820631"/>
                  <a:pt x="4853867" y="3819405"/>
                  <a:pt x="4852966" y="3818791"/>
                </a:cubicBezTo>
                <a:cubicBezTo>
                  <a:pt x="4852066" y="3818158"/>
                  <a:pt x="4850839" y="3818389"/>
                  <a:pt x="4850206" y="3819289"/>
                </a:cubicBezTo>
                <a:close/>
                <a:moveTo>
                  <a:pt x="5564842" y="3538192"/>
                </a:moveTo>
                <a:cubicBezTo>
                  <a:pt x="5562064" y="3538403"/>
                  <a:pt x="5559992" y="3540818"/>
                  <a:pt x="5560206" y="3543597"/>
                </a:cubicBezTo>
                <a:cubicBezTo>
                  <a:pt x="5560396" y="3546242"/>
                  <a:pt x="5562600" y="3548254"/>
                  <a:pt x="5565226" y="3548254"/>
                </a:cubicBezTo>
                <a:lnTo>
                  <a:pt x="5565609" y="3548254"/>
                </a:lnTo>
                <a:cubicBezTo>
                  <a:pt x="5568389" y="3548043"/>
                  <a:pt x="5570477" y="3545608"/>
                  <a:pt x="5570265" y="3542849"/>
                </a:cubicBezTo>
                <a:cubicBezTo>
                  <a:pt x="5570056" y="3540052"/>
                  <a:pt x="5567641" y="3537982"/>
                  <a:pt x="5564842" y="3538192"/>
                </a:cubicBezTo>
                <a:close/>
                <a:moveTo>
                  <a:pt x="7362817" y="2828079"/>
                </a:moveTo>
                <a:cubicBezTo>
                  <a:pt x="7359519" y="2828693"/>
                  <a:pt x="7357374" y="2831874"/>
                  <a:pt x="7357987" y="2835171"/>
                </a:cubicBezTo>
                <a:cubicBezTo>
                  <a:pt x="7358543" y="2838084"/>
                  <a:pt x="7361091" y="2840116"/>
                  <a:pt x="7363947" y="2840116"/>
                </a:cubicBezTo>
                <a:cubicBezTo>
                  <a:pt x="7364331" y="2840116"/>
                  <a:pt x="7364715" y="2840077"/>
                  <a:pt x="7365097" y="2840000"/>
                </a:cubicBezTo>
                <a:cubicBezTo>
                  <a:pt x="7368375" y="2839367"/>
                  <a:pt x="7370540" y="2836186"/>
                  <a:pt x="7369908" y="2832909"/>
                </a:cubicBezTo>
                <a:cubicBezTo>
                  <a:pt x="7369294" y="2829613"/>
                  <a:pt x="7366113" y="2827447"/>
                  <a:pt x="7362817" y="2828079"/>
                </a:cubicBezTo>
                <a:close/>
                <a:moveTo>
                  <a:pt x="7781694" y="2661609"/>
                </a:moveTo>
                <a:cubicBezTo>
                  <a:pt x="7777784" y="2661455"/>
                  <a:pt x="7774487" y="2664522"/>
                  <a:pt x="7774354" y="2668432"/>
                </a:cubicBezTo>
                <a:cubicBezTo>
                  <a:pt x="7774200" y="2672361"/>
                  <a:pt x="7777266" y="2675638"/>
                  <a:pt x="7781176" y="2675792"/>
                </a:cubicBezTo>
                <a:lnTo>
                  <a:pt x="7781445" y="2675792"/>
                </a:lnTo>
                <a:cubicBezTo>
                  <a:pt x="7785240" y="2675792"/>
                  <a:pt x="7788382" y="2672782"/>
                  <a:pt x="7788517" y="2668949"/>
                </a:cubicBezTo>
                <a:cubicBezTo>
                  <a:pt x="7788670" y="2665040"/>
                  <a:pt x="7785603" y="2661744"/>
                  <a:pt x="7781694" y="2661609"/>
                </a:cubicBezTo>
                <a:close/>
                <a:moveTo>
                  <a:pt x="7265725" y="2848855"/>
                </a:moveTo>
                <a:cubicBezTo>
                  <a:pt x="7262467" y="2849640"/>
                  <a:pt x="7260454" y="2852899"/>
                  <a:pt x="7261221" y="2856157"/>
                </a:cubicBezTo>
                <a:cubicBezTo>
                  <a:pt x="7261892" y="2858955"/>
                  <a:pt x="7264383" y="2860833"/>
                  <a:pt x="7267124" y="2860833"/>
                </a:cubicBezTo>
                <a:cubicBezTo>
                  <a:pt x="7267584" y="2860833"/>
                  <a:pt x="7268064" y="2860775"/>
                  <a:pt x="7268542" y="2860680"/>
                </a:cubicBezTo>
                <a:cubicBezTo>
                  <a:pt x="7271801" y="2859894"/>
                  <a:pt x="7273813" y="2856617"/>
                  <a:pt x="7273046" y="2853358"/>
                </a:cubicBezTo>
                <a:cubicBezTo>
                  <a:pt x="7272260" y="2850101"/>
                  <a:pt x="7268983" y="2848088"/>
                  <a:pt x="7265725" y="2848855"/>
                </a:cubicBezTo>
                <a:close/>
                <a:moveTo>
                  <a:pt x="5466907" y="3542371"/>
                </a:moveTo>
                <a:cubicBezTo>
                  <a:pt x="5464130" y="3542409"/>
                  <a:pt x="5461887" y="3544689"/>
                  <a:pt x="5461904" y="3547468"/>
                </a:cubicBezTo>
                <a:cubicBezTo>
                  <a:pt x="5461925" y="3550247"/>
                  <a:pt x="5464186" y="3552470"/>
                  <a:pt x="5466967" y="3552470"/>
                </a:cubicBezTo>
                <a:lnTo>
                  <a:pt x="5467004" y="3552470"/>
                </a:lnTo>
                <a:cubicBezTo>
                  <a:pt x="5469784" y="3552433"/>
                  <a:pt x="5472005" y="3550152"/>
                  <a:pt x="5472005" y="3547373"/>
                </a:cubicBezTo>
                <a:cubicBezTo>
                  <a:pt x="5471987" y="3544594"/>
                  <a:pt x="5469705" y="3542370"/>
                  <a:pt x="5466907" y="3542371"/>
                </a:cubicBezTo>
                <a:close/>
                <a:moveTo>
                  <a:pt x="7169630" y="2873770"/>
                </a:moveTo>
                <a:cubicBezTo>
                  <a:pt x="7166411" y="2874671"/>
                  <a:pt x="7164532" y="2878024"/>
                  <a:pt x="7165433" y="2881263"/>
                </a:cubicBezTo>
                <a:cubicBezTo>
                  <a:pt x="7166180" y="2883927"/>
                  <a:pt x="7168614" y="2885690"/>
                  <a:pt x="7171278" y="2885690"/>
                </a:cubicBezTo>
                <a:cubicBezTo>
                  <a:pt x="7171815" y="2885690"/>
                  <a:pt x="7172371" y="2885614"/>
                  <a:pt x="7172907" y="2885460"/>
                </a:cubicBezTo>
                <a:cubicBezTo>
                  <a:pt x="7176147" y="2884541"/>
                  <a:pt x="7178025" y="2881186"/>
                  <a:pt x="7177123" y="2877967"/>
                </a:cubicBezTo>
                <a:cubicBezTo>
                  <a:pt x="7176223" y="2874747"/>
                  <a:pt x="7172869" y="2872868"/>
                  <a:pt x="7169630" y="2873770"/>
                </a:cubicBezTo>
                <a:close/>
                <a:moveTo>
                  <a:pt x="6338871" y="3196647"/>
                </a:moveTo>
                <a:cubicBezTo>
                  <a:pt x="6335748" y="3197874"/>
                  <a:pt x="6334233" y="3201400"/>
                  <a:pt x="6335459" y="3204524"/>
                </a:cubicBezTo>
                <a:cubicBezTo>
                  <a:pt x="6336398" y="3206901"/>
                  <a:pt x="6338699" y="3208357"/>
                  <a:pt x="6341113" y="3208357"/>
                </a:cubicBezTo>
                <a:cubicBezTo>
                  <a:pt x="6341842" y="3208357"/>
                  <a:pt x="6342608" y="3208223"/>
                  <a:pt x="6343337" y="3207936"/>
                </a:cubicBezTo>
                <a:cubicBezTo>
                  <a:pt x="6346460" y="3206710"/>
                  <a:pt x="6347975" y="3203164"/>
                  <a:pt x="6346749" y="3200059"/>
                </a:cubicBezTo>
                <a:cubicBezTo>
                  <a:pt x="6345522" y="3196935"/>
                  <a:pt x="6341995" y="3195402"/>
                  <a:pt x="6338871" y="3196647"/>
                </a:cubicBezTo>
                <a:close/>
                <a:moveTo>
                  <a:pt x="6246514" y="3232027"/>
                </a:moveTo>
                <a:cubicBezTo>
                  <a:pt x="6243370" y="3233195"/>
                  <a:pt x="6241760" y="3236684"/>
                  <a:pt x="6242930" y="3239827"/>
                </a:cubicBezTo>
                <a:cubicBezTo>
                  <a:pt x="6243831" y="3242280"/>
                  <a:pt x="6246149" y="3243794"/>
                  <a:pt x="6248622" y="3243794"/>
                </a:cubicBezTo>
                <a:cubicBezTo>
                  <a:pt x="6249331" y="3243794"/>
                  <a:pt x="6250040" y="3243679"/>
                  <a:pt x="6250730" y="3243411"/>
                </a:cubicBezTo>
                <a:cubicBezTo>
                  <a:pt x="6253873" y="3242261"/>
                  <a:pt x="6255483" y="3238773"/>
                  <a:pt x="6254314" y="3235611"/>
                </a:cubicBezTo>
                <a:cubicBezTo>
                  <a:pt x="6253144" y="3232487"/>
                  <a:pt x="6249657" y="3230877"/>
                  <a:pt x="6246514" y="3232027"/>
                </a:cubicBezTo>
                <a:close/>
                <a:moveTo>
                  <a:pt x="7999200" y="2547155"/>
                </a:moveTo>
                <a:cubicBezTo>
                  <a:pt x="7994774" y="2546484"/>
                  <a:pt x="7990633" y="2549531"/>
                  <a:pt x="7989962" y="2553958"/>
                </a:cubicBezTo>
                <a:cubicBezTo>
                  <a:pt x="7989291" y="2558386"/>
                  <a:pt x="7992339" y="2562525"/>
                  <a:pt x="7996766" y="2563196"/>
                </a:cubicBezTo>
                <a:cubicBezTo>
                  <a:pt x="7997169" y="2563292"/>
                  <a:pt x="7997591" y="2563292"/>
                  <a:pt x="7997993" y="2563292"/>
                </a:cubicBezTo>
                <a:cubicBezTo>
                  <a:pt x="8001941" y="2563292"/>
                  <a:pt x="8005390" y="2560417"/>
                  <a:pt x="8006004" y="2556392"/>
                </a:cubicBezTo>
                <a:cubicBezTo>
                  <a:pt x="8006675" y="2551965"/>
                  <a:pt x="8003627" y="2547826"/>
                  <a:pt x="7999200" y="2547155"/>
                </a:cubicBezTo>
                <a:close/>
                <a:moveTo>
                  <a:pt x="6430500" y="3159333"/>
                </a:moveTo>
                <a:cubicBezTo>
                  <a:pt x="6427396" y="3160617"/>
                  <a:pt x="6425939" y="3164182"/>
                  <a:pt x="6427243" y="3167267"/>
                </a:cubicBezTo>
                <a:cubicBezTo>
                  <a:pt x="6428220" y="3169606"/>
                  <a:pt x="6430462" y="3171005"/>
                  <a:pt x="6432839" y="3171005"/>
                </a:cubicBezTo>
                <a:cubicBezTo>
                  <a:pt x="6433625" y="3171004"/>
                  <a:pt x="6434411" y="3170851"/>
                  <a:pt x="6435177" y="3170525"/>
                </a:cubicBezTo>
                <a:cubicBezTo>
                  <a:pt x="6438282" y="3169241"/>
                  <a:pt x="6439739" y="3165677"/>
                  <a:pt x="6438435" y="3162590"/>
                </a:cubicBezTo>
                <a:cubicBezTo>
                  <a:pt x="6437132" y="3159486"/>
                  <a:pt x="6433586" y="3158029"/>
                  <a:pt x="6430500" y="3159333"/>
                </a:cubicBezTo>
                <a:close/>
                <a:moveTo>
                  <a:pt x="5160532" y="3653434"/>
                </a:moveTo>
                <a:cubicBezTo>
                  <a:pt x="5158366" y="3652878"/>
                  <a:pt x="5156179" y="3654181"/>
                  <a:pt x="5155625" y="3656328"/>
                </a:cubicBezTo>
                <a:cubicBezTo>
                  <a:pt x="5155069" y="3658474"/>
                  <a:pt x="5156372" y="3660678"/>
                  <a:pt x="5158519" y="3661234"/>
                </a:cubicBezTo>
                <a:cubicBezTo>
                  <a:pt x="5158865" y="3661311"/>
                  <a:pt x="5159189" y="3661349"/>
                  <a:pt x="5159515" y="3661349"/>
                </a:cubicBezTo>
                <a:cubicBezTo>
                  <a:pt x="5161317" y="3661349"/>
                  <a:pt x="5162965" y="3660141"/>
                  <a:pt x="5163425" y="3658321"/>
                </a:cubicBezTo>
                <a:cubicBezTo>
                  <a:pt x="5163980" y="3656174"/>
                  <a:pt x="5162678" y="3653971"/>
                  <a:pt x="5160532" y="3653434"/>
                </a:cubicBezTo>
                <a:close/>
                <a:moveTo>
                  <a:pt x="6153370" y="3265221"/>
                </a:moveTo>
                <a:cubicBezTo>
                  <a:pt x="6150189" y="3266294"/>
                  <a:pt x="6148502" y="3269744"/>
                  <a:pt x="6149594" y="3272926"/>
                </a:cubicBezTo>
                <a:cubicBezTo>
                  <a:pt x="6150457" y="3275436"/>
                  <a:pt x="6152814" y="3277027"/>
                  <a:pt x="6155344" y="3277027"/>
                </a:cubicBezTo>
                <a:cubicBezTo>
                  <a:pt x="6155977" y="3277027"/>
                  <a:pt x="6156647" y="3276912"/>
                  <a:pt x="6157299" y="3276701"/>
                </a:cubicBezTo>
                <a:cubicBezTo>
                  <a:pt x="6160462" y="3275609"/>
                  <a:pt x="6162167" y="3272159"/>
                  <a:pt x="6161075" y="3268996"/>
                </a:cubicBezTo>
                <a:cubicBezTo>
                  <a:pt x="6159982" y="3265816"/>
                  <a:pt x="6156532" y="3264129"/>
                  <a:pt x="6153370" y="3265221"/>
                </a:cubicBezTo>
                <a:close/>
                <a:moveTo>
                  <a:pt x="6521574" y="3120599"/>
                </a:moveTo>
                <a:cubicBezTo>
                  <a:pt x="6518489" y="3121903"/>
                  <a:pt x="6517051" y="3125487"/>
                  <a:pt x="6518373" y="3128553"/>
                </a:cubicBezTo>
                <a:cubicBezTo>
                  <a:pt x="6519369" y="3130872"/>
                  <a:pt x="6521613" y="3132252"/>
                  <a:pt x="6523969" y="3132252"/>
                </a:cubicBezTo>
                <a:cubicBezTo>
                  <a:pt x="6524755" y="3132252"/>
                  <a:pt x="6525561" y="3132080"/>
                  <a:pt x="6526346" y="3131754"/>
                </a:cubicBezTo>
                <a:cubicBezTo>
                  <a:pt x="6529432" y="3130431"/>
                  <a:pt x="6530850" y="3126867"/>
                  <a:pt x="6529527" y="3123781"/>
                </a:cubicBezTo>
                <a:cubicBezTo>
                  <a:pt x="6528205" y="3120714"/>
                  <a:pt x="6524640" y="3119277"/>
                  <a:pt x="6521574" y="3120599"/>
                </a:cubicBezTo>
                <a:close/>
                <a:moveTo>
                  <a:pt x="7074609" y="2902441"/>
                </a:moveTo>
                <a:cubicBezTo>
                  <a:pt x="7071408" y="2903475"/>
                  <a:pt x="7069664" y="2906887"/>
                  <a:pt x="7070679" y="2910069"/>
                </a:cubicBezTo>
                <a:cubicBezTo>
                  <a:pt x="7071523" y="2912656"/>
                  <a:pt x="7073899" y="2914285"/>
                  <a:pt x="7076467" y="2914285"/>
                </a:cubicBezTo>
                <a:cubicBezTo>
                  <a:pt x="7077081" y="2914285"/>
                  <a:pt x="7077694" y="2914189"/>
                  <a:pt x="7078327" y="2913998"/>
                </a:cubicBezTo>
                <a:cubicBezTo>
                  <a:pt x="7081508" y="2912962"/>
                  <a:pt x="7083272" y="2909551"/>
                  <a:pt x="7082236" y="2906351"/>
                </a:cubicBezTo>
                <a:cubicBezTo>
                  <a:pt x="7081220" y="2903169"/>
                  <a:pt x="7077789" y="2901406"/>
                  <a:pt x="7074609" y="2902441"/>
                </a:cubicBezTo>
                <a:close/>
                <a:moveTo>
                  <a:pt x="4955461" y="3728944"/>
                </a:moveTo>
                <a:cubicBezTo>
                  <a:pt x="4954695" y="3730420"/>
                  <a:pt x="4955271" y="3732240"/>
                  <a:pt x="4956745" y="3732988"/>
                </a:cubicBezTo>
                <a:cubicBezTo>
                  <a:pt x="4957186" y="3733218"/>
                  <a:pt x="4957646" y="3733314"/>
                  <a:pt x="4958126" y="3733314"/>
                </a:cubicBezTo>
                <a:cubicBezTo>
                  <a:pt x="4959200" y="3733314"/>
                  <a:pt x="4960253" y="3732739"/>
                  <a:pt x="4960790" y="3731704"/>
                </a:cubicBezTo>
                <a:cubicBezTo>
                  <a:pt x="4961556" y="3730209"/>
                  <a:pt x="4960962" y="3728407"/>
                  <a:pt x="4959505" y="3727660"/>
                </a:cubicBezTo>
                <a:cubicBezTo>
                  <a:pt x="4958030" y="3726894"/>
                  <a:pt x="4956209" y="3727469"/>
                  <a:pt x="4955461" y="3728944"/>
                </a:cubicBezTo>
                <a:close/>
                <a:moveTo>
                  <a:pt x="6612609" y="3081618"/>
                </a:moveTo>
                <a:cubicBezTo>
                  <a:pt x="6609523" y="3082921"/>
                  <a:pt x="6608087" y="3086485"/>
                  <a:pt x="6609408" y="3089571"/>
                </a:cubicBezTo>
                <a:cubicBezTo>
                  <a:pt x="6610386" y="3091871"/>
                  <a:pt x="6612628" y="3093269"/>
                  <a:pt x="6614985" y="3093269"/>
                </a:cubicBezTo>
                <a:cubicBezTo>
                  <a:pt x="6615791" y="3093269"/>
                  <a:pt x="6616596" y="3093117"/>
                  <a:pt x="6617363" y="3092771"/>
                </a:cubicBezTo>
                <a:cubicBezTo>
                  <a:pt x="6620447" y="3091450"/>
                  <a:pt x="6621885" y="3087884"/>
                  <a:pt x="6620562" y="3084818"/>
                </a:cubicBezTo>
                <a:cubicBezTo>
                  <a:pt x="6619259" y="3081733"/>
                  <a:pt x="6615676" y="3080294"/>
                  <a:pt x="6612609" y="3081618"/>
                </a:cubicBezTo>
                <a:close/>
                <a:moveTo>
                  <a:pt x="6059383" y="3295867"/>
                </a:moveTo>
                <a:cubicBezTo>
                  <a:pt x="6056182" y="3296843"/>
                  <a:pt x="6054400" y="3300255"/>
                  <a:pt x="6055397" y="3303455"/>
                </a:cubicBezTo>
                <a:cubicBezTo>
                  <a:pt x="6056202" y="3306043"/>
                  <a:pt x="6058597" y="3307730"/>
                  <a:pt x="6061185" y="3307730"/>
                </a:cubicBezTo>
                <a:cubicBezTo>
                  <a:pt x="6061779" y="3307730"/>
                  <a:pt x="6062392" y="3307634"/>
                  <a:pt x="6062987" y="3307461"/>
                </a:cubicBezTo>
                <a:cubicBezTo>
                  <a:pt x="6066187" y="3306464"/>
                  <a:pt x="6067970" y="3303053"/>
                  <a:pt x="6066992" y="3299852"/>
                </a:cubicBezTo>
                <a:cubicBezTo>
                  <a:pt x="6065996" y="3296653"/>
                  <a:pt x="6062584" y="3294850"/>
                  <a:pt x="6059383" y="3295867"/>
                </a:cubicBezTo>
                <a:close/>
                <a:moveTo>
                  <a:pt x="6703817" y="3042980"/>
                </a:moveTo>
                <a:cubicBezTo>
                  <a:pt x="6700731" y="3044264"/>
                  <a:pt x="6699274" y="3047829"/>
                  <a:pt x="6700578" y="3050915"/>
                </a:cubicBezTo>
                <a:cubicBezTo>
                  <a:pt x="6701536" y="3053234"/>
                  <a:pt x="6703798" y="3054633"/>
                  <a:pt x="6706174" y="3054633"/>
                </a:cubicBezTo>
                <a:cubicBezTo>
                  <a:pt x="6706960" y="3054633"/>
                  <a:pt x="6707746" y="3054479"/>
                  <a:pt x="6708513" y="3054172"/>
                </a:cubicBezTo>
                <a:cubicBezTo>
                  <a:pt x="6711598" y="3052869"/>
                  <a:pt x="6713055" y="3049305"/>
                  <a:pt x="6711770" y="3046219"/>
                </a:cubicBezTo>
                <a:cubicBezTo>
                  <a:pt x="6710468" y="3043134"/>
                  <a:pt x="6706903" y="3041677"/>
                  <a:pt x="6703817" y="3042980"/>
                </a:cubicBezTo>
                <a:close/>
                <a:moveTo>
                  <a:pt x="7681670" y="2660766"/>
                </a:moveTo>
                <a:cubicBezTo>
                  <a:pt x="7677740" y="2660842"/>
                  <a:pt x="7674636" y="2664082"/>
                  <a:pt x="7674714" y="2667991"/>
                </a:cubicBezTo>
                <a:cubicBezTo>
                  <a:pt x="7674789" y="2671862"/>
                  <a:pt x="7677952" y="2674947"/>
                  <a:pt x="7681804" y="2674947"/>
                </a:cubicBezTo>
                <a:lnTo>
                  <a:pt x="7681939" y="2674947"/>
                </a:lnTo>
                <a:cubicBezTo>
                  <a:pt x="7685847" y="2674871"/>
                  <a:pt x="7688972" y="2671633"/>
                  <a:pt x="7688895" y="2667722"/>
                </a:cubicBezTo>
                <a:cubicBezTo>
                  <a:pt x="7688819" y="2663794"/>
                  <a:pt x="7685580" y="2660688"/>
                  <a:pt x="7681670" y="2660766"/>
                </a:cubicBezTo>
                <a:close/>
                <a:moveTo>
                  <a:pt x="6980660" y="2934332"/>
                </a:moveTo>
                <a:cubicBezTo>
                  <a:pt x="6977498" y="2935444"/>
                  <a:pt x="6975849" y="2938932"/>
                  <a:pt x="6976981" y="2942074"/>
                </a:cubicBezTo>
                <a:cubicBezTo>
                  <a:pt x="6977862" y="2944566"/>
                  <a:pt x="6980200" y="2946119"/>
                  <a:pt x="6982692" y="2946119"/>
                </a:cubicBezTo>
                <a:cubicBezTo>
                  <a:pt x="6983363" y="2946119"/>
                  <a:pt x="6984052" y="2946004"/>
                  <a:pt x="6984723" y="2945755"/>
                </a:cubicBezTo>
                <a:cubicBezTo>
                  <a:pt x="6987885" y="2944642"/>
                  <a:pt x="6989533" y="2941174"/>
                  <a:pt x="6988403" y="2938011"/>
                </a:cubicBezTo>
                <a:cubicBezTo>
                  <a:pt x="6987271" y="2934849"/>
                  <a:pt x="6983804" y="2933202"/>
                  <a:pt x="6980660" y="2934332"/>
                </a:cubicBezTo>
                <a:close/>
                <a:moveTo>
                  <a:pt x="6795446" y="3005187"/>
                </a:moveTo>
                <a:cubicBezTo>
                  <a:pt x="6792322" y="3006432"/>
                  <a:pt x="6790827" y="3009978"/>
                  <a:pt x="6792092" y="3013083"/>
                </a:cubicBezTo>
                <a:lnTo>
                  <a:pt x="6792112" y="3013082"/>
                </a:lnTo>
                <a:cubicBezTo>
                  <a:pt x="6793070" y="3015439"/>
                  <a:pt x="6795331" y="3016877"/>
                  <a:pt x="6797746" y="3016877"/>
                </a:cubicBezTo>
                <a:cubicBezTo>
                  <a:pt x="6798494" y="3016877"/>
                  <a:pt x="6799260" y="3016743"/>
                  <a:pt x="6800007" y="3016436"/>
                </a:cubicBezTo>
                <a:cubicBezTo>
                  <a:pt x="6803113" y="3015171"/>
                  <a:pt x="6804626" y="3011625"/>
                  <a:pt x="6803361" y="3008520"/>
                </a:cubicBezTo>
                <a:cubicBezTo>
                  <a:pt x="6802097" y="3005416"/>
                  <a:pt x="6798570" y="3003921"/>
                  <a:pt x="6795446" y="3005187"/>
                </a:cubicBezTo>
                <a:close/>
                <a:moveTo>
                  <a:pt x="4680363" y="3830750"/>
                </a:moveTo>
                <a:cubicBezTo>
                  <a:pt x="4679959" y="3831115"/>
                  <a:pt x="4679959" y="3831728"/>
                  <a:pt x="4680305" y="3832112"/>
                </a:cubicBezTo>
                <a:cubicBezTo>
                  <a:pt x="4680496" y="3832303"/>
                  <a:pt x="4680765" y="3832417"/>
                  <a:pt x="4681014" y="3832417"/>
                </a:cubicBezTo>
                <a:cubicBezTo>
                  <a:pt x="4681245" y="3832417"/>
                  <a:pt x="4681474" y="3832323"/>
                  <a:pt x="4681666" y="3832150"/>
                </a:cubicBezTo>
                <a:cubicBezTo>
                  <a:pt x="4682049" y="3831785"/>
                  <a:pt x="4682069" y="3831191"/>
                  <a:pt x="4681703" y="3830808"/>
                </a:cubicBezTo>
                <a:cubicBezTo>
                  <a:pt x="4681340" y="3830425"/>
                  <a:pt x="4680746" y="3830406"/>
                  <a:pt x="4680363" y="3830750"/>
                </a:cubicBezTo>
                <a:close/>
                <a:moveTo>
                  <a:pt x="6887650" y="2968772"/>
                </a:moveTo>
                <a:cubicBezTo>
                  <a:pt x="6884526" y="2969980"/>
                  <a:pt x="6882955" y="2973487"/>
                  <a:pt x="6884163" y="2976610"/>
                </a:cubicBezTo>
                <a:cubicBezTo>
                  <a:pt x="6885082" y="2979026"/>
                  <a:pt x="6887383" y="2980520"/>
                  <a:pt x="6889835" y="2980520"/>
                </a:cubicBezTo>
                <a:cubicBezTo>
                  <a:pt x="6890545" y="2980520"/>
                  <a:pt x="6891292" y="2980386"/>
                  <a:pt x="6892001" y="2980118"/>
                </a:cubicBezTo>
                <a:cubicBezTo>
                  <a:pt x="6895125" y="2978910"/>
                  <a:pt x="6896697" y="2975403"/>
                  <a:pt x="6895490" y="2972279"/>
                </a:cubicBezTo>
                <a:cubicBezTo>
                  <a:pt x="6894301" y="2969137"/>
                  <a:pt x="6890775" y="2967584"/>
                  <a:pt x="6887650" y="2968772"/>
                </a:cubicBezTo>
                <a:close/>
                <a:moveTo>
                  <a:pt x="8209501" y="2452400"/>
                </a:moveTo>
                <a:cubicBezTo>
                  <a:pt x="8204614" y="2451193"/>
                  <a:pt x="8199650" y="2454183"/>
                  <a:pt x="8198443" y="2459070"/>
                </a:cubicBezTo>
                <a:cubicBezTo>
                  <a:pt x="8197235" y="2463976"/>
                  <a:pt x="8200206" y="2468921"/>
                  <a:pt x="8205113" y="2470147"/>
                </a:cubicBezTo>
                <a:cubicBezTo>
                  <a:pt x="8205859" y="2470320"/>
                  <a:pt x="8206588" y="2470416"/>
                  <a:pt x="8207316" y="2470416"/>
                </a:cubicBezTo>
                <a:cubicBezTo>
                  <a:pt x="8211417" y="2470416"/>
                  <a:pt x="8215155" y="2467618"/>
                  <a:pt x="8216171" y="2463459"/>
                </a:cubicBezTo>
                <a:cubicBezTo>
                  <a:pt x="8217379" y="2458572"/>
                  <a:pt x="8214407" y="2453608"/>
                  <a:pt x="8209501" y="2452400"/>
                </a:cubicBezTo>
                <a:close/>
                <a:moveTo>
                  <a:pt x="8607335" y="2294881"/>
                </a:moveTo>
                <a:cubicBezTo>
                  <a:pt x="8601490" y="2292888"/>
                  <a:pt x="8595147" y="2296012"/>
                  <a:pt x="8593153" y="2301858"/>
                </a:cubicBezTo>
                <a:cubicBezTo>
                  <a:pt x="8591160" y="2307703"/>
                  <a:pt x="8594283" y="2314047"/>
                  <a:pt x="8600129" y="2316040"/>
                </a:cubicBezTo>
                <a:cubicBezTo>
                  <a:pt x="8601318" y="2316442"/>
                  <a:pt x="8602544" y="2316634"/>
                  <a:pt x="8603732" y="2316634"/>
                </a:cubicBezTo>
                <a:cubicBezTo>
                  <a:pt x="8608390" y="2316634"/>
                  <a:pt x="8612740" y="2313721"/>
                  <a:pt x="8614312" y="2309063"/>
                </a:cubicBezTo>
                <a:cubicBezTo>
                  <a:pt x="8616305" y="2303218"/>
                  <a:pt x="8613181" y="2296875"/>
                  <a:pt x="8607335" y="2294881"/>
                </a:cubicBezTo>
                <a:close/>
                <a:moveTo>
                  <a:pt x="8411734" y="2370603"/>
                </a:moveTo>
                <a:cubicBezTo>
                  <a:pt x="8406387" y="2368936"/>
                  <a:pt x="8400695" y="2371925"/>
                  <a:pt x="8399027" y="2377292"/>
                </a:cubicBezTo>
                <a:cubicBezTo>
                  <a:pt x="8397360" y="2382639"/>
                  <a:pt x="8400350" y="2388331"/>
                  <a:pt x="8405697" y="2389998"/>
                </a:cubicBezTo>
                <a:cubicBezTo>
                  <a:pt x="8406713" y="2390305"/>
                  <a:pt x="8407728" y="2390459"/>
                  <a:pt x="8408724" y="2390459"/>
                </a:cubicBezTo>
                <a:cubicBezTo>
                  <a:pt x="8413056" y="2390459"/>
                  <a:pt x="8417062" y="2387660"/>
                  <a:pt x="8418423" y="2383310"/>
                </a:cubicBezTo>
                <a:cubicBezTo>
                  <a:pt x="8420090" y="2377963"/>
                  <a:pt x="8417100" y="2372270"/>
                  <a:pt x="8411734" y="2370603"/>
                </a:cubicBezTo>
                <a:close/>
                <a:moveTo>
                  <a:pt x="5964554" y="3323580"/>
                </a:moveTo>
                <a:cubicBezTo>
                  <a:pt x="5961315" y="3324461"/>
                  <a:pt x="5959418" y="3327795"/>
                  <a:pt x="5960300" y="3331035"/>
                </a:cubicBezTo>
                <a:cubicBezTo>
                  <a:pt x="5961027" y="3333736"/>
                  <a:pt x="5963482" y="3335500"/>
                  <a:pt x="5966144" y="3335500"/>
                </a:cubicBezTo>
                <a:cubicBezTo>
                  <a:pt x="5966681" y="3335500"/>
                  <a:pt x="5967219" y="3335424"/>
                  <a:pt x="5967755" y="3335289"/>
                </a:cubicBezTo>
                <a:cubicBezTo>
                  <a:pt x="5970993" y="3334389"/>
                  <a:pt x="5972890" y="3331054"/>
                  <a:pt x="5972010" y="3327815"/>
                </a:cubicBezTo>
                <a:cubicBezTo>
                  <a:pt x="5971128" y="3324595"/>
                  <a:pt x="5967775" y="3322697"/>
                  <a:pt x="5964554" y="3323580"/>
                </a:cubicBezTo>
                <a:close/>
                <a:moveTo>
                  <a:pt x="8788473" y="2220670"/>
                </a:moveTo>
                <a:cubicBezTo>
                  <a:pt x="8785668" y="2222043"/>
                  <a:pt x="8783387" y="2224487"/>
                  <a:pt x="8782295" y="2227668"/>
                </a:cubicBezTo>
                <a:cubicBezTo>
                  <a:pt x="8780111" y="2234050"/>
                  <a:pt x="8783502" y="2240988"/>
                  <a:pt x="8789885" y="2243173"/>
                </a:cubicBezTo>
                <a:cubicBezTo>
                  <a:pt x="8791206" y="2243614"/>
                  <a:pt x="8792530" y="2243825"/>
                  <a:pt x="8793833" y="2243825"/>
                </a:cubicBezTo>
                <a:cubicBezTo>
                  <a:pt x="8798911" y="2243844"/>
                  <a:pt x="8803645" y="2240644"/>
                  <a:pt x="8805390" y="2235583"/>
                </a:cubicBezTo>
                <a:cubicBezTo>
                  <a:pt x="8807574" y="2229202"/>
                  <a:pt x="8804163" y="2222264"/>
                  <a:pt x="8797800" y="2220098"/>
                </a:cubicBezTo>
                <a:cubicBezTo>
                  <a:pt x="8794609" y="2218996"/>
                  <a:pt x="8791279" y="2219298"/>
                  <a:pt x="8788473" y="2220670"/>
                </a:cubicBezTo>
                <a:close/>
                <a:moveTo>
                  <a:pt x="8973933" y="2143331"/>
                </a:moveTo>
                <a:cubicBezTo>
                  <a:pt x="8970919" y="2144874"/>
                  <a:pt x="8968495" y="2147567"/>
                  <a:pt x="8967374" y="2151046"/>
                </a:cubicBezTo>
                <a:cubicBezTo>
                  <a:pt x="8965151" y="2157983"/>
                  <a:pt x="8968965" y="2165439"/>
                  <a:pt x="8975922" y="2167681"/>
                </a:cubicBezTo>
                <a:cubicBezTo>
                  <a:pt x="8977263" y="2168122"/>
                  <a:pt x="8978644" y="2168313"/>
                  <a:pt x="8979984" y="2168313"/>
                </a:cubicBezTo>
                <a:cubicBezTo>
                  <a:pt x="8985561" y="2168313"/>
                  <a:pt x="8990756" y="2164748"/>
                  <a:pt x="8992557" y="2159152"/>
                </a:cubicBezTo>
                <a:cubicBezTo>
                  <a:pt x="8994799" y="2152195"/>
                  <a:pt x="8990986" y="2144740"/>
                  <a:pt x="8984029" y="2142517"/>
                </a:cubicBezTo>
                <a:cubicBezTo>
                  <a:pt x="8980550" y="2141396"/>
                  <a:pt x="8976947" y="2141789"/>
                  <a:pt x="8973933" y="2143331"/>
                </a:cubicBezTo>
                <a:close/>
                <a:moveTo>
                  <a:pt x="5868805" y="3347881"/>
                </a:moveTo>
                <a:cubicBezTo>
                  <a:pt x="5865547" y="3348629"/>
                  <a:pt x="5863515" y="3351886"/>
                  <a:pt x="5864262" y="3355164"/>
                </a:cubicBezTo>
                <a:cubicBezTo>
                  <a:pt x="5864914" y="3357962"/>
                  <a:pt x="5867407" y="3359860"/>
                  <a:pt x="5870164" y="3359860"/>
                </a:cubicBezTo>
                <a:cubicBezTo>
                  <a:pt x="5870625" y="3359860"/>
                  <a:pt x="5871086" y="3359821"/>
                  <a:pt x="5871545" y="3359706"/>
                </a:cubicBezTo>
                <a:cubicBezTo>
                  <a:pt x="5874803" y="3358939"/>
                  <a:pt x="5876855" y="3355681"/>
                  <a:pt x="5876088" y="3352423"/>
                </a:cubicBezTo>
                <a:cubicBezTo>
                  <a:pt x="5875321" y="3349165"/>
                  <a:pt x="5872063" y="3347114"/>
                  <a:pt x="5868805" y="3347881"/>
                </a:cubicBezTo>
                <a:close/>
                <a:moveTo>
                  <a:pt x="5368973" y="3539706"/>
                </a:moveTo>
                <a:cubicBezTo>
                  <a:pt x="5366193" y="3539515"/>
                  <a:pt x="5363797" y="3541623"/>
                  <a:pt x="5363607" y="3544402"/>
                </a:cubicBezTo>
                <a:cubicBezTo>
                  <a:pt x="5363434" y="3547200"/>
                  <a:pt x="5365543" y="3549595"/>
                  <a:pt x="5368321" y="3549787"/>
                </a:cubicBezTo>
                <a:lnTo>
                  <a:pt x="5368647" y="3549787"/>
                </a:lnTo>
                <a:cubicBezTo>
                  <a:pt x="5371292" y="3549787"/>
                  <a:pt x="5373515" y="3547737"/>
                  <a:pt x="5373689" y="3545072"/>
                </a:cubicBezTo>
                <a:cubicBezTo>
                  <a:pt x="5373861" y="3542294"/>
                  <a:pt x="5371752" y="3539878"/>
                  <a:pt x="5368973" y="3539706"/>
                </a:cubicBezTo>
                <a:close/>
                <a:moveTo>
                  <a:pt x="7575206" y="2673031"/>
                </a:moveTo>
                <a:lnTo>
                  <a:pt x="7575206" y="2673050"/>
                </a:lnTo>
                <a:lnTo>
                  <a:pt x="7575215" y="2673040"/>
                </a:lnTo>
                <a:close/>
                <a:moveTo>
                  <a:pt x="7581742" y="2665462"/>
                </a:moveTo>
                <a:lnTo>
                  <a:pt x="7575215" y="2673040"/>
                </a:lnTo>
                <a:lnTo>
                  <a:pt x="7582259" y="2679586"/>
                </a:lnTo>
                <a:cubicBezTo>
                  <a:pt x="7582431" y="2679586"/>
                  <a:pt x="7582604" y="2679586"/>
                  <a:pt x="7582796" y="2679586"/>
                </a:cubicBezTo>
                <a:cubicBezTo>
                  <a:pt x="7586705" y="2679318"/>
                  <a:pt x="7589638" y="2675906"/>
                  <a:pt x="7589332" y="2671996"/>
                </a:cubicBezTo>
                <a:cubicBezTo>
                  <a:pt x="7589063" y="2668087"/>
                  <a:pt x="7585651" y="2665154"/>
                  <a:pt x="7581742" y="2665462"/>
                </a:cubicBezTo>
                <a:close/>
                <a:moveTo>
                  <a:pt x="4774043" y="3760164"/>
                </a:moveTo>
                <a:cubicBezTo>
                  <a:pt x="4773333" y="3760989"/>
                  <a:pt x="4773410" y="3762234"/>
                  <a:pt x="4774254" y="3762963"/>
                </a:cubicBezTo>
                <a:lnTo>
                  <a:pt x="4774234" y="3762963"/>
                </a:lnTo>
                <a:cubicBezTo>
                  <a:pt x="4774618" y="3763288"/>
                  <a:pt x="4775078" y="3763442"/>
                  <a:pt x="4775538" y="3763441"/>
                </a:cubicBezTo>
                <a:cubicBezTo>
                  <a:pt x="4776093" y="3763442"/>
                  <a:pt x="4776649" y="3763212"/>
                  <a:pt x="4777032" y="3762752"/>
                </a:cubicBezTo>
                <a:cubicBezTo>
                  <a:pt x="4777760" y="3761928"/>
                  <a:pt x="4777666" y="3760681"/>
                  <a:pt x="4776841" y="3759955"/>
                </a:cubicBezTo>
                <a:cubicBezTo>
                  <a:pt x="4775998" y="3759244"/>
                  <a:pt x="4774752" y="3759341"/>
                  <a:pt x="4774043" y="3760164"/>
                </a:cubicBezTo>
                <a:close/>
                <a:moveTo>
                  <a:pt x="5772173" y="3368082"/>
                </a:moveTo>
                <a:cubicBezTo>
                  <a:pt x="5768858" y="3368695"/>
                  <a:pt x="5766692" y="3371857"/>
                  <a:pt x="5767306" y="3375173"/>
                </a:cubicBezTo>
                <a:lnTo>
                  <a:pt x="5767325" y="3375173"/>
                </a:lnTo>
                <a:cubicBezTo>
                  <a:pt x="5767861" y="3378086"/>
                  <a:pt x="5770411" y="3380135"/>
                  <a:pt x="5773286" y="3380136"/>
                </a:cubicBezTo>
                <a:cubicBezTo>
                  <a:pt x="5773650" y="3380136"/>
                  <a:pt x="5774013" y="3380098"/>
                  <a:pt x="5774398" y="3380022"/>
                </a:cubicBezTo>
                <a:cubicBezTo>
                  <a:pt x="5777693" y="3379408"/>
                  <a:pt x="5779879" y="3376246"/>
                  <a:pt x="5779265" y="3372949"/>
                </a:cubicBezTo>
                <a:cubicBezTo>
                  <a:pt x="5778652" y="3369653"/>
                  <a:pt x="5775470" y="3367468"/>
                  <a:pt x="5772173" y="3368082"/>
                </a:cubicBezTo>
                <a:close/>
                <a:moveTo>
                  <a:pt x="7899273" y="2534678"/>
                </a:moveTo>
                <a:cubicBezTo>
                  <a:pt x="7894807" y="2534237"/>
                  <a:pt x="7890840" y="2537495"/>
                  <a:pt x="7890398" y="2541961"/>
                </a:cubicBezTo>
                <a:cubicBezTo>
                  <a:pt x="7889958" y="2546426"/>
                  <a:pt x="7893216" y="2550393"/>
                  <a:pt x="7897682" y="2550835"/>
                </a:cubicBezTo>
                <a:cubicBezTo>
                  <a:pt x="7897951" y="2550873"/>
                  <a:pt x="7898218" y="2550873"/>
                  <a:pt x="7898486" y="2550872"/>
                </a:cubicBezTo>
                <a:cubicBezTo>
                  <a:pt x="7902607" y="2550873"/>
                  <a:pt x="7906152" y="2547730"/>
                  <a:pt x="7906555" y="2543532"/>
                </a:cubicBezTo>
                <a:cubicBezTo>
                  <a:pt x="7906996" y="2539086"/>
                  <a:pt x="7903738" y="2535119"/>
                  <a:pt x="7899273" y="2534678"/>
                </a:cubicBezTo>
                <a:close/>
                <a:moveTo>
                  <a:pt x="5067693" y="3624418"/>
                </a:moveTo>
                <a:cubicBezTo>
                  <a:pt x="5065625" y="3623650"/>
                  <a:pt x="5063304" y="3624704"/>
                  <a:pt x="5062519" y="3626775"/>
                </a:cubicBezTo>
                <a:cubicBezTo>
                  <a:pt x="5061752" y="3628864"/>
                  <a:pt x="5062807" y="3631182"/>
                  <a:pt x="5064897" y="3631968"/>
                </a:cubicBezTo>
                <a:cubicBezTo>
                  <a:pt x="5065357" y="3632140"/>
                  <a:pt x="5065816" y="3632218"/>
                  <a:pt x="5066296" y="3632218"/>
                </a:cubicBezTo>
                <a:cubicBezTo>
                  <a:pt x="5067924" y="3632218"/>
                  <a:pt x="5069458" y="3631221"/>
                  <a:pt x="5070071" y="3629592"/>
                </a:cubicBezTo>
                <a:cubicBezTo>
                  <a:pt x="5070837" y="3627503"/>
                  <a:pt x="5069784" y="3625203"/>
                  <a:pt x="5067693" y="3624418"/>
                </a:cubicBezTo>
                <a:close/>
                <a:moveTo>
                  <a:pt x="5674718" y="3383740"/>
                </a:moveTo>
                <a:cubicBezTo>
                  <a:pt x="5671402" y="3384199"/>
                  <a:pt x="5669065" y="3387247"/>
                  <a:pt x="5669504" y="3390582"/>
                </a:cubicBezTo>
                <a:cubicBezTo>
                  <a:pt x="5669927" y="3393628"/>
                  <a:pt x="5672534" y="3395832"/>
                  <a:pt x="5675522" y="3395832"/>
                </a:cubicBezTo>
                <a:cubicBezTo>
                  <a:pt x="5675792" y="3395832"/>
                  <a:pt x="5676059" y="3395814"/>
                  <a:pt x="5676329" y="3395775"/>
                </a:cubicBezTo>
                <a:cubicBezTo>
                  <a:pt x="5679663" y="3395334"/>
                  <a:pt x="5681981" y="3392268"/>
                  <a:pt x="5681541" y="3388952"/>
                </a:cubicBezTo>
                <a:cubicBezTo>
                  <a:pt x="5681101" y="3385637"/>
                  <a:pt x="5678032" y="3383299"/>
                  <a:pt x="5674718" y="3383740"/>
                </a:cubicBezTo>
                <a:close/>
                <a:moveTo>
                  <a:pt x="8110647" y="2430245"/>
                </a:moveTo>
                <a:cubicBezTo>
                  <a:pt x="8105702" y="2429249"/>
                  <a:pt x="8100890" y="2432469"/>
                  <a:pt x="8099914" y="2437432"/>
                </a:cubicBezTo>
                <a:cubicBezTo>
                  <a:pt x="8098917" y="2442377"/>
                  <a:pt x="8102138" y="2447187"/>
                  <a:pt x="8107081" y="2448165"/>
                </a:cubicBezTo>
                <a:cubicBezTo>
                  <a:pt x="8107676" y="2448280"/>
                  <a:pt x="8108269" y="2448338"/>
                  <a:pt x="8108864" y="2448338"/>
                </a:cubicBezTo>
                <a:cubicBezTo>
                  <a:pt x="8113138" y="2448337"/>
                  <a:pt x="8116952" y="2445329"/>
                  <a:pt x="8117814" y="2440998"/>
                </a:cubicBezTo>
                <a:cubicBezTo>
                  <a:pt x="8118811" y="2436033"/>
                  <a:pt x="8115590" y="2431223"/>
                  <a:pt x="8110647" y="2430245"/>
                </a:cubicBezTo>
                <a:close/>
                <a:moveTo>
                  <a:pt x="7482235" y="2675466"/>
                </a:moveTo>
                <a:cubicBezTo>
                  <a:pt x="7478344" y="2675964"/>
                  <a:pt x="7475605" y="2679509"/>
                  <a:pt x="7476084" y="2683380"/>
                </a:cubicBezTo>
                <a:cubicBezTo>
                  <a:pt x="7476543" y="2686965"/>
                  <a:pt x="7479591" y="2689590"/>
                  <a:pt x="7483117" y="2689590"/>
                </a:cubicBezTo>
                <a:cubicBezTo>
                  <a:pt x="7483424" y="2689590"/>
                  <a:pt x="7483711" y="2689570"/>
                  <a:pt x="7484018" y="2689533"/>
                </a:cubicBezTo>
                <a:cubicBezTo>
                  <a:pt x="7487909" y="2689035"/>
                  <a:pt x="7490650" y="2685489"/>
                  <a:pt x="7490151" y="2681598"/>
                </a:cubicBezTo>
                <a:cubicBezTo>
                  <a:pt x="7489671" y="2677727"/>
                  <a:pt x="7486126" y="2674966"/>
                  <a:pt x="7482235" y="2675466"/>
                </a:cubicBezTo>
                <a:close/>
                <a:moveTo>
                  <a:pt x="8314125" y="2341606"/>
                </a:moveTo>
                <a:cubicBezTo>
                  <a:pt x="8308720" y="2340092"/>
                  <a:pt x="8303124" y="2343235"/>
                  <a:pt x="8301610" y="2348640"/>
                </a:cubicBezTo>
                <a:cubicBezTo>
                  <a:pt x="8300076" y="2354025"/>
                  <a:pt x="8303220" y="2359641"/>
                  <a:pt x="8308624" y="2361154"/>
                </a:cubicBezTo>
                <a:cubicBezTo>
                  <a:pt x="8309545" y="2361423"/>
                  <a:pt x="8310464" y="2361538"/>
                  <a:pt x="8311384" y="2361538"/>
                </a:cubicBezTo>
                <a:cubicBezTo>
                  <a:pt x="8315812" y="2361538"/>
                  <a:pt x="8319893" y="2358605"/>
                  <a:pt x="8321159" y="2354140"/>
                </a:cubicBezTo>
                <a:cubicBezTo>
                  <a:pt x="8322673" y="2348736"/>
                  <a:pt x="8319530" y="2343120"/>
                  <a:pt x="8314125" y="2341606"/>
                </a:cubicBezTo>
                <a:close/>
                <a:moveTo>
                  <a:pt x="5271632" y="3529223"/>
                </a:moveTo>
                <a:cubicBezTo>
                  <a:pt x="5268871" y="3528801"/>
                  <a:pt x="5266305" y="3530698"/>
                  <a:pt x="5265884" y="3533458"/>
                </a:cubicBezTo>
                <a:cubicBezTo>
                  <a:pt x="5265461" y="3536218"/>
                  <a:pt x="5267358" y="3538786"/>
                  <a:pt x="5270118" y="3539207"/>
                </a:cubicBezTo>
                <a:cubicBezTo>
                  <a:pt x="5270367" y="3539265"/>
                  <a:pt x="5270617" y="3539265"/>
                  <a:pt x="5270865" y="3539266"/>
                </a:cubicBezTo>
                <a:cubicBezTo>
                  <a:pt x="5273338" y="3539265"/>
                  <a:pt x="5275484" y="3537483"/>
                  <a:pt x="5275867" y="3534972"/>
                </a:cubicBezTo>
                <a:cubicBezTo>
                  <a:pt x="5276289" y="3532232"/>
                  <a:pt x="5274374" y="3529645"/>
                  <a:pt x="5271632" y="3529223"/>
                </a:cubicBezTo>
                <a:close/>
                <a:moveTo>
                  <a:pt x="8510320" y="2262357"/>
                </a:moveTo>
                <a:cubicBezTo>
                  <a:pt x="8504456" y="2260422"/>
                  <a:pt x="8498131" y="2263622"/>
                  <a:pt x="8496215" y="2269487"/>
                </a:cubicBezTo>
                <a:cubicBezTo>
                  <a:pt x="8494280" y="2275351"/>
                  <a:pt x="8497479" y="2281657"/>
                  <a:pt x="8503345" y="2283593"/>
                </a:cubicBezTo>
                <a:cubicBezTo>
                  <a:pt x="8504495" y="2283976"/>
                  <a:pt x="8505682" y="2284149"/>
                  <a:pt x="8506833" y="2284149"/>
                </a:cubicBezTo>
                <a:cubicBezTo>
                  <a:pt x="8511528" y="2284149"/>
                  <a:pt x="8515917" y="2281159"/>
                  <a:pt x="8517450" y="2276463"/>
                </a:cubicBezTo>
                <a:cubicBezTo>
                  <a:pt x="8519386" y="2270599"/>
                  <a:pt x="8516185" y="2264274"/>
                  <a:pt x="8510320" y="2262357"/>
                </a:cubicBezTo>
                <a:close/>
                <a:moveTo>
                  <a:pt x="8700575" y="2186578"/>
                </a:moveTo>
                <a:cubicBezTo>
                  <a:pt x="8694211" y="2184393"/>
                  <a:pt x="8687273" y="2187766"/>
                  <a:pt x="8685070" y="2194148"/>
                </a:cubicBezTo>
                <a:cubicBezTo>
                  <a:pt x="8682866" y="2200511"/>
                  <a:pt x="8686238" y="2207449"/>
                  <a:pt x="8692620" y="2209653"/>
                </a:cubicBezTo>
                <a:cubicBezTo>
                  <a:pt x="8693942" y="2210113"/>
                  <a:pt x="8695284" y="2210324"/>
                  <a:pt x="8696588" y="2210323"/>
                </a:cubicBezTo>
                <a:cubicBezTo>
                  <a:pt x="8701666" y="2210324"/>
                  <a:pt x="8706381" y="2207162"/>
                  <a:pt x="8708126" y="2202101"/>
                </a:cubicBezTo>
                <a:cubicBezTo>
                  <a:pt x="8710329" y="2195739"/>
                  <a:pt x="8706956" y="2188782"/>
                  <a:pt x="8700575" y="2186578"/>
                </a:cubicBezTo>
                <a:close/>
                <a:moveTo>
                  <a:pt x="4872112" y="3679229"/>
                </a:moveTo>
                <a:cubicBezTo>
                  <a:pt x="4871192" y="3680590"/>
                  <a:pt x="4871536" y="3682468"/>
                  <a:pt x="4872917" y="3683388"/>
                </a:cubicBezTo>
                <a:cubicBezTo>
                  <a:pt x="4873434" y="3683734"/>
                  <a:pt x="4874028" y="3683905"/>
                  <a:pt x="4874604" y="3683906"/>
                </a:cubicBezTo>
                <a:cubicBezTo>
                  <a:pt x="4875561" y="3683906"/>
                  <a:pt x="4876501" y="3683445"/>
                  <a:pt x="4877095" y="3682584"/>
                </a:cubicBezTo>
                <a:cubicBezTo>
                  <a:pt x="4878014" y="3681204"/>
                  <a:pt x="4877650" y="3679344"/>
                  <a:pt x="4876270" y="3678406"/>
                </a:cubicBezTo>
                <a:cubicBezTo>
                  <a:pt x="4874910" y="3677486"/>
                  <a:pt x="4873032" y="3677850"/>
                  <a:pt x="4872112" y="3679229"/>
                </a:cubicBezTo>
                <a:close/>
                <a:moveTo>
                  <a:pt x="8875840" y="2110741"/>
                </a:moveTo>
                <a:cubicBezTo>
                  <a:pt x="8872807" y="2112240"/>
                  <a:pt x="8870349" y="2114899"/>
                  <a:pt x="8869190" y="2118368"/>
                </a:cubicBezTo>
                <a:cubicBezTo>
                  <a:pt x="8866833" y="2125267"/>
                  <a:pt x="8870551" y="2132781"/>
                  <a:pt x="8877469" y="2135119"/>
                </a:cubicBezTo>
                <a:cubicBezTo>
                  <a:pt x="8878869" y="2135598"/>
                  <a:pt x="8880306" y="2135828"/>
                  <a:pt x="8881705" y="2135828"/>
                </a:cubicBezTo>
                <a:cubicBezTo>
                  <a:pt x="8887224" y="2135828"/>
                  <a:pt x="8892380" y="2132340"/>
                  <a:pt x="8894239" y="2126820"/>
                </a:cubicBezTo>
                <a:cubicBezTo>
                  <a:pt x="8896577" y="2119902"/>
                  <a:pt x="8892859" y="2112408"/>
                  <a:pt x="8885941" y="2110070"/>
                </a:cubicBezTo>
                <a:cubicBezTo>
                  <a:pt x="8882481" y="2108901"/>
                  <a:pt x="8878873" y="2109241"/>
                  <a:pt x="8875840" y="2110741"/>
                </a:cubicBezTo>
                <a:close/>
                <a:moveTo>
                  <a:pt x="5571034" y="3400681"/>
                </a:moveTo>
                <a:lnTo>
                  <a:pt x="5571034" y="3400701"/>
                </a:lnTo>
                <a:lnTo>
                  <a:pt x="5571043" y="3400690"/>
                </a:lnTo>
                <a:close/>
                <a:moveTo>
                  <a:pt x="7383381" y="2690510"/>
                </a:moveTo>
                <a:cubicBezTo>
                  <a:pt x="7379509" y="2691200"/>
                  <a:pt x="7376942" y="2694880"/>
                  <a:pt x="7377631" y="2698733"/>
                </a:cubicBezTo>
                <a:cubicBezTo>
                  <a:pt x="7378244" y="2702162"/>
                  <a:pt x="7381234" y="2704578"/>
                  <a:pt x="7384608" y="2704578"/>
                </a:cubicBezTo>
                <a:cubicBezTo>
                  <a:pt x="7385010" y="2704578"/>
                  <a:pt x="7385432" y="2704539"/>
                  <a:pt x="7385853" y="2704482"/>
                </a:cubicBezTo>
                <a:cubicBezTo>
                  <a:pt x="7389705" y="2703792"/>
                  <a:pt x="7392274" y="2700112"/>
                  <a:pt x="7391603" y="2696260"/>
                </a:cubicBezTo>
                <a:cubicBezTo>
                  <a:pt x="7390913" y="2692388"/>
                  <a:pt x="7387234" y="2689820"/>
                  <a:pt x="7383381" y="2690510"/>
                </a:cubicBezTo>
                <a:close/>
                <a:moveTo>
                  <a:pt x="7798808" y="2527568"/>
                </a:moveTo>
                <a:cubicBezTo>
                  <a:pt x="7794323" y="2527376"/>
                  <a:pt x="7790548" y="2530845"/>
                  <a:pt x="7790336" y="2535330"/>
                </a:cubicBezTo>
                <a:cubicBezTo>
                  <a:pt x="7790145" y="2539795"/>
                  <a:pt x="7793613" y="2543589"/>
                  <a:pt x="7798099" y="2543782"/>
                </a:cubicBezTo>
                <a:lnTo>
                  <a:pt x="7798463" y="2543782"/>
                </a:lnTo>
                <a:cubicBezTo>
                  <a:pt x="7802775" y="2543782"/>
                  <a:pt x="7806359" y="2540389"/>
                  <a:pt x="7806550" y="2536038"/>
                </a:cubicBezTo>
                <a:cubicBezTo>
                  <a:pt x="7806742" y="2531554"/>
                  <a:pt x="7803273" y="2527759"/>
                  <a:pt x="7798808" y="2527568"/>
                </a:cubicBezTo>
                <a:close/>
                <a:moveTo>
                  <a:pt x="5576631" y="3394184"/>
                </a:moveTo>
                <a:lnTo>
                  <a:pt x="5571043" y="3400690"/>
                </a:lnTo>
                <a:lnTo>
                  <a:pt x="5577070" y="3406277"/>
                </a:lnTo>
                <a:cubicBezTo>
                  <a:pt x="5577244" y="3406277"/>
                  <a:pt x="5577396" y="3406277"/>
                  <a:pt x="5577550" y="3406278"/>
                </a:cubicBezTo>
                <a:cubicBezTo>
                  <a:pt x="5580883" y="3406028"/>
                  <a:pt x="5583396" y="3403115"/>
                  <a:pt x="5583146" y="3399761"/>
                </a:cubicBezTo>
                <a:cubicBezTo>
                  <a:pt x="5582878" y="3396427"/>
                  <a:pt x="5579965" y="3393915"/>
                  <a:pt x="5576631" y="3394184"/>
                </a:cubicBezTo>
                <a:close/>
                <a:moveTo>
                  <a:pt x="9056479" y="2030849"/>
                </a:moveTo>
                <a:cubicBezTo>
                  <a:pt x="9053249" y="2032542"/>
                  <a:pt x="9050667" y="2035470"/>
                  <a:pt x="9049498" y="2039236"/>
                </a:cubicBezTo>
                <a:cubicBezTo>
                  <a:pt x="9047140" y="2046729"/>
                  <a:pt x="9051338" y="2054720"/>
                  <a:pt x="9058831" y="2057079"/>
                </a:cubicBezTo>
                <a:cubicBezTo>
                  <a:pt x="9060250" y="2057519"/>
                  <a:pt x="9061687" y="2057730"/>
                  <a:pt x="9063086" y="2057730"/>
                </a:cubicBezTo>
                <a:cubicBezTo>
                  <a:pt x="9069161" y="2057730"/>
                  <a:pt x="9074778" y="2053820"/>
                  <a:pt x="9076694" y="2047725"/>
                </a:cubicBezTo>
                <a:cubicBezTo>
                  <a:pt x="9079031" y="2040213"/>
                  <a:pt x="9074853" y="2032220"/>
                  <a:pt x="9067341" y="2029864"/>
                </a:cubicBezTo>
                <a:cubicBezTo>
                  <a:pt x="9063584" y="2028695"/>
                  <a:pt x="9059708" y="2029155"/>
                  <a:pt x="9056479" y="2030849"/>
                </a:cubicBezTo>
                <a:close/>
                <a:moveTo>
                  <a:pt x="4617212" y="3758689"/>
                </a:moveTo>
                <a:cubicBezTo>
                  <a:pt x="4616811" y="3759034"/>
                  <a:pt x="4616752" y="3759647"/>
                  <a:pt x="4617078" y="3760050"/>
                </a:cubicBezTo>
                <a:cubicBezTo>
                  <a:pt x="4617270" y="3760280"/>
                  <a:pt x="4617538" y="3760395"/>
                  <a:pt x="4617826" y="3760394"/>
                </a:cubicBezTo>
                <a:cubicBezTo>
                  <a:pt x="4618037" y="3760395"/>
                  <a:pt x="4618247" y="3760318"/>
                  <a:pt x="4618438" y="3760165"/>
                </a:cubicBezTo>
                <a:cubicBezTo>
                  <a:pt x="4618842" y="3759839"/>
                  <a:pt x="4618899" y="3759226"/>
                  <a:pt x="4618555" y="3758823"/>
                </a:cubicBezTo>
                <a:cubicBezTo>
                  <a:pt x="4618229" y="3758421"/>
                  <a:pt x="4617616" y="3758363"/>
                  <a:pt x="4617212" y="3758689"/>
                </a:cubicBezTo>
                <a:close/>
                <a:moveTo>
                  <a:pt x="7285369" y="2710232"/>
                </a:moveTo>
                <a:cubicBezTo>
                  <a:pt x="7281536" y="2711094"/>
                  <a:pt x="7279140" y="2714888"/>
                  <a:pt x="7280004" y="2718702"/>
                </a:cubicBezTo>
                <a:cubicBezTo>
                  <a:pt x="7280732" y="2721998"/>
                  <a:pt x="7283664" y="2724241"/>
                  <a:pt x="7286903" y="2724241"/>
                </a:cubicBezTo>
                <a:cubicBezTo>
                  <a:pt x="7287420" y="2724241"/>
                  <a:pt x="7287938" y="2724184"/>
                  <a:pt x="7288474" y="2724068"/>
                </a:cubicBezTo>
                <a:cubicBezTo>
                  <a:pt x="7292289" y="2723206"/>
                  <a:pt x="7294703" y="2719412"/>
                  <a:pt x="7293841" y="2715597"/>
                </a:cubicBezTo>
                <a:cubicBezTo>
                  <a:pt x="7292978" y="2711764"/>
                  <a:pt x="7289184" y="2709369"/>
                  <a:pt x="7285369" y="2710232"/>
                </a:cubicBezTo>
                <a:close/>
                <a:moveTo>
                  <a:pt x="7188317" y="2734227"/>
                </a:moveTo>
                <a:cubicBezTo>
                  <a:pt x="7184541" y="2735242"/>
                  <a:pt x="7182299" y="2739133"/>
                  <a:pt x="7183314" y="2742927"/>
                </a:cubicBezTo>
                <a:cubicBezTo>
                  <a:pt x="7184176" y="2746090"/>
                  <a:pt x="7187032" y="2748159"/>
                  <a:pt x="7190156" y="2748159"/>
                </a:cubicBezTo>
                <a:cubicBezTo>
                  <a:pt x="7190769" y="2748159"/>
                  <a:pt x="7191402" y="2748083"/>
                  <a:pt x="7192015" y="2747910"/>
                </a:cubicBezTo>
                <a:cubicBezTo>
                  <a:pt x="7195791" y="2746895"/>
                  <a:pt x="7198033" y="2743004"/>
                  <a:pt x="7197018" y="2739229"/>
                </a:cubicBezTo>
                <a:cubicBezTo>
                  <a:pt x="7195983" y="2735453"/>
                  <a:pt x="7192092" y="2733210"/>
                  <a:pt x="7188317" y="2734227"/>
                </a:cubicBezTo>
                <a:close/>
                <a:moveTo>
                  <a:pt x="8010872" y="2412556"/>
                </a:moveTo>
                <a:cubicBezTo>
                  <a:pt x="8005869" y="2411808"/>
                  <a:pt x="8001213" y="2415219"/>
                  <a:pt x="8000464" y="2420222"/>
                </a:cubicBezTo>
                <a:cubicBezTo>
                  <a:pt x="7999699" y="2425205"/>
                  <a:pt x="8003129" y="2429862"/>
                  <a:pt x="8008112" y="2430629"/>
                </a:cubicBezTo>
                <a:cubicBezTo>
                  <a:pt x="8008571" y="2430725"/>
                  <a:pt x="8009051" y="2430725"/>
                  <a:pt x="8009492" y="2430724"/>
                </a:cubicBezTo>
                <a:cubicBezTo>
                  <a:pt x="8013939" y="2430725"/>
                  <a:pt x="8017829" y="2427485"/>
                  <a:pt x="8018518" y="2422963"/>
                </a:cubicBezTo>
                <a:cubicBezTo>
                  <a:pt x="8019285" y="2417979"/>
                  <a:pt x="8015855" y="2413322"/>
                  <a:pt x="8010872" y="2412556"/>
                </a:cubicBezTo>
                <a:close/>
                <a:moveTo>
                  <a:pt x="5478121" y="3398592"/>
                </a:moveTo>
                <a:cubicBezTo>
                  <a:pt x="5474787" y="3398630"/>
                  <a:pt x="5472084" y="3401371"/>
                  <a:pt x="5472141" y="3404725"/>
                </a:cubicBezTo>
                <a:cubicBezTo>
                  <a:pt x="5472160" y="3408079"/>
                  <a:pt x="5474900" y="3410763"/>
                  <a:pt x="5478274" y="3410724"/>
                </a:cubicBezTo>
                <a:cubicBezTo>
                  <a:pt x="5481607" y="3410685"/>
                  <a:pt x="5484311" y="3407945"/>
                  <a:pt x="5484273" y="3404591"/>
                </a:cubicBezTo>
                <a:cubicBezTo>
                  <a:pt x="5484235" y="3401237"/>
                  <a:pt x="5481475" y="3398535"/>
                  <a:pt x="5478121" y="3398592"/>
                </a:cubicBezTo>
                <a:close/>
                <a:moveTo>
                  <a:pt x="6349987" y="3053654"/>
                </a:moveTo>
                <a:cubicBezTo>
                  <a:pt x="6346327" y="3055073"/>
                  <a:pt x="6344544" y="3059193"/>
                  <a:pt x="6345962" y="3062834"/>
                </a:cubicBezTo>
                <a:cubicBezTo>
                  <a:pt x="6347055" y="3065652"/>
                  <a:pt x="6349719" y="3067358"/>
                  <a:pt x="6352555" y="3067358"/>
                </a:cubicBezTo>
                <a:cubicBezTo>
                  <a:pt x="6353418" y="3067358"/>
                  <a:pt x="6354300" y="3067204"/>
                  <a:pt x="6355143" y="3066878"/>
                </a:cubicBezTo>
                <a:cubicBezTo>
                  <a:pt x="6358784" y="3065441"/>
                  <a:pt x="6360586" y="3061340"/>
                  <a:pt x="6359167" y="3057698"/>
                </a:cubicBezTo>
                <a:cubicBezTo>
                  <a:pt x="6357750" y="3054038"/>
                  <a:pt x="6353628" y="3052237"/>
                  <a:pt x="6349987" y="3053654"/>
                </a:cubicBezTo>
                <a:close/>
                <a:moveTo>
                  <a:pt x="6442403" y="3016646"/>
                </a:moveTo>
                <a:cubicBezTo>
                  <a:pt x="6438780" y="3018141"/>
                  <a:pt x="6437055" y="3022281"/>
                  <a:pt x="6438550" y="3025904"/>
                </a:cubicBezTo>
                <a:cubicBezTo>
                  <a:pt x="6439681" y="3028644"/>
                  <a:pt x="6442325" y="3030311"/>
                  <a:pt x="6445104" y="3030311"/>
                </a:cubicBezTo>
                <a:cubicBezTo>
                  <a:pt x="6446006" y="3030311"/>
                  <a:pt x="6446925" y="3030139"/>
                  <a:pt x="6447788" y="3029774"/>
                </a:cubicBezTo>
                <a:cubicBezTo>
                  <a:pt x="6451410" y="3028279"/>
                  <a:pt x="6453154" y="3024140"/>
                  <a:pt x="6451659" y="3020518"/>
                </a:cubicBezTo>
                <a:cubicBezTo>
                  <a:pt x="6450184" y="3016895"/>
                  <a:pt x="6446025" y="3015170"/>
                  <a:pt x="6442403" y="3016646"/>
                </a:cubicBezTo>
                <a:close/>
                <a:moveTo>
                  <a:pt x="6256901" y="3088880"/>
                </a:moveTo>
                <a:cubicBezTo>
                  <a:pt x="6253222" y="3090221"/>
                  <a:pt x="6251325" y="3094304"/>
                  <a:pt x="6252685" y="3097984"/>
                </a:cubicBezTo>
                <a:cubicBezTo>
                  <a:pt x="6253720" y="3100840"/>
                  <a:pt x="6256441" y="3102622"/>
                  <a:pt x="6259335" y="3102622"/>
                </a:cubicBezTo>
                <a:cubicBezTo>
                  <a:pt x="6260140" y="3102622"/>
                  <a:pt x="6260964" y="3102487"/>
                  <a:pt x="6261770" y="3102200"/>
                </a:cubicBezTo>
                <a:cubicBezTo>
                  <a:pt x="6265449" y="3100840"/>
                  <a:pt x="6267346" y="3096777"/>
                  <a:pt x="6265986" y="3093096"/>
                </a:cubicBezTo>
                <a:cubicBezTo>
                  <a:pt x="6264644" y="3089417"/>
                  <a:pt x="6260581" y="3087520"/>
                  <a:pt x="6256901" y="3088880"/>
                </a:cubicBezTo>
                <a:close/>
                <a:moveTo>
                  <a:pt x="7698094" y="2525919"/>
                </a:moveTo>
                <a:cubicBezTo>
                  <a:pt x="7693610" y="2525976"/>
                  <a:pt x="7690025" y="2529657"/>
                  <a:pt x="7690064" y="2534122"/>
                </a:cubicBezTo>
                <a:cubicBezTo>
                  <a:pt x="7690121" y="2538568"/>
                  <a:pt x="7693743" y="2542153"/>
                  <a:pt x="7698190" y="2542153"/>
                </a:cubicBezTo>
                <a:lnTo>
                  <a:pt x="7698266" y="2542153"/>
                </a:lnTo>
                <a:cubicBezTo>
                  <a:pt x="7702751" y="2542114"/>
                  <a:pt x="7706335" y="2538435"/>
                  <a:pt x="7706297" y="2533950"/>
                </a:cubicBezTo>
                <a:cubicBezTo>
                  <a:pt x="7706239" y="2529465"/>
                  <a:pt x="7702578" y="2525881"/>
                  <a:pt x="7698094" y="2525919"/>
                </a:cubicBezTo>
                <a:close/>
                <a:moveTo>
                  <a:pt x="7092375" y="2762207"/>
                </a:moveTo>
                <a:cubicBezTo>
                  <a:pt x="7088637" y="2763376"/>
                  <a:pt x="7086567" y="2767344"/>
                  <a:pt x="7087718" y="2771081"/>
                </a:cubicBezTo>
                <a:cubicBezTo>
                  <a:pt x="7088676" y="2774128"/>
                  <a:pt x="7091473" y="2776064"/>
                  <a:pt x="7094502" y="2776064"/>
                </a:cubicBezTo>
                <a:cubicBezTo>
                  <a:pt x="7095191" y="2776064"/>
                  <a:pt x="7095901" y="2775968"/>
                  <a:pt x="7096611" y="2775739"/>
                </a:cubicBezTo>
                <a:cubicBezTo>
                  <a:pt x="7100347" y="2774570"/>
                  <a:pt x="7102437" y="2770602"/>
                  <a:pt x="7101266" y="2766865"/>
                </a:cubicBezTo>
                <a:cubicBezTo>
                  <a:pt x="7100099" y="2763128"/>
                  <a:pt x="7096112" y="2761038"/>
                  <a:pt x="7092375" y="2762207"/>
                </a:cubicBezTo>
                <a:close/>
                <a:moveTo>
                  <a:pt x="5175697" y="3509969"/>
                </a:moveTo>
                <a:lnTo>
                  <a:pt x="5169577" y="3513622"/>
                </a:lnTo>
                <a:cubicBezTo>
                  <a:pt x="5168886" y="3516324"/>
                  <a:pt x="5170515" y="3519065"/>
                  <a:pt x="5173219" y="3519755"/>
                </a:cubicBezTo>
                <a:cubicBezTo>
                  <a:pt x="5173640" y="3519851"/>
                  <a:pt x="5174062" y="3519909"/>
                  <a:pt x="5174464" y="3519909"/>
                </a:cubicBezTo>
                <a:cubicBezTo>
                  <a:pt x="5176726" y="3519909"/>
                  <a:pt x="5178775" y="3518376"/>
                  <a:pt x="5179351" y="3516095"/>
                </a:cubicBezTo>
                <a:close/>
                <a:moveTo>
                  <a:pt x="5175691" y="3509961"/>
                </a:moveTo>
                <a:lnTo>
                  <a:pt x="5175697" y="3509969"/>
                </a:lnTo>
                <a:lnTo>
                  <a:pt x="5175710" y="3509961"/>
                </a:lnTo>
                <a:close/>
                <a:moveTo>
                  <a:pt x="4704223" y="3693700"/>
                </a:moveTo>
                <a:cubicBezTo>
                  <a:pt x="4703437" y="3694446"/>
                  <a:pt x="4703419" y="3695712"/>
                  <a:pt x="4704185" y="3696497"/>
                </a:cubicBezTo>
                <a:cubicBezTo>
                  <a:pt x="4704569" y="3696900"/>
                  <a:pt x="4705086" y="3697092"/>
                  <a:pt x="4705603" y="3697092"/>
                </a:cubicBezTo>
                <a:cubicBezTo>
                  <a:pt x="4706102" y="3697092"/>
                  <a:pt x="4706600" y="3696918"/>
                  <a:pt x="4706984" y="3696536"/>
                </a:cubicBezTo>
                <a:cubicBezTo>
                  <a:pt x="4707769" y="3695769"/>
                  <a:pt x="4707787" y="3694523"/>
                  <a:pt x="4707022" y="3693738"/>
                </a:cubicBezTo>
                <a:cubicBezTo>
                  <a:pt x="4706255" y="3692952"/>
                  <a:pt x="4705010" y="3692933"/>
                  <a:pt x="4704223" y="3693700"/>
                </a:cubicBezTo>
                <a:close/>
                <a:moveTo>
                  <a:pt x="6534281" y="2978201"/>
                </a:moveTo>
                <a:cubicBezTo>
                  <a:pt x="6530658" y="2979733"/>
                  <a:pt x="6528971" y="2983893"/>
                  <a:pt x="6530506" y="2987496"/>
                </a:cubicBezTo>
                <a:cubicBezTo>
                  <a:pt x="6531655" y="2990198"/>
                  <a:pt x="6534281" y="2991827"/>
                  <a:pt x="6537041" y="2991827"/>
                </a:cubicBezTo>
                <a:cubicBezTo>
                  <a:pt x="6537960" y="2991827"/>
                  <a:pt x="6538900" y="2991655"/>
                  <a:pt x="6539800" y="2991271"/>
                </a:cubicBezTo>
                <a:cubicBezTo>
                  <a:pt x="6543404" y="2989738"/>
                  <a:pt x="6545090" y="2985580"/>
                  <a:pt x="6543556" y="2981976"/>
                </a:cubicBezTo>
                <a:cubicBezTo>
                  <a:pt x="6542043" y="2978373"/>
                  <a:pt x="6537884" y="2976687"/>
                  <a:pt x="6534281" y="2978201"/>
                </a:cubicBezTo>
                <a:close/>
                <a:moveTo>
                  <a:pt x="4973246" y="3587141"/>
                </a:moveTo>
                <a:cubicBezTo>
                  <a:pt x="4972250" y="3589115"/>
                  <a:pt x="4973038" y="3591529"/>
                  <a:pt x="4975010" y="3592545"/>
                </a:cubicBezTo>
                <a:cubicBezTo>
                  <a:pt x="4975604" y="3592833"/>
                  <a:pt x="4976218" y="3592985"/>
                  <a:pt x="4976832" y="3592985"/>
                </a:cubicBezTo>
                <a:cubicBezTo>
                  <a:pt x="4978307" y="3592986"/>
                  <a:pt x="4979708" y="3592181"/>
                  <a:pt x="4980434" y="3590782"/>
                </a:cubicBezTo>
                <a:cubicBezTo>
                  <a:pt x="4981451" y="3588808"/>
                  <a:pt x="4980647" y="3586374"/>
                  <a:pt x="4978671" y="3585377"/>
                </a:cubicBezTo>
                <a:cubicBezTo>
                  <a:pt x="4976678" y="3584362"/>
                  <a:pt x="4974262" y="3585148"/>
                  <a:pt x="4973246" y="3587141"/>
                </a:cubicBezTo>
                <a:close/>
                <a:moveTo>
                  <a:pt x="6163068" y="3121998"/>
                </a:moveTo>
                <a:cubicBezTo>
                  <a:pt x="6159369" y="3123263"/>
                  <a:pt x="6157376" y="3127288"/>
                  <a:pt x="6158641" y="3130986"/>
                </a:cubicBezTo>
                <a:cubicBezTo>
                  <a:pt x="6159637" y="3133938"/>
                  <a:pt x="6162397" y="3135797"/>
                  <a:pt x="6165349" y="3135797"/>
                </a:cubicBezTo>
                <a:cubicBezTo>
                  <a:pt x="6166096" y="3135797"/>
                  <a:pt x="6166862" y="3135682"/>
                  <a:pt x="6167630" y="3135432"/>
                </a:cubicBezTo>
                <a:cubicBezTo>
                  <a:pt x="6171348" y="3134168"/>
                  <a:pt x="6173321" y="3130143"/>
                  <a:pt x="6172076" y="3126425"/>
                </a:cubicBezTo>
                <a:cubicBezTo>
                  <a:pt x="6170811" y="3122727"/>
                  <a:pt x="6166786" y="3120733"/>
                  <a:pt x="6163068" y="3121998"/>
                </a:cubicBezTo>
                <a:close/>
                <a:moveTo>
                  <a:pt x="6626083" y="2939410"/>
                </a:moveTo>
                <a:cubicBezTo>
                  <a:pt x="6622480" y="2940924"/>
                  <a:pt x="6620773" y="2945083"/>
                  <a:pt x="6622308" y="2948686"/>
                </a:cubicBezTo>
                <a:cubicBezTo>
                  <a:pt x="6623438" y="2951407"/>
                  <a:pt x="6626083" y="2953037"/>
                  <a:pt x="6628842" y="2953037"/>
                </a:cubicBezTo>
                <a:cubicBezTo>
                  <a:pt x="6629763" y="2953037"/>
                  <a:pt x="6630682" y="2952864"/>
                  <a:pt x="6631583" y="2952481"/>
                </a:cubicBezTo>
                <a:cubicBezTo>
                  <a:pt x="6635206" y="2950967"/>
                  <a:pt x="6636891" y="2946808"/>
                  <a:pt x="6635378" y="2943185"/>
                </a:cubicBezTo>
                <a:cubicBezTo>
                  <a:pt x="6633844" y="2939583"/>
                  <a:pt x="6629705" y="2937896"/>
                  <a:pt x="6626083" y="2939410"/>
                </a:cubicBezTo>
                <a:close/>
                <a:moveTo>
                  <a:pt x="6997525" y="2793524"/>
                </a:moveTo>
                <a:cubicBezTo>
                  <a:pt x="6993827" y="2794808"/>
                  <a:pt x="6991872" y="2798852"/>
                  <a:pt x="6993156" y="2802551"/>
                </a:cubicBezTo>
                <a:cubicBezTo>
                  <a:pt x="6994171" y="2805483"/>
                  <a:pt x="6996913" y="2807323"/>
                  <a:pt x="6999845" y="2807323"/>
                </a:cubicBezTo>
                <a:cubicBezTo>
                  <a:pt x="7000631" y="2807323"/>
                  <a:pt x="7001416" y="2807188"/>
                  <a:pt x="7002183" y="2806920"/>
                </a:cubicBezTo>
                <a:cubicBezTo>
                  <a:pt x="7005882" y="2805636"/>
                  <a:pt x="7007835" y="2801592"/>
                  <a:pt x="7006552" y="2797894"/>
                </a:cubicBezTo>
                <a:cubicBezTo>
                  <a:pt x="7005268" y="2794194"/>
                  <a:pt x="7001224" y="2792240"/>
                  <a:pt x="6997525" y="2793524"/>
                </a:cubicBezTo>
                <a:close/>
                <a:moveTo>
                  <a:pt x="6718114" y="2901003"/>
                </a:moveTo>
                <a:cubicBezTo>
                  <a:pt x="6714492" y="2902498"/>
                  <a:pt x="6712767" y="2906637"/>
                  <a:pt x="6714262" y="2910260"/>
                </a:cubicBezTo>
                <a:cubicBezTo>
                  <a:pt x="6715392" y="2913000"/>
                  <a:pt x="6718037" y="2914649"/>
                  <a:pt x="6720817" y="2914649"/>
                </a:cubicBezTo>
                <a:cubicBezTo>
                  <a:pt x="6721718" y="2914649"/>
                  <a:pt x="6722638" y="2914476"/>
                  <a:pt x="6723520" y="2914112"/>
                </a:cubicBezTo>
                <a:cubicBezTo>
                  <a:pt x="6727141" y="2912617"/>
                  <a:pt x="6728866" y="2908478"/>
                  <a:pt x="6727371" y="2904855"/>
                </a:cubicBezTo>
                <a:cubicBezTo>
                  <a:pt x="6725876" y="2901233"/>
                  <a:pt x="6721737" y="2899508"/>
                  <a:pt x="6718114" y="2901003"/>
                </a:cubicBezTo>
                <a:close/>
                <a:moveTo>
                  <a:pt x="8215558" y="2315732"/>
                </a:moveTo>
                <a:cubicBezTo>
                  <a:pt x="8210115" y="2314411"/>
                  <a:pt x="8204615" y="2317745"/>
                  <a:pt x="8203310" y="2323207"/>
                </a:cubicBezTo>
                <a:cubicBezTo>
                  <a:pt x="8201970" y="2328650"/>
                  <a:pt x="8205323" y="2334151"/>
                  <a:pt x="8210786" y="2335473"/>
                </a:cubicBezTo>
                <a:cubicBezTo>
                  <a:pt x="8211590" y="2335665"/>
                  <a:pt x="8212396" y="2335760"/>
                  <a:pt x="8213182" y="2335760"/>
                </a:cubicBezTo>
                <a:cubicBezTo>
                  <a:pt x="8217761" y="2335760"/>
                  <a:pt x="8221921" y="2332637"/>
                  <a:pt x="8223052" y="2327980"/>
                </a:cubicBezTo>
                <a:cubicBezTo>
                  <a:pt x="8224373" y="2322537"/>
                  <a:pt x="8221020" y="2317036"/>
                  <a:pt x="8215558" y="2315732"/>
                </a:cubicBezTo>
                <a:close/>
                <a:moveTo>
                  <a:pt x="6903634" y="2827504"/>
                </a:moveTo>
                <a:cubicBezTo>
                  <a:pt x="6899974" y="2828884"/>
                  <a:pt x="6898114" y="2832966"/>
                  <a:pt x="6899495" y="2836645"/>
                </a:cubicBezTo>
                <a:cubicBezTo>
                  <a:pt x="6900568" y="2839482"/>
                  <a:pt x="6903271" y="2841245"/>
                  <a:pt x="6906146" y="2841245"/>
                </a:cubicBezTo>
                <a:cubicBezTo>
                  <a:pt x="6906969" y="2841245"/>
                  <a:pt x="6907813" y="2841092"/>
                  <a:pt x="6908618" y="2840785"/>
                </a:cubicBezTo>
                <a:cubicBezTo>
                  <a:pt x="6912297" y="2839405"/>
                  <a:pt x="6914137" y="2835324"/>
                  <a:pt x="6912777" y="2831643"/>
                </a:cubicBezTo>
                <a:cubicBezTo>
                  <a:pt x="6911396" y="2827983"/>
                  <a:pt x="6907294" y="2826124"/>
                  <a:pt x="6903634" y="2827504"/>
                </a:cubicBezTo>
                <a:close/>
                <a:moveTo>
                  <a:pt x="6810568" y="2863534"/>
                </a:moveTo>
                <a:cubicBezTo>
                  <a:pt x="6806926" y="2864972"/>
                  <a:pt x="6805144" y="2869093"/>
                  <a:pt x="6806581" y="2872734"/>
                </a:cubicBezTo>
                <a:cubicBezTo>
                  <a:pt x="6807693" y="2875513"/>
                  <a:pt x="6810357" y="2877219"/>
                  <a:pt x="6813194" y="2877219"/>
                </a:cubicBezTo>
                <a:cubicBezTo>
                  <a:pt x="6814056" y="2877219"/>
                  <a:pt x="6814938" y="2877046"/>
                  <a:pt x="6815800" y="2876701"/>
                </a:cubicBezTo>
                <a:cubicBezTo>
                  <a:pt x="6819442" y="2875263"/>
                  <a:pt x="6821224" y="2871143"/>
                  <a:pt x="6819767" y="2867502"/>
                </a:cubicBezTo>
                <a:cubicBezTo>
                  <a:pt x="6818330" y="2863860"/>
                  <a:pt x="6814209" y="2862078"/>
                  <a:pt x="6810568" y="2863534"/>
                </a:cubicBezTo>
                <a:close/>
                <a:moveTo>
                  <a:pt x="6068469" y="3152682"/>
                </a:moveTo>
                <a:cubicBezTo>
                  <a:pt x="6064711" y="3153832"/>
                  <a:pt x="6062622" y="3157798"/>
                  <a:pt x="6063772" y="3161536"/>
                </a:cubicBezTo>
                <a:cubicBezTo>
                  <a:pt x="6064711" y="3164583"/>
                  <a:pt x="6067529" y="3166538"/>
                  <a:pt x="6070557" y="3166538"/>
                </a:cubicBezTo>
                <a:cubicBezTo>
                  <a:pt x="6071247" y="3166538"/>
                  <a:pt x="6071955" y="3166442"/>
                  <a:pt x="6072646" y="3166232"/>
                </a:cubicBezTo>
                <a:cubicBezTo>
                  <a:pt x="6076383" y="3165062"/>
                  <a:pt x="6078491" y="3161095"/>
                  <a:pt x="6077322" y="3157358"/>
                </a:cubicBezTo>
                <a:cubicBezTo>
                  <a:pt x="6076172" y="3153621"/>
                  <a:pt x="6072205" y="3151513"/>
                  <a:pt x="6068469" y="3152682"/>
                </a:cubicBezTo>
                <a:close/>
                <a:moveTo>
                  <a:pt x="8412731" y="2231290"/>
                </a:moveTo>
                <a:cubicBezTo>
                  <a:pt x="8406828" y="2229490"/>
                  <a:pt x="8400580" y="2232804"/>
                  <a:pt x="8398778" y="2238708"/>
                </a:cubicBezTo>
                <a:cubicBezTo>
                  <a:pt x="8396958" y="2244611"/>
                  <a:pt x="8400273" y="2250858"/>
                  <a:pt x="8406176" y="2252679"/>
                </a:cubicBezTo>
                <a:cubicBezTo>
                  <a:pt x="8407269" y="2253005"/>
                  <a:pt x="8408380" y="2253158"/>
                  <a:pt x="8409453" y="2253158"/>
                </a:cubicBezTo>
                <a:cubicBezTo>
                  <a:pt x="8414245" y="2253158"/>
                  <a:pt x="8418671" y="2250072"/>
                  <a:pt x="8420147" y="2245263"/>
                </a:cubicBezTo>
                <a:cubicBezTo>
                  <a:pt x="8421949" y="2239359"/>
                  <a:pt x="8418634" y="2233093"/>
                  <a:pt x="8412731" y="2231290"/>
                </a:cubicBezTo>
                <a:close/>
                <a:moveTo>
                  <a:pt x="5973007" y="3180491"/>
                </a:moveTo>
                <a:cubicBezTo>
                  <a:pt x="5969231" y="3181525"/>
                  <a:pt x="5967008" y="3185416"/>
                  <a:pt x="5968043" y="3189211"/>
                </a:cubicBezTo>
                <a:cubicBezTo>
                  <a:pt x="5968905" y="3192353"/>
                  <a:pt x="5971760" y="3194423"/>
                  <a:pt x="5974865" y="3194423"/>
                </a:cubicBezTo>
                <a:cubicBezTo>
                  <a:pt x="5975498" y="3194423"/>
                  <a:pt x="5976130" y="3194328"/>
                  <a:pt x="5976743" y="3194175"/>
                </a:cubicBezTo>
                <a:cubicBezTo>
                  <a:pt x="5980538" y="3193139"/>
                  <a:pt x="5982762" y="3189230"/>
                  <a:pt x="5981727" y="3185454"/>
                </a:cubicBezTo>
                <a:cubicBezTo>
                  <a:pt x="5980692" y="3181679"/>
                  <a:pt x="5976782" y="3179455"/>
                  <a:pt x="5973007" y="3180491"/>
                </a:cubicBezTo>
                <a:close/>
                <a:moveTo>
                  <a:pt x="8593919" y="2153800"/>
                </a:moveTo>
                <a:cubicBezTo>
                  <a:pt x="8591121" y="2155180"/>
                  <a:pt x="8588850" y="2157629"/>
                  <a:pt x="8587767" y="2160820"/>
                </a:cubicBezTo>
                <a:cubicBezTo>
                  <a:pt x="8585602" y="2167201"/>
                  <a:pt x="8589012" y="2174139"/>
                  <a:pt x="8595395" y="2176305"/>
                </a:cubicBezTo>
                <a:cubicBezTo>
                  <a:pt x="8596699" y="2176746"/>
                  <a:pt x="8598020" y="2176957"/>
                  <a:pt x="8599324" y="2176957"/>
                </a:cubicBezTo>
                <a:cubicBezTo>
                  <a:pt x="8604403" y="2176957"/>
                  <a:pt x="8609156" y="2173756"/>
                  <a:pt x="8610881" y="2168678"/>
                </a:cubicBezTo>
                <a:cubicBezTo>
                  <a:pt x="8613046" y="2162295"/>
                  <a:pt x="8609615" y="2155357"/>
                  <a:pt x="8603234" y="2153192"/>
                </a:cubicBezTo>
                <a:cubicBezTo>
                  <a:pt x="8600042" y="2152109"/>
                  <a:pt x="8596717" y="2152420"/>
                  <a:pt x="8593919" y="2153800"/>
                </a:cubicBezTo>
                <a:close/>
                <a:moveTo>
                  <a:pt x="8778029" y="2077136"/>
                </a:moveTo>
                <a:cubicBezTo>
                  <a:pt x="8774987" y="2078619"/>
                  <a:pt x="8772510" y="2081264"/>
                  <a:pt x="8771312" y="2084714"/>
                </a:cubicBezTo>
                <a:cubicBezTo>
                  <a:pt x="8768917" y="2091614"/>
                  <a:pt x="8772578" y="2099127"/>
                  <a:pt x="8779477" y="2101522"/>
                </a:cubicBezTo>
                <a:cubicBezTo>
                  <a:pt x="8780915" y="2102020"/>
                  <a:pt x="8782371" y="2102250"/>
                  <a:pt x="8783808" y="2102250"/>
                </a:cubicBezTo>
                <a:cubicBezTo>
                  <a:pt x="8789290" y="2102250"/>
                  <a:pt x="8794408" y="2098819"/>
                  <a:pt x="8796304" y="2093358"/>
                </a:cubicBezTo>
                <a:cubicBezTo>
                  <a:pt x="8798700" y="2086458"/>
                  <a:pt x="8795039" y="2078926"/>
                  <a:pt x="8788140" y="2076530"/>
                </a:cubicBezTo>
                <a:cubicBezTo>
                  <a:pt x="8784680" y="2075332"/>
                  <a:pt x="8781072" y="2075653"/>
                  <a:pt x="8778029" y="2077136"/>
                </a:cubicBezTo>
                <a:close/>
                <a:moveTo>
                  <a:pt x="7589868" y="2538320"/>
                </a:moveTo>
                <a:lnTo>
                  <a:pt x="7589868" y="2538339"/>
                </a:lnTo>
                <a:lnTo>
                  <a:pt x="7589877" y="2538329"/>
                </a:lnTo>
                <a:close/>
                <a:moveTo>
                  <a:pt x="5876662" y="3204830"/>
                </a:moveTo>
                <a:cubicBezTo>
                  <a:pt x="5872850" y="3205712"/>
                  <a:pt x="5870472" y="3209507"/>
                  <a:pt x="5871354" y="3213340"/>
                </a:cubicBezTo>
                <a:cubicBezTo>
                  <a:pt x="5872121" y="3216598"/>
                  <a:pt x="5875034" y="3218821"/>
                  <a:pt x="5878254" y="3218821"/>
                </a:cubicBezTo>
                <a:cubicBezTo>
                  <a:pt x="5878791" y="3218821"/>
                  <a:pt x="5879327" y="3218764"/>
                  <a:pt x="5879863" y="3218649"/>
                </a:cubicBezTo>
                <a:cubicBezTo>
                  <a:pt x="5883677" y="3217767"/>
                  <a:pt x="5886074" y="3213953"/>
                  <a:pt x="5885172" y="3210139"/>
                </a:cubicBezTo>
                <a:cubicBezTo>
                  <a:pt x="5884291" y="3206326"/>
                  <a:pt x="5880497" y="3203949"/>
                  <a:pt x="5876662" y="3204830"/>
                </a:cubicBezTo>
                <a:close/>
                <a:moveTo>
                  <a:pt x="5379650" y="3396062"/>
                </a:moveTo>
                <a:cubicBezTo>
                  <a:pt x="5376294" y="3395851"/>
                  <a:pt x="5373401" y="3398381"/>
                  <a:pt x="5373191" y="3401736"/>
                </a:cubicBezTo>
                <a:cubicBezTo>
                  <a:pt x="5372978" y="3405069"/>
                  <a:pt x="5375510" y="3407963"/>
                  <a:pt x="5378862" y="3408175"/>
                </a:cubicBezTo>
                <a:lnTo>
                  <a:pt x="5378862" y="3408194"/>
                </a:lnTo>
                <a:cubicBezTo>
                  <a:pt x="5378998" y="3408194"/>
                  <a:pt x="5379131" y="3408194"/>
                  <a:pt x="5379246" y="3408194"/>
                </a:cubicBezTo>
                <a:cubicBezTo>
                  <a:pt x="5382429" y="3408194"/>
                  <a:pt x="5385092" y="3405722"/>
                  <a:pt x="5385302" y="3402502"/>
                </a:cubicBezTo>
                <a:cubicBezTo>
                  <a:pt x="5385514" y="3399167"/>
                  <a:pt x="5382983" y="3396273"/>
                  <a:pt x="5379650" y="3396062"/>
                </a:cubicBezTo>
                <a:close/>
                <a:moveTo>
                  <a:pt x="7597457" y="2529733"/>
                </a:moveTo>
                <a:lnTo>
                  <a:pt x="7589877" y="2538329"/>
                </a:lnTo>
                <a:lnTo>
                  <a:pt x="7597955" y="2545909"/>
                </a:lnTo>
                <a:cubicBezTo>
                  <a:pt x="7598127" y="2545909"/>
                  <a:pt x="7598319" y="2545909"/>
                  <a:pt x="7598492" y="2545909"/>
                </a:cubicBezTo>
                <a:cubicBezTo>
                  <a:pt x="7602957" y="2545640"/>
                  <a:pt x="7606349" y="2541769"/>
                  <a:pt x="7606062" y="2537303"/>
                </a:cubicBezTo>
                <a:cubicBezTo>
                  <a:pt x="7605775" y="2532819"/>
                  <a:pt x="7601923" y="2529426"/>
                  <a:pt x="7597457" y="2529733"/>
                </a:cubicBezTo>
                <a:close/>
                <a:moveTo>
                  <a:pt x="8957602" y="1998724"/>
                </a:moveTo>
                <a:cubicBezTo>
                  <a:pt x="8954342" y="2000358"/>
                  <a:pt x="8951707" y="2003233"/>
                  <a:pt x="8950471" y="2006961"/>
                </a:cubicBezTo>
                <a:cubicBezTo>
                  <a:pt x="8947980" y="2014435"/>
                  <a:pt x="8952023" y="2022504"/>
                  <a:pt x="8959497" y="2024977"/>
                </a:cubicBezTo>
                <a:cubicBezTo>
                  <a:pt x="8960993" y="2025475"/>
                  <a:pt x="8962506" y="2025705"/>
                  <a:pt x="8964001" y="2025705"/>
                </a:cubicBezTo>
                <a:cubicBezTo>
                  <a:pt x="8969962" y="2025705"/>
                  <a:pt x="8975521" y="2021929"/>
                  <a:pt x="8977513" y="2015949"/>
                </a:cubicBezTo>
                <a:cubicBezTo>
                  <a:pt x="8979985" y="2008494"/>
                  <a:pt x="8975941" y="2000426"/>
                  <a:pt x="8968486" y="1997934"/>
                </a:cubicBezTo>
                <a:cubicBezTo>
                  <a:pt x="8964748" y="1996698"/>
                  <a:pt x="8960863" y="1997091"/>
                  <a:pt x="8957602" y="1998724"/>
                </a:cubicBezTo>
                <a:close/>
                <a:moveTo>
                  <a:pt x="4794972" y="3620277"/>
                </a:moveTo>
                <a:cubicBezTo>
                  <a:pt x="4793899" y="3621542"/>
                  <a:pt x="4794051" y="3623440"/>
                  <a:pt x="4795336" y="3624512"/>
                </a:cubicBezTo>
                <a:cubicBezTo>
                  <a:pt x="4795891" y="3624992"/>
                  <a:pt x="4796581" y="3625222"/>
                  <a:pt x="4797271" y="3625222"/>
                </a:cubicBezTo>
                <a:cubicBezTo>
                  <a:pt x="4798115" y="3625222"/>
                  <a:pt x="4798958" y="3624857"/>
                  <a:pt x="4799552" y="3624168"/>
                </a:cubicBezTo>
                <a:cubicBezTo>
                  <a:pt x="4800626" y="3622903"/>
                  <a:pt x="4800472" y="3620986"/>
                  <a:pt x="4799207" y="3619932"/>
                </a:cubicBezTo>
                <a:cubicBezTo>
                  <a:pt x="4797942" y="3618858"/>
                  <a:pt x="4796045" y="3619012"/>
                  <a:pt x="4794972" y="3620277"/>
                </a:cubicBezTo>
                <a:close/>
                <a:moveTo>
                  <a:pt x="7910292" y="2399830"/>
                </a:moveTo>
                <a:cubicBezTo>
                  <a:pt x="7905271" y="2399312"/>
                  <a:pt x="7900787" y="2402973"/>
                  <a:pt x="7900288" y="2407994"/>
                </a:cubicBezTo>
                <a:cubicBezTo>
                  <a:pt x="7899771" y="2413016"/>
                  <a:pt x="7903431" y="2417481"/>
                  <a:pt x="7908453" y="2417999"/>
                </a:cubicBezTo>
                <a:cubicBezTo>
                  <a:pt x="7908758" y="2418037"/>
                  <a:pt x="7909066" y="2418037"/>
                  <a:pt x="7909372" y="2418037"/>
                </a:cubicBezTo>
                <a:cubicBezTo>
                  <a:pt x="7914010" y="2418037"/>
                  <a:pt x="7917977" y="2414530"/>
                  <a:pt x="7918456" y="2409835"/>
                </a:cubicBezTo>
                <a:cubicBezTo>
                  <a:pt x="7918955" y="2404813"/>
                  <a:pt x="7915313" y="2400328"/>
                  <a:pt x="7910292" y="2399830"/>
                </a:cubicBezTo>
                <a:close/>
                <a:moveTo>
                  <a:pt x="5779437" y="3225089"/>
                </a:moveTo>
                <a:cubicBezTo>
                  <a:pt x="5775585" y="3225797"/>
                  <a:pt x="5773036" y="3229515"/>
                  <a:pt x="5773746" y="3233348"/>
                </a:cubicBezTo>
                <a:cubicBezTo>
                  <a:pt x="5774377" y="3236779"/>
                  <a:pt x="5777368" y="3239156"/>
                  <a:pt x="5780723" y="3239155"/>
                </a:cubicBezTo>
                <a:cubicBezTo>
                  <a:pt x="5781145" y="3239156"/>
                  <a:pt x="5781584" y="3239117"/>
                  <a:pt x="5782025" y="3239041"/>
                </a:cubicBezTo>
                <a:cubicBezTo>
                  <a:pt x="5785857" y="3238331"/>
                  <a:pt x="5788407" y="3234632"/>
                  <a:pt x="5787699" y="3230780"/>
                </a:cubicBezTo>
                <a:cubicBezTo>
                  <a:pt x="5786969" y="3226928"/>
                  <a:pt x="5783290" y="3224380"/>
                  <a:pt x="5779437" y="3225089"/>
                </a:cubicBezTo>
                <a:close/>
                <a:moveTo>
                  <a:pt x="7497165" y="2538837"/>
                </a:moveTo>
                <a:cubicBezTo>
                  <a:pt x="7492699" y="2539354"/>
                  <a:pt x="7489518" y="2543398"/>
                  <a:pt x="7490035" y="2547844"/>
                </a:cubicBezTo>
                <a:cubicBezTo>
                  <a:pt x="7490534" y="2551985"/>
                  <a:pt x="7494041" y="2555012"/>
                  <a:pt x="7498085" y="2555012"/>
                </a:cubicBezTo>
                <a:cubicBezTo>
                  <a:pt x="7498411" y="2555012"/>
                  <a:pt x="7498717" y="2554993"/>
                  <a:pt x="7499043" y="2554955"/>
                </a:cubicBezTo>
                <a:cubicBezTo>
                  <a:pt x="7503489" y="2554438"/>
                  <a:pt x="7506670" y="2550412"/>
                  <a:pt x="7506153" y="2545966"/>
                </a:cubicBezTo>
                <a:cubicBezTo>
                  <a:pt x="7505636" y="2541501"/>
                  <a:pt x="7501611" y="2538319"/>
                  <a:pt x="7497165" y="2538837"/>
                </a:cubicBezTo>
                <a:close/>
                <a:moveTo>
                  <a:pt x="5082300" y="3481022"/>
                </a:moveTo>
                <a:cubicBezTo>
                  <a:pt x="5079673" y="3480064"/>
                  <a:pt x="5076779" y="3481387"/>
                  <a:pt x="5075800" y="3484011"/>
                </a:cubicBezTo>
                <a:cubicBezTo>
                  <a:pt x="5074842" y="3486618"/>
                  <a:pt x="5076165" y="3489531"/>
                  <a:pt x="5078791" y="3490489"/>
                </a:cubicBezTo>
                <a:cubicBezTo>
                  <a:pt x="5079367" y="3490700"/>
                  <a:pt x="5079961" y="3490796"/>
                  <a:pt x="5080535" y="3490796"/>
                </a:cubicBezTo>
                <a:cubicBezTo>
                  <a:pt x="5082587" y="3490796"/>
                  <a:pt x="5084522" y="3489550"/>
                  <a:pt x="5085269" y="3487519"/>
                </a:cubicBezTo>
                <a:cubicBezTo>
                  <a:pt x="5086247" y="3484893"/>
                  <a:pt x="5084906" y="3482000"/>
                  <a:pt x="5082300" y="3481022"/>
                </a:cubicBezTo>
                <a:close/>
                <a:moveTo>
                  <a:pt x="4557321" y="3683886"/>
                </a:moveTo>
                <a:cubicBezTo>
                  <a:pt x="4556898" y="3684213"/>
                  <a:pt x="4556842" y="3684807"/>
                  <a:pt x="4557167" y="3685228"/>
                </a:cubicBezTo>
                <a:cubicBezTo>
                  <a:pt x="4557339" y="3685477"/>
                  <a:pt x="4557628" y="3685593"/>
                  <a:pt x="4557916" y="3685593"/>
                </a:cubicBezTo>
                <a:cubicBezTo>
                  <a:pt x="4558126" y="3685593"/>
                  <a:pt x="4558338" y="3685535"/>
                  <a:pt x="4558510" y="3685400"/>
                </a:cubicBezTo>
                <a:cubicBezTo>
                  <a:pt x="4558912" y="3685075"/>
                  <a:pt x="4558989" y="3684462"/>
                  <a:pt x="4558663" y="3684059"/>
                </a:cubicBezTo>
                <a:cubicBezTo>
                  <a:pt x="4558338" y="3683637"/>
                  <a:pt x="4557744" y="3683561"/>
                  <a:pt x="4557321" y="3683886"/>
                </a:cubicBezTo>
                <a:close/>
                <a:moveTo>
                  <a:pt x="8116013" y="2293788"/>
                </a:moveTo>
                <a:cubicBezTo>
                  <a:pt x="8110493" y="2292696"/>
                  <a:pt x="8105147" y="2296261"/>
                  <a:pt x="8104054" y="2301780"/>
                </a:cubicBezTo>
                <a:cubicBezTo>
                  <a:pt x="8102962" y="2307262"/>
                  <a:pt x="8106526" y="2312628"/>
                  <a:pt x="8112027" y="2313720"/>
                </a:cubicBezTo>
                <a:lnTo>
                  <a:pt x="8112065" y="2313720"/>
                </a:lnTo>
                <a:cubicBezTo>
                  <a:pt x="8112716" y="2313855"/>
                  <a:pt x="8113387" y="2313913"/>
                  <a:pt x="8114039" y="2313913"/>
                </a:cubicBezTo>
                <a:cubicBezTo>
                  <a:pt x="8118793" y="2313913"/>
                  <a:pt x="8123028" y="2310578"/>
                  <a:pt x="8124005" y="2305748"/>
                </a:cubicBezTo>
                <a:cubicBezTo>
                  <a:pt x="8125098" y="2300228"/>
                  <a:pt x="8121514" y="2294881"/>
                  <a:pt x="8116013" y="2293788"/>
                </a:cubicBezTo>
                <a:close/>
                <a:moveTo>
                  <a:pt x="5681406" y="3240784"/>
                </a:moveTo>
                <a:cubicBezTo>
                  <a:pt x="5677517" y="3241302"/>
                  <a:pt x="5674795" y="3244867"/>
                  <a:pt x="5675311" y="3248758"/>
                </a:cubicBezTo>
                <a:cubicBezTo>
                  <a:pt x="5675793" y="3252322"/>
                  <a:pt x="5678839" y="3254909"/>
                  <a:pt x="5682346" y="3254909"/>
                </a:cubicBezTo>
                <a:cubicBezTo>
                  <a:pt x="5682652" y="3254909"/>
                  <a:pt x="5682958" y="3254890"/>
                  <a:pt x="5683285" y="3254833"/>
                </a:cubicBezTo>
                <a:cubicBezTo>
                  <a:pt x="5687157" y="3254316"/>
                  <a:pt x="5689898" y="3250751"/>
                  <a:pt x="5689360" y="3246860"/>
                </a:cubicBezTo>
                <a:cubicBezTo>
                  <a:pt x="5688844" y="3242989"/>
                  <a:pt x="5685279" y="3240267"/>
                  <a:pt x="5681406" y="3240784"/>
                </a:cubicBezTo>
                <a:close/>
                <a:moveTo>
                  <a:pt x="8314336" y="2202581"/>
                </a:moveTo>
                <a:cubicBezTo>
                  <a:pt x="8308394" y="2200933"/>
                  <a:pt x="8302224" y="2204421"/>
                  <a:pt x="8300595" y="2210382"/>
                </a:cubicBezTo>
                <a:cubicBezTo>
                  <a:pt x="8298947" y="2216342"/>
                  <a:pt x="8302453" y="2222494"/>
                  <a:pt x="8308394" y="2224142"/>
                </a:cubicBezTo>
                <a:cubicBezTo>
                  <a:pt x="8309391" y="2224410"/>
                  <a:pt x="8310388" y="2224545"/>
                  <a:pt x="8311366" y="2224545"/>
                </a:cubicBezTo>
                <a:cubicBezTo>
                  <a:pt x="8316272" y="2224545"/>
                  <a:pt x="8320775" y="2221286"/>
                  <a:pt x="8322156" y="2216323"/>
                </a:cubicBezTo>
                <a:cubicBezTo>
                  <a:pt x="8323785" y="2210362"/>
                  <a:pt x="8320296" y="2204210"/>
                  <a:pt x="8314336" y="2202581"/>
                </a:cubicBezTo>
                <a:close/>
                <a:moveTo>
                  <a:pt x="5281752" y="3385617"/>
                </a:moveTo>
                <a:cubicBezTo>
                  <a:pt x="5278438" y="3385119"/>
                  <a:pt x="5275331" y="3387399"/>
                  <a:pt x="5274833" y="3390715"/>
                </a:cubicBezTo>
                <a:cubicBezTo>
                  <a:pt x="5274336" y="3394031"/>
                  <a:pt x="5276617" y="3397117"/>
                  <a:pt x="5279932" y="3397615"/>
                </a:cubicBezTo>
                <a:cubicBezTo>
                  <a:pt x="5280239" y="3397692"/>
                  <a:pt x="5280545" y="3397692"/>
                  <a:pt x="5280851" y="3397691"/>
                </a:cubicBezTo>
                <a:cubicBezTo>
                  <a:pt x="5283784" y="3397691"/>
                  <a:pt x="5286372" y="3395525"/>
                  <a:pt x="5286832" y="3392536"/>
                </a:cubicBezTo>
                <a:cubicBezTo>
                  <a:pt x="5287330" y="3389220"/>
                  <a:pt x="5285049" y="3386115"/>
                  <a:pt x="5281752" y="3385617"/>
                </a:cubicBezTo>
                <a:close/>
                <a:moveTo>
                  <a:pt x="4889246" y="3537292"/>
                </a:moveTo>
                <a:cubicBezTo>
                  <a:pt x="4888001" y="3539151"/>
                  <a:pt x="4888498" y="3541642"/>
                  <a:pt x="4890337" y="3542888"/>
                </a:cubicBezTo>
                <a:cubicBezTo>
                  <a:pt x="4891028" y="3543348"/>
                  <a:pt x="4891814" y="3543559"/>
                  <a:pt x="4892581" y="3543559"/>
                </a:cubicBezTo>
                <a:cubicBezTo>
                  <a:pt x="4893883" y="3543558"/>
                  <a:pt x="4895149" y="3542926"/>
                  <a:pt x="4895934" y="3541777"/>
                </a:cubicBezTo>
                <a:cubicBezTo>
                  <a:pt x="4897162" y="3539917"/>
                  <a:pt x="4896663" y="3537426"/>
                  <a:pt x="4894823" y="3536180"/>
                </a:cubicBezTo>
                <a:cubicBezTo>
                  <a:pt x="4892964" y="3534954"/>
                  <a:pt x="4890472" y="3535452"/>
                  <a:pt x="4889246" y="3537292"/>
                </a:cubicBezTo>
                <a:close/>
                <a:moveTo>
                  <a:pt x="7397467" y="2553039"/>
                </a:moveTo>
                <a:cubicBezTo>
                  <a:pt x="7393058" y="2553786"/>
                  <a:pt x="7390069" y="2557964"/>
                  <a:pt x="7390817" y="2562391"/>
                </a:cubicBezTo>
                <a:cubicBezTo>
                  <a:pt x="7391468" y="2566358"/>
                  <a:pt x="7394918" y="2569157"/>
                  <a:pt x="7398808" y="2569156"/>
                </a:cubicBezTo>
                <a:cubicBezTo>
                  <a:pt x="7399249" y="2569157"/>
                  <a:pt x="7399709" y="2569118"/>
                  <a:pt x="7400150" y="2569042"/>
                </a:cubicBezTo>
                <a:cubicBezTo>
                  <a:pt x="7404577" y="2568313"/>
                  <a:pt x="7407548" y="2564116"/>
                  <a:pt x="7406820" y="2559708"/>
                </a:cubicBezTo>
                <a:cubicBezTo>
                  <a:pt x="7406071" y="2555281"/>
                  <a:pt x="7401894" y="2552309"/>
                  <a:pt x="7397467" y="2553039"/>
                </a:cubicBezTo>
                <a:close/>
                <a:moveTo>
                  <a:pt x="7809176" y="2392279"/>
                </a:moveTo>
                <a:cubicBezTo>
                  <a:pt x="7804136" y="2392030"/>
                  <a:pt x="7799842" y="2395920"/>
                  <a:pt x="7799612" y="2400961"/>
                </a:cubicBezTo>
                <a:cubicBezTo>
                  <a:pt x="7799363" y="2406001"/>
                  <a:pt x="7803254" y="2410275"/>
                  <a:pt x="7808294" y="2410524"/>
                </a:cubicBezTo>
                <a:lnTo>
                  <a:pt x="7808735" y="2410524"/>
                </a:lnTo>
                <a:cubicBezTo>
                  <a:pt x="7813584" y="2410524"/>
                  <a:pt x="7817628" y="2406730"/>
                  <a:pt x="7817858" y="2401843"/>
                </a:cubicBezTo>
                <a:cubicBezTo>
                  <a:pt x="7818107" y="2396802"/>
                  <a:pt x="7814216" y="2392528"/>
                  <a:pt x="7809176" y="2392279"/>
                </a:cubicBezTo>
                <a:close/>
                <a:moveTo>
                  <a:pt x="8496207" y="2121396"/>
                </a:moveTo>
                <a:cubicBezTo>
                  <a:pt x="8493426" y="2122814"/>
                  <a:pt x="8491183" y="2125296"/>
                  <a:pt x="8490139" y="2128507"/>
                </a:cubicBezTo>
                <a:cubicBezTo>
                  <a:pt x="8488050" y="2134908"/>
                  <a:pt x="8491576" y="2141807"/>
                  <a:pt x="8497977" y="2143877"/>
                </a:cubicBezTo>
                <a:cubicBezTo>
                  <a:pt x="8499224" y="2144280"/>
                  <a:pt x="8500508" y="2144472"/>
                  <a:pt x="8501753" y="2144472"/>
                </a:cubicBezTo>
                <a:cubicBezTo>
                  <a:pt x="8506890" y="2144472"/>
                  <a:pt x="8511681" y="2141194"/>
                  <a:pt x="8513348" y="2136039"/>
                </a:cubicBezTo>
                <a:cubicBezTo>
                  <a:pt x="8515438" y="2129638"/>
                  <a:pt x="8511930" y="2122738"/>
                  <a:pt x="8505510" y="2120669"/>
                </a:cubicBezTo>
                <a:cubicBezTo>
                  <a:pt x="8502309" y="2119624"/>
                  <a:pt x="8498989" y="2119978"/>
                  <a:pt x="8496207" y="2121396"/>
                </a:cubicBezTo>
                <a:close/>
                <a:moveTo>
                  <a:pt x="5576190" y="3258781"/>
                </a:moveTo>
                <a:lnTo>
                  <a:pt x="5576190" y="3258800"/>
                </a:lnTo>
                <a:lnTo>
                  <a:pt x="5576199" y="3258790"/>
                </a:lnTo>
                <a:close/>
                <a:moveTo>
                  <a:pt x="4639119" y="3622519"/>
                </a:moveTo>
                <a:cubicBezTo>
                  <a:pt x="4638295" y="3623247"/>
                  <a:pt x="4638218" y="3624493"/>
                  <a:pt x="4638946" y="3625318"/>
                </a:cubicBezTo>
                <a:cubicBezTo>
                  <a:pt x="4639330" y="3625758"/>
                  <a:pt x="4639885" y="3625988"/>
                  <a:pt x="4640422" y="3625989"/>
                </a:cubicBezTo>
                <a:cubicBezTo>
                  <a:pt x="4640882" y="3625989"/>
                  <a:pt x="4641362" y="3625835"/>
                  <a:pt x="4641725" y="3625490"/>
                </a:cubicBezTo>
                <a:cubicBezTo>
                  <a:pt x="4642550" y="3624781"/>
                  <a:pt x="4642645" y="3623534"/>
                  <a:pt x="4641916" y="3622711"/>
                </a:cubicBezTo>
                <a:cubicBezTo>
                  <a:pt x="4641208" y="3621887"/>
                  <a:pt x="4639963" y="3621791"/>
                  <a:pt x="4639119" y="3622519"/>
                </a:cubicBezTo>
                <a:close/>
                <a:moveTo>
                  <a:pt x="8680249" y="2043233"/>
                </a:moveTo>
                <a:cubicBezTo>
                  <a:pt x="8677202" y="2044716"/>
                  <a:pt x="8674720" y="2047361"/>
                  <a:pt x="8673531" y="2050811"/>
                </a:cubicBezTo>
                <a:cubicBezTo>
                  <a:pt x="8671136" y="2057710"/>
                  <a:pt x="8674797" y="2065242"/>
                  <a:pt x="8681715" y="2067619"/>
                </a:cubicBezTo>
                <a:cubicBezTo>
                  <a:pt x="8683134" y="2068118"/>
                  <a:pt x="8684590" y="2068346"/>
                  <a:pt x="8686027" y="2068346"/>
                </a:cubicBezTo>
                <a:cubicBezTo>
                  <a:pt x="8691509" y="2068347"/>
                  <a:pt x="8696626" y="2064916"/>
                  <a:pt x="8698523" y="2059455"/>
                </a:cubicBezTo>
                <a:cubicBezTo>
                  <a:pt x="8700919" y="2052554"/>
                  <a:pt x="8697258" y="2045023"/>
                  <a:pt x="8690359" y="2042627"/>
                </a:cubicBezTo>
                <a:cubicBezTo>
                  <a:pt x="8686909" y="2041429"/>
                  <a:pt x="8683297" y="2041750"/>
                  <a:pt x="8680249" y="2043233"/>
                </a:cubicBezTo>
                <a:close/>
                <a:moveTo>
                  <a:pt x="5582724" y="3251191"/>
                </a:moveTo>
                <a:lnTo>
                  <a:pt x="5576199" y="3258790"/>
                </a:lnTo>
                <a:lnTo>
                  <a:pt x="5583263" y="3265335"/>
                </a:lnTo>
                <a:cubicBezTo>
                  <a:pt x="5583435" y="3265335"/>
                  <a:pt x="5583626" y="3265335"/>
                  <a:pt x="5583798" y="3265335"/>
                </a:cubicBezTo>
                <a:cubicBezTo>
                  <a:pt x="5587707" y="3265029"/>
                  <a:pt x="5590640" y="3261636"/>
                  <a:pt x="5590332" y="3257727"/>
                </a:cubicBezTo>
                <a:cubicBezTo>
                  <a:pt x="5590048" y="3253817"/>
                  <a:pt x="5586634" y="3250885"/>
                  <a:pt x="5582724" y="3251191"/>
                </a:cubicBezTo>
                <a:close/>
                <a:moveTo>
                  <a:pt x="8859114" y="1965207"/>
                </a:moveTo>
                <a:cubicBezTo>
                  <a:pt x="8855836" y="1966805"/>
                  <a:pt x="8853168" y="1969655"/>
                  <a:pt x="8851884" y="1973383"/>
                </a:cubicBezTo>
                <a:cubicBezTo>
                  <a:pt x="8849317" y="1980820"/>
                  <a:pt x="8853283" y="1988927"/>
                  <a:pt x="8860719" y="1991494"/>
                </a:cubicBezTo>
                <a:lnTo>
                  <a:pt x="8860700" y="1991494"/>
                </a:lnTo>
                <a:cubicBezTo>
                  <a:pt x="8862253" y="1992012"/>
                  <a:pt x="8863805" y="1992261"/>
                  <a:pt x="8865338" y="1992261"/>
                </a:cubicBezTo>
                <a:cubicBezTo>
                  <a:pt x="8871260" y="1992261"/>
                  <a:pt x="8876780" y="1988562"/>
                  <a:pt x="8878812" y="1982659"/>
                </a:cubicBezTo>
                <a:cubicBezTo>
                  <a:pt x="8881380" y="1975223"/>
                  <a:pt x="8877432" y="1967116"/>
                  <a:pt x="8869996" y="1964548"/>
                </a:cubicBezTo>
                <a:cubicBezTo>
                  <a:pt x="8866277" y="1963264"/>
                  <a:pt x="8862391" y="1963609"/>
                  <a:pt x="8859114" y="1965207"/>
                </a:cubicBezTo>
                <a:close/>
                <a:moveTo>
                  <a:pt x="7298593" y="2572031"/>
                </a:moveTo>
                <a:cubicBezTo>
                  <a:pt x="7294224" y="2572970"/>
                  <a:pt x="7291445" y="2577282"/>
                  <a:pt x="7292384" y="2581671"/>
                </a:cubicBezTo>
                <a:cubicBezTo>
                  <a:pt x="7293208" y="2585466"/>
                  <a:pt x="7296562" y="2588072"/>
                  <a:pt x="7300298" y="2588072"/>
                </a:cubicBezTo>
                <a:cubicBezTo>
                  <a:pt x="7300874" y="2588072"/>
                  <a:pt x="7301449" y="2588015"/>
                  <a:pt x="7302023" y="2587881"/>
                </a:cubicBezTo>
                <a:cubicBezTo>
                  <a:pt x="7306412" y="2586942"/>
                  <a:pt x="7309191" y="2582629"/>
                  <a:pt x="7308252" y="2578240"/>
                </a:cubicBezTo>
                <a:cubicBezTo>
                  <a:pt x="7307294" y="2573871"/>
                  <a:pt x="7302981" y="2571073"/>
                  <a:pt x="7298593" y="2572031"/>
                </a:cubicBezTo>
                <a:close/>
                <a:moveTo>
                  <a:pt x="9033796" y="1884643"/>
                </a:moveTo>
                <a:cubicBezTo>
                  <a:pt x="9030313" y="1886416"/>
                  <a:pt x="9027505" y="1889516"/>
                  <a:pt x="9026193" y="1893521"/>
                </a:cubicBezTo>
                <a:cubicBezTo>
                  <a:pt x="9023586" y="1901533"/>
                  <a:pt x="9027957" y="1910157"/>
                  <a:pt x="9035986" y="1912763"/>
                </a:cubicBezTo>
                <a:cubicBezTo>
                  <a:pt x="9037558" y="1913280"/>
                  <a:pt x="9039148" y="1913530"/>
                  <a:pt x="9040720" y="1913530"/>
                </a:cubicBezTo>
                <a:cubicBezTo>
                  <a:pt x="9047140" y="1913530"/>
                  <a:pt x="9053120" y="1909429"/>
                  <a:pt x="9055229" y="1902989"/>
                </a:cubicBezTo>
                <a:cubicBezTo>
                  <a:pt x="9057835" y="1894958"/>
                  <a:pt x="9053465" y="1886353"/>
                  <a:pt x="9045454" y="1883728"/>
                </a:cubicBezTo>
                <a:cubicBezTo>
                  <a:pt x="9041439" y="1882425"/>
                  <a:pt x="9037280" y="1882870"/>
                  <a:pt x="9033796" y="1884643"/>
                </a:cubicBezTo>
                <a:close/>
                <a:moveTo>
                  <a:pt x="7200715" y="2595489"/>
                </a:moveTo>
                <a:cubicBezTo>
                  <a:pt x="7196384" y="2596639"/>
                  <a:pt x="7193777" y="2601066"/>
                  <a:pt x="7194928" y="2605398"/>
                </a:cubicBezTo>
                <a:cubicBezTo>
                  <a:pt x="7195886" y="2609040"/>
                  <a:pt x="7199183" y="2611454"/>
                  <a:pt x="7202767" y="2611454"/>
                </a:cubicBezTo>
                <a:cubicBezTo>
                  <a:pt x="7203457" y="2611454"/>
                  <a:pt x="7204146" y="2611359"/>
                  <a:pt x="7204835" y="2611186"/>
                </a:cubicBezTo>
                <a:cubicBezTo>
                  <a:pt x="7209187" y="2610036"/>
                  <a:pt x="7211755" y="2605609"/>
                  <a:pt x="7210624" y="2601277"/>
                </a:cubicBezTo>
                <a:cubicBezTo>
                  <a:pt x="7209475" y="2596946"/>
                  <a:pt x="7205047" y="2594358"/>
                  <a:pt x="7200715" y="2595489"/>
                </a:cubicBezTo>
                <a:close/>
                <a:moveTo>
                  <a:pt x="8015510" y="2276156"/>
                </a:moveTo>
                <a:cubicBezTo>
                  <a:pt x="8009952" y="2275314"/>
                  <a:pt x="8004778" y="2279127"/>
                  <a:pt x="8003935" y="2284685"/>
                </a:cubicBezTo>
                <a:cubicBezTo>
                  <a:pt x="8003092" y="2290223"/>
                  <a:pt x="8006904" y="2295398"/>
                  <a:pt x="8012463" y="2296241"/>
                </a:cubicBezTo>
                <a:lnTo>
                  <a:pt x="8012482" y="2296242"/>
                </a:lnTo>
                <a:cubicBezTo>
                  <a:pt x="8013000" y="2296318"/>
                  <a:pt x="8013517" y="2296357"/>
                  <a:pt x="8014015" y="2296357"/>
                </a:cubicBezTo>
                <a:cubicBezTo>
                  <a:pt x="8018941" y="2296357"/>
                  <a:pt x="8023272" y="2292754"/>
                  <a:pt x="8024040" y="2287713"/>
                </a:cubicBezTo>
                <a:cubicBezTo>
                  <a:pt x="8024882" y="2282174"/>
                  <a:pt x="8021068" y="2277000"/>
                  <a:pt x="8015510" y="2276156"/>
                </a:cubicBezTo>
                <a:close/>
                <a:moveTo>
                  <a:pt x="7707791" y="2390075"/>
                </a:moveTo>
                <a:cubicBezTo>
                  <a:pt x="7702751" y="2390113"/>
                  <a:pt x="7698669" y="2394214"/>
                  <a:pt x="7698708" y="2399255"/>
                </a:cubicBezTo>
                <a:cubicBezTo>
                  <a:pt x="7698726" y="2404296"/>
                  <a:pt x="7702809" y="2408359"/>
                  <a:pt x="7707830" y="2408359"/>
                </a:cubicBezTo>
                <a:lnTo>
                  <a:pt x="7707887" y="2408359"/>
                </a:lnTo>
                <a:cubicBezTo>
                  <a:pt x="7712928" y="2408320"/>
                  <a:pt x="7716972" y="2404219"/>
                  <a:pt x="7716972" y="2399179"/>
                </a:cubicBezTo>
                <a:cubicBezTo>
                  <a:pt x="7716952" y="2394119"/>
                  <a:pt x="7712832" y="2390075"/>
                  <a:pt x="7707791" y="2390075"/>
                </a:cubicBezTo>
                <a:close/>
                <a:moveTo>
                  <a:pt x="4723715" y="3554386"/>
                </a:moveTo>
                <a:cubicBezTo>
                  <a:pt x="4722545" y="3555556"/>
                  <a:pt x="4722565" y="3557453"/>
                  <a:pt x="4723734" y="3558622"/>
                </a:cubicBezTo>
                <a:lnTo>
                  <a:pt x="4723715" y="3558622"/>
                </a:lnTo>
                <a:cubicBezTo>
                  <a:pt x="4724307" y="3559217"/>
                  <a:pt x="4725055" y="3559504"/>
                  <a:pt x="4725823" y="3559504"/>
                </a:cubicBezTo>
                <a:cubicBezTo>
                  <a:pt x="4726608" y="3559504"/>
                  <a:pt x="4727377" y="3559197"/>
                  <a:pt x="4727968" y="3558603"/>
                </a:cubicBezTo>
                <a:cubicBezTo>
                  <a:pt x="4729158" y="3557434"/>
                  <a:pt x="4729138" y="3555517"/>
                  <a:pt x="4727968" y="3554368"/>
                </a:cubicBezTo>
                <a:cubicBezTo>
                  <a:pt x="4726781" y="3553199"/>
                  <a:pt x="4724885" y="3553199"/>
                  <a:pt x="4723715" y="3554386"/>
                </a:cubicBezTo>
                <a:close/>
                <a:moveTo>
                  <a:pt x="7103950" y="2623107"/>
                </a:moveTo>
                <a:cubicBezTo>
                  <a:pt x="7099657" y="2624409"/>
                  <a:pt x="7097242" y="2628952"/>
                  <a:pt x="7098565" y="2633226"/>
                </a:cubicBezTo>
                <a:cubicBezTo>
                  <a:pt x="7099618" y="2636714"/>
                  <a:pt x="7102839" y="2638976"/>
                  <a:pt x="7106308" y="2638976"/>
                </a:cubicBezTo>
                <a:cubicBezTo>
                  <a:pt x="7107093" y="2638976"/>
                  <a:pt x="7107898" y="2638860"/>
                  <a:pt x="7108683" y="2638611"/>
                </a:cubicBezTo>
                <a:cubicBezTo>
                  <a:pt x="7112978" y="2637309"/>
                  <a:pt x="7115391" y="2632766"/>
                  <a:pt x="7114069" y="2628473"/>
                </a:cubicBezTo>
                <a:cubicBezTo>
                  <a:pt x="7112766" y="2624199"/>
                  <a:pt x="7108224" y="2621784"/>
                  <a:pt x="7103950" y="2623107"/>
                </a:cubicBezTo>
                <a:close/>
                <a:moveTo>
                  <a:pt x="5483679" y="3255504"/>
                </a:moveTo>
                <a:cubicBezTo>
                  <a:pt x="5479750" y="3255542"/>
                  <a:pt x="5476606" y="3258742"/>
                  <a:pt x="5476645" y="3262652"/>
                </a:cubicBezTo>
                <a:cubicBezTo>
                  <a:pt x="5476685" y="3266562"/>
                  <a:pt x="5479845" y="3269686"/>
                  <a:pt x="5483738" y="3269686"/>
                </a:cubicBezTo>
                <a:lnTo>
                  <a:pt x="5483812" y="3269686"/>
                </a:lnTo>
                <a:cubicBezTo>
                  <a:pt x="5487723" y="3269648"/>
                  <a:pt x="5490866" y="3266447"/>
                  <a:pt x="5490827" y="3262518"/>
                </a:cubicBezTo>
                <a:cubicBezTo>
                  <a:pt x="5490788" y="3258608"/>
                  <a:pt x="5487590" y="3255465"/>
                  <a:pt x="5483679" y="3255504"/>
                </a:cubicBezTo>
                <a:close/>
                <a:moveTo>
                  <a:pt x="6355296" y="2912809"/>
                </a:moveTo>
                <a:cubicBezTo>
                  <a:pt x="6351117" y="2914419"/>
                  <a:pt x="6349029" y="2919115"/>
                  <a:pt x="6350639" y="2923293"/>
                </a:cubicBezTo>
                <a:cubicBezTo>
                  <a:pt x="6351884" y="2926532"/>
                  <a:pt x="6354950" y="2928506"/>
                  <a:pt x="6358209" y="2928506"/>
                </a:cubicBezTo>
                <a:cubicBezTo>
                  <a:pt x="6359186" y="2928506"/>
                  <a:pt x="6360163" y="2928333"/>
                  <a:pt x="6361121" y="2927969"/>
                </a:cubicBezTo>
                <a:cubicBezTo>
                  <a:pt x="6365300" y="2926359"/>
                  <a:pt x="6367389" y="2921664"/>
                  <a:pt x="6365779" y="2917486"/>
                </a:cubicBezTo>
                <a:cubicBezTo>
                  <a:pt x="6364168" y="2913289"/>
                  <a:pt x="6359474" y="2911219"/>
                  <a:pt x="6355296" y="2912809"/>
                </a:cubicBezTo>
                <a:close/>
                <a:moveTo>
                  <a:pt x="6448516" y="2876088"/>
                </a:moveTo>
                <a:cubicBezTo>
                  <a:pt x="6444357" y="2877756"/>
                  <a:pt x="6442344" y="2882490"/>
                  <a:pt x="6444031" y="2886649"/>
                </a:cubicBezTo>
                <a:cubicBezTo>
                  <a:pt x="6445296" y="2889811"/>
                  <a:pt x="6448343" y="2891728"/>
                  <a:pt x="6451543" y="2891728"/>
                </a:cubicBezTo>
                <a:cubicBezTo>
                  <a:pt x="6452560" y="2891728"/>
                  <a:pt x="6453594" y="2891535"/>
                  <a:pt x="6454572" y="2891133"/>
                </a:cubicBezTo>
                <a:cubicBezTo>
                  <a:pt x="6458731" y="2889466"/>
                  <a:pt x="6460743" y="2884732"/>
                  <a:pt x="6459075" y="2880573"/>
                </a:cubicBezTo>
                <a:cubicBezTo>
                  <a:pt x="6457390" y="2876414"/>
                  <a:pt x="6452675" y="2874402"/>
                  <a:pt x="6448516" y="2876088"/>
                </a:cubicBezTo>
                <a:close/>
                <a:moveTo>
                  <a:pt x="6261482" y="2947863"/>
                </a:moveTo>
                <a:cubicBezTo>
                  <a:pt x="6257265" y="2949396"/>
                  <a:pt x="6255080" y="2954053"/>
                  <a:pt x="6256613" y="2958270"/>
                </a:cubicBezTo>
                <a:lnTo>
                  <a:pt x="6256632" y="2958270"/>
                </a:lnTo>
                <a:cubicBezTo>
                  <a:pt x="6257821" y="2961566"/>
                  <a:pt x="6260945" y="2963617"/>
                  <a:pt x="6264261" y="2963617"/>
                </a:cubicBezTo>
                <a:cubicBezTo>
                  <a:pt x="6265180" y="2963617"/>
                  <a:pt x="6266119" y="2963463"/>
                  <a:pt x="6267020" y="2963118"/>
                </a:cubicBezTo>
                <a:cubicBezTo>
                  <a:pt x="6271217" y="2961604"/>
                  <a:pt x="6273402" y="2956947"/>
                  <a:pt x="6271869" y="2952731"/>
                </a:cubicBezTo>
                <a:cubicBezTo>
                  <a:pt x="6270354" y="2948514"/>
                  <a:pt x="6265697" y="2946349"/>
                  <a:pt x="6261482" y="2947863"/>
                </a:cubicBezTo>
                <a:close/>
                <a:moveTo>
                  <a:pt x="6541198" y="2837989"/>
                </a:moveTo>
                <a:cubicBezTo>
                  <a:pt x="6537059" y="2839713"/>
                  <a:pt x="6535105" y="2844466"/>
                  <a:pt x="6536829" y="2848606"/>
                </a:cubicBezTo>
                <a:cubicBezTo>
                  <a:pt x="6538132" y="2851711"/>
                  <a:pt x="6541160" y="2853588"/>
                  <a:pt x="6544323" y="2853588"/>
                </a:cubicBezTo>
                <a:cubicBezTo>
                  <a:pt x="6545377" y="2853588"/>
                  <a:pt x="6546431" y="2853378"/>
                  <a:pt x="6547447" y="2852956"/>
                </a:cubicBezTo>
                <a:cubicBezTo>
                  <a:pt x="6551586" y="2851232"/>
                  <a:pt x="6553542" y="2846478"/>
                  <a:pt x="6551797" y="2842339"/>
                </a:cubicBezTo>
                <a:cubicBezTo>
                  <a:pt x="6550072" y="2838199"/>
                  <a:pt x="6545320" y="2836263"/>
                  <a:pt x="6541198" y="2837989"/>
                </a:cubicBezTo>
                <a:close/>
                <a:moveTo>
                  <a:pt x="4985994" y="3444033"/>
                </a:moveTo>
                <a:cubicBezTo>
                  <a:pt x="4984727" y="3446505"/>
                  <a:pt x="4985705" y="3449553"/>
                  <a:pt x="4988197" y="3450817"/>
                </a:cubicBezTo>
                <a:cubicBezTo>
                  <a:pt x="4988924" y="3451182"/>
                  <a:pt x="4989711" y="3451354"/>
                  <a:pt x="4990476" y="3451354"/>
                </a:cubicBezTo>
                <a:cubicBezTo>
                  <a:pt x="4992316" y="3451354"/>
                  <a:pt x="4994081" y="3450358"/>
                  <a:pt x="4994981" y="3448613"/>
                </a:cubicBezTo>
                <a:cubicBezTo>
                  <a:pt x="4996246" y="3446123"/>
                  <a:pt x="4995250" y="3443094"/>
                  <a:pt x="4992777" y="3441830"/>
                </a:cubicBezTo>
                <a:cubicBezTo>
                  <a:pt x="4990286" y="3440563"/>
                  <a:pt x="4987259" y="3441541"/>
                  <a:pt x="4985994" y="3444033"/>
                </a:cubicBezTo>
                <a:close/>
                <a:moveTo>
                  <a:pt x="5185312" y="3366203"/>
                </a:moveTo>
                <a:cubicBezTo>
                  <a:pt x="5182075" y="3365379"/>
                  <a:pt x="5178758" y="3367353"/>
                  <a:pt x="5177934" y="3370592"/>
                </a:cubicBezTo>
                <a:cubicBezTo>
                  <a:pt x="5177109" y="3373831"/>
                  <a:pt x="5179065" y="3377147"/>
                  <a:pt x="5182323" y="3377971"/>
                </a:cubicBezTo>
                <a:cubicBezTo>
                  <a:pt x="5182822" y="3378085"/>
                  <a:pt x="5183340" y="3378162"/>
                  <a:pt x="5183817" y="3378162"/>
                </a:cubicBezTo>
                <a:cubicBezTo>
                  <a:pt x="5186540" y="3378162"/>
                  <a:pt x="5188993" y="3376322"/>
                  <a:pt x="5189702" y="3373581"/>
                </a:cubicBezTo>
                <a:cubicBezTo>
                  <a:pt x="5190526" y="3370324"/>
                  <a:pt x="5188553" y="3367027"/>
                  <a:pt x="5185312" y="3366203"/>
                </a:cubicBezTo>
                <a:close/>
                <a:moveTo>
                  <a:pt x="7008277" y="2654116"/>
                </a:moveTo>
                <a:cubicBezTo>
                  <a:pt x="7004040" y="2655553"/>
                  <a:pt x="7001779" y="2660172"/>
                  <a:pt x="7003217" y="2664408"/>
                </a:cubicBezTo>
                <a:cubicBezTo>
                  <a:pt x="7004367" y="2667781"/>
                  <a:pt x="7007529" y="2669909"/>
                  <a:pt x="7010902" y="2669909"/>
                </a:cubicBezTo>
                <a:cubicBezTo>
                  <a:pt x="7011765" y="2669908"/>
                  <a:pt x="7012646" y="2669774"/>
                  <a:pt x="7013528" y="2669468"/>
                </a:cubicBezTo>
                <a:cubicBezTo>
                  <a:pt x="7017763" y="2668030"/>
                  <a:pt x="7020025" y="2663412"/>
                  <a:pt x="7018588" y="2659175"/>
                </a:cubicBezTo>
                <a:cubicBezTo>
                  <a:pt x="7017131" y="2654921"/>
                  <a:pt x="7012531" y="2652660"/>
                  <a:pt x="7008277" y="2654116"/>
                </a:cubicBezTo>
                <a:close/>
                <a:moveTo>
                  <a:pt x="6633748" y="2799293"/>
                </a:moveTo>
                <a:cubicBezTo>
                  <a:pt x="6629609" y="2800998"/>
                  <a:pt x="6627634" y="2805752"/>
                  <a:pt x="6629359" y="2809892"/>
                </a:cubicBezTo>
                <a:cubicBezTo>
                  <a:pt x="6630662" y="2813016"/>
                  <a:pt x="6633671" y="2814894"/>
                  <a:pt x="6636853" y="2814893"/>
                </a:cubicBezTo>
                <a:cubicBezTo>
                  <a:pt x="6637907" y="2814894"/>
                  <a:pt x="6638961" y="2814683"/>
                  <a:pt x="6639977" y="2814261"/>
                </a:cubicBezTo>
                <a:cubicBezTo>
                  <a:pt x="6644116" y="2812536"/>
                  <a:pt x="6646071" y="2807784"/>
                  <a:pt x="6644346" y="2803644"/>
                </a:cubicBezTo>
                <a:cubicBezTo>
                  <a:pt x="6642622" y="2799523"/>
                  <a:pt x="6637869" y="2797549"/>
                  <a:pt x="6633748" y="2799293"/>
                </a:cubicBezTo>
                <a:close/>
                <a:moveTo>
                  <a:pt x="6166977" y="2980903"/>
                </a:moveTo>
                <a:cubicBezTo>
                  <a:pt x="6162723" y="2982341"/>
                  <a:pt x="6160442" y="2986941"/>
                  <a:pt x="6161879" y="2991196"/>
                </a:cubicBezTo>
                <a:cubicBezTo>
                  <a:pt x="6163010" y="2994588"/>
                  <a:pt x="6166173" y="2996715"/>
                  <a:pt x="6169565" y="2996715"/>
                </a:cubicBezTo>
                <a:cubicBezTo>
                  <a:pt x="6170427" y="2996715"/>
                  <a:pt x="6171289" y="2996581"/>
                  <a:pt x="6172151" y="2996293"/>
                </a:cubicBezTo>
                <a:cubicBezTo>
                  <a:pt x="6176387" y="2994857"/>
                  <a:pt x="6178687" y="2990257"/>
                  <a:pt x="6177249" y="2986021"/>
                </a:cubicBezTo>
                <a:cubicBezTo>
                  <a:pt x="6175812" y="2981766"/>
                  <a:pt x="6171232" y="2979486"/>
                  <a:pt x="6166977" y="2980903"/>
                </a:cubicBezTo>
                <a:close/>
                <a:moveTo>
                  <a:pt x="6726527" y="2761001"/>
                </a:moveTo>
                <a:cubicBezTo>
                  <a:pt x="6722368" y="2762688"/>
                  <a:pt x="6720375" y="2767421"/>
                  <a:pt x="6722062" y="2771580"/>
                </a:cubicBezTo>
                <a:cubicBezTo>
                  <a:pt x="6723346" y="2774724"/>
                  <a:pt x="6726394" y="2776640"/>
                  <a:pt x="6729594" y="2776640"/>
                </a:cubicBezTo>
                <a:cubicBezTo>
                  <a:pt x="6730609" y="2776640"/>
                  <a:pt x="6731644" y="2776449"/>
                  <a:pt x="6732641" y="2776027"/>
                </a:cubicBezTo>
                <a:cubicBezTo>
                  <a:pt x="6736800" y="2774341"/>
                  <a:pt x="6738774" y="2769606"/>
                  <a:pt x="6737088" y="2765448"/>
                </a:cubicBezTo>
                <a:cubicBezTo>
                  <a:pt x="6735401" y="2761308"/>
                  <a:pt x="6730667" y="2759314"/>
                  <a:pt x="6726527" y="2761001"/>
                </a:cubicBezTo>
                <a:close/>
                <a:moveTo>
                  <a:pt x="6913600" y="2687847"/>
                </a:moveTo>
                <a:cubicBezTo>
                  <a:pt x="6909402" y="2689399"/>
                  <a:pt x="6907256" y="2694076"/>
                  <a:pt x="6908809" y="2698273"/>
                </a:cubicBezTo>
                <a:cubicBezTo>
                  <a:pt x="6910016" y="2701550"/>
                  <a:pt x="6913120" y="2703582"/>
                  <a:pt x="6916418" y="2703582"/>
                </a:cubicBezTo>
                <a:cubicBezTo>
                  <a:pt x="6917356" y="2703582"/>
                  <a:pt x="6918295" y="2703410"/>
                  <a:pt x="6919234" y="2703064"/>
                </a:cubicBezTo>
                <a:cubicBezTo>
                  <a:pt x="6923432" y="2701512"/>
                  <a:pt x="6925578" y="2696835"/>
                  <a:pt x="6924026" y="2692639"/>
                </a:cubicBezTo>
                <a:cubicBezTo>
                  <a:pt x="6922454" y="2688441"/>
                  <a:pt x="6917797" y="2686295"/>
                  <a:pt x="6913600" y="2687847"/>
                </a:cubicBezTo>
                <a:close/>
                <a:moveTo>
                  <a:pt x="6819728" y="2723667"/>
                </a:moveTo>
                <a:cubicBezTo>
                  <a:pt x="6815569" y="2725315"/>
                  <a:pt x="6813499" y="2730030"/>
                  <a:pt x="6815148" y="2734189"/>
                </a:cubicBezTo>
                <a:cubicBezTo>
                  <a:pt x="6816394" y="2737389"/>
                  <a:pt x="6819460" y="2739345"/>
                  <a:pt x="6822699" y="2739345"/>
                </a:cubicBezTo>
                <a:cubicBezTo>
                  <a:pt x="6823676" y="2739345"/>
                  <a:pt x="6824692" y="2739152"/>
                  <a:pt x="6825670" y="2738789"/>
                </a:cubicBezTo>
                <a:cubicBezTo>
                  <a:pt x="6829828" y="2737140"/>
                  <a:pt x="6831880" y="2732444"/>
                  <a:pt x="6830250" y="2728267"/>
                </a:cubicBezTo>
                <a:cubicBezTo>
                  <a:pt x="6828621" y="2724089"/>
                  <a:pt x="6823906" y="2722038"/>
                  <a:pt x="6819728" y="2723667"/>
                </a:cubicBezTo>
                <a:close/>
                <a:moveTo>
                  <a:pt x="8214963" y="2177110"/>
                </a:moveTo>
                <a:cubicBezTo>
                  <a:pt x="8208947" y="2175692"/>
                  <a:pt x="8202928" y="2179410"/>
                  <a:pt x="8201510" y="2185428"/>
                </a:cubicBezTo>
                <a:cubicBezTo>
                  <a:pt x="8200091" y="2191446"/>
                  <a:pt x="8203829" y="2197464"/>
                  <a:pt x="8209828" y="2198882"/>
                </a:cubicBezTo>
                <a:cubicBezTo>
                  <a:pt x="8210690" y="2199074"/>
                  <a:pt x="8211553" y="2199170"/>
                  <a:pt x="8212396" y="2199170"/>
                </a:cubicBezTo>
                <a:cubicBezTo>
                  <a:pt x="8217474" y="2199170"/>
                  <a:pt x="8222074" y="2195700"/>
                  <a:pt x="8223282" y="2190546"/>
                </a:cubicBezTo>
                <a:cubicBezTo>
                  <a:pt x="8224699" y="2184547"/>
                  <a:pt x="8220963" y="2178528"/>
                  <a:pt x="8214963" y="2177110"/>
                </a:cubicBezTo>
                <a:close/>
                <a:moveTo>
                  <a:pt x="6071706" y="3011568"/>
                </a:moveTo>
                <a:cubicBezTo>
                  <a:pt x="6067433" y="3012891"/>
                  <a:pt x="6065018" y="3017414"/>
                  <a:pt x="6066340" y="3021707"/>
                </a:cubicBezTo>
                <a:cubicBezTo>
                  <a:pt x="6067414" y="3025195"/>
                  <a:pt x="6070613" y="3027437"/>
                  <a:pt x="6074083" y="3027437"/>
                </a:cubicBezTo>
                <a:cubicBezTo>
                  <a:pt x="6074869" y="3027437"/>
                  <a:pt x="6075673" y="3027322"/>
                  <a:pt x="6076460" y="3027074"/>
                </a:cubicBezTo>
                <a:cubicBezTo>
                  <a:pt x="6080752" y="3025770"/>
                  <a:pt x="6083167" y="3021227"/>
                  <a:pt x="6081845" y="3016953"/>
                </a:cubicBezTo>
                <a:cubicBezTo>
                  <a:pt x="6080522" y="3012661"/>
                  <a:pt x="6075999" y="3010246"/>
                  <a:pt x="6071706" y="3011568"/>
                </a:cubicBezTo>
                <a:close/>
                <a:moveTo>
                  <a:pt x="5975631" y="3039396"/>
                </a:moveTo>
                <a:cubicBezTo>
                  <a:pt x="5971320" y="3040565"/>
                  <a:pt x="5968772" y="3045031"/>
                  <a:pt x="5969941" y="3049363"/>
                </a:cubicBezTo>
                <a:cubicBezTo>
                  <a:pt x="5970917" y="3052966"/>
                  <a:pt x="5974195" y="3055342"/>
                  <a:pt x="5977759" y="3055342"/>
                </a:cubicBezTo>
                <a:cubicBezTo>
                  <a:pt x="5978467" y="3055342"/>
                  <a:pt x="5979177" y="3055246"/>
                  <a:pt x="5979905" y="3055054"/>
                </a:cubicBezTo>
                <a:cubicBezTo>
                  <a:pt x="5984218" y="3053885"/>
                  <a:pt x="5986766" y="3049420"/>
                  <a:pt x="5985598" y="3045088"/>
                </a:cubicBezTo>
                <a:cubicBezTo>
                  <a:pt x="5984409" y="3040776"/>
                  <a:pt x="5979962" y="3038227"/>
                  <a:pt x="5975631" y="3039396"/>
                </a:cubicBezTo>
                <a:close/>
                <a:moveTo>
                  <a:pt x="8397858" y="2090739"/>
                </a:moveTo>
                <a:cubicBezTo>
                  <a:pt x="8395108" y="2092217"/>
                  <a:pt x="8392923" y="2094747"/>
                  <a:pt x="8391955" y="2097977"/>
                </a:cubicBezTo>
                <a:cubicBezTo>
                  <a:pt x="8390020" y="2104435"/>
                  <a:pt x="8393661" y="2111239"/>
                  <a:pt x="8400120" y="2113175"/>
                </a:cubicBezTo>
                <a:cubicBezTo>
                  <a:pt x="8401289" y="2113539"/>
                  <a:pt x="8402477" y="2113692"/>
                  <a:pt x="8403646" y="2113692"/>
                </a:cubicBezTo>
                <a:cubicBezTo>
                  <a:pt x="8408878" y="2113692"/>
                  <a:pt x="8413727" y="2110300"/>
                  <a:pt x="8415317" y="2105011"/>
                </a:cubicBezTo>
                <a:cubicBezTo>
                  <a:pt x="8417254" y="2098551"/>
                  <a:pt x="8413611" y="2091748"/>
                  <a:pt x="8407153" y="2089812"/>
                </a:cubicBezTo>
                <a:cubicBezTo>
                  <a:pt x="8403924" y="2088834"/>
                  <a:pt x="8400608" y="2089261"/>
                  <a:pt x="8397858" y="2090739"/>
                </a:cubicBezTo>
                <a:close/>
                <a:moveTo>
                  <a:pt x="7597840" y="2402916"/>
                </a:moveTo>
                <a:lnTo>
                  <a:pt x="7597840" y="2402934"/>
                </a:lnTo>
                <a:lnTo>
                  <a:pt x="7597849" y="2402924"/>
                </a:lnTo>
                <a:close/>
                <a:moveTo>
                  <a:pt x="4498503" y="3608222"/>
                </a:moveTo>
                <a:cubicBezTo>
                  <a:pt x="4498080" y="3608567"/>
                  <a:pt x="4498005" y="3609161"/>
                  <a:pt x="4498331" y="3609583"/>
                </a:cubicBezTo>
                <a:cubicBezTo>
                  <a:pt x="4498523" y="3609812"/>
                  <a:pt x="4498810" y="3609947"/>
                  <a:pt x="4499078" y="3609947"/>
                </a:cubicBezTo>
                <a:cubicBezTo>
                  <a:pt x="4499289" y="3609947"/>
                  <a:pt x="4499499" y="3609870"/>
                  <a:pt x="4499671" y="3609736"/>
                </a:cubicBezTo>
                <a:cubicBezTo>
                  <a:pt x="4500093" y="3609411"/>
                  <a:pt x="4500171" y="3608815"/>
                  <a:pt x="4499844" y="3608394"/>
                </a:cubicBezTo>
                <a:cubicBezTo>
                  <a:pt x="4499519" y="3607972"/>
                  <a:pt x="4498904" y="3607896"/>
                  <a:pt x="4498503" y="3608222"/>
                </a:cubicBezTo>
                <a:close/>
                <a:moveTo>
                  <a:pt x="7606425" y="2393295"/>
                </a:moveTo>
                <a:lnTo>
                  <a:pt x="7597849" y="2402924"/>
                </a:lnTo>
                <a:lnTo>
                  <a:pt x="7606963" y="2411521"/>
                </a:lnTo>
                <a:cubicBezTo>
                  <a:pt x="7607135" y="2411521"/>
                  <a:pt x="7607307" y="2411521"/>
                  <a:pt x="7607499" y="2411521"/>
                </a:cubicBezTo>
                <a:cubicBezTo>
                  <a:pt x="7612539" y="2411233"/>
                  <a:pt x="7616372" y="2406921"/>
                  <a:pt x="7616085" y="2401880"/>
                </a:cubicBezTo>
                <a:cubicBezTo>
                  <a:pt x="7615798" y="2396841"/>
                  <a:pt x="7611467" y="2392988"/>
                  <a:pt x="7606425" y="2393295"/>
                </a:cubicBezTo>
                <a:close/>
                <a:moveTo>
                  <a:pt x="8582257" y="2009763"/>
                </a:moveTo>
                <a:cubicBezTo>
                  <a:pt x="8579224" y="2011268"/>
                  <a:pt x="8576766" y="2013927"/>
                  <a:pt x="8575597" y="2017386"/>
                </a:cubicBezTo>
                <a:cubicBezTo>
                  <a:pt x="8573259" y="2024305"/>
                  <a:pt x="8576977" y="2031799"/>
                  <a:pt x="8583914" y="2034137"/>
                </a:cubicBezTo>
                <a:cubicBezTo>
                  <a:pt x="8585314" y="2034616"/>
                  <a:pt x="8586731" y="2034827"/>
                  <a:pt x="8588130" y="2034826"/>
                </a:cubicBezTo>
                <a:cubicBezTo>
                  <a:pt x="8593651" y="2034826"/>
                  <a:pt x="8598807" y="2031358"/>
                  <a:pt x="8600665" y="2025838"/>
                </a:cubicBezTo>
                <a:cubicBezTo>
                  <a:pt x="8602984" y="2018920"/>
                  <a:pt x="8599285" y="2011407"/>
                  <a:pt x="8592366" y="2009069"/>
                </a:cubicBezTo>
                <a:cubicBezTo>
                  <a:pt x="8588897" y="2007909"/>
                  <a:pt x="8585290" y="2008259"/>
                  <a:pt x="8582257" y="2009763"/>
                </a:cubicBezTo>
                <a:close/>
                <a:moveTo>
                  <a:pt x="5878655" y="3063602"/>
                </a:moveTo>
                <a:cubicBezTo>
                  <a:pt x="5874287" y="3064599"/>
                  <a:pt x="5871547" y="3068949"/>
                  <a:pt x="5872542" y="3073319"/>
                </a:cubicBezTo>
                <a:cubicBezTo>
                  <a:pt x="5873404" y="3077076"/>
                  <a:pt x="5876759" y="3079625"/>
                  <a:pt x="5880458" y="3079625"/>
                </a:cubicBezTo>
                <a:cubicBezTo>
                  <a:pt x="5881051" y="3079624"/>
                  <a:pt x="5881664" y="3079567"/>
                  <a:pt x="5882260" y="3079414"/>
                </a:cubicBezTo>
                <a:cubicBezTo>
                  <a:pt x="5886628" y="3078417"/>
                  <a:pt x="5889369" y="3074067"/>
                  <a:pt x="5888372" y="3069697"/>
                </a:cubicBezTo>
                <a:cubicBezTo>
                  <a:pt x="5887357" y="3065327"/>
                  <a:pt x="5883007" y="3062605"/>
                  <a:pt x="5878655" y="3063602"/>
                </a:cubicBezTo>
                <a:close/>
                <a:moveTo>
                  <a:pt x="4811282" y="3478473"/>
                </a:moveTo>
                <a:cubicBezTo>
                  <a:pt x="4809863" y="3480180"/>
                  <a:pt x="4810094" y="3482709"/>
                  <a:pt x="4811818" y="3484127"/>
                </a:cubicBezTo>
                <a:cubicBezTo>
                  <a:pt x="4812566" y="3484759"/>
                  <a:pt x="4813467" y="3485048"/>
                  <a:pt x="4814367" y="3485048"/>
                </a:cubicBezTo>
                <a:cubicBezTo>
                  <a:pt x="4815536" y="3485048"/>
                  <a:pt x="4816687" y="3484550"/>
                  <a:pt x="4817472" y="3483591"/>
                </a:cubicBezTo>
                <a:cubicBezTo>
                  <a:pt x="4818890" y="3481885"/>
                  <a:pt x="4818641" y="3479336"/>
                  <a:pt x="4816935" y="3477917"/>
                </a:cubicBezTo>
                <a:cubicBezTo>
                  <a:pt x="4815230" y="3476519"/>
                  <a:pt x="4812701" y="3476749"/>
                  <a:pt x="4811282" y="3478473"/>
                </a:cubicBezTo>
                <a:close/>
                <a:moveTo>
                  <a:pt x="5384633" y="3252782"/>
                </a:moveTo>
                <a:cubicBezTo>
                  <a:pt x="5380724" y="3252514"/>
                  <a:pt x="5377349" y="3255465"/>
                  <a:pt x="5377081" y="3259375"/>
                </a:cubicBezTo>
                <a:cubicBezTo>
                  <a:pt x="5376832" y="3263284"/>
                  <a:pt x="5379783" y="3266658"/>
                  <a:pt x="5383693" y="3266927"/>
                </a:cubicBezTo>
                <a:lnTo>
                  <a:pt x="5383694" y="3266945"/>
                </a:lnTo>
                <a:cubicBezTo>
                  <a:pt x="5383846" y="3266945"/>
                  <a:pt x="5384019" y="3266945"/>
                  <a:pt x="5384172" y="3266945"/>
                </a:cubicBezTo>
                <a:cubicBezTo>
                  <a:pt x="5387871" y="3266945"/>
                  <a:pt x="5390994" y="3264070"/>
                  <a:pt x="5391244" y="3260333"/>
                </a:cubicBezTo>
                <a:cubicBezTo>
                  <a:pt x="5391494" y="3256424"/>
                  <a:pt x="5388542" y="3253031"/>
                  <a:pt x="5384633" y="3252782"/>
                </a:cubicBezTo>
                <a:close/>
                <a:moveTo>
                  <a:pt x="7914280" y="2263316"/>
                </a:moveTo>
                <a:cubicBezTo>
                  <a:pt x="7908682" y="2262740"/>
                  <a:pt x="7903700" y="2266804"/>
                  <a:pt x="7903125" y="2272381"/>
                </a:cubicBezTo>
                <a:cubicBezTo>
                  <a:pt x="7902569" y="2277958"/>
                  <a:pt x="7906632" y="2282941"/>
                  <a:pt x="7912209" y="2283516"/>
                </a:cubicBezTo>
                <a:lnTo>
                  <a:pt x="7912228" y="2283515"/>
                </a:lnTo>
                <a:cubicBezTo>
                  <a:pt x="7912573" y="2283554"/>
                  <a:pt x="7912918" y="2283573"/>
                  <a:pt x="7913263" y="2283573"/>
                </a:cubicBezTo>
                <a:cubicBezTo>
                  <a:pt x="7918418" y="2283573"/>
                  <a:pt x="7922828" y="2279663"/>
                  <a:pt x="7923363" y="2274450"/>
                </a:cubicBezTo>
                <a:cubicBezTo>
                  <a:pt x="7923919" y="2268854"/>
                  <a:pt x="7919856" y="2263872"/>
                  <a:pt x="7914280" y="2263316"/>
                </a:cubicBezTo>
                <a:close/>
                <a:moveTo>
                  <a:pt x="8760823" y="1930997"/>
                </a:moveTo>
                <a:cubicBezTo>
                  <a:pt x="8757539" y="1932580"/>
                  <a:pt x="8754860" y="1935417"/>
                  <a:pt x="8753567" y="1939135"/>
                </a:cubicBezTo>
                <a:cubicBezTo>
                  <a:pt x="8750960" y="1946552"/>
                  <a:pt x="8754889" y="1954678"/>
                  <a:pt x="8762324" y="1957265"/>
                </a:cubicBezTo>
                <a:cubicBezTo>
                  <a:pt x="8763877" y="1957821"/>
                  <a:pt x="8765449" y="1958070"/>
                  <a:pt x="8767021" y="1958070"/>
                </a:cubicBezTo>
                <a:cubicBezTo>
                  <a:pt x="8772904" y="1958070"/>
                  <a:pt x="8778405" y="1954390"/>
                  <a:pt x="8780455" y="1948526"/>
                </a:cubicBezTo>
                <a:cubicBezTo>
                  <a:pt x="8783061" y="1941090"/>
                  <a:pt x="8779133" y="1932983"/>
                  <a:pt x="8771715" y="1930376"/>
                </a:cubicBezTo>
                <a:cubicBezTo>
                  <a:pt x="8767997" y="1929082"/>
                  <a:pt x="8764107" y="1929413"/>
                  <a:pt x="8760823" y="1930997"/>
                </a:cubicBezTo>
                <a:close/>
                <a:moveTo>
                  <a:pt x="5780778" y="3083783"/>
                </a:moveTo>
                <a:cubicBezTo>
                  <a:pt x="5776370" y="3084588"/>
                  <a:pt x="5773456" y="3088823"/>
                  <a:pt x="5774263" y="3093232"/>
                </a:cubicBezTo>
                <a:cubicBezTo>
                  <a:pt x="5774972" y="3097141"/>
                  <a:pt x="5778383" y="3099882"/>
                  <a:pt x="5782236" y="3099882"/>
                </a:cubicBezTo>
                <a:cubicBezTo>
                  <a:pt x="5782715" y="3099882"/>
                  <a:pt x="5783214" y="3099844"/>
                  <a:pt x="5783692" y="3099748"/>
                </a:cubicBezTo>
                <a:cubicBezTo>
                  <a:pt x="5788119" y="3098943"/>
                  <a:pt x="5791032" y="3094727"/>
                  <a:pt x="5790227" y="3090300"/>
                </a:cubicBezTo>
                <a:cubicBezTo>
                  <a:pt x="5789422" y="3085891"/>
                  <a:pt x="5785187" y="3082978"/>
                  <a:pt x="5780778" y="3083783"/>
                </a:cubicBezTo>
                <a:close/>
                <a:moveTo>
                  <a:pt x="8934618" y="1851314"/>
                </a:moveTo>
                <a:cubicBezTo>
                  <a:pt x="8931109" y="1853034"/>
                  <a:pt x="8928258" y="1856091"/>
                  <a:pt x="8926897" y="1860077"/>
                </a:cubicBezTo>
                <a:cubicBezTo>
                  <a:pt x="8924176" y="1868051"/>
                  <a:pt x="8928431" y="1876732"/>
                  <a:pt x="8936422" y="1879472"/>
                </a:cubicBezTo>
                <a:cubicBezTo>
                  <a:pt x="8938051" y="1880028"/>
                  <a:pt x="8939719" y="1880278"/>
                  <a:pt x="8941348" y="1880278"/>
                </a:cubicBezTo>
                <a:cubicBezTo>
                  <a:pt x="8947692" y="1880278"/>
                  <a:pt x="8953633" y="1876291"/>
                  <a:pt x="8955799" y="1869948"/>
                </a:cubicBezTo>
                <a:cubicBezTo>
                  <a:pt x="8958521" y="1861975"/>
                  <a:pt x="8954265" y="1853293"/>
                  <a:pt x="8946293" y="1850572"/>
                </a:cubicBezTo>
                <a:cubicBezTo>
                  <a:pt x="8942297" y="1849211"/>
                  <a:pt x="8938128" y="1849594"/>
                  <a:pt x="8934618" y="1851314"/>
                </a:cubicBezTo>
                <a:close/>
                <a:moveTo>
                  <a:pt x="4576660" y="3549001"/>
                </a:moveTo>
                <a:cubicBezTo>
                  <a:pt x="4575816" y="3549710"/>
                  <a:pt x="4575721" y="3550956"/>
                  <a:pt x="4576411" y="3551799"/>
                </a:cubicBezTo>
                <a:cubicBezTo>
                  <a:pt x="4576813" y="3552260"/>
                  <a:pt x="4577369" y="3552509"/>
                  <a:pt x="4577924" y="3552509"/>
                </a:cubicBezTo>
                <a:cubicBezTo>
                  <a:pt x="4578385" y="3552509"/>
                  <a:pt x="4578824" y="3552355"/>
                  <a:pt x="4579209" y="3552048"/>
                </a:cubicBezTo>
                <a:cubicBezTo>
                  <a:pt x="4580033" y="3551340"/>
                  <a:pt x="4580147" y="3550095"/>
                  <a:pt x="4579458" y="3549250"/>
                </a:cubicBezTo>
                <a:cubicBezTo>
                  <a:pt x="4578748" y="3548407"/>
                  <a:pt x="4577502" y="3548292"/>
                  <a:pt x="4576660" y="3549001"/>
                </a:cubicBezTo>
                <a:close/>
                <a:moveTo>
                  <a:pt x="7505386" y="2401843"/>
                </a:moveTo>
                <a:cubicBezTo>
                  <a:pt x="7500384" y="2402398"/>
                  <a:pt x="7496762" y="2406902"/>
                  <a:pt x="7497318" y="2411923"/>
                </a:cubicBezTo>
                <a:lnTo>
                  <a:pt x="7497299" y="2411923"/>
                </a:lnTo>
                <a:cubicBezTo>
                  <a:pt x="7497816" y="2416599"/>
                  <a:pt x="7501764" y="2420049"/>
                  <a:pt x="7506364" y="2420049"/>
                </a:cubicBezTo>
                <a:cubicBezTo>
                  <a:pt x="7506709" y="2420049"/>
                  <a:pt x="7507054" y="2420030"/>
                  <a:pt x="7507399" y="2419992"/>
                </a:cubicBezTo>
                <a:cubicBezTo>
                  <a:pt x="7512420" y="2419436"/>
                  <a:pt x="7516043" y="2414932"/>
                  <a:pt x="7515467" y="2409911"/>
                </a:cubicBezTo>
                <a:cubicBezTo>
                  <a:pt x="7514931" y="2404890"/>
                  <a:pt x="7510409" y="2401287"/>
                  <a:pt x="7505386" y="2401843"/>
                </a:cubicBezTo>
                <a:close/>
                <a:moveTo>
                  <a:pt x="5091498" y="3336899"/>
                </a:moveTo>
                <a:cubicBezTo>
                  <a:pt x="5088355" y="3335730"/>
                  <a:pt x="5084867" y="3337302"/>
                  <a:pt x="5083677" y="3340445"/>
                </a:cubicBezTo>
                <a:cubicBezTo>
                  <a:pt x="5082509" y="3343588"/>
                  <a:pt x="5084100" y="3347076"/>
                  <a:pt x="5087244" y="3348264"/>
                </a:cubicBezTo>
                <a:cubicBezTo>
                  <a:pt x="5087932" y="3348513"/>
                  <a:pt x="5088662" y="3348648"/>
                  <a:pt x="5089370" y="3348648"/>
                </a:cubicBezTo>
                <a:cubicBezTo>
                  <a:pt x="5091825" y="3348648"/>
                  <a:pt x="5094144" y="3347134"/>
                  <a:pt x="5095045" y="3344700"/>
                </a:cubicBezTo>
                <a:cubicBezTo>
                  <a:pt x="5096232" y="3341576"/>
                  <a:pt x="5094641" y="3338068"/>
                  <a:pt x="5091498" y="3336899"/>
                </a:cubicBezTo>
                <a:close/>
                <a:moveTo>
                  <a:pt x="8114671" y="2155377"/>
                </a:moveTo>
                <a:cubicBezTo>
                  <a:pt x="8108615" y="2154189"/>
                  <a:pt x="8102751" y="2158137"/>
                  <a:pt x="8101562" y="2164193"/>
                </a:cubicBezTo>
                <a:cubicBezTo>
                  <a:pt x="8100374" y="2170249"/>
                  <a:pt x="8104322" y="2176133"/>
                  <a:pt x="8110398" y="2177322"/>
                </a:cubicBezTo>
                <a:lnTo>
                  <a:pt x="8110379" y="2177321"/>
                </a:lnTo>
                <a:lnTo>
                  <a:pt x="8110359" y="2177322"/>
                </a:lnTo>
                <a:cubicBezTo>
                  <a:pt x="8111088" y="2177455"/>
                  <a:pt x="8111816" y="2177532"/>
                  <a:pt x="8112526" y="2177532"/>
                </a:cubicBezTo>
                <a:cubicBezTo>
                  <a:pt x="8117758" y="2177532"/>
                  <a:pt x="8122434" y="2173833"/>
                  <a:pt x="8123487" y="2168486"/>
                </a:cubicBezTo>
                <a:cubicBezTo>
                  <a:pt x="8124676" y="2162429"/>
                  <a:pt x="8120728" y="2156565"/>
                  <a:pt x="8114671" y="2155377"/>
                </a:cubicBezTo>
                <a:close/>
                <a:moveTo>
                  <a:pt x="5682134" y="3099346"/>
                </a:moveTo>
                <a:cubicBezTo>
                  <a:pt x="5677687" y="3099939"/>
                  <a:pt x="5674564" y="3104003"/>
                  <a:pt x="5675139" y="3108449"/>
                </a:cubicBezTo>
                <a:cubicBezTo>
                  <a:pt x="5675676" y="3112531"/>
                  <a:pt x="5679164" y="3115502"/>
                  <a:pt x="5683189" y="3115502"/>
                </a:cubicBezTo>
                <a:cubicBezTo>
                  <a:pt x="5683533" y="3115502"/>
                  <a:pt x="5683879" y="3115483"/>
                  <a:pt x="5684243" y="3115444"/>
                </a:cubicBezTo>
                <a:cubicBezTo>
                  <a:pt x="5688689" y="3114850"/>
                  <a:pt x="5691813" y="3110788"/>
                  <a:pt x="5691238" y="3106341"/>
                </a:cubicBezTo>
                <a:cubicBezTo>
                  <a:pt x="5690644" y="3101895"/>
                  <a:pt x="5686583" y="3098770"/>
                  <a:pt x="5682134" y="3099346"/>
                </a:cubicBezTo>
                <a:close/>
                <a:moveTo>
                  <a:pt x="4901473" y="3393762"/>
                </a:moveTo>
                <a:cubicBezTo>
                  <a:pt x="4899939" y="3396082"/>
                  <a:pt x="4900573" y="3399206"/>
                  <a:pt x="4902893" y="3400758"/>
                </a:cubicBezTo>
                <a:cubicBezTo>
                  <a:pt x="4903754" y="3401333"/>
                  <a:pt x="4904730" y="3401601"/>
                  <a:pt x="4905689" y="3401601"/>
                </a:cubicBezTo>
                <a:cubicBezTo>
                  <a:pt x="4907319" y="3401601"/>
                  <a:pt x="4908910" y="3400815"/>
                  <a:pt x="4909886" y="3399358"/>
                </a:cubicBezTo>
                <a:cubicBezTo>
                  <a:pt x="4911421" y="3397040"/>
                  <a:pt x="4910807" y="3393897"/>
                  <a:pt x="4908489" y="3392363"/>
                </a:cubicBezTo>
                <a:cubicBezTo>
                  <a:pt x="4906169" y="3390811"/>
                  <a:pt x="4903026" y="3391443"/>
                  <a:pt x="4901473" y="3393762"/>
                </a:cubicBezTo>
                <a:close/>
                <a:moveTo>
                  <a:pt x="7404941" y="2415545"/>
                </a:moveTo>
                <a:cubicBezTo>
                  <a:pt x="7399958" y="2416351"/>
                  <a:pt x="7396565" y="2421046"/>
                  <a:pt x="7397371" y="2426029"/>
                </a:cubicBezTo>
                <a:cubicBezTo>
                  <a:pt x="7398100" y="2430514"/>
                  <a:pt x="7401990" y="2433714"/>
                  <a:pt x="7406379" y="2433714"/>
                </a:cubicBezTo>
                <a:cubicBezTo>
                  <a:pt x="7406877" y="2433714"/>
                  <a:pt x="7407356" y="2433676"/>
                  <a:pt x="7407854" y="2433580"/>
                </a:cubicBezTo>
                <a:cubicBezTo>
                  <a:pt x="7412837" y="2432775"/>
                  <a:pt x="7416229" y="2428080"/>
                  <a:pt x="7415405" y="2423116"/>
                </a:cubicBezTo>
                <a:cubicBezTo>
                  <a:pt x="7414601" y="2418133"/>
                  <a:pt x="7409925" y="2414741"/>
                  <a:pt x="7404941" y="2415545"/>
                </a:cubicBezTo>
                <a:close/>
                <a:moveTo>
                  <a:pt x="5286256" y="3241972"/>
                </a:moveTo>
                <a:cubicBezTo>
                  <a:pt x="5282366" y="3241359"/>
                  <a:pt x="5278744" y="3244023"/>
                  <a:pt x="5278151" y="3247876"/>
                </a:cubicBezTo>
                <a:cubicBezTo>
                  <a:pt x="5277556" y="3251746"/>
                  <a:pt x="5280201" y="3255389"/>
                  <a:pt x="5284072" y="3255982"/>
                </a:cubicBezTo>
                <a:cubicBezTo>
                  <a:pt x="5284435" y="3256040"/>
                  <a:pt x="5284801" y="3256059"/>
                  <a:pt x="5285163" y="3256059"/>
                </a:cubicBezTo>
                <a:cubicBezTo>
                  <a:pt x="5288593" y="3256059"/>
                  <a:pt x="5291623" y="3253568"/>
                  <a:pt x="5292160" y="3250061"/>
                </a:cubicBezTo>
                <a:cubicBezTo>
                  <a:pt x="5292755" y="3246189"/>
                  <a:pt x="5290110" y="3242567"/>
                  <a:pt x="5286256" y="3241972"/>
                </a:cubicBezTo>
                <a:close/>
                <a:moveTo>
                  <a:pt x="7812492" y="2255554"/>
                </a:moveTo>
                <a:cubicBezTo>
                  <a:pt x="7806877" y="2255266"/>
                  <a:pt x="7802124" y="2259578"/>
                  <a:pt x="7801835" y="2265175"/>
                </a:cubicBezTo>
                <a:cubicBezTo>
                  <a:pt x="7801548" y="2270771"/>
                  <a:pt x="7805861" y="2275543"/>
                  <a:pt x="7811457" y="2275830"/>
                </a:cubicBezTo>
                <a:lnTo>
                  <a:pt x="7811457" y="2275849"/>
                </a:lnTo>
                <a:cubicBezTo>
                  <a:pt x="7811630" y="2275849"/>
                  <a:pt x="7811802" y="2275849"/>
                  <a:pt x="7811974" y="2275849"/>
                </a:cubicBezTo>
                <a:cubicBezTo>
                  <a:pt x="7817360" y="2275849"/>
                  <a:pt x="7821846" y="2271633"/>
                  <a:pt x="7822112" y="2266190"/>
                </a:cubicBezTo>
                <a:cubicBezTo>
                  <a:pt x="7822400" y="2260594"/>
                  <a:pt x="7818088" y="2255822"/>
                  <a:pt x="7812492" y="2255554"/>
                </a:cubicBezTo>
                <a:close/>
                <a:moveTo>
                  <a:pt x="8298685" y="2062681"/>
                </a:moveTo>
                <a:cubicBezTo>
                  <a:pt x="8295980" y="2064241"/>
                  <a:pt x="8293867" y="2066833"/>
                  <a:pt x="8292985" y="2070091"/>
                </a:cubicBezTo>
                <a:cubicBezTo>
                  <a:pt x="8291241" y="2076607"/>
                  <a:pt x="8295094" y="2083296"/>
                  <a:pt x="8301610" y="2085040"/>
                </a:cubicBezTo>
                <a:cubicBezTo>
                  <a:pt x="8302664" y="2085327"/>
                  <a:pt x="8303737" y="2085462"/>
                  <a:pt x="8304791" y="2085462"/>
                </a:cubicBezTo>
                <a:cubicBezTo>
                  <a:pt x="8310177" y="2085462"/>
                  <a:pt x="8315102" y="2081877"/>
                  <a:pt x="8316559" y="2076416"/>
                </a:cubicBezTo>
                <a:cubicBezTo>
                  <a:pt x="8318303" y="2069919"/>
                  <a:pt x="8314451" y="2063210"/>
                  <a:pt x="8307935" y="2061467"/>
                </a:cubicBezTo>
                <a:cubicBezTo>
                  <a:pt x="8304686" y="2060595"/>
                  <a:pt x="8301389" y="2061122"/>
                  <a:pt x="8298685" y="2062681"/>
                </a:cubicBezTo>
                <a:close/>
                <a:moveTo>
                  <a:pt x="4656540" y="3484261"/>
                </a:moveTo>
                <a:cubicBezTo>
                  <a:pt x="4655332" y="3485391"/>
                  <a:pt x="4655256" y="3487289"/>
                  <a:pt x="4656368" y="3488516"/>
                </a:cubicBezTo>
                <a:cubicBezTo>
                  <a:pt x="4656961" y="3489148"/>
                  <a:pt x="4657767" y="3489474"/>
                  <a:pt x="4658592" y="3489474"/>
                </a:cubicBezTo>
                <a:cubicBezTo>
                  <a:pt x="4659319" y="3489474"/>
                  <a:pt x="4660047" y="3489206"/>
                  <a:pt x="4660623" y="3488688"/>
                </a:cubicBezTo>
                <a:cubicBezTo>
                  <a:pt x="4661849" y="3487557"/>
                  <a:pt x="4661906" y="3485659"/>
                  <a:pt x="4660775" y="3484433"/>
                </a:cubicBezTo>
                <a:cubicBezTo>
                  <a:pt x="4659665" y="3483225"/>
                  <a:pt x="4657767" y="3483149"/>
                  <a:pt x="4656540" y="3484261"/>
                </a:cubicBezTo>
                <a:close/>
                <a:moveTo>
                  <a:pt x="5575346" y="3118224"/>
                </a:moveTo>
                <a:lnTo>
                  <a:pt x="5575346" y="3118243"/>
                </a:lnTo>
                <a:lnTo>
                  <a:pt x="5575355" y="3118233"/>
                </a:lnTo>
                <a:close/>
                <a:moveTo>
                  <a:pt x="8483809" y="1977462"/>
                </a:moveTo>
                <a:cubicBezTo>
                  <a:pt x="8480800" y="1979012"/>
                  <a:pt x="8478381" y="1981710"/>
                  <a:pt x="8477260" y="1985189"/>
                </a:cubicBezTo>
                <a:cubicBezTo>
                  <a:pt x="8475036" y="1992146"/>
                  <a:pt x="8478869" y="1999582"/>
                  <a:pt x="8485827" y="2001805"/>
                </a:cubicBezTo>
                <a:cubicBezTo>
                  <a:pt x="8487169" y="2002246"/>
                  <a:pt x="8488529" y="2002437"/>
                  <a:pt x="8489870" y="2002437"/>
                </a:cubicBezTo>
                <a:cubicBezTo>
                  <a:pt x="8495467" y="2002437"/>
                  <a:pt x="8500661" y="1998873"/>
                  <a:pt x="8502462" y="1993257"/>
                </a:cubicBezTo>
                <a:cubicBezTo>
                  <a:pt x="8504685" y="1986301"/>
                  <a:pt x="8500852" y="1978844"/>
                  <a:pt x="8493895" y="1976621"/>
                </a:cubicBezTo>
                <a:cubicBezTo>
                  <a:pt x="8490416" y="1975510"/>
                  <a:pt x="8486818" y="1975912"/>
                  <a:pt x="8483809" y="1977462"/>
                </a:cubicBezTo>
                <a:close/>
                <a:moveTo>
                  <a:pt x="5582859" y="3109561"/>
                </a:moveTo>
                <a:lnTo>
                  <a:pt x="5575355" y="3118233"/>
                </a:lnTo>
                <a:lnTo>
                  <a:pt x="5583453" y="3125736"/>
                </a:lnTo>
                <a:cubicBezTo>
                  <a:pt x="5583644" y="3125736"/>
                  <a:pt x="5583836" y="3125736"/>
                  <a:pt x="5584029" y="3125736"/>
                </a:cubicBezTo>
                <a:cubicBezTo>
                  <a:pt x="5588493" y="3125410"/>
                  <a:pt x="5591865" y="3121520"/>
                  <a:pt x="5591539" y="3117054"/>
                </a:cubicBezTo>
                <a:cubicBezTo>
                  <a:pt x="5591215" y="3112589"/>
                  <a:pt x="5587324" y="3109235"/>
                  <a:pt x="5582859" y="3109561"/>
                </a:cubicBezTo>
                <a:close/>
                <a:moveTo>
                  <a:pt x="7305301" y="2434175"/>
                </a:moveTo>
                <a:cubicBezTo>
                  <a:pt x="7300356" y="2435229"/>
                  <a:pt x="7297194" y="2440077"/>
                  <a:pt x="7298248" y="2445003"/>
                </a:cubicBezTo>
                <a:cubicBezTo>
                  <a:pt x="7299148" y="2449314"/>
                  <a:pt x="7302944" y="2452267"/>
                  <a:pt x="7307179" y="2452266"/>
                </a:cubicBezTo>
                <a:cubicBezTo>
                  <a:pt x="7307792" y="2452266"/>
                  <a:pt x="7308444" y="2452189"/>
                  <a:pt x="7309076" y="2452056"/>
                </a:cubicBezTo>
                <a:cubicBezTo>
                  <a:pt x="7314001" y="2451002"/>
                  <a:pt x="7317165" y="2446172"/>
                  <a:pt x="7316129" y="2441227"/>
                </a:cubicBezTo>
                <a:cubicBezTo>
                  <a:pt x="7315074" y="2436282"/>
                  <a:pt x="7310226" y="2433139"/>
                  <a:pt x="7305301" y="2434175"/>
                </a:cubicBezTo>
                <a:close/>
                <a:moveTo>
                  <a:pt x="8662459" y="1896765"/>
                </a:moveTo>
                <a:cubicBezTo>
                  <a:pt x="8659182" y="1898361"/>
                  <a:pt x="8656513" y="1901207"/>
                  <a:pt x="8655229" y="1904925"/>
                </a:cubicBezTo>
                <a:cubicBezTo>
                  <a:pt x="8652642" y="1912361"/>
                  <a:pt x="8656590" y="1920468"/>
                  <a:pt x="8664026" y="1923036"/>
                </a:cubicBezTo>
                <a:cubicBezTo>
                  <a:pt x="8665579" y="1923572"/>
                  <a:pt x="8667150" y="1923822"/>
                  <a:pt x="8668683" y="1923822"/>
                </a:cubicBezTo>
                <a:cubicBezTo>
                  <a:pt x="8674587" y="1923822"/>
                  <a:pt x="8680106" y="1920123"/>
                  <a:pt x="8682138" y="1914239"/>
                </a:cubicBezTo>
                <a:cubicBezTo>
                  <a:pt x="8684725" y="1906803"/>
                  <a:pt x="8680776" y="1898696"/>
                  <a:pt x="8673339" y="1896109"/>
                </a:cubicBezTo>
                <a:cubicBezTo>
                  <a:pt x="8669621" y="1894825"/>
                  <a:pt x="8665736" y="1895170"/>
                  <a:pt x="8662459" y="1896765"/>
                </a:cubicBezTo>
                <a:close/>
                <a:moveTo>
                  <a:pt x="7206657" y="2457536"/>
                </a:moveTo>
                <a:cubicBezTo>
                  <a:pt x="7201770" y="2458820"/>
                  <a:pt x="7198837" y="2463804"/>
                  <a:pt x="7200122" y="2468691"/>
                </a:cubicBezTo>
                <a:cubicBezTo>
                  <a:pt x="7201195" y="2472792"/>
                  <a:pt x="7204893" y="2475514"/>
                  <a:pt x="7208957" y="2475514"/>
                </a:cubicBezTo>
                <a:cubicBezTo>
                  <a:pt x="7209723" y="2475514"/>
                  <a:pt x="7210490" y="2475418"/>
                  <a:pt x="7211256" y="2475226"/>
                </a:cubicBezTo>
                <a:cubicBezTo>
                  <a:pt x="7216144" y="2473943"/>
                  <a:pt x="7219076" y="2468959"/>
                  <a:pt x="7217792" y="2464072"/>
                </a:cubicBezTo>
                <a:cubicBezTo>
                  <a:pt x="7216527" y="2459185"/>
                  <a:pt x="7211543" y="2456272"/>
                  <a:pt x="7206657" y="2457536"/>
                </a:cubicBezTo>
                <a:close/>
                <a:moveTo>
                  <a:pt x="4438497" y="3533515"/>
                </a:moveTo>
                <a:cubicBezTo>
                  <a:pt x="4438074" y="3533861"/>
                  <a:pt x="4438017" y="3534455"/>
                  <a:pt x="4438362" y="3534877"/>
                </a:cubicBezTo>
                <a:cubicBezTo>
                  <a:pt x="4438553" y="3535087"/>
                  <a:pt x="4438823" y="3535221"/>
                  <a:pt x="4439110" y="3535222"/>
                </a:cubicBezTo>
                <a:cubicBezTo>
                  <a:pt x="4439320" y="3535222"/>
                  <a:pt x="4439531" y="3535145"/>
                  <a:pt x="4439723" y="3534991"/>
                </a:cubicBezTo>
                <a:cubicBezTo>
                  <a:pt x="4440125" y="3534647"/>
                  <a:pt x="4440183" y="3534053"/>
                  <a:pt x="4439837" y="3533631"/>
                </a:cubicBezTo>
                <a:cubicBezTo>
                  <a:pt x="4439492" y="3533228"/>
                  <a:pt x="4438898" y="3533170"/>
                  <a:pt x="4438497" y="3533515"/>
                </a:cubicBezTo>
                <a:close/>
                <a:moveTo>
                  <a:pt x="8835733" y="1816929"/>
                </a:moveTo>
                <a:cubicBezTo>
                  <a:pt x="8832211" y="1818623"/>
                  <a:pt x="8829336" y="1821661"/>
                  <a:pt x="8827947" y="1825637"/>
                </a:cubicBezTo>
                <a:cubicBezTo>
                  <a:pt x="8825149" y="1833610"/>
                  <a:pt x="8829346" y="1842311"/>
                  <a:pt x="8837300" y="1845110"/>
                </a:cubicBezTo>
                <a:cubicBezTo>
                  <a:pt x="8838986" y="1845684"/>
                  <a:pt x="8840692" y="1845972"/>
                  <a:pt x="8842359" y="1845972"/>
                </a:cubicBezTo>
                <a:cubicBezTo>
                  <a:pt x="8848664" y="1845972"/>
                  <a:pt x="8854567" y="1842024"/>
                  <a:pt x="8856772" y="1835738"/>
                </a:cubicBezTo>
                <a:cubicBezTo>
                  <a:pt x="8859551" y="1827784"/>
                  <a:pt x="8855353" y="1819083"/>
                  <a:pt x="8847400" y="1816285"/>
                </a:cubicBezTo>
                <a:cubicBezTo>
                  <a:pt x="8843423" y="1814886"/>
                  <a:pt x="8839255" y="1815235"/>
                  <a:pt x="8835733" y="1816929"/>
                </a:cubicBezTo>
                <a:close/>
                <a:moveTo>
                  <a:pt x="8013499" y="2137860"/>
                </a:moveTo>
                <a:cubicBezTo>
                  <a:pt x="8007403" y="2136940"/>
                  <a:pt x="8001692" y="2141156"/>
                  <a:pt x="8000791" y="2147270"/>
                </a:cubicBezTo>
                <a:cubicBezTo>
                  <a:pt x="7999872" y="2153364"/>
                  <a:pt x="8004088" y="2159056"/>
                  <a:pt x="8010182" y="2159976"/>
                </a:cubicBezTo>
                <a:cubicBezTo>
                  <a:pt x="8010738" y="2160054"/>
                  <a:pt x="8011314" y="2160091"/>
                  <a:pt x="8011849" y="2160091"/>
                </a:cubicBezTo>
                <a:cubicBezTo>
                  <a:pt x="8017293" y="2160091"/>
                  <a:pt x="8022065" y="2156124"/>
                  <a:pt x="8022908" y="2150585"/>
                </a:cubicBezTo>
                <a:cubicBezTo>
                  <a:pt x="8023810" y="2144472"/>
                  <a:pt x="8019612" y="2138780"/>
                  <a:pt x="8013499" y="2137860"/>
                </a:cubicBezTo>
                <a:close/>
                <a:moveTo>
                  <a:pt x="4738511" y="3413254"/>
                </a:moveTo>
                <a:cubicBezTo>
                  <a:pt x="4736977" y="3414864"/>
                  <a:pt x="4737033" y="3417413"/>
                  <a:pt x="4738664" y="3418945"/>
                </a:cubicBezTo>
                <a:lnTo>
                  <a:pt x="4738646" y="3418946"/>
                </a:lnTo>
                <a:cubicBezTo>
                  <a:pt x="4739432" y="3419675"/>
                  <a:pt x="4740426" y="3420038"/>
                  <a:pt x="4741424" y="3420038"/>
                </a:cubicBezTo>
                <a:cubicBezTo>
                  <a:pt x="4742478" y="3420038"/>
                  <a:pt x="4743552" y="3419617"/>
                  <a:pt x="4744337" y="3418792"/>
                </a:cubicBezTo>
                <a:cubicBezTo>
                  <a:pt x="4745871" y="3417182"/>
                  <a:pt x="4745812" y="3414634"/>
                  <a:pt x="4744203" y="3413101"/>
                </a:cubicBezTo>
                <a:cubicBezTo>
                  <a:pt x="4742574" y="3411567"/>
                  <a:pt x="4740023" y="3411644"/>
                  <a:pt x="4738511" y="3413254"/>
                </a:cubicBezTo>
                <a:close/>
                <a:moveTo>
                  <a:pt x="7710418" y="2253081"/>
                </a:moveTo>
                <a:cubicBezTo>
                  <a:pt x="7704822" y="2253101"/>
                  <a:pt x="7700298" y="2257643"/>
                  <a:pt x="7700298" y="2263258"/>
                </a:cubicBezTo>
                <a:cubicBezTo>
                  <a:pt x="7700298" y="2268874"/>
                  <a:pt x="7704860" y="2273396"/>
                  <a:pt x="7710475" y="2273396"/>
                </a:cubicBezTo>
                <a:cubicBezTo>
                  <a:pt x="7716091" y="2273378"/>
                  <a:pt x="7720613" y="2268816"/>
                  <a:pt x="7720613" y="2263220"/>
                </a:cubicBezTo>
                <a:cubicBezTo>
                  <a:pt x="7720595" y="2257605"/>
                  <a:pt x="7716033" y="2253081"/>
                  <a:pt x="7710418" y="2253081"/>
                </a:cubicBezTo>
                <a:close/>
                <a:moveTo>
                  <a:pt x="7109163" y="2485096"/>
                </a:moveTo>
                <a:cubicBezTo>
                  <a:pt x="7104333" y="2486572"/>
                  <a:pt x="7101612" y="2491670"/>
                  <a:pt x="7103088" y="2496500"/>
                </a:cubicBezTo>
                <a:cubicBezTo>
                  <a:pt x="7104276" y="2500448"/>
                  <a:pt x="7107898" y="2502977"/>
                  <a:pt x="7111827" y="2502977"/>
                </a:cubicBezTo>
                <a:cubicBezTo>
                  <a:pt x="7112689" y="2502977"/>
                  <a:pt x="7113590" y="2502862"/>
                  <a:pt x="7114472" y="2502594"/>
                </a:cubicBezTo>
                <a:cubicBezTo>
                  <a:pt x="7119301" y="2501119"/>
                  <a:pt x="7122023" y="2496020"/>
                  <a:pt x="7120566" y="2491191"/>
                </a:cubicBezTo>
                <a:cubicBezTo>
                  <a:pt x="7119091" y="2486361"/>
                  <a:pt x="7113992" y="2483640"/>
                  <a:pt x="7109163" y="2485096"/>
                </a:cubicBezTo>
                <a:close/>
                <a:moveTo>
                  <a:pt x="6448688" y="2737657"/>
                </a:moveTo>
                <a:cubicBezTo>
                  <a:pt x="6443992" y="2739516"/>
                  <a:pt x="6441711" y="2744824"/>
                  <a:pt x="6443571" y="2749520"/>
                </a:cubicBezTo>
                <a:cubicBezTo>
                  <a:pt x="6444989" y="2753104"/>
                  <a:pt x="6448420" y="2755289"/>
                  <a:pt x="6452061" y="2755289"/>
                </a:cubicBezTo>
                <a:cubicBezTo>
                  <a:pt x="6453192" y="2755289"/>
                  <a:pt x="6454322" y="2755078"/>
                  <a:pt x="6455434" y="2754637"/>
                </a:cubicBezTo>
                <a:cubicBezTo>
                  <a:pt x="6460111" y="2752779"/>
                  <a:pt x="6462410" y="2747470"/>
                  <a:pt x="6460551" y="2742793"/>
                </a:cubicBezTo>
                <a:cubicBezTo>
                  <a:pt x="6458692" y="2738097"/>
                  <a:pt x="6453383" y="2735798"/>
                  <a:pt x="6448688" y="2737657"/>
                </a:cubicBezTo>
                <a:close/>
                <a:moveTo>
                  <a:pt x="6354720" y="2774167"/>
                </a:moveTo>
                <a:cubicBezTo>
                  <a:pt x="6350005" y="2775950"/>
                  <a:pt x="6347629" y="2781239"/>
                  <a:pt x="6349412" y="2785954"/>
                </a:cubicBezTo>
                <a:cubicBezTo>
                  <a:pt x="6350791" y="2789595"/>
                  <a:pt x="6354260" y="2791856"/>
                  <a:pt x="6357959" y="2791856"/>
                </a:cubicBezTo>
                <a:cubicBezTo>
                  <a:pt x="6359033" y="2791856"/>
                  <a:pt x="6360125" y="2791665"/>
                  <a:pt x="6361198" y="2791243"/>
                </a:cubicBezTo>
                <a:cubicBezTo>
                  <a:pt x="6365913" y="2789461"/>
                  <a:pt x="6368289" y="2784190"/>
                  <a:pt x="6366488" y="2779475"/>
                </a:cubicBezTo>
                <a:cubicBezTo>
                  <a:pt x="6364705" y="2774742"/>
                  <a:pt x="6359435" y="2772384"/>
                  <a:pt x="6354720" y="2774167"/>
                </a:cubicBezTo>
                <a:close/>
                <a:moveTo>
                  <a:pt x="5483217" y="3113547"/>
                </a:moveTo>
                <a:cubicBezTo>
                  <a:pt x="5478734" y="3113566"/>
                  <a:pt x="5475150" y="3117226"/>
                  <a:pt x="5475150" y="3121711"/>
                </a:cubicBezTo>
                <a:cubicBezTo>
                  <a:pt x="5475188" y="3126176"/>
                  <a:pt x="5478810" y="3129779"/>
                  <a:pt x="5483277" y="3129780"/>
                </a:cubicBezTo>
                <a:lnTo>
                  <a:pt x="5483314" y="3129779"/>
                </a:lnTo>
                <a:cubicBezTo>
                  <a:pt x="5487798" y="3129742"/>
                  <a:pt x="5491383" y="3126100"/>
                  <a:pt x="5491383" y="3121616"/>
                </a:cubicBezTo>
                <a:cubicBezTo>
                  <a:pt x="5491346" y="3117131"/>
                  <a:pt x="5487703" y="3113508"/>
                  <a:pt x="5483217" y="3113547"/>
                </a:cubicBezTo>
                <a:close/>
                <a:moveTo>
                  <a:pt x="6542194" y="2699882"/>
                </a:moveTo>
                <a:cubicBezTo>
                  <a:pt x="6537539" y="2701799"/>
                  <a:pt x="6535296" y="2707127"/>
                  <a:pt x="6537213" y="2711803"/>
                </a:cubicBezTo>
                <a:cubicBezTo>
                  <a:pt x="6538669" y="2715329"/>
                  <a:pt x="6542080" y="2717476"/>
                  <a:pt x="6545664" y="2717476"/>
                </a:cubicBezTo>
                <a:cubicBezTo>
                  <a:pt x="6546834" y="2717476"/>
                  <a:pt x="6548002" y="2717246"/>
                  <a:pt x="6549132" y="2716786"/>
                </a:cubicBezTo>
                <a:cubicBezTo>
                  <a:pt x="6553809" y="2714869"/>
                  <a:pt x="6556033" y="2709522"/>
                  <a:pt x="6554116" y="2704865"/>
                </a:cubicBezTo>
                <a:cubicBezTo>
                  <a:pt x="6552200" y="2700189"/>
                  <a:pt x="6546872" y="2697966"/>
                  <a:pt x="6542194" y="2699882"/>
                </a:cubicBezTo>
                <a:close/>
                <a:moveTo>
                  <a:pt x="7012800" y="2516086"/>
                </a:moveTo>
                <a:cubicBezTo>
                  <a:pt x="7008009" y="2517716"/>
                  <a:pt x="7005459" y="2522891"/>
                  <a:pt x="7007069" y="2527682"/>
                </a:cubicBezTo>
                <a:cubicBezTo>
                  <a:pt x="7008353" y="2531496"/>
                  <a:pt x="7011918" y="2533891"/>
                  <a:pt x="7015712" y="2533891"/>
                </a:cubicBezTo>
                <a:cubicBezTo>
                  <a:pt x="7016690" y="2533891"/>
                  <a:pt x="7017686" y="2533738"/>
                  <a:pt x="7018644" y="2533412"/>
                </a:cubicBezTo>
                <a:cubicBezTo>
                  <a:pt x="7023436" y="2531783"/>
                  <a:pt x="7026005" y="2526589"/>
                  <a:pt x="7024375" y="2521817"/>
                </a:cubicBezTo>
                <a:cubicBezTo>
                  <a:pt x="7022765" y="2517045"/>
                  <a:pt x="7017571" y="2514476"/>
                  <a:pt x="7012800" y="2516086"/>
                </a:cubicBezTo>
                <a:close/>
                <a:moveTo>
                  <a:pt x="6260177" y="2809086"/>
                </a:moveTo>
                <a:cubicBezTo>
                  <a:pt x="6255425" y="2810773"/>
                  <a:pt x="6252952" y="2816005"/>
                  <a:pt x="6254658" y="2820757"/>
                </a:cubicBezTo>
                <a:cubicBezTo>
                  <a:pt x="6256000" y="2824495"/>
                  <a:pt x="6259507" y="2826814"/>
                  <a:pt x="6263264" y="2826814"/>
                </a:cubicBezTo>
                <a:cubicBezTo>
                  <a:pt x="6264279" y="2826814"/>
                  <a:pt x="6265315" y="2826641"/>
                  <a:pt x="6266330" y="2826278"/>
                </a:cubicBezTo>
                <a:cubicBezTo>
                  <a:pt x="6271083" y="2824572"/>
                  <a:pt x="6273555" y="2819340"/>
                  <a:pt x="6271849" y="2814586"/>
                </a:cubicBezTo>
                <a:cubicBezTo>
                  <a:pt x="6270163" y="2809834"/>
                  <a:pt x="6264931" y="2807361"/>
                  <a:pt x="6260177" y="2809086"/>
                </a:cubicBezTo>
                <a:close/>
                <a:moveTo>
                  <a:pt x="6635453" y="2661283"/>
                </a:moveTo>
                <a:cubicBezTo>
                  <a:pt x="6630777" y="2663200"/>
                  <a:pt x="6628554" y="2668547"/>
                  <a:pt x="6630490" y="2673204"/>
                </a:cubicBezTo>
                <a:cubicBezTo>
                  <a:pt x="6631946" y="2676730"/>
                  <a:pt x="6635358" y="2678858"/>
                  <a:pt x="6638941" y="2678858"/>
                </a:cubicBezTo>
                <a:cubicBezTo>
                  <a:pt x="6640111" y="2678858"/>
                  <a:pt x="6641279" y="2678628"/>
                  <a:pt x="6642430" y="2678167"/>
                </a:cubicBezTo>
                <a:cubicBezTo>
                  <a:pt x="6647087" y="2676232"/>
                  <a:pt x="6649310" y="2670885"/>
                  <a:pt x="6647375" y="2666227"/>
                </a:cubicBezTo>
                <a:cubicBezTo>
                  <a:pt x="6645458" y="2661570"/>
                  <a:pt x="6640111" y="2659347"/>
                  <a:pt x="6635453" y="2661283"/>
                </a:cubicBezTo>
                <a:close/>
                <a:moveTo>
                  <a:pt x="6917394" y="2549818"/>
                </a:moveTo>
                <a:cubicBezTo>
                  <a:pt x="6912661" y="2551562"/>
                  <a:pt x="6910227" y="2556814"/>
                  <a:pt x="6911972" y="2561547"/>
                </a:cubicBezTo>
                <a:cubicBezTo>
                  <a:pt x="6913332" y="2565245"/>
                  <a:pt x="6916838" y="2567546"/>
                  <a:pt x="6920557" y="2567546"/>
                </a:cubicBezTo>
                <a:cubicBezTo>
                  <a:pt x="6921591" y="2567546"/>
                  <a:pt x="6922664" y="2567354"/>
                  <a:pt x="6923700" y="2566970"/>
                </a:cubicBezTo>
                <a:cubicBezTo>
                  <a:pt x="6928434" y="2565245"/>
                  <a:pt x="6930868" y="2559995"/>
                  <a:pt x="6929123" y="2555261"/>
                </a:cubicBezTo>
                <a:cubicBezTo>
                  <a:pt x="6927379" y="2550508"/>
                  <a:pt x="6922128" y="2548093"/>
                  <a:pt x="6917394" y="2549818"/>
                </a:cubicBezTo>
                <a:close/>
                <a:moveTo>
                  <a:pt x="6728923" y="2622991"/>
                </a:moveTo>
                <a:cubicBezTo>
                  <a:pt x="6724247" y="2624888"/>
                  <a:pt x="6721984" y="2630216"/>
                  <a:pt x="6723882" y="2634874"/>
                </a:cubicBezTo>
                <a:cubicBezTo>
                  <a:pt x="6725320" y="2638438"/>
                  <a:pt x="6728731" y="2640585"/>
                  <a:pt x="6732353" y="2640585"/>
                </a:cubicBezTo>
                <a:cubicBezTo>
                  <a:pt x="6733484" y="2640585"/>
                  <a:pt x="6734653" y="2640374"/>
                  <a:pt x="6735764" y="2639933"/>
                </a:cubicBezTo>
                <a:cubicBezTo>
                  <a:pt x="6740441" y="2638036"/>
                  <a:pt x="6742702" y="2632708"/>
                  <a:pt x="6740824" y="2628031"/>
                </a:cubicBezTo>
                <a:cubicBezTo>
                  <a:pt x="6738927" y="2623355"/>
                  <a:pt x="6733599" y="2621094"/>
                  <a:pt x="6728923" y="2622991"/>
                </a:cubicBezTo>
                <a:close/>
                <a:moveTo>
                  <a:pt x="6822833" y="2585657"/>
                </a:moveTo>
                <a:cubicBezTo>
                  <a:pt x="6818137" y="2587478"/>
                  <a:pt x="6815799" y="2592786"/>
                  <a:pt x="6817639" y="2597482"/>
                </a:cubicBezTo>
                <a:cubicBezTo>
                  <a:pt x="6819038" y="2601085"/>
                  <a:pt x="6822488" y="2603309"/>
                  <a:pt x="6826149" y="2603309"/>
                </a:cubicBezTo>
                <a:cubicBezTo>
                  <a:pt x="6827260" y="2603309"/>
                  <a:pt x="6828372" y="2603097"/>
                  <a:pt x="6829464" y="2602675"/>
                </a:cubicBezTo>
                <a:cubicBezTo>
                  <a:pt x="6834160" y="2600855"/>
                  <a:pt x="6836498" y="2595546"/>
                  <a:pt x="6834658" y="2590850"/>
                </a:cubicBezTo>
                <a:cubicBezTo>
                  <a:pt x="6832838" y="2586155"/>
                  <a:pt x="6827528" y="2583817"/>
                  <a:pt x="6822833" y="2585657"/>
                </a:cubicBezTo>
                <a:close/>
                <a:moveTo>
                  <a:pt x="4993525" y="3299661"/>
                </a:moveTo>
                <a:cubicBezTo>
                  <a:pt x="4991993" y="3302631"/>
                  <a:pt x="4993162" y="3306292"/>
                  <a:pt x="4996131" y="3307844"/>
                </a:cubicBezTo>
                <a:cubicBezTo>
                  <a:pt x="4997033" y="3308305"/>
                  <a:pt x="4997971" y="3308515"/>
                  <a:pt x="4998910" y="3308515"/>
                </a:cubicBezTo>
                <a:cubicBezTo>
                  <a:pt x="5001115" y="3308515"/>
                  <a:pt x="5003223" y="3307327"/>
                  <a:pt x="5004314" y="3305238"/>
                </a:cubicBezTo>
                <a:cubicBezTo>
                  <a:pt x="5005849" y="3302268"/>
                  <a:pt x="5004679" y="3298607"/>
                  <a:pt x="5001709" y="3297055"/>
                </a:cubicBezTo>
                <a:cubicBezTo>
                  <a:pt x="4998738" y="3295521"/>
                  <a:pt x="4995077" y="3296690"/>
                  <a:pt x="4993525" y="3299661"/>
                </a:cubicBezTo>
                <a:close/>
                <a:moveTo>
                  <a:pt x="6164983" y="2842031"/>
                </a:moveTo>
                <a:cubicBezTo>
                  <a:pt x="6160192" y="2843622"/>
                  <a:pt x="6157605" y="2848796"/>
                  <a:pt x="6159214" y="2853588"/>
                </a:cubicBezTo>
                <a:cubicBezTo>
                  <a:pt x="6160479" y="2857402"/>
                  <a:pt x="6164044" y="2859836"/>
                  <a:pt x="6167877" y="2859836"/>
                </a:cubicBezTo>
                <a:cubicBezTo>
                  <a:pt x="6168836" y="2859836"/>
                  <a:pt x="6169813" y="2859682"/>
                  <a:pt x="6170772" y="2859356"/>
                </a:cubicBezTo>
                <a:lnTo>
                  <a:pt x="6170752" y="2859356"/>
                </a:lnTo>
                <a:cubicBezTo>
                  <a:pt x="6175543" y="2857766"/>
                  <a:pt x="6178131" y="2852591"/>
                  <a:pt x="6176540" y="2847800"/>
                </a:cubicBezTo>
                <a:cubicBezTo>
                  <a:pt x="6174950" y="2843028"/>
                  <a:pt x="6169775" y="2840441"/>
                  <a:pt x="6164983" y="2842031"/>
                </a:cubicBezTo>
                <a:close/>
                <a:moveTo>
                  <a:pt x="5189394" y="3222021"/>
                </a:moveTo>
                <a:cubicBezTo>
                  <a:pt x="5185599" y="3221025"/>
                  <a:pt x="5181729" y="3223306"/>
                  <a:pt x="5180751" y="3227101"/>
                </a:cubicBezTo>
                <a:cubicBezTo>
                  <a:pt x="5179756" y="3230876"/>
                  <a:pt x="5182036" y="3234747"/>
                  <a:pt x="5185831" y="3235744"/>
                </a:cubicBezTo>
                <a:cubicBezTo>
                  <a:pt x="5186426" y="3235897"/>
                  <a:pt x="5187019" y="3235973"/>
                  <a:pt x="5187614" y="3235974"/>
                </a:cubicBezTo>
                <a:cubicBezTo>
                  <a:pt x="5190756" y="3235974"/>
                  <a:pt x="5193651" y="3233847"/>
                  <a:pt x="5194474" y="3230665"/>
                </a:cubicBezTo>
                <a:cubicBezTo>
                  <a:pt x="5195451" y="3226871"/>
                  <a:pt x="5193191" y="3222999"/>
                  <a:pt x="5189394" y="3222021"/>
                </a:cubicBezTo>
                <a:close/>
                <a:moveTo>
                  <a:pt x="6069061" y="2872619"/>
                </a:moveTo>
                <a:cubicBezTo>
                  <a:pt x="6064231" y="2874095"/>
                  <a:pt x="6061510" y="2879192"/>
                  <a:pt x="6062967" y="2884022"/>
                </a:cubicBezTo>
                <a:cubicBezTo>
                  <a:pt x="6064173" y="2887951"/>
                  <a:pt x="6067797" y="2890500"/>
                  <a:pt x="6071725" y="2890500"/>
                </a:cubicBezTo>
                <a:cubicBezTo>
                  <a:pt x="6072588" y="2890500"/>
                  <a:pt x="6073488" y="2890366"/>
                  <a:pt x="6074370" y="2890098"/>
                </a:cubicBezTo>
                <a:cubicBezTo>
                  <a:pt x="6079200" y="2888641"/>
                  <a:pt x="6081921" y="2883544"/>
                  <a:pt x="6080465" y="2878714"/>
                </a:cubicBezTo>
                <a:cubicBezTo>
                  <a:pt x="6078989" y="2873884"/>
                  <a:pt x="6073890" y="2871163"/>
                  <a:pt x="6069061" y="2872619"/>
                </a:cubicBezTo>
                <a:close/>
                <a:moveTo>
                  <a:pt x="8198591" y="2037898"/>
                </a:moveTo>
                <a:cubicBezTo>
                  <a:pt x="8195941" y="2039546"/>
                  <a:pt x="8193919" y="2042206"/>
                  <a:pt x="8193153" y="2045483"/>
                </a:cubicBezTo>
                <a:cubicBezTo>
                  <a:pt x="8191621" y="2052056"/>
                  <a:pt x="8195702" y="2058611"/>
                  <a:pt x="8202257" y="2060144"/>
                </a:cubicBezTo>
                <a:cubicBezTo>
                  <a:pt x="8203196" y="2060355"/>
                  <a:pt x="8204117" y="2060470"/>
                  <a:pt x="8205036" y="2060470"/>
                </a:cubicBezTo>
                <a:cubicBezTo>
                  <a:pt x="8210594" y="2060470"/>
                  <a:pt x="8215595" y="2056656"/>
                  <a:pt x="8216918" y="2051041"/>
                </a:cubicBezTo>
                <a:cubicBezTo>
                  <a:pt x="8218452" y="2044467"/>
                  <a:pt x="8214369" y="2037913"/>
                  <a:pt x="8207796" y="2036379"/>
                </a:cubicBezTo>
                <a:cubicBezTo>
                  <a:pt x="8204519" y="2035612"/>
                  <a:pt x="8201241" y="2036250"/>
                  <a:pt x="8198591" y="2037898"/>
                </a:cubicBezTo>
                <a:close/>
                <a:moveTo>
                  <a:pt x="4514507" y="3475233"/>
                </a:moveTo>
                <a:cubicBezTo>
                  <a:pt x="4513663" y="3475943"/>
                  <a:pt x="4513568" y="3477189"/>
                  <a:pt x="4514294" y="3478013"/>
                </a:cubicBezTo>
                <a:cubicBezTo>
                  <a:pt x="4514678" y="3478473"/>
                  <a:pt x="4515235" y="3478703"/>
                  <a:pt x="4515791" y="3478703"/>
                </a:cubicBezTo>
                <a:cubicBezTo>
                  <a:pt x="4516251" y="3478703"/>
                  <a:pt x="4516710" y="3478549"/>
                  <a:pt x="4517074" y="3478243"/>
                </a:cubicBezTo>
                <a:cubicBezTo>
                  <a:pt x="4517917" y="3477515"/>
                  <a:pt x="4518014" y="3476270"/>
                  <a:pt x="4517284" y="3475446"/>
                </a:cubicBezTo>
                <a:cubicBezTo>
                  <a:pt x="4516577" y="3474621"/>
                  <a:pt x="4515330" y="3474525"/>
                  <a:pt x="4514507" y="3475233"/>
                </a:cubicBezTo>
                <a:close/>
                <a:moveTo>
                  <a:pt x="7598780" y="2266727"/>
                </a:moveTo>
                <a:lnTo>
                  <a:pt x="7598780" y="2266746"/>
                </a:lnTo>
                <a:lnTo>
                  <a:pt x="7598789" y="2266736"/>
                </a:lnTo>
                <a:close/>
                <a:moveTo>
                  <a:pt x="5972336" y="2900256"/>
                </a:moveTo>
                <a:cubicBezTo>
                  <a:pt x="5967450" y="2901559"/>
                  <a:pt x="5964554" y="2906561"/>
                  <a:pt x="5965858" y="2911429"/>
                </a:cubicBezTo>
                <a:cubicBezTo>
                  <a:pt x="5966949" y="2915531"/>
                  <a:pt x="5970649" y="2918213"/>
                  <a:pt x="5974673" y="2918213"/>
                </a:cubicBezTo>
                <a:cubicBezTo>
                  <a:pt x="5975459" y="2918213"/>
                  <a:pt x="5976245" y="2918117"/>
                  <a:pt x="5977031" y="2917906"/>
                </a:cubicBezTo>
                <a:cubicBezTo>
                  <a:pt x="5981897" y="2916604"/>
                  <a:pt x="5984811" y="2911602"/>
                  <a:pt x="5983508" y="2906733"/>
                </a:cubicBezTo>
                <a:cubicBezTo>
                  <a:pt x="5982224" y="2901865"/>
                  <a:pt x="5977222" y="2898952"/>
                  <a:pt x="5972336" y="2900256"/>
                </a:cubicBezTo>
                <a:close/>
                <a:moveTo>
                  <a:pt x="7608362" y="2256033"/>
                </a:moveTo>
                <a:lnTo>
                  <a:pt x="7598789" y="2266736"/>
                </a:lnTo>
                <a:lnTo>
                  <a:pt x="7608918" y="2276310"/>
                </a:lnTo>
                <a:cubicBezTo>
                  <a:pt x="7609111" y="2276310"/>
                  <a:pt x="7609301" y="2276310"/>
                  <a:pt x="7609493" y="2276310"/>
                </a:cubicBezTo>
                <a:cubicBezTo>
                  <a:pt x="7615089" y="2276003"/>
                  <a:pt x="7619383" y="2271212"/>
                  <a:pt x="7619076" y="2265615"/>
                </a:cubicBezTo>
                <a:cubicBezTo>
                  <a:pt x="7618769" y="2260000"/>
                  <a:pt x="7613977" y="2255726"/>
                  <a:pt x="7608362" y="2256033"/>
                </a:cubicBezTo>
                <a:close/>
                <a:moveTo>
                  <a:pt x="8384674" y="1947122"/>
                </a:moveTo>
                <a:cubicBezTo>
                  <a:pt x="8381701" y="1948741"/>
                  <a:pt x="8379344" y="1951496"/>
                  <a:pt x="8378309" y="1955003"/>
                </a:cubicBezTo>
                <a:cubicBezTo>
                  <a:pt x="8376239" y="1961998"/>
                  <a:pt x="8380264" y="1969339"/>
                  <a:pt x="8387259" y="1971409"/>
                </a:cubicBezTo>
                <a:cubicBezTo>
                  <a:pt x="8388505" y="1971792"/>
                  <a:pt x="8389769" y="1971965"/>
                  <a:pt x="8390996" y="1971965"/>
                </a:cubicBezTo>
                <a:cubicBezTo>
                  <a:pt x="8396707" y="1971965"/>
                  <a:pt x="8401978" y="1968227"/>
                  <a:pt x="8403684" y="1962478"/>
                </a:cubicBezTo>
                <a:cubicBezTo>
                  <a:pt x="8405754" y="1955463"/>
                  <a:pt x="8401748" y="1948123"/>
                  <a:pt x="8394734" y="1946053"/>
                </a:cubicBezTo>
                <a:cubicBezTo>
                  <a:pt x="8391236" y="1945019"/>
                  <a:pt x="8387647" y="1945502"/>
                  <a:pt x="8384674" y="1947122"/>
                </a:cubicBezTo>
                <a:close/>
                <a:moveTo>
                  <a:pt x="4822665" y="3335059"/>
                </a:moveTo>
                <a:cubicBezTo>
                  <a:pt x="4820922" y="3337225"/>
                  <a:pt x="4821268" y="3340387"/>
                  <a:pt x="4823433" y="3342151"/>
                </a:cubicBezTo>
                <a:cubicBezTo>
                  <a:pt x="4824353" y="3342897"/>
                  <a:pt x="4825483" y="3343262"/>
                  <a:pt x="4826594" y="3343262"/>
                </a:cubicBezTo>
                <a:cubicBezTo>
                  <a:pt x="4828070" y="3343262"/>
                  <a:pt x="4829526" y="3342610"/>
                  <a:pt x="4830523" y="3341383"/>
                </a:cubicBezTo>
                <a:cubicBezTo>
                  <a:pt x="4832268" y="3339199"/>
                  <a:pt x="4831923" y="3336036"/>
                  <a:pt x="4829758" y="3334292"/>
                </a:cubicBezTo>
                <a:cubicBezTo>
                  <a:pt x="4827592" y="3332530"/>
                  <a:pt x="4824410" y="3332874"/>
                  <a:pt x="4822665" y="3335059"/>
                </a:cubicBezTo>
                <a:close/>
                <a:moveTo>
                  <a:pt x="5874670" y="2924270"/>
                </a:moveTo>
                <a:cubicBezTo>
                  <a:pt x="5869744" y="2925381"/>
                  <a:pt x="5866659" y="2930268"/>
                  <a:pt x="5867770" y="2935174"/>
                </a:cubicBezTo>
                <a:lnTo>
                  <a:pt x="5867751" y="2935174"/>
                </a:lnTo>
                <a:cubicBezTo>
                  <a:pt x="5868709" y="2939429"/>
                  <a:pt x="5872486" y="2942323"/>
                  <a:pt x="5876643" y="2942323"/>
                </a:cubicBezTo>
                <a:cubicBezTo>
                  <a:pt x="5877315" y="2942323"/>
                  <a:pt x="5877985" y="2942247"/>
                  <a:pt x="5878674" y="2942093"/>
                </a:cubicBezTo>
                <a:cubicBezTo>
                  <a:pt x="5883599" y="2940982"/>
                  <a:pt x="5886706" y="2936095"/>
                  <a:pt x="5885594" y="2931169"/>
                </a:cubicBezTo>
                <a:cubicBezTo>
                  <a:pt x="5884482" y="2926243"/>
                  <a:pt x="5879596" y="2923158"/>
                  <a:pt x="5874670" y="2924270"/>
                </a:cubicBezTo>
                <a:close/>
                <a:moveTo>
                  <a:pt x="7911577" y="2125038"/>
                </a:moveTo>
                <a:cubicBezTo>
                  <a:pt x="7905444" y="2124425"/>
                  <a:pt x="7899944" y="2128891"/>
                  <a:pt x="7899331" y="2135042"/>
                </a:cubicBezTo>
                <a:cubicBezTo>
                  <a:pt x="7898717" y="2141176"/>
                  <a:pt x="7903183" y="2146676"/>
                  <a:pt x="7909335" y="2147289"/>
                </a:cubicBezTo>
                <a:cubicBezTo>
                  <a:pt x="7909699" y="2147328"/>
                  <a:pt x="7910081" y="2147347"/>
                  <a:pt x="7910465" y="2147347"/>
                </a:cubicBezTo>
                <a:cubicBezTo>
                  <a:pt x="7916138" y="2147347"/>
                  <a:pt x="7920987" y="2143054"/>
                  <a:pt x="7921581" y="2137304"/>
                </a:cubicBezTo>
                <a:cubicBezTo>
                  <a:pt x="7922194" y="2131152"/>
                  <a:pt x="7917729" y="2125671"/>
                  <a:pt x="7911577" y="2125038"/>
                </a:cubicBezTo>
                <a:close/>
                <a:moveTo>
                  <a:pt x="5383655" y="3110327"/>
                </a:moveTo>
                <a:cubicBezTo>
                  <a:pt x="5379189" y="3110001"/>
                  <a:pt x="5375299" y="3113355"/>
                  <a:pt x="5374971" y="3117839"/>
                </a:cubicBezTo>
                <a:cubicBezTo>
                  <a:pt x="5374647" y="3122306"/>
                  <a:pt x="5378019" y="3126176"/>
                  <a:pt x="5382484" y="3126502"/>
                </a:cubicBezTo>
                <a:cubicBezTo>
                  <a:pt x="5382677" y="3126522"/>
                  <a:pt x="5382868" y="3126522"/>
                  <a:pt x="5383079" y="3126522"/>
                </a:cubicBezTo>
                <a:cubicBezTo>
                  <a:pt x="5387295" y="3126522"/>
                  <a:pt x="5390860" y="3123283"/>
                  <a:pt x="5391166" y="3119008"/>
                </a:cubicBezTo>
                <a:cubicBezTo>
                  <a:pt x="5391472" y="3114525"/>
                  <a:pt x="5388118" y="3110653"/>
                  <a:pt x="5383655" y="3110327"/>
                </a:cubicBezTo>
                <a:close/>
                <a:moveTo>
                  <a:pt x="8563786" y="1863223"/>
                </a:moveTo>
                <a:cubicBezTo>
                  <a:pt x="8560523" y="1864850"/>
                  <a:pt x="8557878" y="1867725"/>
                  <a:pt x="8556623" y="1871462"/>
                </a:cubicBezTo>
                <a:cubicBezTo>
                  <a:pt x="8554132" y="1878917"/>
                  <a:pt x="8558157" y="1886987"/>
                  <a:pt x="8565631" y="1889497"/>
                </a:cubicBezTo>
                <a:cubicBezTo>
                  <a:pt x="8567126" y="1889995"/>
                  <a:pt x="8568640" y="1890225"/>
                  <a:pt x="8570154" y="1890225"/>
                </a:cubicBezTo>
                <a:cubicBezTo>
                  <a:pt x="8576096" y="1890225"/>
                  <a:pt x="8581654" y="1886468"/>
                  <a:pt x="8583647" y="1880508"/>
                </a:cubicBezTo>
                <a:cubicBezTo>
                  <a:pt x="8586137" y="1873033"/>
                  <a:pt x="8582132" y="1864965"/>
                  <a:pt x="8574658" y="1862473"/>
                </a:cubicBezTo>
                <a:cubicBezTo>
                  <a:pt x="8570930" y="1861218"/>
                  <a:pt x="8567049" y="1861597"/>
                  <a:pt x="8563786" y="1863223"/>
                </a:cubicBezTo>
                <a:close/>
                <a:moveTo>
                  <a:pt x="4591187" y="3412448"/>
                </a:moveTo>
                <a:cubicBezTo>
                  <a:pt x="4589961" y="3413560"/>
                  <a:pt x="4589864" y="3415457"/>
                  <a:pt x="4590976" y="3416703"/>
                </a:cubicBezTo>
                <a:cubicBezTo>
                  <a:pt x="4591570" y="3417355"/>
                  <a:pt x="4592375" y="3417680"/>
                  <a:pt x="4593199" y="3417680"/>
                </a:cubicBezTo>
                <a:cubicBezTo>
                  <a:pt x="4593927" y="3417680"/>
                  <a:pt x="4594637" y="3417412"/>
                  <a:pt x="4595212" y="3416895"/>
                </a:cubicBezTo>
                <a:cubicBezTo>
                  <a:pt x="4596439" y="3415783"/>
                  <a:pt x="4596534" y="3413886"/>
                  <a:pt x="4595422" y="3412659"/>
                </a:cubicBezTo>
                <a:cubicBezTo>
                  <a:pt x="4594310" y="3411432"/>
                  <a:pt x="4592412" y="3411337"/>
                  <a:pt x="4591187" y="3412448"/>
                </a:cubicBezTo>
                <a:close/>
                <a:moveTo>
                  <a:pt x="5776160" y="2944220"/>
                </a:moveTo>
                <a:cubicBezTo>
                  <a:pt x="5771196" y="2945102"/>
                  <a:pt x="5767879" y="2949855"/>
                  <a:pt x="5768762" y="2954819"/>
                </a:cubicBezTo>
                <a:cubicBezTo>
                  <a:pt x="5769566" y="2959247"/>
                  <a:pt x="5773420" y="2962351"/>
                  <a:pt x="5777752" y="2962351"/>
                </a:cubicBezTo>
                <a:cubicBezTo>
                  <a:pt x="5778287" y="2962351"/>
                  <a:pt x="5778823" y="2962293"/>
                  <a:pt x="5779380" y="2962198"/>
                </a:cubicBezTo>
                <a:cubicBezTo>
                  <a:pt x="5784343" y="2961297"/>
                  <a:pt x="5787639" y="2956563"/>
                  <a:pt x="5786759" y="2951599"/>
                </a:cubicBezTo>
                <a:cubicBezTo>
                  <a:pt x="5785857" y="2946636"/>
                  <a:pt x="5781123" y="2943320"/>
                  <a:pt x="5776160" y="2944220"/>
                </a:cubicBezTo>
                <a:close/>
                <a:moveTo>
                  <a:pt x="7506613" y="2264389"/>
                </a:moveTo>
                <a:cubicBezTo>
                  <a:pt x="7501037" y="2265002"/>
                  <a:pt x="7496993" y="2270004"/>
                  <a:pt x="7497606" y="2275582"/>
                </a:cubicBezTo>
                <a:cubicBezTo>
                  <a:pt x="7498181" y="2280794"/>
                  <a:pt x="7502570" y="2284647"/>
                  <a:pt x="7507706" y="2284647"/>
                </a:cubicBezTo>
                <a:cubicBezTo>
                  <a:pt x="7508071" y="2284647"/>
                  <a:pt x="7508434" y="2284627"/>
                  <a:pt x="7508799" y="2284589"/>
                </a:cubicBezTo>
                <a:cubicBezTo>
                  <a:pt x="7514376" y="2283976"/>
                  <a:pt x="7518419" y="2278974"/>
                  <a:pt x="7517807" y="2273396"/>
                </a:cubicBezTo>
                <a:cubicBezTo>
                  <a:pt x="7517193" y="2267820"/>
                  <a:pt x="7512191" y="2263776"/>
                  <a:pt x="7506613" y="2264389"/>
                </a:cubicBezTo>
                <a:close/>
                <a:moveTo>
                  <a:pt x="8736916" y="1782175"/>
                </a:moveTo>
                <a:cubicBezTo>
                  <a:pt x="8733395" y="1783867"/>
                  <a:pt x="8730520" y="1786904"/>
                  <a:pt x="8729131" y="1790891"/>
                </a:cubicBezTo>
                <a:cubicBezTo>
                  <a:pt x="8726313" y="1798845"/>
                  <a:pt x="8730511" y="1807546"/>
                  <a:pt x="8738464" y="1810344"/>
                </a:cubicBezTo>
                <a:cubicBezTo>
                  <a:pt x="8740131" y="1810938"/>
                  <a:pt x="8741856" y="1811225"/>
                  <a:pt x="8743524" y="1811225"/>
                </a:cubicBezTo>
                <a:cubicBezTo>
                  <a:pt x="8749829" y="1811225"/>
                  <a:pt x="8755712" y="1807296"/>
                  <a:pt x="8757935" y="1801010"/>
                </a:cubicBezTo>
                <a:cubicBezTo>
                  <a:pt x="8760734" y="1793057"/>
                  <a:pt x="8756537" y="1784336"/>
                  <a:pt x="8748583" y="1781538"/>
                </a:cubicBezTo>
                <a:cubicBezTo>
                  <a:pt x="8744606" y="1780139"/>
                  <a:pt x="8740438" y="1780484"/>
                  <a:pt x="8736916" y="1782175"/>
                </a:cubicBezTo>
                <a:close/>
                <a:moveTo>
                  <a:pt x="5095275" y="3191951"/>
                </a:moveTo>
                <a:cubicBezTo>
                  <a:pt x="5091632" y="3190552"/>
                  <a:pt x="5087531" y="3192372"/>
                  <a:pt x="5086132" y="3196033"/>
                </a:cubicBezTo>
                <a:cubicBezTo>
                  <a:pt x="5084715" y="3199694"/>
                  <a:pt x="5086555" y="3203795"/>
                  <a:pt x="5090196" y="3205194"/>
                </a:cubicBezTo>
                <a:cubicBezTo>
                  <a:pt x="5091040" y="3205520"/>
                  <a:pt x="5091900" y="3205674"/>
                  <a:pt x="5092744" y="3205674"/>
                </a:cubicBezTo>
                <a:cubicBezTo>
                  <a:pt x="5095581" y="3205674"/>
                  <a:pt x="5098284" y="3203930"/>
                  <a:pt x="5099377" y="3201112"/>
                </a:cubicBezTo>
                <a:cubicBezTo>
                  <a:pt x="5100774" y="3197452"/>
                  <a:pt x="5098934" y="3193350"/>
                  <a:pt x="5095275" y="3191951"/>
                </a:cubicBezTo>
                <a:close/>
                <a:moveTo>
                  <a:pt x="8097602" y="2016742"/>
                </a:moveTo>
                <a:cubicBezTo>
                  <a:pt x="8095017" y="2018493"/>
                  <a:pt x="8093101" y="2021229"/>
                  <a:pt x="8092459" y="2024535"/>
                </a:cubicBezTo>
                <a:cubicBezTo>
                  <a:pt x="8091194" y="2031147"/>
                  <a:pt x="8095526" y="2037548"/>
                  <a:pt x="8102138" y="2038813"/>
                </a:cubicBezTo>
                <a:cubicBezTo>
                  <a:pt x="8102923" y="2038967"/>
                  <a:pt x="8103690" y="2039043"/>
                  <a:pt x="8104457" y="2039043"/>
                </a:cubicBezTo>
                <a:cubicBezTo>
                  <a:pt x="8110187" y="2039043"/>
                  <a:pt x="8115304" y="2034980"/>
                  <a:pt x="8116435" y="2029135"/>
                </a:cubicBezTo>
                <a:cubicBezTo>
                  <a:pt x="8117699" y="2022523"/>
                  <a:pt x="8113368" y="2016122"/>
                  <a:pt x="8106756" y="2014857"/>
                </a:cubicBezTo>
                <a:cubicBezTo>
                  <a:pt x="8103440" y="2014224"/>
                  <a:pt x="8100187" y="2014991"/>
                  <a:pt x="8097602" y="2016742"/>
                </a:cubicBezTo>
                <a:close/>
                <a:moveTo>
                  <a:pt x="8904845" y="1700914"/>
                </a:moveTo>
                <a:cubicBezTo>
                  <a:pt x="8901086" y="1702721"/>
                  <a:pt x="8898015" y="1705960"/>
                  <a:pt x="8896520" y="1710205"/>
                </a:cubicBezTo>
                <a:cubicBezTo>
                  <a:pt x="8893551" y="1718695"/>
                  <a:pt x="8898015" y="1727990"/>
                  <a:pt x="8906525" y="1730980"/>
                </a:cubicBezTo>
                <a:cubicBezTo>
                  <a:pt x="8908308" y="1731593"/>
                  <a:pt x="8910109" y="1731900"/>
                  <a:pt x="8911891" y="1731900"/>
                </a:cubicBezTo>
                <a:cubicBezTo>
                  <a:pt x="8918638" y="1731900"/>
                  <a:pt x="8924924" y="1727684"/>
                  <a:pt x="8927280" y="1720976"/>
                </a:cubicBezTo>
                <a:cubicBezTo>
                  <a:pt x="8930252" y="1712485"/>
                  <a:pt x="8925786" y="1703191"/>
                  <a:pt x="8917295" y="1700219"/>
                </a:cubicBezTo>
                <a:cubicBezTo>
                  <a:pt x="8913050" y="1698734"/>
                  <a:pt x="8908604" y="1699108"/>
                  <a:pt x="8904845" y="1700914"/>
                </a:cubicBezTo>
                <a:close/>
                <a:moveTo>
                  <a:pt x="5676864" y="2959457"/>
                </a:moveTo>
                <a:cubicBezTo>
                  <a:pt x="5671860" y="2960090"/>
                  <a:pt x="5668316" y="2964670"/>
                  <a:pt x="5668949" y="2969672"/>
                </a:cubicBezTo>
                <a:cubicBezTo>
                  <a:pt x="5669525" y="2974291"/>
                  <a:pt x="5673472" y="2977664"/>
                  <a:pt x="5677996" y="2977664"/>
                </a:cubicBezTo>
                <a:cubicBezTo>
                  <a:pt x="5678379" y="2977664"/>
                  <a:pt x="5678761" y="2977645"/>
                  <a:pt x="5679164" y="2977588"/>
                </a:cubicBezTo>
                <a:cubicBezTo>
                  <a:pt x="5684165" y="2976955"/>
                  <a:pt x="5687713" y="2972375"/>
                  <a:pt x="5687080" y="2967372"/>
                </a:cubicBezTo>
                <a:cubicBezTo>
                  <a:pt x="5686429" y="2962370"/>
                  <a:pt x="5681867" y="2958825"/>
                  <a:pt x="5676864" y="2959457"/>
                </a:cubicBezTo>
                <a:close/>
                <a:moveTo>
                  <a:pt x="4375098" y="3461684"/>
                </a:moveTo>
                <a:cubicBezTo>
                  <a:pt x="4374714" y="3462048"/>
                  <a:pt x="4374695" y="3462642"/>
                  <a:pt x="4375060" y="3463044"/>
                </a:cubicBezTo>
                <a:cubicBezTo>
                  <a:pt x="4375252" y="3463236"/>
                  <a:pt x="4375500" y="3463333"/>
                  <a:pt x="4375749" y="3463332"/>
                </a:cubicBezTo>
                <a:cubicBezTo>
                  <a:pt x="4375999" y="3463332"/>
                  <a:pt x="4376228" y="3463256"/>
                  <a:pt x="4376420" y="3463083"/>
                </a:cubicBezTo>
                <a:cubicBezTo>
                  <a:pt x="4376803" y="3462700"/>
                  <a:pt x="4376822" y="3462106"/>
                  <a:pt x="4376459" y="3461722"/>
                </a:cubicBezTo>
                <a:cubicBezTo>
                  <a:pt x="4376093" y="3461338"/>
                  <a:pt x="4375480" y="3461320"/>
                  <a:pt x="4375098" y="3461684"/>
                </a:cubicBezTo>
                <a:close/>
                <a:moveTo>
                  <a:pt x="7405440" y="2278054"/>
                </a:moveTo>
                <a:cubicBezTo>
                  <a:pt x="7399901" y="2278936"/>
                  <a:pt x="7396125" y="2284149"/>
                  <a:pt x="7397026" y="2289687"/>
                </a:cubicBezTo>
                <a:cubicBezTo>
                  <a:pt x="7397831" y="2294670"/>
                  <a:pt x="7402144" y="2298234"/>
                  <a:pt x="7407031" y="2298234"/>
                </a:cubicBezTo>
                <a:cubicBezTo>
                  <a:pt x="7407567" y="2298234"/>
                  <a:pt x="7408123" y="2298197"/>
                  <a:pt x="7408679" y="2298101"/>
                </a:cubicBezTo>
                <a:cubicBezTo>
                  <a:pt x="7414199" y="2297200"/>
                  <a:pt x="7417974" y="2292006"/>
                  <a:pt x="7417073" y="2286468"/>
                </a:cubicBezTo>
                <a:cubicBezTo>
                  <a:pt x="7416191" y="2280909"/>
                  <a:pt x="7410979" y="2277153"/>
                  <a:pt x="7405440" y="2278054"/>
                </a:cubicBezTo>
                <a:close/>
                <a:moveTo>
                  <a:pt x="4668997" y="3344546"/>
                </a:moveTo>
                <a:cubicBezTo>
                  <a:pt x="4667427" y="3346117"/>
                  <a:pt x="4667407" y="3348667"/>
                  <a:pt x="4668979" y="3350258"/>
                </a:cubicBezTo>
                <a:lnTo>
                  <a:pt x="4668997" y="3350258"/>
                </a:lnTo>
                <a:cubicBezTo>
                  <a:pt x="4669784" y="3351043"/>
                  <a:pt x="4670821" y="3351445"/>
                  <a:pt x="4671853" y="3351445"/>
                </a:cubicBezTo>
                <a:cubicBezTo>
                  <a:pt x="4672869" y="3351445"/>
                  <a:pt x="4673904" y="3351062"/>
                  <a:pt x="4674690" y="3350277"/>
                </a:cubicBezTo>
                <a:cubicBezTo>
                  <a:pt x="4676242" y="3348705"/>
                  <a:pt x="4676262" y="3346156"/>
                  <a:pt x="4674690" y="3344585"/>
                </a:cubicBezTo>
                <a:cubicBezTo>
                  <a:pt x="4673119" y="3342994"/>
                  <a:pt x="4670588" y="3342994"/>
                  <a:pt x="4668997" y="3344546"/>
                </a:cubicBezTo>
                <a:close/>
                <a:moveTo>
                  <a:pt x="7801055" y="2120146"/>
                </a:moveTo>
                <a:cubicBezTo>
                  <a:pt x="7798933" y="2122063"/>
                  <a:pt x="7797543" y="2124789"/>
                  <a:pt x="7797390" y="2127874"/>
                </a:cubicBezTo>
                <a:cubicBezTo>
                  <a:pt x="7797083" y="2134046"/>
                  <a:pt x="7801836" y="2139297"/>
                  <a:pt x="7808007" y="2139604"/>
                </a:cubicBezTo>
                <a:lnTo>
                  <a:pt x="7808007" y="2139623"/>
                </a:lnTo>
                <a:cubicBezTo>
                  <a:pt x="7808200" y="2139623"/>
                  <a:pt x="7808391" y="2139623"/>
                  <a:pt x="7808582" y="2139623"/>
                </a:cubicBezTo>
                <a:cubicBezTo>
                  <a:pt x="7814485" y="2139623"/>
                  <a:pt x="7819430" y="2134966"/>
                  <a:pt x="7819717" y="2129006"/>
                </a:cubicBezTo>
                <a:cubicBezTo>
                  <a:pt x="7820024" y="2122835"/>
                  <a:pt x="7815290" y="2117583"/>
                  <a:pt x="7809119" y="2117277"/>
                </a:cubicBezTo>
                <a:cubicBezTo>
                  <a:pt x="7806033" y="2117123"/>
                  <a:pt x="7803177" y="2118230"/>
                  <a:pt x="7801055" y="2120146"/>
                </a:cubicBezTo>
                <a:close/>
                <a:moveTo>
                  <a:pt x="4908603" y="3248853"/>
                </a:moveTo>
                <a:cubicBezTo>
                  <a:pt x="4906763" y="3251653"/>
                  <a:pt x="4907531" y="3255408"/>
                  <a:pt x="4910330" y="3257267"/>
                </a:cubicBezTo>
                <a:cubicBezTo>
                  <a:pt x="4911364" y="3257938"/>
                  <a:pt x="4912513" y="3258263"/>
                  <a:pt x="4913664" y="3258263"/>
                </a:cubicBezTo>
                <a:cubicBezTo>
                  <a:pt x="4915638" y="3258263"/>
                  <a:pt x="4917554" y="3257305"/>
                  <a:pt x="4918722" y="3255543"/>
                </a:cubicBezTo>
                <a:cubicBezTo>
                  <a:pt x="4920582" y="3252763"/>
                  <a:pt x="4919816" y="3248988"/>
                  <a:pt x="4917018" y="3247149"/>
                </a:cubicBezTo>
                <a:cubicBezTo>
                  <a:pt x="4914220" y="3245289"/>
                  <a:pt x="4910461" y="3246056"/>
                  <a:pt x="4908603" y="3248853"/>
                </a:cubicBezTo>
                <a:close/>
                <a:moveTo>
                  <a:pt x="5284801" y="3098809"/>
                </a:moveTo>
                <a:cubicBezTo>
                  <a:pt x="5280373" y="3098081"/>
                  <a:pt x="5276214" y="3101070"/>
                  <a:pt x="5275485" y="3105497"/>
                </a:cubicBezTo>
                <a:cubicBezTo>
                  <a:pt x="5274758" y="3109924"/>
                  <a:pt x="5277768" y="3114084"/>
                  <a:pt x="5282191" y="3114812"/>
                </a:cubicBezTo>
                <a:cubicBezTo>
                  <a:pt x="5282635" y="3114888"/>
                  <a:pt x="5283075" y="3114927"/>
                  <a:pt x="5283497" y="3114927"/>
                </a:cubicBezTo>
                <a:cubicBezTo>
                  <a:pt x="5287405" y="3114927"/>
                  <a:pt x="5290837" y="3112090"/>
                  <a:pt x="5291507" y="3108123"/>
                </a:cubicBezTo>
                <a:cubicBezTo>
                  <a:pt x="5292216" y="3103696"/>
                  <a:pt x="5289226" y="3099518"/>
                  <a:pt x="5284801" y="3098809"/>
                </a:cubicBezTo>
                <a:close/>
                <a:moveTo>
                  <a:pt x="8284655" y="1919559"/>
                </a:moveTo>
                <a:cubicBezTo>
                  <a:pt x="8281735" y="1921272"/>
                  <a:pt x="8279463" y="1924099"/>
                  <a:pt x="8278534" y="1927635"/>
                </a:cubicBezTo>
                <a:cubicBezTo>
                  <a:pt x="8276694" y="1934707"/>
                  <a:pt x="8280930" y="1941933"/>
                  <a:pt x="8288002" y="1943773"/>
                </a:cubicBezTo>
                <a:cubicBezTo>
                  <a:pt x="8289113" y="1944060"/>
                  <a:pt x="8290244" y="1944195"/>
                  <a:pt x="8291356" y="1944195"/>
                </a:cubicBezTo>
                <a:cubicBezTo>
                  <a:pt x="8297220" y="1944195"/>
                  <a:pt x="8302587" y="1940265"/>
                  <a:pt x="8304140" y="1934324"/>
                </a:cubicBezTo>
                <a:cubicBezTo>
                  <a:pt x="8305980" y="1927252"/>
                  <a:pt x="8301743" y="1920027"/>
                  <a:pt x="8294672" y="1918167"/>
                </a:cubicBezTo>
                <a:cubicBezTo>
                  <a:pt x="8291145" y="1917247"/>
                  <a:pt x="8287576" y="1917847"/>
                  <a:pt x="8284655" y="1919559"/>
                </a:cubicBezTo>
                <a:close/>
                <a:moveTo>
                  <a:pt x="5568466" y="2978948"/>
                </a:moveTo>
                <a:lnTo>
                  <a:pt x="5568466" y="2978968"/>
                </a:lnTo>
                <a:lnTo>
                  <a:pt x="5568473" y="2978957"/>
                </a:lnTo>
                <a:close/>
                <a:moveTo>
                  <a:pt x="7305090" y="2296817"/>
                </a:moveTo>
                <a:cubicBezTo>
                  <a:pt x="7299609" y="2297986"/>
                  <a:pt x="7296101" y="2303390"/>
                  <a:pt x="7297290" y="2308872"/>
                </a:cubicBezTo>
                <a:cubicBezTo>
                  <a:pt x="7298305" y="2313644"/>
                  <a:pt x="7302522" y="2316901"/>
                  <a:pt x="7307198" y="2316901"/>
                </a:cubicBezTo>
                <a:cubicBezTo>
                  <a:pt x="7307908" y="2316901"/>
                  <a:pt x="7308617" y="2316825"/>
                  <a:pt x="7309345" y="2316672"/>
                </a:cubicBezTo>
                <a:cubicBezTo>
                  <a:pt x="7314827" y="2315503"/>
                  <a:pt x="7318314" y="2310098"/>
                  <a:pt x="7317145" y="2304617"/>
                </a:cubicBezTo>
                <a:cubicBezTo>
                  <a:pt x="7315976" y="2299136"/>
                  <a:pt x="7310572" y="2295648"/>
                  <a:pt x="7305090" y="2296817"/>
                </a:cubicBezTo>
                <a:close/>
                <a:moveTo>
                  <a:pt x="5576955" y="2969231"/>
                </a:moveTo>
                <a:lnTo>
                  <a:pt x="5568473" y="2978957"/>
                </a:lnTo>
                <a:lnTo>
                  <a:pt x="5577549" y="2987457"/>
                </a:lnTo>
                <a:cubicBezTo>
                  <a:pt x="5577760" y="2987457"/>
                  <a:pt x="5577971" y="2987457"/>
                  <a:pt x="5578181" y="2987457"/>
                </a:cubicBezTo>
                <a:cubicBezTo>
                  <a:pt x="5583222" y="2987132"/>
                  <a:pt x="5587018" y="2982762"/>
                  <a:pt x="5586691" y="2977741"/>
                </a:cubicBezTo>
                <a:cubicBezTo>
                  <a:pt x="5586347" y="2972701"/>
                  <a:pt x="5581979" y="2968905"/>
                  <a:pt x="5576955" y="2969231"/>
                </a:cubicBezTo>
                <a:close/>
                <a:moveTo>
                  <a:pt x="4450301" y="3403249"/>
                </a:moveTo>
                <a:cubicBezTo>
                  <a:pt x="4449497" y="3403997"/>
                  <a:pt x="4449460" y="3405242"/>
                  <a:pt x="4450207" y="3406047"/>
                </a:cubicBezTo>
                <a:cubicBezTo>
                  <a:pt x="4450589" y="3406450"/>
                  <a:pt x="4451127" y="3406660"/>
                  <a:pt x="4451664" y="3406660"/>
                </a:cubicBezTo>
                <a:cubicBezTo>
                  <a:pt x="4452142" y="3406660"/>
                  <a:pt x="4452621" y="3406488"/>
                  <a:pt x="4453005" y="3406143"/>
                </a:cubicBezTo>
                <a:cubicBezTo>
                  <a:pt x="4453790" y="3405377"/>
                  <a:pt x="4453849" y="3404130"/>
                  <a:pt x="4453101" y="3403326"/>
                </a:cubicBezTo>
                <a:cubicBezTo>
                  <a:pt x="4452353" y="3402540"/>
                  <a:pt x="4451108" y="3402483"/>
                  <a:pt x="4450301" y="3403249"/>
                </a:cubicBezTo>
                <a:close/>
                <a:moveTo>
                  <a:pt x="8464582" y="1831100"/>
                </a:moveTo>
                <a:cubicBezTo>
                  <a:pt x="8461348" y="1832782"/>
                  <a:pt x="8458756" y="1835700"/>
                  <a:pt x="8457578" y="1839456"/>
                </a:cubicBezTo>
                <a:cubicBezTo>
                  <a:pt x="8455200" y="1846950"/>
                  <a:pt x="8459379" y="1854961"/>
                  <a:pt x="8466872" y="1857319"/>
                </a:cubicBezTo>
                <a:cubicBezTo>
                  <a:pt x="8468309" y="1857778"/>
                  <a:pt x="8469747" y="1857988"/>
                  <a:pt x="8471166" y="1857989"/>
                </a:cubicBezTo>
                <a:cubicBezTo>
                  <a:pt x="8477222" y="1857989"/>
                  <a:pt x="8482837" y="1854099"/>
                  <a:pt x="8484753" y="1848023"/>
                </a:cubicBezTo>
                <a:cubicBezTo>
                  <a:pt x="8487111" y="1840510"/>
                  <a:pt x="8482952" y="1832518"/>
                  <a:pt x="8475439" y="1830161"/>
                </a:cubicBezTo>
                <a:cubicBezTo>
                  <a:pt x="8471692" y="1828973"/>
                  <a:pt x="8467816" y="1829418"/>
                  <a:pt x="8464582" y="1831100"/>
                </a:cubicBezTo>
                <a:close/>
                <a:moveTo>
                  <a:pt x="7205833" y="2320505"/>
                </a:moveTo>
                <a:cubicBezTo>
                  <a:pt x="7200410" y="2321923"/>
                  <a:pt x="7197151" y="2327481"/>
                  <a:pt x="7198589" y="2332905"/>
                </a:cubicBezTo>
                <a:cubicBezTo>
                  <a:pt x="7199777" y="2337467"/>
                  <a:pt x="7203897" y="2340494"/>
                  <a:pt x="7208402" y="2340494"/>
                </a:cubicBezTo>
                <a:cubicBezTo>
                  <a:pt x="7209263" y="2340494"/>
                  <a:pt x="7210127" y="2340379"/>
                  <a:pt x="7210988" y="2340149"/>
                </a:cubicBezTo>
                <a:cubicBezTo>
                  <a:pt x="7216412" y="2338731"/>
                  <a:pt x="7219651" y="2333173"/>
                  <a:pt x="7218234" y="2327750"/>
                </a:cubicBezTo>
                <a:cubicBezTo>
                  <a:pt x="7216815" y="2322325"/>
                  <a:pt x="7211257" y="2319087"/>
                  <a:pt x="7205833" y="2320505"/>
                </a:cubicBezTo>
                <a:close/>
                <a:moveTo>
                  <a:pt x="4748191" y="3270816"/>
                </a:moveTo>
                <a:cubicBezTo>
                  <a:pt x="4746330" y="3272887"/>
                  <a:pt x="4746504" y="3276068"/>
                  <a:pt x="4748572" y="3277947"/>
                </a:cubicBezTo>
                <a:cubicBezTo>
                  <a:pt x="4749531" y="3278808"/>
                  <a:pt x="4750739" y="3279230"/>
                  <a:pt x="4751946" y="3279230"/>
                </a:cubicBezTo>
                <a:cubicBezTo>
                  <a:pt x="4753326" y="3279230"/>
                  <a:pt x="4754687" y="3278675"/>
                  <a:pt x="4755702" y="3277563"/>
                </a:cubicBezTo>
                <a:cubicBezTo>
                  <a:pt x="4757561" y="3275494"/>
                  <a:pt x="4757389" y="3272293"/>
                  <a:pt x="4755318" y="3270434"/>
                </a:cubicBezTo>
                <a:cubicBezTo>
                  <a:pt x="4753248" y="3268574"/>
                  <a:pt x="4750049" y="3268747"/>
                  <a:pt x="4748191" y="3270816"/>
                </a:cubicBezTo>
                <a:close/>
                <a:moveTo>
                  <a:pt x="7706354" y="2114823"/>
                </a:moveTo>
                <a:cubicBezTo>
                  <a:pt x="7700183" y="2114842"/>
                  <a:pt x="7695181" y="2119864"/>
                  <a:pt x="7695220" y="2126035"/>
                </a:cubicBezTo>
                <a:cubicBezTo>
                  <a:pt x="7695220" y="2132206"/>
                  <a:pt x="7700221" y="2137189"/>
                  <a:pt x="7706393" y="2137189"/>
                </a:cubicBezTo>
                <a:lnTo>
                  <a:pt x="7706432" y="2137189"/>
                </a:lnTo>
                <a:cubicBezTo>
                  <a:pt x="7712603" y="2137170"/>
                  <a:pt x="7717586" y="2132148"/>
                  <a:pt x="7717566" y="2125977"/>
                </a:cubicBezTo>
                <a:cubicBezTo>
                  <a:pt x="7717547" y="2119806"/>
                  <a:pt x="7712526" y="2114823"/>
                  <a:pt x="7706354" y="2114823"/>
                </a:cubicBezTo>
                <a:close/>
                <a:moveTo>
                  <a:pt x="7107726" y="2348371"/>
                </a:moveTo>
                <a:cubicBezTo>
                  <a:pt x="7102359" y="2350000"/>
                  <a:pt x="7099332" y="2355673"/>
                  <a:pt x="7100980" y="2361040"/>
                </a:cubicBezTo>
                <a:cubicBezTo>
                  <a:pt x="7102301" y="2365428"/>
                  <a:pt x="7106327" y="2368246"/>
                  <a:pt x="7110697" y="2368246"/>
                </a:cubicBezTo>
                <a:cubicBezTo>
                  <a:pt x="7111674" y="2368246"/>
                  <a:pt x="7112670" y="2368092"/>
                  <a:pt x="7113649" y="2367805"/>
                </a:cubicBezTo>
                <a:cubicBezTo>
                  <a:pt x="7119014" y="2366156"/>
                  <a:pt x="7122043" y="2360503"/>
                  <a:pt x="7120413" y="2355137"/>
                </a:cubicBezTo>
                <a:cubicBezTo>
                  <a:pt x="7118766" y="2349751"/>
                  <a:pt x="7113093" y="2346742"/>
                  <a:pt x="7107726" y="2348371"/>
                </a:cubicBezTo>
                <a:close/>
                <a:moveTo>
                  <a:pt x="7995779" y="1999828"/>
                </a:moveTo>
                <a:cubicBezTo>
                  <a:pt x="7993274" y="2001690"/>
                  <a:pt x="7991477" y="2004507"/>
                  <a:pt x="7990979" y="2007842"/>
                </a:cubicBezTo>
                <a:cubicBezTo>
                  <a:pt x="7990001" y="2014512"/>
                  <a:pt x="7994620" y="2020702"/>
                  <a:pt x="8001289" y="2021699"/>
                </a:cubicBezTo>
                <a:cubicBezTo>
                  <a:pt x="8001884" y="2021775"/>
                  <a:pt x="8002479" y="2021833"/>
                  <a:pt x="8003071" y="2021833"/>
                </a:cubicBezTo>
                <a:cubicBezTo>
                  <a:pt x="8009033" y="2021833"/>
                  <a:pt x="8014245" y="2017464"/>
                  <a:pt x="8015126" y="2011387"/>
                </a:cubicBezTo>
                <a:cubicBezTo>
                  <a:pt x="8016104" y="2004718"/>
                  <a:pt x="8011505" y="1998528"/>
                  <a:pt x="8004835" y="1997550"/>
                </a:cubicBezTo>
                <a:cubicBezTo>
                  <a:pt x="8001500" y="1997061"/>
                  <a:pt x="7998285" y="1997967"/>
                  <a:pt x="7995779" y="1999828"/>
                </a:cubicBezTo>
                <a:close/>
                <a:moveTo>
                  <a:pt x="8637945" y="1747699"/>
                </a:moveTo>
                <a:cubicBezTo>
                  <a:pt x="8634430" y="1749412"/>
                  <a:pt x="8631570" y="1752464"/>
                  <a:pt x="8630200" y="1756451"/>
                </a:cubicBezTo>
                <a:cubicBezTo>
                  <a:pt x="8627440" y="1764404"/>
                  <a:pt x="8631655" y="1773105"/>
                  <a:pt x="8639628" y="1775846"/>
                </a:cubicBezTo>
                <a:cubicBezTo>
                  <a:pt x="8641296" y="1776421"/>
                  <a:pt x="8642963" y="1776689"/>
                  <a:pt x="8644631" y="1776689"/>
                </a:cubicBezTo>
                <a:cubicBezTo>
                  <a:pt x="8650955" y="1776689"/>
                  <a:pt x="8656877" y="1772723"/>
                  <a:pt x="8659062" y="1766417"/>
                </a:cubicBezTo>
                <a:cubicBezTo>
                  <a:pt x="8661803" y="1758444"/>
                  <a:pt x="8657587" y="1749743"/>
                  <a:pt x="8649613" y="1746983"/>
                </a:cubicBezTo>
                <a:cubicBezTo>
                  <a:pt x="8645627" y="1745612"/>
                  <a:pt x="8641459" y="1745986"/>
                  <a:pt x="8637945" y="1747699"/>
                </a:cubicBezTo>
                <a:close/>
                <a:moveTo>
                  <a:pt x="6442632" y="2601526"/>
                </a:moveTo>
                <a:cubicBezTo>
                  <a:pt x="6437419" y="2603557"/>
                  <a:pt x="6434831" y="2609460"/>
                  <a:pt x="6436882" y="2614673"/>
                </a:cubicBezTo>
                <a:cubicBezTo>
                  <a:pt x="6438454" y="2618697"/>
                  <a:pt x="6442287" y="2621132"/>
                  <a:pt x="6446350" y="2621132"/>
                </a:cubicBezTo>
                <a:cubicBezTo>
                  <a:pt x="6447577" y="2621132"/>
                  <a:pt x="6448842" y="2620921"/>
                  <a:pt x="6450049" y="2620442"/>
                </a:cubicBezTo>
                <a:cubicBezTo>
                  <a:pt x="6455281" y="2618391"/>
                  <a:pt x="6457850" y="2612489"/>
                  <a:pt x="6455799" y="2607275"/>
                </a:cubicBezTo>
                <a:cubicBezTo>
                  <a:pt x="6453767" y="2602044"/>
                  <a:pt x="6447864" y="2599475"/>
                  <a:pt x="6442632" y="2601526"/>
                </a:cubicBezTo>
                <a:close/>
                <a:moveTo>
                  <a:pt x="7010731" y="2379630"/>
                </a:moveTo>
                <a:cubicBezTo>
                  <a:pt x="7005421" y="2381431"/>
                  <a:pt x="7002585" y="2387200"/>
                  <a:pt x="7004386" y="2392509"/>
                </a:cubicBezTo>
                <a:cubicBezTo>
                  <a:pt x="7005823" y="2396745"/>
                  <a:pt x="7009772" y="2399409"/>
                  <a:pt x="7014008" y="2399409"/>
                </a:cubicBezTo>
                <a:cubicBezTo>
                  <a:pt x="7015081" y="2399409"/>
                  <a:pt x="7016193" y="2399236"/>
                  <a:pt x="7017266" y="2398872"/>
                </a:cubicBezTo>
                <a:cubicBezTo>
                  <a:pt x="7022575" y="2397051"/>
                  <a:pt x="7025430" y="2391302"/>
                  <a:pt x="7023629" y="2385974"/>
                </a:cubicBezTo>
                <a:cubicBezTo>
                  <a:pt x="7021807" y="2380665"/>
                  <a:pt x="7016058" y="2377828"/>
                  <a:pt x="7010731" y="2379630"/>
                </a:cubicBezTo>
                <a:close/>
                <a:moveTo>
                  <a:pt x="6347936" y="2637864"/>
                </a:moveTo>
                <a:cubicBezTo>
                  <a:pt x="6342666" y="2639818"/>
                  <a:pt x="6340021" y="2645682"/>
                  <a:pt x="6341995" y="2650934"/>
                </a:cubicBezTo>
                <a:cubicBezTo>
                  <a:pt x="6343508" y="2655016"/>
                  <a:pt x="6347380" y="2657527"/>
                  <a:pt x="6351501" y="2657527"/>
                </a:cubicBezTo>
                <a:cubicBezTo>
                  <a:pt x="6352689" y="2657527"/>
                  <a:pt x="6353878" y="2657316"/>
                  <a:pt x="6355065" y="2656875"/>
                </a:cubicBezTo>
                <a:cubicBezTo>
                  <a:pt x="6360317" y="2654901"/>
                  <a:pt x="6362981" y="2649056"/>
                  <a:pt x="6361007" y="2643805"/>
                </a:cubicBezTo>
                <a:cubicBezTo>
                  <a:pt x="6359033" y="2638553"/>
                  <a:pt x="6353188" y="2635889"/>
                  <a:pt x="6347936" y="2637864"/>
                </a:cubicBezTo>
                <a:close/>
                <a:moveTo>
                  <a:pt x="6536925" y="2563982"/>
                </a:moveTo>
                <a:cubicBezTo>
                  <a:pt x="6531731" y="2566090"/>
                  <a:pt x="6529221" y="2571992"/>
                  <a:pt x="6531310" y="2577205"/>
                </a:cubicBezTo>
                <a:cubicBezTo>
                  <a:pt x="6532919" y="2581153"/>
                  <a:pt x="6536715" y="2583549"/>
                  <a:pt x="6540739" y="2583549"/>
                </a:cubicBezTo>
                <a:cubicBezTo>
                  <a:pt x="6542005" y="2583549"/>
                  <a:pt x="6543289" y="2583319"/>
                  <a:pt x="6544534" y="2582821"/>
                </a:cubicBezTo>
                <a:cubicBezTo>
                  <a:pt x="6549747" y="2580713"/>
                  <a:pt x="6552257" y="2574790"/>
                  <a:pt x="6550150" y="2569597"/>
                </a:cubicBezTo>
                <a:cubicBezTo>
                  <a:pt x="6548060" y="2564384"/>
                  <a:pt x="6542138" y="2561872"/>
                  <a:pt x="6536925" y="2563982"/>
                </a:cubicBezTo>
                <a:close/>
                <a:moveTo>
                  <a:pt x="6630893" y="2525574"/>
                </a:moveTo>
                <a:cubicBezTo>
                  <a:pt x="6625699" y="2527701"/>
                  <a:pt x="6623227" y="2533642"/>
                  <a:pt x="6625374" y="2538836"/>
                </a:cubicBezTo>
                <a:cubicBezTo>
                  <a:pt x="6626983" y="2542745"/>
                  <a:pt x="6630778" y="2545122"/>
                  <a:pt x="6634764" y="2545122"/>
                </a:cubicBezTo>
                <a:cubicBezTo>
                  <a:pt x="6636048" y="2545122"/>
                  <a:pt x="6637371" y="2544874"/>
                  <a:pt x="6638636" y="2544356"/>
                </a:cubicBezTo>
                <a:cubicBezTo>
                  <a:pt x="6643810" y="2542209"/>
                  <a:pt x="6646282" y="2536268"/>
                  <a:pt x="6644155" y="2531094"/>
                </a:cubicBezTo>
                <a:cubicBezTo>
                  <a:pt x="6642008" y="2525900"/>
                  <a:pt x="6636087" y="2523427"/>
                  <a:pt x="6630893" y="2525574"/>
                </a:cubicBezTo>
                <a:close/>
                <a:moveTo>
                  <a:pt x="6252684" y="2672648"/>
                </a:moveTo>
                <a:cubicBezTo>
                  <a:pt x="6247395" y="2674507"/>
                  <a:pt x="6244635" y="2680315"/>
                  <a:pt x="6246513" y="2685604"/>
                </a:cubicBezTo>
                <a:cubicBezTo>
                  <a:pt x="6247970" y="2689782"/>
                  <a:pt x="6251899" y="2692370"/>
                  <a:pt x="6256077" y="2692370"/>
                </a:cubicBezTo>
                <a:cubicBezTo>
                  <a:pt x="6257208" y="2692370"/>
                  <a:pt x="6258357" y="2692178"/>
                  <a:pt x="6259469" y="2691795"/>
                </a:cubicBezTo>
                <a:cubicBezTo>
                  <a:pt x="6264759" y="2689916"/>
                  <a:pt x="6267518" y="2684109"/>
                  <a:pt x="6265640" y="2678819"/>
                </a:cubicBezTo>
                <a:cubicBezTo>
                  <a:pt x="6263763" y="2673530"/>
                  <a:pt x="6257974" y="2670770"/>
                  <a:pt x="6252684" y="2672648"/>
                </a:cubicBezTo>
                <a:close/>
                <a:moveTo>
                  <a:pt x="6914731" y="2413591"/>
                </a:moveTo>
                <a:cubicBezTo>
                  <a:pt x="6909461" y="2415526"/>
                  <a:pt x="6906759" y="2421372"/>
                  <a:pt x="6908694" y="2426642"/>
                </a:cubicBezTo>
                <a:cubicBezTo>
                  <a:pt x="6910208" y="2430744"/>
                  <a:pt x="6914099" y="2433293"/>
                  <a:pt x="6918237" y="2433293"/>
                </a:cubicBezTo>
                <a:cubicBezTo>
                  <a:pt x="6919407" y="2433293"/>
                  <a:pt x="6920576" y="2433101"/>
                  <a:pt x="6921746" y="2432660"/>
                </a:cubicBezTo>
                <a:cubicBezTo>
                  <a:pt x="6926997" y="2430725"/>
                  <a:pt x="6929700" y="2424899"/>
                  <a:pt x="6927764" y="2419628"/>
                </a:cubicBezTo>
                <a:cubicBezTo>
                  <a:pt x="6925828" y="2414357"/>
                  <a:pt x="6920002" y="2411655"/>
                  <a:pt x="6914731" y="2413591"/>
                </a:cubicBezTo>
                <a:close/>
                <a:moveTo>
                  <a:pt x="6725014" y="2487147"/>
                </a:moveTo>
                <a:cubicBezTo>
                  <a:pt x="6719801" y="2489236"/>
                  <a:pt x="6717291" y="2495159"/>
                  <a:pt x="6719398" y="2500352"/>
                </a:cubicBezTo>
                <a:cubicBezTo>
                  <a:pt x="6720988" y="2504320"/>
                  <a:pt x="6724784" y="2506716"/>
                  <a:pt x="6728808" y="2506716"/>
                </a:cubicBezTo>
                <a:cubicBezTo>
                  <a:pt x="6730074" y="2506716"/>
                  <a:pt x="6731357" y="2506485"/>
                  <a:pt x="6732602" y="2505987"/>
                </a:cubicBezTo>
                <a:cubicBezTo>
                  <a:pt x="6737816" y="2503879"/>
                  <a:pt x="6740327" y="2497957"/>
                  <a:pt x="6738238" y="2492762"/>
                </a:cubicBezTo>
                <a:cubicBezTo>
                  <a:pt x="6736130" y="2487550"/>
                  <a:pt x="6730207" y="2485039"/>
                  <a:pt x="6725014" y="2487147"/>
                </a:cubicBezTo>
                <a:close/>
                <a:moveTo>
                  <a:pt x="6819556" y="2449641"/>
                </a:moveTo>
                <a:cubicBezTo>
                  <a:pt x="6814324" y="2451672"/>
                  <a:pt x="6811736" y="2457556"/>
                  <a:pt x="6813769" y="2462769"/>
                </a:cubicBezTo>
                <a:cubicBezTo>
                  <a:pt x="6815321" y="2466794"/>
                  <a:pt x="6819173" y="2469266"/>
                  <a:pt x="6823236" y="2469266"/>
                </a:cubicBezTo>
                <a:cubicBezTo>
                  <a:pt x="6824462" y="2469266"/>
                  <a:pt x="6825689" y="2469036"/>
                  <a:pt x="6826915" y="2468576"/>
                </a:cubicBezTo>
                <a:cubicBezTo>
                  <a:pt x="6832147" y="2466525"/>
                  <a:pt x="6834735" y="2460642"/>
                  <a:pt x="6832703" y="2455410"/>
                </a:cubicBezTo>
                <a:cubicBezTo>
                  <a:pt x="6830653" y="2450197"/>
                  <a:pt x="6824770" y="2447590"/>
                  <a:pt x="6819556" y="2449641"/>
                </a:cubicBezTo>
                <a:close/>
                <a:moveTo>
                  <a:pt x="5476721" y="2972623"/>
                </a:moveTo>
                <a:cubicBezTo>
                  <a:pt x="5471681" y="2972623"/>
                  <a:pt x="5467580" y="2976706"/>
                  <a:pt x="5467580" y="2981747"/>
                </a:cubicBezTo>
                <a:cubicBezTo>
                  <a:pt x="5467560" y="2986786"/>
                  <a:pt x="5471661" y="2990888"/>
                  <a:pt x="5476702" y="2990888"/>
                </a:cubicBezTo>
                <a:lnTo>
                  <a:pt x="5476722" y="2990888"/>
                </a:lnTo>
                <a:cubicBezTo>
                  <a:pt x="5481742" y="2990888"/>
                  <a:pt x="5485844" y="2986825"/>
                  <a:pt x="5485844" y="2981784"/>
                </a:cubicBezTo>
                <a:cubicBezTo>
                  <a:pt x="5485862" y="2976725"/>
                  <a:pt x="5481782" y="2972642"/>
                  <a:pt x="5476721" y="2972623"/>
                </a:cubicBezTo>
                <a:close/>
                <a:moveTo>
                  <a:pt x="6156801" y="2705497"/>
                </a:moveTo>
                <a:cubicBezTo>
                  <a:pt x="6151472" y="2707261"/>
                  <a:pt x="6148579" y="2712991"/>
                  <a:pt x="6150342" y="2718319"/>
                </a:cubicBezTo>
                <a:lnTo>
                  <a:pt x="6150361" y="2718319"/>
                </a:lnTo>
                <a:cubicBezTo>
                  <a:pt x="6151780" y="2722593"/>
                  <a:pt x="6155746" y="2725296"/>
                  <a:pt x="6160001" y="2725296"/>
                </a:cubicBezTo>
                <a:cubicBezTo>
                  <a:pt x="6161056" y="2725296"/>
                  <a:pt x="6162129" y="2725142"/>
                  <a:pt x="6163183" y="2724797"/>
                </a:cubicBezTo>
                <a:cubicBezTo>
                  <a:pt x="6168511" y="2723034"/>
                  <a:pt x="6171385" y="2717284"/>
                  <a:pt x="6169641" y="2711957"/>
                </a:cubicBezTo>
                <a:cubicBezTo>
                  <a:pt x="6167878" y="2706629"/>
                  <a:pt x="6162129" y="2703735"/>
                  <a:pt x="6156801" y="2705497"/>
                </a:cubicBezTo>
                <a:close/>
                <a:moveTo>
                  <a:pt x="4525200" y="3341211"/>
                </a:moveTo>
                <a:cubicBezTo>
                  <a:pt x="4523993" y="3342360"/>
                  <a:pt x="4523955" y="3344258"/>
                  <a:pt x="4525104" y="3345465"/>
                </a:cubicBezTo>
                <a:cubicBezTo>
                  <a:pt x="4525680" y="3346079"/>
                  <a:pt x="4526485" y="3346386"/>
                  <a:pt x="4527269" y="3346386"/>
                </a:cubicBezTo>
                <a:cubicBezTo>
                  <a:pt x="4528017" y="3346386"/>
                  <a:pt x="4528765" y="3346117"/>
                  <a:pt x="4529340" y="3345561"/>
                </a:cubicBezTo>
                <a:cubicBezTo>
                  <a:pt x="4530546" y="3344412"/>
                  <a:pt x="4530587" y="3342514"/>
                  <a:pt x="4529435" y="3341307"/>
                </a:cubicBezTo>
                <a:cubicBezTo>
                  <a:pt x="4528305" y="3340118"/>
                  <a:pt x="4526387" y="3340061"/>
                  <a:pt x="4525200" y="3341211"/>
                </a:cubicBezTo>
                <a:close/>
                <a:moveTo>
                  <a:pt x="4995769" y="3154138"/>
                </a:moveTo>
                <a:cubicBezTo>
                  <a:pt x="4993948" y="3157607"/>
                  <a:pt x="4995269" y="3161900"/>
                  <a:pt x="4998738" y="3163720"/>
                </a:cubicBezTo>
                <a:cubicBezTo>
                  <a:pt x="4999792" y="3164277"/>
                  <a:pt x="5000925" y="3164525"/>
                  <a:pt x="5002036" y="3164525"/>
                </a:cubicBezTo>
                <a:cubicBezTo>
                  <a:pt x="5004584" y="3164525"/>
                  <a:pt x="5007057" y="3163165"/>
                  <a:pt x="5008321" y="3160750"/>
                </a:cubicBezTo>
                <a:cubicBezTo>
                  <a:pt x="5010142" y="3157282"/>
                  <a:pt x="5008820" y="3152988"/>
                  <a:pt x="5005350" y="3151168"/>
                </a:cubicBezTo>
                <a:cubicBezTo>
                  <a:pt x="5001881" y="3149347"/>
                  <a:pt x="4997589" y="3150669"/>
                  <a:pt x="4995769" y="3154138"/>
                </a:cubicBezTo>
                <a:close/>
                <a:moveTo>
                  <a:pt x="8805516" y="1665770"/>
                </a:moveTo>
                <a:cubicBezTo>
                  <a:pt x="8801753" y="1667562"/>
                  <a:pt x="8798672" y="1670791"/>
                  <a:pt x="8797168" y="1675036"/>
                </a:cubicBezTo>
                <a:cubicBezTo>
                  <a:pt x="8794158" y="1683508"/>
                  <a:pt x="8798585" y="1692822"/>
                  <a:pt x="8807076" y="1695831"/>
                </a:cubicBezTo>
                <a:lnTo>
                  <a:pt x="8807057" y="1695831"/>
                </a:lnTo>
                <a:cubicBezTo>
                  <a:pt x="8808859" y="1696482"/>
                  <a:pt x="8810699" y="1696770"/>
                  <a:pt x="8812501" y="1696770"/>
                </a:cubicBezTo>
                <a:cubicBezTo>
                  <a:pt x="8819208" y="1696770"/>
                  <a:pt x="8825475" y="1692611"/>
                  <a:pt x="8827851" y="1685941"/>
                </a:cubicBezTo>
                <a:cubicBezTo>
                  <a:pt x="8830860" y="1677451"/>
                  <a:pt x="8826433" y="1668137"/>
                  <a:pt x="8817962" y="1665128"/>
                </a:cubicBezTo>
                <a:cubicBezTo>
                  <a:pt x="8813726" y="1663623"/>
                  <a:pt x="8809280" y="1663978"/>
                  <a:pt x="8805516" y="1665770"/>
                </a:cubicBezTo>
                <a:close/>
                <a:moveTo>
                  <a:pt x="5187633" y="3077861"/>
                </a:moveTo>
                <a:cubicBezTo>
                  <a:pt x="5183300" y="3076673"/>
                  <a:pt x="5178834" y="3079241"/>
                  <a:pt x="5177666" y="3083553"/>
                </a:cubicBezTo>
                <a:cubicBezTo>
                  <a:pt x="5176497" y="3087884"/>
                  <a:pt x="5179044" y="3092330"/>
                  <a:pt x="5183376" y="3093519"/>
                </a:cubicBezTo>
                <a:cubicBezTo>
                  <a:pt x="5184087" y="3093710"/>
                  <a:pt x="5184795" y="3093788"/>
                  <a:pt x="5185504" y="3093787"/>
                </a:cubicBezTo>
                <a:cubicBezTo>
                  <a:pt x="5189068" y="3093788"/>
                  <a:pt x="5192345" y="3091430"/>
                  <a:pt x="5193325" y="3087808"/>
                </a:cubicBezTo>
                <a:cubicBezTo>
                  <a:pt x="5194514" y="3083477"/>
                  <a:pt x="5191944" y="3079030"/>
                  <a:pt x="5187633" y="3077861"/>
                </a:cubicBezTo>
                <a:close/>
                <a:moveTo>
                  <a:pt x="6060208" y="2735971"/>
                </a:moveTo>
                <a:cubicBezTo>
                  <a:pt x="6054841" y="2737580"/>
                  <a:pt x="6051793" y="2743253"/>
                  <a:pt x="6053403" y="2748620"/>
                </a:cubicBezTo>
                <a:cubicBezTo>
                  <a:pt x="6054726" y="2753028"/>
                  <a:pt x="6058770" y="2755864"/>
                  <a:pt x="6063140" y="2755864"/>
                </a:cubicBezTo>
                <a:cubicBezTo>
                  <a:pt x="6064098" y="2755864"/>
                  <a:pt x="6065094" y="2755730"/>
                  <a:pt x="6066053" y="2755442"/>
                </a:cubicBezTo>
                <a:cubicBezTo>
                  <a:pt x="6071438" y="2753813"/>
                  <a:pt x="6074486" y="2748159"/>
                  <a:pt x="6072857" y="2742774"/>
                </a:cubicBezTo>
                <a:cubicBezTo>
                  <a:pt x="6071247" y="2737408"/>
                  <a:pt x="6065593" y="2734361"/>
                  <a:pt x="6060208" y="2735971"/>
                </a:cubicBezTo>
                <a:close/>
                <a:moveTo>
                  <a:pt x="5962773" y="2763243"/>
                </a:moveTo>
                <a:cubicBezTo>
                  <a:pt x="5957349" y="2764661"/>
                  <a:pt x="5954089" y="2770218"/>
                  <a:pt x="5955510" y="2775643"/>
                </a:cubicBezTo>
                <a:cubicBezTo>
                  <a:pt x="5956696" y="2780204"/>
                  <a:pt x="5960817" y="2783232"/>
                  <a:pt x="5965321" y="2783232"/>
                </a:cubicBezTo>
                <a:cubicBezTo>
                  <a:pt x="5966166" y="2783232"/>
                  <a:pt x="5967046" y="2783117"/>
                  <a:pt x="5967909" y="2782907"/>
                </a:cubicBezTo>
                <a:cubicBezTo>
                  <a:pt x="5973333" y="2781488"/>
                  <a:pt x="5976571" y="2775930"/>
                  <a:pt x="5975153" y="2770507"/>
                </a:cubicBezTo>
                <a:cubicBezTo>
                  <a:pt x="5973735" y="2765083"/>
                  <a:pt x="5968194" y="2761824"/>
                  <a:pt x="5962773" y="2763243"/>
                </a:cubicBezTo>
                <a:close/>
                <a:moveTo>
                  <a:pt x="8183838" y="1894980"/>
                </a:moveTo>
                <a:cubicBezTo>
                  <a:pt x="8180973" y="1896779"/>
                  <a:pt x="8178798" y="1899673"/>
                  <a:pt x="8177993" y="1903238"/>
                </a:cubicBezTo>
                <a:cubicBezTo>
                  <a:pt x="8176364" y="1910348"/>
                  <a:pt x="8180810" y="1917439"/>
                  <a:pt x="8187940" y="1919068"/>
                </a:cubicBezTo>
                <a:cubicBezTo>
                  <a:pt x="8188917" y="1919298"/>
                  <a:pt x="8189914" y="1919413"/>
                  <a:pt x="8190891" y="1919413"/>
                </a:cubicBezTo>
                <a:cubicBezTo>
                  <a:pt x="8196928" y="1919413"/>
                  <a:pt x="8202371" y="1915255"/>
                  <a:pt x="8203771" y="1909121"/>
                </a:cubicBezTo>
                <a:cubicBezTo>
                  <a:pt x="8205400" y="1901992"/>
                  <a:pt x="8200934" y="1894920"/>
                  <a:pt x="8193824" y="1893291"/>
                </a:cubicBezTo>
                <a:cubicBezTo>
                  <a:pt x="8190259" y="1892476"/>
                  <a:pt x="8186704" y="1893181"/>
                  <a:pt x="8183838" y="1894980"/>
                </a:cubicBezTo>
                <a:close/>
                <a:moveTo>
                  <a:pt x="7603590" y="2117890"/>
                </a:moveTo>
                <a:cubicBezTo>
                  <a:pt x="7597438" y="2118235"/>
                  <a:pt x="7592724" y="2123524"/>
                  <a:pt x="7593069" y="2129677"/>
                </a:cubicBezTo>
                <a:cubicBezTo>
                  <a:pt x="7593413" y="2135637"/>
                  <a:pt x="7598340" y="2140236"/>
                  <a:pt x="7604223" y="2140236"/>
                </a:cubicBezTo>
                <a:cubicBezTo>
                  <a:pt x="7604433" y="2140236"/>
                  <a:pt x="7604664" y="2140218"/>
                  <a:pt x="7604874" y="2140218"/>
                </a:cubicBezTo>
                <a:cubicBezTo>
                  <a:pt x="7611027" y="2139853"/>
                  <a:pt x="7615742" y="2134582"/>
                  <a:pt x="7615396" y="2128411"/>
                </a:cubicBezTo>
                <a:cubicBezTo>
                  <a:pt x="7615032" y="2122259"/>
                  <a:pt x="7609761" y="2117544"/>
                  <a:pt x="7603590" y="2117890"/>
                </a:cubicBezTo>
                <a:close/>
                <a:moveTo>
                  <a:pt x="5864436" y="2786931"/>
                </a:moveTo>
                <a:cubicBezTo>
                  <a:pt x="5858936" y="2788138"/>
                  <a:pt x="5855486" y="2793562"/>
                  <a:pt x="5856694" y="2799043"/>
                </a:cubicBezTo>
                <a:cubicBezTo>
                  <a:pt x="5857728" y="2803777"/>
                  <a:pt x="5861925" y="2807016"/>
                  <a:pt x="5866603" y="2807016"/>
                </a:cubicBezTo>
                <a:cubicBezTo>
                  <a:pt x="5867329" y="2807016"/>
                  <a:pt x="5868057" y="2806940"/>
                  <a:pt x="5868787" y="2806767"/>
                </a:cubicBezTo>
                <a:cubicBezTo>
                  <a:pt x="5874268" y="2805579"/>
                  <a:pt x="5877738" y="2800155"/>
                  <a:pt x="5876530" y="2794674"/>
                </a:cubicBezTo>
                <a:cubicBezTo>
                  <a:pt x="5875321" y="2789193"/>
                  <a:pt x="5869898" y="2785724"/>
                  <a:pt x="5864436" y="2786931"/>
                </a:cubicBezTo>
                <a:close/>
                <a:moveTo>
                  <a:pt x="4306333" y="3395027"/>
                </a:moveTo>
                <a:cubicBezTo>
                  <a:pt x="4305987" y="3395410"/>
                  <a:pt x="4306026" y="3396024"/>
                  <a:pt x="4306408" y="3396369"/>
                </a:cubicBezTo>
                <a:cubicBezTo>
                  <a:pt x="4306602" y="3396541"/>
                  <a:pt x="4306830" y="3396618"/>
                  <a:pt x="4307061" y="3396618"/>
                </a:cubicBezTo>
                <a:cubicBezTo>
                  <a:pt x="4307309" y="3396618"/>
                  <a:pt x="4307578" y="3396503"/>
                  <a:pt x="4307770" y="3396293"/>
                </a:cubicBezTo>
                <a:cubicBezTo>
                  <a:pt x="4308115" y="3395890"/>
                  <a:pt x="4308076" y="3395276"/>
                  <a:pt x="4307673" y="3394931"/>
                </a:cubicBezTo>
                <a:cubicBezTo>
                  <a:pt x="4307290" y="3394586"/>
                  <a:pt x="4306677" y="3394625"/>
                  <a:pt x="4306333" y="3395027"/>
                </a:cubicBezTo>
                <a:close/>
                <a:moveTo>
                  <a:pt x="4828723" y="3190476"/>
                </a:moveTo>
                <a:cubicBezTo>
                  <a:pt x="4826654" y="3193121"/>
                  <a:pt x="4827133" y="3196936"/>
                  <a:pt x="4829776" y="3198985"/>
                </a:cubicBezTo>
                <a:cubicBezTo>
                  <a:pt x="4830888" y="3199848"/>
                  <a:pt x="4832191" y="3200269"/>
                  <a:pt x="4833495" y="3200269"/>
                </a:cubicBezTo>
                <a:cubicBezTo>
                  <a:pt x="4835316" y="3200270"/>
                  <a:pt x="4837098" y="3199465"/>
                  <a:pt x="4838287" y="3197932"/>
                </a:cubicBezTo>
                <a:cubicBezTo>
                  <a:pt x="4840358" y="3195287"/>
                  <a:pt x="4839877" y="3191473"/>
                  <a:pt x="4837232" y="3189422"/>
                </a:cubicBezTo>
                <a:cubicBezTo>
                  <a:pt x="4834587" y="3187352"/>
                  <a:pt x="4830773" y="3187832"/>
                  <a:pt x="4828723" y="3190476"/>
                </a:cubicBezTo>
                <a:close/>
                <a:moveTo>
                  <a:pt x="4600291" y="3275033"/>
                </a:moveTo>
                <a:cubicBezTo>
                  <a:pt x="4598719" y="3276606"/>
                  <a:pt x="4598719" y="3279154"/>
                  <a:pt x="4600291" y="3280726"/>
                </a:cubicBezTo>
                <a:cubicBezTo>
                  <a:pt x="4601076" y="3281511"/>
                  <a:pt x="4602091" y="3281914"/>
                  <a:pt x="4603127" y="3281913"/>
                </a:cubicBezTo>
                <a:cubicBezTo>
                  <a:pt x="4604163" y="3281914"/>
                  <a:pt x="4605197" y="3281511"/>
                  <a:pt x="4605982" y="3280726"/>
                </a:cubicBezTo>
                <a:cubicBezTo>
                  <a:pt x="4607554" y="3279154"/>
                  <a:pt x="4607555" y="3276606"/>
                  <a:pt x="4605982" y="3275034"/>
                </a:cubicBezTo>
                <a:cubicBezTo>
                  <a:pt x="4604412" y="3273462"/>
                  <a:pt x="4601862" y="3273462"/>
                  <a:pt x="4600291" y="3275033"/>
                </a:cubicBezTo>
                <a:close/>
                <a:moveTo>
                  <a:pt x="7893252" y="1987642"/>
                </a:moveTo>
                <a:cubicBezTo>
                  <a:pt x="7890839" y="1989626"/>
                  <a:pt x="7889182" y="1992529"/>
                  <a:pt x="7888847" y="1995883"/>
                </a:cubicBezTo>
                <a:cubicBezTo>
                  <a:pt x="7888194" y="2002591"/>
                  <a:pt x="7893082" y="2008551"/>
                  <a:pt x="7899790" y="2009222"/>
                </a:cubicBezTo>
                <a:cubicBezTo>
                  <a:pt x="7900193" y="2009260"/>
                  <a:pt x="7900595" y="2009279"/>
                  <a:pt x="7900998" y="2009279"/>
                </a:cubicBezTo>
                <a:cubicBezTo>
                  <a:pt x="7907206" y="2009279"/>
                  <a:pt x="7912515" y="2004564"/>
                  <a:pt x="7913129" y="1998278"/>
                </a:cubicBezTo>
                <a:cubicBezTo>
                  <a:pt x="7913800" y="1991571"/>
                  <a:pt x="7908894" y="1985591"/>
                  <a:pt x="7902186" y="1984921"/>
                </a:cubicBezTo>
                <a:cubicBezTo>
                  <a:pt x="7898832" y="1984595"/>
                  <a:pt x="7895665" y="1985659"/>
                  <a:pt x="7893252" y="1987642"/>
                </a:cubicBezTo>
                <a:close/>
                <a:moveTo>
                  <a:pt x="5376639" y="2968579"/>
                </a:moveTo>
                <a:cubicBezTo>
                  <a:pt x="5371599" y="2968158"/>
                  <a:pt x="5367191" y="2971915"/>
                  <a:pt x="5366790" y="2976936"/>
                </a:cubicBezTo>
                <a:cubicBezTo>
                  <a:pt x="5366367" y="2981976"/>
                  <a:pt x="5370124" y="2986384"/>
                  <a:pt x="5375143" y="2986786"/>
                </a:cubicBezTo>
                <a:cubicBezTo>
                  <a:pt x="5375395" y="2986825"/>
                  <a:pt x="5375645" y="2986825"/>
                  <a:pt x="5375893" y="2986825"/>
                </a:cubicBezTo>
                <a:cubicBezTo>
                  <a:pt x="5380607" y="2986825"/>
                  <a:pt x="5384611" y="2983203"/>
                  <a:pt x="5384996" y="2978431"/>
                </a:cubicBezTo>
                <a:cubicBezTo>
                  <a:pt x="5385398" y="2973390"/>
                  <a:pt x="5381663" y="2968982"/>
                  <a:pt x="5376639" y="2968579"/>
                </a:cubicBezTo>
                <a:close/>
                <a:moveTo>
                  <a:pt x="8364627" y="1801156"/>
                </a:moveTo>
                <a:cubicBezTo>
                  <a:pt x="8361439" y="1802922"/>
                  <a:pt x="8358923" y="1805907"/>
                  <a:pt x="8357841" y="1809692"/>
                </a:cubicBezTo>
                <a:cubicBezTo>
                  <a:pt x="8355656" y="1817244"/>
                  <a:pt x="8360026" y="1825121"/>
                  <a:pt x="8367578" y="1827305"/>
                </a:cubicBezTo>
                <a:cubicBezTo>
                  <a:pt x="8368899" y="1827688"/>
                  <a:pt x="8370222" y="1827881"/>
                  <a:pt x="8371525" y="1827881"/>
                </a:cubicBezTo>
                <a:cubicBezTo>
                  <a:pt x="8377715" y="1827881"/>
                  <a:pt x="8383408" y="1823798"/>
                  <a:pt x="8385209" y="1817569"/>
                </a:cubicBezTo>
                <a:cubicBezTo>
                  <a:pt x="8387394" y="1809999"/>
                  <a:pt x="8383024" y="1802103"/>
                  <a:pt x="8375454" y="1799937"/>
                </a:cubicBezTo>
                <a:cubicBezTo>
                  <a:pt x="8371678" y="1798845"/>
                  <a:pt x="8367816" y="1799391"/>
                  <a:pt x="8364627" y="1801156"/>
                </a:cubicBezTo>
                <a:close/>
                <a:moveTo>
                  <a:pt x="5765236" y="2806479"/>
                </a:moveTo>
                <a:cubicBezTo>
                  <a:pt x="5759717" y="2807438"/>
                  <a:pt x="5756018" y="2812708"/>
                  <a:pt x="5756976" y="2818228"/>
                </a:cubicBezTo>
                <a:lnTo>
                  <a:pt x="5756938" y="2818228"/>
                </a:lnTo>
                <a:cubicBezTo>
                  <a:pt x="5757781" y="2823173"/>
                  <a:pt x="5762074" y="2826661"/>
                  <a:pt x="5766923" y="2826661"/>
                </a:cubicBezTo>
                <a:cubicBezTo>
                  <a:pt x="5767498" y="2826660"/>
                  <a:pt x="5768092" y="2826603"/>
                  <a:pt x="5768686" y="2826508"/>
                </a:cubicBezTo>
                <a:cubicBezTo>
                  <a:pt x="5774225" y="2825550"/>
                  <a:pt x="5777925" y="2820298"/>
                  <a:pt x="5776966" y="2814759"/>
                </a:cubicBezTo>
                <a:cubicBezTo>
                  <a:pt x="5776007" y="2809221"/>
                  <a:pt x="5770757" y="2805521"/>
                  <a:pt x="5765236" y="2806479"/>
                </a:cubicBezTo>
                <a:close/>
                <a:moveTo>
                  <a:pt x="7501152" y="2126495"/>
                </a:moveTo>
                <a:cubicBezTo>
                  <a:pt x="7495019" y="2127165"/>
                  <a:pt x="7490592" y="2132685"/>
                  <a:pt x="7491281" y="2138837"/>
                </a:cubicBezTo>
                <a:cubicBezTo>
                  <a:pt x="7491914" y="2144549"/>
                  <a:pt x="7496763" y="2148784"/>
                  <a:pt x="7502378" y="2148784"/>
                </a:cubicBezTo>
                <a:cubicBezTo>
                  <a:pt x="7502780" y="2148784"/>
                  <a:pt x="7503202" y="2148765"/>
                  <a:pt x="7503624" y="2148707"/>
                </a:cubicBezTo>
                <a:cubicBezTo>
                  <a:pt x="7509757" y="2148036"/>
                  <a:pt x="7514184" y="2142498"/>
                  <a:pt x="7513513" y="2136365"/>
                </a:cubicBezTo>
                <a:cubicBezTo>
                  <a:pt x="7512823" y="2130232"/>
                  <a:pt x="7507304" y="2125805"/>
                  <a:pt x="7501152" y="2126495"/>
                </a:cubicBezTo>
                <a:close/>
                <a:moveTo>
                  <a:pt x="8538574" y="1714146"/>
                </a:moveTo>
                <a:cubicBezTo>
                  <a:pt x="8535081" y="1715897"/>
                  <a:pt x="8532254" y="1718983"/>
                  <a:pt x="8530923" y="1722988"/>
                </a:cubicBezTo>
                <a:cubicBezTo>
                  <a:pt x="8528278" y="1730999"/>
                  <a:pt x="8532610" y="1739624"/>
                  <a:pt x="8540620" y="1742288"/>
                </a:cubicBezTo>
                <a:cubicBezTo>
                  <a:pt x="8542211" y="1742824"/>
                  <a:pt x="8543822" y="1743073"/>
                  <a:pt x="8545411" y="1743073"/>
                </a:cubicBezTo>
                <a:cubicBezTo>
                  <a:pt x="8551832" y="1743073"/>
                  <a:pt x="8557793" y="1739011"/>
                  <a:pt x="8559920" y="1732590"/>
                </a:cubicBezTo>
                <a:cubicBezTo>
                  <a:pt x="8562565" y="1724598"/>
                  <a:pt x="8558234" y="1715955"/>
                  <a:pt x="8550223" y="1713310"/>
                </a:cubicBezTo>
                <a:cubicBezTo>
                  <a:pt x="8546227" y="1711978"/>
                  <a:pt x="8542067" y="1712395"/>
                  <a:pt x="8538574" y="1714146"/>
                </a:cubicBezTo>
                <a:close/>
                <a:moveTo>
                  <a:pt x="4381843" y="3335327"/>
                </a:moveTo>
                <a:cubicBezTo>
                  <a:pt x="4381116" y="3336132"/>
                  <a:pt x="4381173" y="3337378"/>
                  <a:pt x="4381978" y="3338125"/>
                </a:cubicBezTo>
                <a:cubicBezTo>
                  <a:pt x="4382362" y="3338471"/>
                  <a:pt x="4382840" y="3338643"/>
                  <a:pt x="4383301" y="3338643"/>
                </a:cubicBezTo>
                <a:cubicBezTo>
                  <a:pt x="4383838" y="3338643"/>
                  <a:pt x="4384374" y="3338413"/>
                  <a:pt x="4384777" y="3337991"/>
                </a:cubicBezTo>
                <a:cubicBezTo>
                  <a:pt x="4385504" y="3337187"/>
                  <a:pt x="4385466" y="3335941"/>
                  <a:pt x="4384643" y="3335192"/>
                </a:cubicBezTo>
                <a:cubicBezTo>
                  <a:pt x="4383838" y="3334466"/>
                  <a:pt x="4382591" y="3334503"/>
                  <a:pt x="4381843" y="3335327"/>
                </a:cubicBezTo>
                <a:close/>
                <a:moveTo>
                  <a:pt x="5093434" y="3046488"/>
                </a:moveTo>
                <a:cubicBezTo>
                  <a:pt x="5089276" y="3044820"/>
                  <a:pt x="5084542" y="3046852"/>
                  <a:pt x="5082875" y="3051010"/>
                </a:cubicBezTo>
                <a:cubicBezTo>
                  <a:pt x="5081226" y="3055169"/>
                  <a:pt x="5083238" y="3059884"/>
                  <a:pt x="5087397" y="3061551"/>
                </a:cubicBezTo>
                <a:lnTo>
                  <a:pt x="5087435" y="3061551"/>
                </a:lnTo>
                <a:cubicBezTo>
                  <a:pt x="5088414" y="3061954"/>
                  <a:pt x="5089428" y="3062126"/>
                  <a:pt x="5090444" y="3062127"/>
                </a:cubicBezTo>
                <a:cubicBezTo>
                  <a:pt x="5093663" y="3062126"/>
                  <a:pt x="5096712" y="3060210"/>
                  <a:pt x="5097976" y="3057029"/>
                </a:cubicBezTo>
                <a:cubicBezTo>
                  <a:pt x="5099625" y="3052870"/>
                  <a:pt x="5097611" y="3048155"/>
                  <a:pt x="5093434" y="3046488"/>
                </a:cubicBezTo>
                <a:close/>
                <a:moveTo>
                  <a:pt x="5665307" y="2821218"/>
                </a:moveTo>
                <a:cubicBezTo>
                  <a:pt x="5659752" y="2821889"/>
                  <a:pt x="5655762" y="2826948"/>
                  <a:pt x="5656435" y="2832525"/>
                </a:cubicBezTo>
                <a:lnTo>
                  <a:pt x="5656455" y="2832525"/>
                </a:lnTo>
                <a:cubicBezTo>
                  <a:pt x="5657067" y="2837681"/>
                  <a:pt x="5661456" y="2841456"/>
                  <a:pt x="5666534" y="2841456"/>
                </a:cubicBezTo>
                <a:cubicBezTo>
                  <a:pt x="5666938" y="2841456"/>
                  <a:pt x="5667340" y="2841438"/>
                  <a:pt x="5667742" y="2841399"/>
                </a:cubicBezTo>
                <a:cubicBezTo>
                  <a:pt x="5673300" y="2840709"/>
                  <a:pt x="5677286" y="2835649"/>
                  <a:pt x="5676597" y="2830091"/>
                </a:cubicBezTo>
                <a:cubicBezTo>
                  <a:pt x="5675926" y="2824514"/>
                  <a:pt x="5670865" y="2820548"/>
                  <a:pt x="5665307" y="2821218"/>
                </a:cubicBezTo>
                <a:close/>
                <a:moveTo>
                  <a:pt x="4675878" y="3204103"/>
                </a:moveTo>
                <a:cubicBezTo>
                  <a:pt x="4673980" y="3206134"/>
                  <a:pt x="4674115" y="3209335"/>
                  <a:pt x="4676146" y="3211232"/>
                </a:cubicBezTo>
                <a:cubicBezTo>
                  <a:pt x="4677124" y="3212133"/>
                  <a:pt x="4678351" y="3212593"/>
                  <a:pt x="4679578" y="3212592"/>
                </a:cubicBezTo>
                <a:cubicBezTo>
                  <a:pt x="4680939" y="3212592"/>
                  <a:pt x="4682279" y="3212036"/>
                  <a:pt x="4683277" y="3210982"/>
                </a:cubicBezTo>
                <a:cubicBezTo>
                  <a:pt x="4685174" y="3208932"/>
                  <a:pt x="4685060" y="3205731"/>
                  <a:pt x="4683027" y="3203834"/>
                </a:cubicBezTo>
                <a:cubicBezTo>
                  <a:pt x="4680977" y="3201956"/>
                  <a:pt x="4677775" y="3202052"/>
                  <a:pt x="4675878" y="3204103"/>
                </a:cubicBezTo>
                <a:close/>
                <a:moveTo>
                  <a:pt x="8082126" y="1874147"/>
                </a:moveTo>
                <a:cubicBezTo>
                  <a:pt x="8079335" y="1876061"/>
                  <a:pt x="8077270" y="1879042"/>
                  <a:pt x="8076590" y="1882635"/>
                </a:cubicBezTo>
                <a:cubicBezTo>
                  <a:pt x="8075248" y="1889803"/>
                  <a:pt x="8079982" y="1896722"/>
                  <a:pt x="8087149" y="1898063"/>
                </a:cubicBezTo>
                <a:cubicBezTo>
                  <a:pt x="8087974" y="1898217"/>
                  <a:pt x="8088798" y="1898293"/>
                  <a:pt x="8089603" y="1898293"/>
                </a:cubicBezTo>
                <a:cubicBezTo>
                  <a:pt x="8095832" y="1898293"/>
                  <a:pt x="8101389" y="1893847"/>
                  <a:pt x="8102578" y="1887503"/>
                </a:cubicBezTo>
                <a:cubicBezTo>
                  <a:pt x="8103938" y="1880316"/>
                  <a:pt x="8099204" y="1873416"/>
                  <a:pt x="8092018" y="1872056"/>
                </a:cubicBezTo>
                <a:cubicBezTo>
                  <a:pt x="8088434" y="1871385"/>
                  <a:pt x="8084917" y="1872233"/>
                  <a:pt x="8082126" y="1874147"/>
                </a:cubicBezTo>
                <a:close/>
                <a:moveTo>
                  <a:pt x="8706168" y="1630532"/>
                </a:moveTo>
                <a:cubicBezTo>
                  <a:pt x="8702405" y="1632331"/>
                  <a:pt x="8699329" y="1635565"/>
                  <a:pt x="8697834" y="1639811"/>
                </a:cubicBezTo>
                <a:cubicBezTo>
                  <a:pt x="8694825" y="1648301"/>
                  <a:pt x="8699291" y="1657596"/>
                  <a:pt x="8707762" y="1660605"/>
                </a:cubicBezTo>
                <a:cubicBezTo>
                  <a:pt x="8709563" y="1661238"/>
                  <a:pt x="8711383" y="1661525"/>
                  <a:pt x="8713185" y="1661525"/>
                </a:cubicBezTo>
                <a:cubicBezTo>
                  <a:pt x="8719913" y="1661525"/>
                  <a:pt x="8726198" y="1657347"/>
                  <a:pt x="8728555" y="1650658"/>
                </a:cubicBezTo>
                <a:cubicBezTo>
                  <a:pt x="8731545" y="1642168"/>
                  <a:pt x="8727099" y="1632873"/>
                  <a:pt x="8718629" y="1629864"/>
                </a:cubicBezTo>
                <a:cubicBezTo>
                  <a:pt x="8714383" y="1628369"/>
                  <a:pt x="8709932" y="1628733"/>
                  <a:pt x="8706168" y="1630532"/>
                </a:cubicBezTo>
                <a:close/>
                <a:moveTo>
                  <a:pt x="7399326" y="2140543"/>
                </a:moveTo>
                <a:cubicBezTo>
                  <a:pt x="7393232" y="2141559"/>
                  <a:pt x="7389112" y="2147308"/>
                  <a:pt x="7390127" y="2153403"/>
                </a:cubicBezTo>
                <a:cubicBezTo>
                  <a:pt x="7391028" y="2158865"/>
                  <a:pt x="7395762" y="2162755"/>
                  <a:pt x="7401128" y="2162755"/>
                </a:cubicBezTo>
                <a:cubicBezTo>
                  <a:pt x="7401741" y="2162755"/>
                  <a:pt x="7402354" y="2162717"/>
                  <a:pt x="7402968" y="2162602"/>
                </a:cubicBezTo>
                <a:cubicBezTo>
                  <a:pt x="7409062" y="2161606"/>
                  <a:pt x="7413182" y="2155856"/>
                  <a:pt x="7412186" y="2149761"/>
                </a:cubicBezTo>
                <a:cubicBezTo>
                  <a:pt x="7411170" y="2143667"/>
                  <a:pt x="7405421" y="2139546"/>
                  <a:pt x="7399326" y="2140543"/>
                </a:cubicBezTo>
                <a:close/>
                <a:moveTo>
                  <a:pt x="7790216" y="1980587"/>
                </a:moveTo>
                <a:cubicBezTo>
                  <a:pt x="7787907" y="1982692"/>
                  <a:pt x="7786398" y="1985677"/>
                  <a:pt x="7786235" y="1989041"/>
                </a:cubicBezTo>
                <a:cubicBezTo>
                  <a:pt x="7785929" y="1995768"/>
                  <a:pt x="7791122" y="2001479"/>
                  <a:pt x="7797850" y="2001805"/>
                </a:cubicBezTo>
                <a:lnTo>
                  <a:pt x="7798425" y="2001805"/>
                </a:lnTo>
                <a:cubicBezTo>
                  <a:pt x="7804903" y="2001805"/>
                  <a:pt x="7810308" y="1996707"/>
                  <a:pt x="7810613" y="1990171"/>
                </a:cubicBezTo>
                <a:cubicBezTo>
                  <a:pt x="7810939" y="1983445"/>
                  <a:pt x="7805726" y="1977733"/>
                  <a:pt x="7798999" y="1977408"/>
                </a:cubicBezTo>
                <a:cubicBezTo>
                  <a:pt x="7795635" y="1977254"/>
                  <a:pt x="7792526" y="1978481"/>
                  <a:pt x="7790216" y="1980587"/>
                </a:cubicBezTo>
                <a:close/>
                <a:moveTo>
                  <a:pt x="4910405" y="3102813"/>
                </a:moveTo>
                <a:cubicBezTo>
                  <a:pt x="4908258" y="3106090"/>
                  <a:pt x="4909181" y="3110498"/>
                  <a:pt x="4912456" y="3112645"/>
                </a:cubicBezTo>
                <a:cubicBezTo>
                  <a:pt x="4913665" y="3113412"/>
                  <a:pt x="4915003" y="3113795"/>
                  <a:pt x="4916348" y="3113795"/>
                </a:cubicBezTo>
                <a:cubicBezTo>
                  <a:pt x="4918647" y="3113795"/>
                  <a:pt x="4920928" y="3112664"/>
                  <a:pt x="4922288" y="3110594"/>
                </a:cubicBezTo>
                <a:cubicBezTo>
                  <a:pt x="4924415" y="3107317"/>
                  <a:pt x="4923495" y="3102909"/>
                  <a:pt x="4920218" y="3100763"/>
                </a:cubicBezTo>
                <a:cubicBezTo>
                  <a:pt x="4916941" y="3098636"/>
                  <a:pt x="4912553" y="3099536"/>
                  <a:pt x="4910405" y="3102813"/>
                </a:cubicBezTo>
                <a:close/>
                <a:moveTo>
                  <a:pt x="5277402" y="2955931"/>
                </a:moveTo>
                <a:cubicBezTo>
                  <a:pt x="5272419" y="2955049"/>
                  <a:pt x="5267684" y="2958364"/>
                  <a:pt x="5266823" y="2963347"/>
                </a:cubicBezTo>
                <a:cubicBezTo>
                  <a:pt x="5265941" y="2968312"/>
                  <a:pt x="5269256" y="2973045"/>
                  <a:pt x="5274220" y="2973927"/>
                </a:cubicBezTo>
                <a:cubicBezTo>
                  <a:pt x="5274758" y="2974023"/>
                  <a:pt x="5275295" y="2974061"/>
                  <a:pt x="5275810" y="2974061"/>
                </a:cubicBezTo>
                <a:cubicBezTo>
                  <a:pt x="5280181" y="2974061"/>
                  <a:pt x="5284034" y="2970937"/>
                  <a:pt x="5284799" y="2966509"/>
                </a:cubicBezTo>
                <a:cubicBezTo>
                  <a:pt x="5285681" y="2961546"/>
                  <a:pt x="5282364" y="2956812"/>
                  <a:pt x="5277402" y="2955931"/>
                </a:cubicBezTo>
                <a:close/>
                <a:moveTo>
                  <a:pt x="4456206" y="3272905"/>
                </a:moveTo>
                <a:cubicBezTo>
                  <a:pt x="4455074" y="3274132"/>
                  <a:pt x="4455133" y="3276029"/>
                  <a:pt x="4456359" y="3277160"/>
                </a:cubicBezTo>
                <a:cubicBezTo>
                  <a:pt x="4456934" y="3277696"/>
                  <a:pt x="4457662" y="3277965"/>
                  <a:pt x="4458409" y="3277965"/>
                </a:cubicBezTo>
                <a:cubicBezTo>
                  <a:pt x="4459214" y="3277965"/>
                  <a:pt x="4459999" y="3277639"/>
                  <a:pt x="4460594" y="3277007"/>
                </a:cubicBezTo>
                <a:cubicBezTo>
                  <a:pt x="4461724" y="3275780"/>
                  <a:pt x="4461667" y="3273883"/>
                  <a:pt x="4460441" y="3272772"/>
                </a:cubicBezTo>
                <a:cubicBezTo>
                  <a:pt x="4459233" y="3271622"/>
                  <a:pt x="4457336" y="3271698"/>
                  <a:pt x="4456206" y="3272905"/>
                </a:cubicBezTo>
                <a:close/>
                <a:moveTo>
                  <a:pt x="8868888" y="1547640"/>
                </a:moveTo>
                <a:cubicBezTo>
                  <a:pt x="8864883" y="1549533"/>
                  <a:pt x="8861601" y="1552954"/>
                  <a:pt x="8859991" y="1557457"/>
                </a:cubicBezTo>
                <a:cubicBezTo>
                  <a:pt x="8856772" y="1566465"/>
                  <a:pt x="8861466" y="1576374"/>
                  <a:pt x="8870455" y="1579594"/>
                </a:cubicBezTo>
                <a:cubicBezTo>
                  <a:pt x="8872391" y="1580283"/>
                  <a:pt x="8874365" y="1580609"/>
                  <a:pt x="8876301" y="1580609"/>
                </a:cubicBezTo>
                <a:cubicBezTo>
                  <a:pt x="8883411" y="1580609"/>
                  <a:pt x="8890061" y="1576202"/>
                  <a:pt x="8892592" y="1569129"/>
                </a:cubicBezTo>
                <a:cubicBezTo>
                  <a:pt x="8895811" y="1560121"/>
                  <a:pt x="8891134" y="1550213"/>
                  <a:pt x="8882127" y="1546993"/>
                </a:cubicBezTo>
                <a:cubicBezTo>
                  <a:pt x="8877623" y="1545383"/>
                  <a:pt x="8872894" y="1545748"/>
                  <a:pt x="8868888" y="1547640"/>
                </a:cubicBezTo>
                <a:close/>
                <a:moveTo>
                  <a:pt x="7298383" y="2160015"/>
                </a:moveTo>
                <a:cubicBezTo>
                  <a:pt x="7292365" y="2161337"/>
                  <a:pt x="7288551" y="2167316"/>
                  <a:pt x="7289873" y="2173354"/>
                </a:cubicBezTo>
                <a:cubicBezTo>
                  <a:pt x="7291023" y="2178567"/>
                  <a:pt x="7295642" y="2182132"/>
                  <a:pt x="7300778" y="2182132"/>
                </a:cubicBezTo>
                <a:cubicBezTo>
                  <a:pt x="7301583" y="2182132"/>
                  <a:pt x="7302389" y="2182035"/>
                  <a:pt x="7303193" y="2181863"/>
                </a:cubicBezTo>
                <a:cubicBezTo>
                  <a:pt x="7309230" y="2180541"/>
                  <a:pt x="7313043" y="2174580"/>
                  <a:pt x="7311722" y="2168544"/>
                </a:cubicBezTo>
                <a:cubicBezTo>
                  <a:pt x="7310380" y="2162507"/>
                  <a:pt x="7304419" y="2158692"/>
                  <a:pt x="7298383" y="2160015"/>
                </a:cubicBezTo>
                <a:close/>
                <a:moveTo>
                  <a:pt x="5564787" y="2830321"/>
                </a:moveTo>
                <a:cubicBezTo>
                  <a:pt x="5559189" y="2830647"/>
                  <a:pt x="5554917" y="2835439"/>
                  <a:pt x="5555262" y="2841054"/>
                </a:cubicBezTo>
                <a:cubicBezTo>
                  <a:pt x="5555568" y="2846440"/>
                  <a:pt x="5560054" y="2850599"/>
                  <a:pt x="5565380" y="2850598"/>
                </a:cubicBezTo>
                <a:lnTo>
                  <a:pt x="5565993" y="2850599"/>
                </a:lnTo>
                <a:cubicBezTo>
                  <a:pt x="5571590" y="2850253"/>
                  <a:pt x="5575865" y="2845443"/>
                  <a:pt x="5575537" y="2839846"/>
                </a:cubicBezTo>
                <a:cubicBezTo>
                  <a:pt x="5575192" y="2834250"/>
                  <a:pt x="5570384" y="2829976"/>
                  <a:pt x="5564787" y="2830321"/>
                </a:cubicBezTo>
                <a:close/>
                <a:moveTo>
                  <a:pt x="8263945" y="1773808"/>
                </a:moveTo>
                <a:cubicBezTo>
                  <a:pt x="8260802" y="1775655"/>
                  <a:pt x="8258363" y="1778702"/>
                  <a:pt x="8257377" y="1782516"/>
                </a:cubicBezTo>
                <a:cubicBezTo>
                  <a:pt x="8255402" y="1790125"/>
                  <a:pt x="8259963" y="1797887"/>
                  <a:pt x="8267572" y="1799879"/>
                </a:cubicBezTo>
                <a:lnTo>
                  <a:pt x="8267591" y="1799879"/>
                </a:lnTo>
                <a:cubicBezTo>
                  <a:pt x="8268780" y="1800186"/>
                  <a:pt x="8269987" y="1800340"/>
                  <a:pt x="8271175" y="1800340"/>
                </a:cubicBezTo>
                <a:cubicBezTo>
                  <a:pt x="8277519" y="1800340"/>
                  <a:pt x="8283287" y="1796085"/>
                  <a:pt x="8284955" y="1789664"/>
                </a:cubicBezTo>
                <a:cubicBezTo>
                  <a:pt x="8286930" y="1782057"/>
                  <a:pt x="8282368" y="1774275"/>
                  <a:pt x="8274739" y="1772301"/>
                </a:cubicBezTo>
                <a:cubicBezTo>
                  <a:pt x="8270935" y="1771314"/>
                  <a:pt x="8267088" y="1771961"/>
                  <a:pt x="8263945" y="1773808"/>
                </a:cubicBezTo>
                <a:close/>
                <a:moveTo>
                  <a:pt x="7198607" y="2184412"/>
                </a:moveTo>
                <a:cubicBezTo>
                  <a:pt x="7192648" y="2186022"/>
                  <a:pt x="7189102" y="2192156"/>
                  <a:pt x="7190693" y="2198116"/>
                </a:cubicBezTo>
                <a:cubicBezTo>
                  <a:pt x="7192035" y="2203099"/>
                  <a:pt x="7196557" y="2206395"/>
                  <a:pt x="7201482" y="2206395"/>
                </a:cubicBezTo>
                <a:cubicBezTo>
                  <a:pt x="7202440" y="2206395"/>
                  <a:pt x="7203419" y="2206280"/>
                  <a:pt x="7204395" y="2206012"/>
                </a:cubicBezTo>
                <a:cubicBezTo>
                  <a:pt x="7210357" y="2204421"/>
                  <a:pt x="7213902" y="2198288"/>
                  <a:pt x="7212292" y="2192328"/>
                </a:cubicBezTo>
                <a:cubicBezTo>
                  <a:pt x="7210701" y="2186367"/>
                  <a:pt x="7204569" y="2182822"/>
                  <a:pt x="7198607" y="2184412"/>
                </a:cubicBezTo>
                <a:close/>
                <a:moveTo>
                  <a:pt x="4230763" y="3336228"/>
                </a:moveTo>
                <a:cubicBezTo>
                  <a:pt x="4230456" y="3336650"/>
                  <a:pt x="4230573" y="3337263"/>
                  <a:pt x="4231012" y="3337550"/>
                </a:cubicBezTo>
                <a:cubicBezTo>
                  <a:pt x="4231186" y="3337665"/>
                  <a:pt x="4231357" y="3337723"/>
                  <a:pt x="4231548" y="3337723"/>
                </a:cubicBezTo>
                <a:cubicBezTo>
                  <a:pt x="4231855" y="3337723"/>
                  <a:pt x="4232162" y="3337569"/>
                  <a:pt x="4232354" y="3337302"/>
                </a:cubicBezTo>
                <a:cubicBezTo>
                  <a:pt x="4232641" y="3336861"/>
                  <a:pt x="4232526" y="3336266"/>
                  <a:pt x="4232105" y="3335979"/>
                </a:cubicBezTo>
                <a:lnTo>
                  <a:pt x="4232085" y="3335979"/>
                </a:lnTo>
                <a:cubicBezTo>
                  <a:pt x="4231665" y="3335672"/>
                  <a:pt x="4231070" y="3335787"/>
                  <a:pt x="4230763" y="3336228"/>
                </a:cubicBezTo>
                <a:close/>
                <a:moveTo>
                  <a:pt x="7099983" y="2212892"/>
                </a:moveTo>
                <a:cubicBezTo>
                  <a:pt x="7094100" y="2214713"/>
                  <a:pt x="7090784" y="2220980"/>
                  <a:pt x="7092605" y="2226883"/>
                </a:cubicBezTo>
                <a:lnTo>
                  <a:pt x="7092585" y="2226883"/>
                </a:lnTo>
                <a:cubicBezTo>
                  <a:pt x="7094061" y="2231674"/>
                  <a:pt x="7098489" y="2234760"/>
                  <a:pt x="7103261" y="2234760"/>
                </a:cubicBezTo>
                <a:cubicBezTo>
                  <a:pt x="7104353" y="2234760"/>
                  <a:pt x="7105465" y="2234607"/>
                  <a:pt x="7106575" y="2234262"/>
                </a:cubicBezTo>
                <a:cubicBezTo>
                  <a:pt x="7112479" y="2232441"/>
                  <a:pt x="7115794" y="2226174"/>
                  <a:pt x="7113974" y="2220290"/>
                </a:cubicBezTo>
                <a:cubicBezTo>
                  <a:pt x="7112153" y="2214387"/>
                  <a:pt x="7105886" y="2211071"/>
                  <a:pt x="7099983" y="2212892"/>
                </a:cubicBezTo>
                <a:close/>
                <a:moveTo>
                  <a:pt x="4752119" y="3127768"/>
                </a:moveTo>
                <a:cubicBezTo>
                  <a:pt x="4749973" y="3130336"/>
                  <a:pt x="4750299" y="3134149"/>
                  <a:pt x="4752867" y="3136315"/>
                </a:cubicBezTo>
                <a:cubicBezTo>
                  <a:pt x="4753997" y="3137273"/>
                  <a:pt x="4755379" y="3137733"/>
                  <a:pt x="4756756" y="3137733"/>
                </a:cubicBezTo>
                <a:cubicBezTo>
                  <a:pt x="4758483" y="3137733"/>
                  <a:pt x="4760208" y="3137005"/>
                  <a:pt x="4761413" y="3135568"/>
                </a:cubicBezTo>
                <a:cubicBezTo>
                  <a:pt x="4763560" y="3133019"/>
                  <a:pt x="4763234" y="3129186"/>
                  <a:pt x="4760666" y="3127020"/>
                </a:cubicBezTo>
                <a:cubicBezTo>
                  <a:pt x="4758099" y="3124873"/>
                  <a:pt x="4754284" y="3125199"/>
                  <a:pt x="4752119" y="3127768"/>
                </a:cubicBezTo>
                <a:close/>
                <a:moveTo>
                  <a:pt x="7695526" y="1975357"/>
                </a:moveTo>
                <a:cubicBezTo>
                  <a:pt x="7688780" y="1975396"/>
                  <a:pt x="7683356" y="1980897"/>
                  <a:pt x="7683413" y="1987642"/>
                </a:cubicBezTo>
                <a:cubicBezTo>
                  <a:pt x="7683451" y="1994350"/>
                  <a:pt x="7688913" y="1999755"/>
                  <a:pt x="7695621" y="1999755"/>
                </a:cubicBezTo>
                <a:lnTo>
                  <a:pt x="7695699" y="1999755"/>
                </a:lnTo>
                <a:cubicBezTo>
                  <a:pt x="7702445" y="1999716"/>
                  <a:pt x="7707869" y="1994197"/>
                  <a:pt x="7707812" y="1987470"/>
                </a:cubicBezTo>
                <a:cubicBezTo>
                  <a:pt x="7707773" y="1980723"/>
                  <a:pt x="7702272" y="1975300"/>
                  <a:pt x="7695526" y="1975357"/>
                </a:cubicBezTo>
                <a:close/>
                <a:moveTo>
                  <a:pt x="7002470" y="2244707"/>
                </a:moveTo>
                <a:cubicBezTo>
                  <a:pt x="6996644" y="2246700"/>
                  <a:pt x="6993520" y="2253063"/>
                  <a:pt x="6995532" y="2258909"/>
                </a:cubicBezTo>
                <a:cubicBezTo>
                  <a:pt x="6997104" y="2263546"/>
                  <a:pt x="7001455" y="2266459"/>
                  <a:pt x="7006092" y="2266459"/>
                </a:cubicBezTo>
                <a:cubicBezTo>
                  <a:pt x="7007300" y="2266459"/>
                  <a:pt x="7008527" y="2266267"/>
                  <a:pt x="7009715" y="2265846"/>
                </a:cubicBezTo>
                <a:cubicBezTo>
                  <a:pt x="7015560" y="2263852"/>
                  <a:pt x="7018684" y="2257490"/>
                  <a:pt x="7016671" y="2251645"/>
                </a:cubicBezTo>
                <a:cubicBezTo>
                  <a:pt x="7014679" y="2245818"/>
                  <a:pt x="7008315" y="2242695"/>
                  <a:pt x="7002470" y="2244707"/>
                </a:cubicBezTo>
                <a:close/>
                <a:moveTo>
                  <a:pt x="6430654" y="2467618"/>
                </a:moveTo>
                <a:cubicBezTo>
                  <a:pt x="6424885" y="2469842"/>
                  <a:pt x="6422030" y="2476319"/>
                  <a:pt x="6424253" y="2482069"/>
                </a:cubicBezTo>
                <a:cubicBezTo>
                  <a:pt x="6425977" y="2486515"/>
                  <a:pt x="6430213" y="2489218"/>
                  <a:pt x="6434698" y="2489217"/>
                </a:cubicBezTo>
                <a:cubicBezTo>
                  <a:pt x="6436039" y="2489218"/>
                  <a:pt x="6437401" y="2488968"/>
                  <a:pt x="6438722" y="2488470"/>
                </a:cubicBezTo>
                <a:cubicBezTo>
                  <a:pt x="6444491" y="2486228"/>
                  <a:pt x="6447347" y="2479750"/>
                  <a:pt x="6445104" y="2474001"/>
                </a:cubicBezTo>
                <a:cubicBezTo>
                  <a:pt x="6442881" y="2468232"/>
                  <a:pt x="6436404" y="2465376"/>
                  <a:pt x="6430654" y="2467618"/>
                </a:cubicBezTo>
                <a:close/>
                <a:moveTo>
                  <a:pt x="6525676" y="2430207"/>
                </a:moveTo>
                <a:cubicBezTo>
                  <a:pt x="6519945" y="2432488"/>
                  <a:pt x="6517147" y="2439005"/>
                  <a:pt x="6519427" y="2444735"/>
                </a:cubicBezTo>
                <a:cubicBezTo>
                  <a:pt x="6521172" y="2449124"/>
                  <a:pt x="6525369" y="2451768"/>
                  <a:pt x="6529814" y="2451768"/>
                </a:cubicBezTo>
                <a:cubicBezTo>
                  <a:pt x="6531195" y="2451768"/>
                  <a:pt x="6532594" y="2451519"/>
                  <a:pt x="6533955" y="2450964"/>
                </a:cubicBezTo>
                <a:cubicBezTo>
                  <a:pt x="6539686" y="2448683"/>
                  <a:pt x="6542483" y="2442186"/>
                  <a:pt x="6540202" y="2436456"/>
                </a:cubicBezTo>
                <a:cubicBezTo>
                  <a:pt x="6537903" y="2430706"/>
                  <a:pt x="6531406" y="2427927"/>
                  <a:pt x="6525676" y="2430207"/>
                </a:cubicBezTo>
                <a:close/>
                <a:moveTo>
                  <a:pt x="6335230" y="2503841"/>
                </a:moveTo>
                <a:cubicBezTo>
                  <a:pt x="6329442" y="2506007"/>
                  <a:pt x="6326491" y="2512427"/>
                  <a:pt x="6328637" y="2518215"/>
                </a:cubicBezTo>
                <a:cubicBezTo>
                  <a:pt x="6330324" y="2522719"/>
                  <a:pt x="6334578" y="2525498"/>
                  <a:pt x="6339120" y="2525498"/>
                </a:cubicBezTo>
                <a:cubicBezTo>
                  <a:pt x="6340424" y="2525498"/>
                  <a:pt x="6341727" y="2525287"/>
                  <a:pt x="6343011" y="2524807"/>
                </a:cubicBezTo>
                <a:cubicBezTo>
                  <a:pt x="6348799" y="2522661"/>
                  <a:pt x="6351750" y="2516222"/>
                  <a:pt x="6349604" y="2510434"/>
                </a:cubicBezTo>
                <a:cubicBezTo>
                  <a:pt x="6347457" y="2504645"/>
                  <a:pt x="6341017" y="2501694"/>
                  <a:pt x="6335230" y="2503841"/>
                </a:cubicBezTo>
                <a:close/>
                <a:moveTo>
                  <a:pt x="6620429" y="2391992"/>
                </a:moveTo>
                <a:cubicBezTo>
                  <a:pt x="6614698" y="2394311"/>
                  <a:pt x="6611958" y="2400847"/>
                  <a:pt x="6614277" y="2406558"/>
                </a:cubicBezTo>
                <a:cubicBezTo>
                  <a:pt x="6616040" y="2410888"/>
                  <a:pt x="6620217" y="2413534"/>
                  <a:pt x="6624645" y="2413534"/>
                </a:cubicBezTo>
                <a:cubicBezTo>
                  <a:pt x="6626044" y="2413534"/>
                  <a:pt x="6627462" y="2413265"/>
                  <a:pt x="6628841" y="2412690"/>
                </a:cubicBezTo>
                <a:cubicBezTo>
                  <a:pt x="6634554" y="2410371"/>
                  <a:pt x="6637314" y="2403855"/>
                  <a:pt x="6634995" y="2398125"/>
                </a:cubicBezTo>
                <a:cubicBezTo>
                  <a:pt x="6632656" y="2392414"/>
                  <a:pt x="6626140" y="2389653"/>
                  <a:pt x="6620429" y="2391992"/>
                </a:cubicBezTo>
                <a:close/>
                <a:moveTo>
                  <a:pt x="8438591" y="1682247"/>
                </a:moveTo>
                <a:cubicBezTo>
                  <a:pt x="8435135" y="1684068"/>
                  <a:pt x="8432375" y="1687207"/>
                  <a:pt x="8431129" y="1691232"/>
                </a:cubicBezTo>
                <a:cubicBezTo>
                  <a:pt x="8428619" y="1699300"/>
                  <a:pt x="8433122" y="1707848"/>
                  <a:pt x="8441191" y="1710339"/>
                </a:cubicBezTo>
                <a:cubicBezTo>
                  <a:pt x="8442686" y="1710799"/>
                  <a:pt x="8444218" y="1711029"/>
                  <a:pt x="8445713" y="1711029"/>
                </a:cubicBezTo>
                <a:cubicBezTo>
                  <a:pt x="8452231" y="1711029"/>
                  <a:pt x="8458267" y="1706832"/>
                  <a:pt x="8460299" y="1700277"/>
                </a:cubicBezTo>
                <a:cubicBezTo>
                  <a:pt x="8462790" y="1692227"/>
                  <a:pt x="8458286" y="1683661"/>
                  <a:pt x="8450237" y="1681169"/>
                </a:cubicBezTo>
                <a:cubicBezTo>
                  <a:pt x="8446202" y="1679924"/>
                  <a:pt x="8442048" y="1680427"/>
                  <a:pt x="8438591" y="1682247"/>
                </a:cubicBezTo>
                <a:close/>
                <a:moveTo>
                  <a:pt x="4529878" y="3207246"/>
                </a:moveTo>
                <a:cubicBezTo>
                  <a:pt x="4528362" y="3208894"/>
                  <a:pt x="4528478" y="3211444"/>
                  <a:pt x="4530107" y="3212938"/>
                </a:cubicBezTo>
                <a:cubicBezTo>
                  <a:pt x="4530893" y="3213647"/>
                  <a:pt x="4531870" y="3214011"/>
                  <a:pt x="4532829" y="3214011"/>
                </a:cubicBezTo>
                <a:cubicBezTo>
                  <a:pt x="4533921" y="3214011"/>
                  <a:pt x="4535014" y="3213570"/>
                  <a:pt x="4535799" y="3212708"/>
                </a:cubicBezTo>
                <a:cubicBezTo>
                  <a:pt x="4537314" y="3211079"/>
                  <a:pt x="4537198" y="3208530"/>
                  <a:pt x="4535570" y="3207016"/>
                </a:cubicBezTo>
                <a:cubicBezTo>
                  <a:pt x="4533940" y="3205521"/>
                  <a:pt x="4531392" y="3205617"/>
                  <a:pt x="4529878" y="3207246"/>
                </a:cubicBezTo>
                <a:close/>
                <a:moveTo>
                  <a:pt x="6905934" y="2279127"/>
                </a:moveTo>
                <a:cubicBezTo>
                  <a:pt x="6900146" y="2281274"/>
                  <a:pt x="6897195" y="2287714"/>
                  <a:pt x="6899323" y="2293501"/>
                </a:cubicBezTo>
                <a:cubicBezTo>
                  <a:pt x="6901009" y="2298005"/>
                  <a:pt x="6905264" y="2300804"/>
                  <a:pt x="6909825" y="2300804"/>
                </a:cubicBezTo>
                <a:cubicBezTo>
                  <a:pt x="6911109" y="2300804"/>
                  <a:pt x="6912412" y="2300573"/>
                  <a:pt x="6913697" y="2300113"/>
                </a:cubicBezTo>
                <a:cubicBezTo>
                  <a:pt x="6919485" y="2297967"/>
                  <a:pt x="6922436" y="2291528"/>
                  <a:pt x="6920308" y="2285740"/>
                </a:cubicBezTo>
                <a:cubicBezTo>
                  <a:pt x="6918162" y="2279951"/>
                  <a:pt x="6911722" y="2277000"/>
                  <a:pt x="6905934" y="2279127"/>
                </a:cubicBezTo>
                <a:close/>
                <a:moveTo>
                  <a:pt x="6715105" y="2353413"/>
                </a:moveTo>
                <a:cubicBezTo>
                  <a:pt x="6709374" y="2355731"/>
                  <a:pt x="6706614" y="2362248"/>
                  <a:pt x="6708933" y="2367959"/>
                </a:cubicBezTo>
                <a:cubicBezTo>
                  <a:pt x="6710698" y="2372309"/>
                  <a:pt x="6714875" y="2374954"/>
                  <a:pt x="6719303" y="2374954"/>
                </a:cubicBezTo>
                <a:cubicBezTo>
                  <a:pt x="6720701" y="2374954"/>
                  <a:pt x="6722100" y="2374685"/>
                  <a:pt x="6723481" y="2374130"/>
                </a:cubicBezTo>
                <a:cubicBezTo>
                  <a:pt x="6729210" y="2371811"/>
                  <a:pt x="6731970" y="2365295"/>
                  <a:pt x="6729651" y="2359584"/>
                </a:cubicBezTo>
                <a:cubicBezTo>
                  <a:pt x="6727352" y="2353853"/>
                  <a:pt x="6720835" y="2351093"/>
                  <a:pt x="6715105" y="2353413"/>
                </a:cubicBezTo>
                <a:close/>
                <a:moveTo>
                  <a:pt x="6239288" y="2538549"/>
                </a:moveTo>
                <a:cubicBezTo>
                  <a:pt x="6233481" y="2540580"/>
                  <a:pt x="6230415" y="2546982"/>
                  <a:pt x="6232446" y="2552789"/>
                </a:cubicBezTo>
                <a:cubicBezTo>
                  <a:pt x="6234075" y="2557389"/>
                  <a:pt x="6238388" y="2560282"/>
                  <a:pt x="6243006" y="2560282"/>
                </a:cubicBezTo>
                <a:cubicBezTo>
                  <a:pt x="6244233" y="2560282"/>
                  <a:pt x="6245478" y="2560071"/>
                  <a:pt x="6246705" y="2559631"/>
                </a:cubicBezTo>
                <a:cubicBezTo>
                  <a:pt x="6252531" y="2557600"/>
                  <a:pt x="6255598" y="2551217"/>
                  <a:pt x="6253547" y="2545391"/>
                </a:cubicBezTo>
                <a:cubicBezTo>
                  <a:pt x="6251497" y="2539565"/>
                  <a:pt x="6245134" y="2536498"/>
                  <a:pt x="6239288" y="2538549"/>
                </a:cubicBezTo>
                <a:close/>
                <a:moveTo>
                  <a:pt x="6810203" y="2315560"/>
                </a:moveTo>
                <a:cubicBezTo>
                  <a:pt x="6804454" y="2317822"/>
                  <a:pt x="6801618" y="2324300"/>
                  <a:pt x="6803860" y="2330049"/>
                </a:cubicBezTo>
                <a:cubicBezTo>
                  <a:pt x="6805584" y="2334457"/>
                  <a:pt x="6809801" y="2337160"/>
                  <a:pt x="6814286" y="2337160"/>
                </a:cubicBezTo>
                <a:cubicBezTo>
                  <a:pt x="6815628" y="2337160"/>
                  <a:pt x="6817007" y="2336911"/>
                  <a:pt x="6818330" y="2336393"/>
                </a:cubicBezTo>
                <a:cubicBezTo>
                  <a:pt x="6824099" y="2334151"/>
                  <a:pt x="6826936" y="2327673"/>
                  <a:pt x="6824693" y="2321924"/>
                </a:cubicBezTo>
                <a:cubicBezTo>
                  <a:pt x="6822450" y="2316155"/>
                  <a:pt x="6815954" y="2313318"/>
                  <a:pt x="6810203" y="2315560"/>
                </a:cubicBezTo>
                <a:close/>
                <a:moveTo>
                  <a:pt x="7979572" y="1857612"/>
                </a:moveTo>
                <a:cubicBezTo>
                  <a:pt x="7976867" y="1859646"/>
                  <a:pt x="7974936" y="1862713"/>
                  <a:pt x="7974419" y="1866326"/>
                </a:cubicBezTo>
                <a:cubicBezTo>
                  <a:pt x="7973385" y="1873551"/>
                  <a:pt x="7978406" y="1880259"/>
                  <a:pt x="7985650" y="1881274"/>
                </a:cubicBezTo>
                <a:cubicBezTo>
                  <a:pt x="7986283" y="1881371"/>
                  <a:pt x="7986895" y="1881408"/>
                  <a:pt x="7987528" y="1881409"/>
                </a:cubicBezTo>
                <a:cubicBezTo>
                  <a:pt x="7994006" y="1881408"/>
                  <a:pt x="7999660" y="1876656"/>
                  <a:pt x="8000599" y="1870063"/>
                </a:cubicBezTo>
                <a:cubicBezTo>
                  <a:pt x="8001633" y="1862818"/>
                  <a:pt x="7996594" y="1856129"/>
                  <a:pt x="7989368" y="1855095"/>
                </a:cubicBezTo>
                <a:cubicBezTo>
                  <a:pt x="7985755" y="1854577"/>
                  <a:pt x="7982277" y="1855579"/>
                  <a:pt x="7979572" y="1857612"/>
                </a:cubicBezTo>
                <a:close/>
                <a:moveTo>
                  <a:pt x="6142752" y="2571283"/>
                </a:moveTo>
                <a:cubicBezTo>
                  <a:pt x="6136869" y="2573200"/>
                  <a:pt x="6133668" y="2579524"/>
                  <a:pt x="6135585" y="2585389"/>
                </a:cubicBezTo>
                <a:cubicBezTo>
                  <a:pt x="6137118" y="2590104"/>
                  <a:pt x="6141507" y="2593094"/>
                  <a:pt x="6146202" y="2593094"/>
                </a:cubicBezTo>
                <a:cubicBezTo>
                  <a:pt x="6147352" y="2593094"/>
                  <a:pt x="6148521" y="2592920"/>
                  <a:pt x="6149672" y="2592557"/>
                </a:cubicBezTo>
                <a:cubicBezTo>
                  <a:pt x="6155555" y="2590621"/>
                  <a:pt x="6158755" y="2584316"/>
                  <a:pt x="6156839" y="2578451"/>
                </a:cubicBezTo>
                <a:cubicBezTo>
                  <a:pt x="6154922" y="2572586"/>
                  <a:pt x="6148617" y="2569367"/>
                  <a:pt x="6142752" y="2571283"/>
                </a:cubicBezTo>
                <a:close/>
                <a:moveTo>
                  <a:pt x="5464035" y="2832794"/>
                </a:moveTo>
                <a:cubicBezTo>
                  <a:pt x="5458419" y="2832717"/>
                  <a:pt x="5453819" y="2837221"/>
                  <a:pt x="5453743" y="2842837"/>
                </a:cubicBezTo>
                <a:cubicBezTo>
                  <a:pt x="5453686" y="2848433"/>
                  <a:pt x="5458168" y="2853032"/>
                  <a:pt x="5463786" y="2853109"/>
                </a:cubicBezTo>
                <a:lnTo>
                  <a:pt x="5463900" y="2853109"/>
                </a:lnTo>
                <a:cubicBezTo>
                  <a:pt x="5469457" y="2853109"/>
                  <a:pt x="5473999" y="2848643"/>
                  <a:pt x="5474057" y="2843066"/>
                </a:cubicBezTo>
                <a:cubicBezTo>
                  <a:pt x="5474133" y="2837451"/>
                  <a:pt x="5469630" y="2832851"/>
                  <a:pt x="5464035" y="2832794"/>
                </a:cubicBezTo>
                <a:close/>
                <a:moveTo>
                  <a:pt x="6045470" y="2601431"/>
                </a:moveTo>
                <a:cubicBezTo>
                  <a:pt x="6039529" y="2603174"/>
                  <a:pt x="6036136" y="2609365"/>
                  <a:pt x="6037861" y="2615306"/>
                </a:cubicBezTo>
                <a:lnTo>
                  <a:pt x="6037841" y="2615306"/>
                </a:lnTo>
                <a:cubicBezTo>
                  <a:pt x="6039279" y="2620174"/>
                  <a:pt x="6043725" y="2623336"/>
                  <a:pt x="6048574" y="2623356"/>
                </a:cubicBezTo>
                <a:cubicBezTo>
                  <a:pt x="6049609" y="2623356"/>
                  <a:pt x="6050663" y="2623202"/>
                  <a:pt x="6051717" y="2622895"/>
                </a:cubicBezTo>
                <a:cubicBezTo>
                  <a:pt x="6057658" y="2621171"/>
                  <a:pt x="6061051" y="2614961"/>
                  <a:pt x="6059326" y="2609039"/>
                </a:cubicBezTo>
                <a:cubicBezTo>
                  <a:pt x="6057601" y="2603098"/>
                  <a:pt x="6051391" y="2599706"/>
                  <a:pt x="6045470" y="2601431"/>
                </a:cubicBezTo>
                <a:close/>
                <a:moveTo>
                  <a:pt x="4992414" y="3007812"/>
                </a:moveTo>
                <a:cubicBezTo>
                  <a:pt x="4990327" y="3011760"/>
                  <a:pt x="4991819" y="3016686"/>
                  <a:pt x="4995787" y="3018774"/>
                </a:cubicBezTo>
                <a:cubicBezTo>
                  <a:pt x="4996995" y="3019426"/>
                  <a:pt x="4998296" y="3019733"/>
                  <a:pt x="4999581" y="3019732"/>
                </a:cubicBezTo>
                <a:cubicBezTo>
                  <a:pt x="5002476" y="3019732"/>
                  <a:pt x="5005294" y="3018161"/>
                  <a:pt x="5006749" y="3015421"/>
                </a:cubicBezTo>
                <a:cubicBezTo>
                  <a:pt x="5008857" y="3011473"/>
                  <a:pt x="5007343" y="3006566"/>
                  <a:pt x="5003394" y="3004459"/>
                </a:cubicBezTo>
                <a:cubicBezTo>
                  <a:pt x="4999430" y="3002349"/>
                  <a:pt x="4994523" y="3003844"/>
                  <a:pt x="4992414" y="3007812"/>
                </a:cubicBezTo>
                <a:close/>
                <a:moveTo>
                  <a:pt x="5180042" y="2933507"/>
                </a:moveTo>
                <a:cubicBezTo>
                  <a:pt x="5175194" y="2932108"/>
                  <a:pt x="5170133" y="2934906"/>
                  <a:pt x="5168734" y="2939755"/>
                </a:cubicBezTo>
                <a:cubicBezTo>
                  <a:pt x="5167336" y="2944604"/>
                  <a:pt x="5170133" y="2949664"/>
                  <a:pt x="5174983" y="2951062"/>
                </a:cubicBezTo>
                <a:cubicBezTo>
                  <a:pt x="5175826" y="2951312"/>
                  <a:pt x="5176667" y="2951427"/>
                  <a:pt x="5177510" y="2951427"/>
                </a:cubicBezTo>
                <a:cubicBezTo>
                  <a:pt x="5181478" y="2951427"/>
                  <a:pt x="5185139" y="2948820"/>
                  <a:pt x="5186289" y="2944815"/>
                </a:cubicBezTo>
                <a:cubicBezTo>
                  <a:pt x="5187689" y="2939965"/>
                  <a:pt x="5184892" y="2934906"/>
                  <a:pt x="5180042" y="2933507"/>
                </a:cubicBezTo>
                <a:close/>
                <a:moveTo>
                  <a:pt x="4307387" y="3274114"/>
                </a:moveTo>
                <a:cubicBezTo>
                  <a:pt x="4306734" y="3274995"/>
                  <a:pt x="4306927" y="3276240"/>
                  <a:pt x="4307807" y="3276874"/>
                </a:cubicBezTo>
                <a:cubicBezTo>
                  <a:pt x="4308154" y="3277142"/>
                  <a:pt x="4308576" y="3277276"/>
                  <a:pt x="4308978" y="3277276"/>
                </a:cubicBezTo>
                <a:cubicBezTo>
                  <a:pt x="4309591" y="3277276"/>
                  <a:pt x="4310185" y="3276989"/>
                  <a:pt x="4310567" y="3276452"/>
                </a:cubicBezTo>
                <a:cubicBezTo>
                  <a:pt x="4311221" y="3275570"/>
                  <a:pt x="4311027" y="3274343"/>
                  <a:pt x="4310146" y="3273692"/>
                </a:cubicBezTo>
                <a:cubicBezTo>
                  <a:pt x="4309266" y="3273040"/>
                  <a:pt x="4308038" y="3273232"/>
                  <a:pt x="4307387" y="3274114"/>
                </a:cubicBezTo>
                <a:close/>
                <a:moveTo>
                  <a:pt x="8606559" y="1595838"/>
                </a:moveTo>
                <a:cubicBezTo>
                  <a:pt x="8602812" y="1597666"/>
                  <a:pt x="8599765" y="1600924"/>
                  <a:pt x="8598309" y="1605180"/>
                </a:cubicBezTo>
                <a:cubicBezTo>
                  <a:pt x="8595377" y="1613689"/>
                  <a:pt x="8599881" y="1622945"/>
                  <a:pt x="8608408" y="1625878"/>
                </a:cubicBezTo>
                <a:cubicBezTo>
                  <a:pt x="8610153" y="1626491"/>
                  <a:pt x="8611936" y="1626759"/>
                  <a:pt x="8613699" y="1626759"/>
                </a:cubicBezTo>
                <a:cubicBezTo>
                  <a:pt x="8620463" y="1626759"/>
                  <a:pt x="8626788" y="1622524"/>
                  <a:pt x="8629107" y="1615777"/>
                </a:cubicBezTo>
                <a:cubicBezTo>
                  <a:pt x="8632039" y="1607268"/>
                  <a:pt x="8627516" y="1597992"/>
                  <a:pt x="8619007" y="1595079"/>
                </a:cubicBezTo>
                <a:cubicBezTo>
                  <a:pt x="8614752" y="1593613"/>
                  <a:pt x="8610306" y="1594010"/>
                  <a:pt x="8606559" y="1595838"/>
                </a:cubicBezTo>
                <a:close/>
                <a:moveTo>
                  <a:pt x="5947267" y="2628338"/>
                </a:moveTo>
                <a:cubicBezTo>
                  <a:pt x="5941290" y="2629872"/>
                  <a:pt x="5937686" y="2635947"/>
                  <a:pt x="5939219" y="2641927"/>
                </a:cubicBezTo>
                <a:cubicBezTo>
                  <a:pt x="5940504" y="2646986"/>
                  <a:pt x="5945044" y="2650360"/>
                  <a:pt x="5950047" y="2650360"/>
                </a:cubicBezTo>
                <a:cubicBezTo>
                  <a:pt x="5950950" y="2650360"/>
                  <a:pt x="5951888" y="2650245"/>
                  <a:pt x="5952807" y="2649995"/>
                </a:cubicBezTo>
                <a:cubicBezTo>
                  <a:pt x="5958788" y="2648481"/>
                  <a:pt x="5962410" y="2642386"/>
                  <a:pt x="5960875" y="2636408"/>
                </a:cubicBezTo>
                <a:cubicBezTo>
                  <a:pt x="5959341" y="2630428"/>
                  <a:pt x="5953267" y="2626806"/>
                  <a:pt x="5947267" y="2628338"/>
                </a:cubicBezTo>
                <a:close/>
                <a:moveTo>
                  <a:pt x="7592072" y="1978960"/>
                </a:moveTo>
                <a:cubicBezTo>
                  <a:pt x="7585344" y="1979382"/>
                  <a:pt x="7580228" y="1985169"/>
                  <a:pt x="7580668" y="1991897"/>
                </a:cubicBezTo>
                <a:cubicBezTo>
                  <a:pt x="7581052" y="1998375"/>
                  <a:pt x="7586437" y="2003338"/>
                  <a:pt x="7592839" y="2003339"/>
                </a:cubicBezTo>
                <a:cubicBezTo>
                  <a:pt x="7593087" y="2003338"/>
                  <a:pt x="7593336" y="2003338"/>
                  <a:pt x="7593605" y="2003300"/>
                </a:cubicBezTo>
                <a:cubicBezTo>
                  <a:pt x="7600333" y="2002878"/>
                  <a:pt x="7605429" y="1997091"/>
                  <a:pt x="7605009" y="1990364"/>
                </a:cubicBezTo>
                <a:cubicBezTo>
                  <a:pt x="7604586" y="1983637"/>
                  <a:pt x="7598798" y="1978538"/>
                  <a:pt x="7592072" y="1978960"/>
                </a:cubicBezTo>
                <a:close/>
                <a:moveTo>
                  <a:pt x="8162342" y="1749576"/>
                </a:moveTo>
                <a:cubicBezTo>
                  <a:pt x="8159264" y="1751530"/>
                  <a:pt x="8156930" y="1754659"/>
                  <a:pt x="8156068" y="1758502"/>
                </a:cubicBezTo>
                <a:cubicBezTo>
                  <a:pt x="8154363" y="1766168"/>
                  <a:pt x="8159192" y="1773796"/>
                  <a:pt x="8166877" y="1775502"/>
                </a:cubicBezTo>
                <a:cubicBezTo>
                  <a:pt x="8167913" y="1775732"/>
                  <a:pt x="8168966" y="1775847"/>
                  <a:pt x="8170002" y="1775847"/>
                </a:cubicBezTo>
                <a:cubicBezTo>
                  <a:pt x="8176518" y="1775847"/>
                  <a:pt x="8182402" y="1771343"/>
                  <a:pt x="8183877" y="1764712"/>
                </a:cubicBezTo>
                <a:cubicBezTo>
                  <a:pt x="8185602" y="1757026"/>
                  <a:pt x="8180753" y="1749418"/>
                  <a:pt x="8173087" y="1747693"/>
                </a:cubicBezTo>
                <a:cubicBezTo>
                  <a:pt x="8169244" y="1746840"/>
                  <a:pt x="8165421" y="1747621"/>
                  <a:pt x="8162342" y="1749576"/>
                </a:cubicBezTo>
                <a:close/>
                <a:moveTo>
                  <a:pt x="8769121" y="1511782"/>
                </a:moveTo>
                <a:cubicBezTo>
                  <a:pt x="8765113" y="1513670"/>
                  <a:pt x="8761826" y="1517086"/>
                  <a:pt x="8760216" y="1521580"/>
                </a:cubicBezTo>
                <a:cubicBezTo>
                  <a:pt x="8756977" y="1530588"/>
                  <a:pt x="8761653" y="1540496"/>
                  <a:pt x="8770642" y="1543735"/>
                </a:cubicBezTo>
                <a:cubicBezTo>
                  <a:pt x="8772578" y="1544426"/>
                  <a:pt x="8774552" y="1544770"/>
                  <a:pt x="8776507" y="1544770"/>
                </a:cubicBezTo>
                <a:cubicBezTo>
                  <a:pt x="8783598" y="1544770"/>
                  <a:pt x="8790248" y="1540362"/>
                  <a:pt x="8792797" y="1533290"/>
                </a:cubicBezTo>
                <a:cubicBezTo>
                  <a:pt x="8796035" y="1524301"/>
                  <a:pt x="8791359" y="1514374"/>
                  <a:pt x="8782353" y="1511154"/>
                </a:cubicBezTo>
                <a:cubicBezTo>
                  <a:pt x="8777858" y="1509535"/>
                  <a:pt x="8773129" y="1509894"/>
                  <a:pt x="8769121" y="1511782"/>
                </a:cubicBezTo>
                <a:close/>
                <a:moveTo>
                  <a:pt x="4603224" y="3137771"/>
                </a:moveTo>
                <a:cubicBezTo>
                  <a:pt x="4601365" y="3139860"/>
                  <a:pt x="4601555" y="3143041"/>
                  <a:pt x="4603644" y="3144901"/>
                </a:cubicBezTo>
                <a:cubicBezTo>
                  <a:pt x="4604603" y="3145764"/>
                  <a:pt x="4605811" y="3146185"/>
                  <a:pt x="4606998" y="3146185"/>
                </a:cubicBezTo>
                <a:cubicBezTo>
                  <a:pt x="4608379" y="3146185"/>
                  <a:pt x="4609779" y="3145610"/>
                  <a:pt x="4610774" y="3144479"/>
                </a:cubicBezTo>
                <a:cubicBezTo>
                  <a:pt x="4612614" y="3142391"/>
                  <a:pt x="4612441" y="3139209"/>
                  <a:pt x="4610353" y="3137369"/>
                </a:cubicBezTo>
                <a:cubicBezTo>
                  <a:pt x="4608264" y="3135510"/>
                  <a:pt x="4605082" y="3135702"/>
                  <a:pt x="4603224" y="3137771"/>
                </a:cubicBezTo>
                <a:close/>
                <a:moveTo>
                  <a:pt x="5848240" y="2651586"/>
                </a:moveTo>
                <a:cubicBezTo>
                  <a:pt x="5842205" y="2652889"/>
                  <a:pt x="5838351" y="2658830"/>
                  <a:pt x="5839637" y="2664868"/>
                </a:cubicBezTo>
                <a:cubicBezTo>
                  <a:pt x="5840749" y="2670120"/>
                  <a:pt x="5845405" y="2673703"/>
                  <a:pt x="5850561" y="2673703"/>
                </a:cubicBezTo>
                <a:cubicBezTo>
                  <a:pt x="5851329" y="2673703"/>
                  <a:pt x="5852113" y="2673627"/>
                  <a:pt x="5852898" y="2673473"/>
                </a:cubicBezTo>
                <a:cubicBezTo>
                  <a:pt x="5858936" y="2672170"/>
                  <a:pt x="5862790" y="2666228"/>
                  <a:pt x="5861505" y="2660192"/>
                </a:cubicBezTo>
                <a:cubicBezTo>
                  <a:pt x="5860219" y="2654154"/>
                  <a:pt x="5854279" y="2650302"/>
                  <a:pt x="5848240" y="2651586"/>
                </a:cubicBezTo>
                <a:close/>
                <a:moveTo>
                  <a:pt x="4829086" y="3045317"/>
                </a:moveTo>
                <a:cubicBezTo>
                  <a:pt x="4826750" y="3048480"/>
                  <a:pt x="4827421" y="3052907"/>
                  <a:pt x="4830563" y="3055245"/>
                </a:cubicBezTo>
                <a:cubicBezTo>
                  <a:pt x="4831828" y="3056185"/>
                  <a:pt x="4833303" y="3056625"/>
                  <a:pt x="4834779" y="3056625"/>
                </a:cubicBezTo>
                <a:cubicBezTo>
                  <a:pt x="4836945" y="3056625"/>
                  <a:pt x="4839091" y="3055648"/>
                  <a:pt x="4840471" y="3053750"/>
                </a:cubicBezTo>
                <a:cubicBezTo>
                  <a:pt x="4842809" y="3050607"/>
                  <a:pt x="4842138" y="3046161"/>
                  <a:pt x="4838996" y="3043842"/>
                </a:cubicBezTo>
                <a:cubicBezTo>
                  <a:pt x="4835852" y="3041503"/>
                  <a:pt x="4831407" y="3042175"/>
                  <a:pt x="4829086" y="3045317"/>
                </a:cubicBezTo>
                <a:close/>
                <a:moveTo>
                  <a:pt x="5363473" y="2827542"/>
                </a:moveTo>
                <a:cubicBezTo>
                  <a:pt x="5357876" y="2827006"/>
                  <a:pt x="5352934" y="2831108"/>
                  <a:pt x="5352396" y="2836684"/>
                </a:cubicBezTo>
                <a:cubicBezTo>
                  <a:pt x="5351860" y="2842281"/>
                  <a:pt x="5355962" y="2847225"/>
                  <a:pt x="5361557" y="2847762"/>
                </a:cubicBezTo>
                <a:cubicBezTo>
                  <a:pt x="5361882" y="2847820"/>
                  <a:pt x="5362190" y="2847820"/>
                  <a:pt x="5362515" y="2847820"/>
                </a:cubicBezTo>
                <a:cubicBezTo>
                  <a:pt x="5367691" y="2847820"/>
                  <a:pt x="5372117" y="2843871"/>
                  <a:pt x="5372616" y="2838620"/>
                </a:cubicBezTo>
                <a:cubicBezTo>
                  <a:pt x="5373154" y="2833024"/>
                  <a:pt x="5369051" y="2828079"/>
                  <a:pt x="5363473" y="2827542"/>
                </a:cubicBezTo>
                <a:close/>
                <a:moveTo>
                  <a:pt x="4382151" y="3210197"/>
                </a:moveTo>
                <a:cubicBezTo>
                  <a:pt x="4381135" y="3211500"/>
                  <a:pt x="4381366" y="3213397"/>
                  <a:pt x="4382687" y="3214413"/>
                </a:cubicBezTo>
                <a:cubicBezTo>
                  <a:pt x="4383224" y="3214835"/>
                  <a:pt x="4383876" y="3215026"/>
                  <a:pt x="4384508" y="3215026"/>
                </a:cubicBezTo>
                <a:cubicBezTo>
                  <a:pt x="4385409" y="3215026"/>
                  <a:pt x="4386310" y="3214624"/>
                  <a:pt x="4386903" y="3213858"/>
                </a:cubicBezTo>
                <a:cubicBezTo>
                  <a:pt x="4387901" y="3212535"/>
                  <a:pt x="4387670" y="3210657"/>
                  <a:pt x="4386348" y="3209641"/>
                </a:cubicBezTo>
                <a:cubicBezTo>
                  <a:pt x="4385045" y="3208644"/>
                  <a:pt x="4383147" y="3208875"/>
                  <a:pt x="4382151" y="3210197"/>
                </a:cubicBezTo>
                <a:close/>
                <a:moveTo>
                  <a:pt x="7876295" y="1845919"/>
                </a:moveTo>
                <a:cubicBezTo>
                  <a:pt x="7873691" y="1848080"/>
                  <a:pt x="7871913" y="1851233"/>
                  <a:pt x="7871578" y="1854865"/>
                </a:cubicBezTo>
                <a:cubicBezTo>
                  <a:pt x="7870907" y="1862148"/>
                  <a:pt x="7876254" y="1868586"/>
                  <a:pt x="7883537" y="1869258"/>
                </a:cubicBezTo>
                <a:cubicBezTo>
                  <a:pt x="7883940" y="1869316"/>
                  <a:pt x="7884361" y="1869316"/>
                  <a:pt x="7884763" y="1869316"/>
                </a:cubicBezTo>
                <a:cubicBezTo>
                  <a:pt x="7891510" y="1869316"/>
                  <a:pt x="7897279" y="1864160"/>
                  <a:pt x="7897912" y="1857318"/>
                </a:cubicBezTo>
                <a:cubicBezTo>
                  <a:pt x="7898601" y="1850034"/>
                  <a:pt x="7893235" y="1843596"/>
                  <a:pt x="7885972" y="1842925"/>
                </a:cubicBezTo>
                <a:cubicBezTo>
                  <a:pt x="7882330" y="1842589"/>
                  <a:pt x="7878899" y="1843758"/>
                  <a:pt x="7876295" y="1845919"/>
                </a:cubicBezTo>
                <a:close/>
                <a:moveTo>
                  <a:pt x="5748371" y="2670598"/>
                </a:moveTo>
                <a:cubicBezTo>
                  <a:pt x="5742276" y="2671613"/>
                  <a:pt x="5738157" y="2677363"/>
                  <a:pt x="5739171" y="2683458"/>
                </a:cubicBezTo>
                <a:cubicBezTo>
                  <a:pt x="5740073" y="2688939"/>
                  <a:pt x="5744806" y="2692811"/>
                  <a:pt x="5750192" y="2692811"/>
                </a:cubicBezTo>
                <a:cubicBezTo>
                  <a:pt x="5750806" y="2692811"/>
                  <a:pt x="5751418" y="2692753"/>
                  <a:pt x="5752032" y="2692657"/>
                </a:cubicBezTo>
                <a:cubicBezTo>
                  <a:pt x="5758126" y="2691642"/>
                  <a:pt x="5762246" y="2685892"/>
                  <a:pt x="5761229" y="2679798"/>
                </a:cubicBezTo>
                <a:cubicBezTo>
                  <a:pt x="5760215" y="2673703"/>
                  <a:pt x="5754464" y="2669583"/>
                  <a:pt x="5748371" y="2670598"/>
                </a:cubicBezTo>
                <a:close/>
                <a:moveTo>
                  <a:pt x="7488982" y="1988294"/>
                </a:moveTo>
                <a:cubicBezTo>
                  <a:pt x="7482273" y="1989098"/>
                  <a:pt x="7477501" y="1995174"/>
                  <a:pt x="7478287" y="2001863"/>
                </a:cubicBezTo>
                <a:cubicBezTo>
                  <a:pt x="7479035" y="2008053"/>
                  <a:pt x="7484306" y="2012615"/>
                  <a:pt x="7490399" y="2012614"/>
                </a:cubicBezTo>
                <a:cubicBezTo>
                  <a:pt x="7490878" y="2012615"/>
                  <a:pt x="7491358" y="2012595"/>
                  <a:pt x="7491857" y="2012538"/>
                </a:cubicBezTo>
                <a:cubicBezTo>
                  <a:pt x="7498544" y="2011733"/>
                  <a:pt x="7503317" y="2005676"/>
                  <a:pt x="7502531" y="1998969"/>
                </a:cubicBezTo>
                <a:cubicBezTo>
                  <a:pt x="7501746" y="1992280"/>
                  <a:pt x="7495669" y="1987507"/>
                  <a:pt x="7488982" y="1988294"/>
                </a:cubicBezTo>
                <a:close/>
                <a:moveTo>
                  <a:pt x="8337894" y="1652527"/>
                </a:moveTo>
                <a:cubicBezTo>
                  <a:pt x="8334478" y="1654424"/>
                  <a:pt x="8331785" y="1657625"/>
                  <a:pt x="8330626" y="1661678"/>
                </a:cubicBezTo>
                <a:cubicBezTo>
                  <a:pt x="8328308" y="1669785"/>
                  <a:pt x="8333003" y="1678238"/>
                  <a:pt x="8341110" y="1680556"/>
                </a:cubicBezTo>
                <a:cubicBezTo>
                  <a:pt x="8342509" y="1680959"/>
                  <a:pt x="8343927" y="1681150"/>
                  <a:pt x="8345307" y="1681150"/>
                </a:cubicBezTo>
                <a:cubicBezTo>
                  <a:pt x="8351956" y="1681150"/>
                  <a:pt x="8358070" y="1676781"/>
                  <a:pt x="8359987" y="1670092"/>
                </a:cubicBezTo>
                <a:cubicBezTo>
                  <a:pt x="8362307" y="1661985"/>
                  <a:pt x="8357611" y="1653514"/>
                  <a:pt x="8349504" y="1651195"/>
                </a:cubicBezTo>
                <a:cubicBezTo>
                  <a:pt x="8345450" y="1650036"/>
                  <a:pt x="8341311" y="1650630"/>
                  <a:pt x="8337894" y="1652527"/>
                </a:cubicBezTo>
                <a:close/>
                <a:moveTo>
                  <a:pt x="4148469" y="3287318"/>
                </a:moveTo>
                <a:cubicBezTo>
                  <a:pt x="4148219" y="3287797"/>
                  <a:pt x="4148410" y="3288373"/>
                  <a:pt x="4148889" y="3288622"/>
                </a:cubicBezTo>
                <a:cubicBezTo>
                  <a:pt x="4149024" y="3288678"/>
                  <a:pt x="4149176" y="3288717"/>
                  <a:pt x="4149311" y="3288717"/>
                </a:cubicBezTo>
                <a:cubicBezTo>
                  <a:pt x="4149655" y="3288717"/>
                  <a:pt x="4150002" y="3288526"/>
                  <a:pt x="4150174" y="3288200"/>
                </a:cubicBezTo>
                <a:cubicBezTo>
                  <a:pt x="4150422" y="3287739"/>
                  <a:pt x="4150231" y="3287146"/>
                  <a:pt x="4149752" y="3286916"/>
                </a:cubicBezTo>
                <a:cubicBezTo>
                  <a:pt x="4149292" y="3286667"/>
                  <a:pt x="4148716" y="3286858"/>
                  <a:pt x="4148469" y="3287318"/>
                </a:cubicBezTo>
                <a:close/>
                <a:moveTo>
                  <a:pt x="4676435" y="3063928"/>
                </a:moveTo>
                <a:cubicBezTo>
                  <a:pt x="4674288" y="3066496"/>
                  <a:pt x="4674634" y="3070310"/>
                  <a:pt x="4677201" y="3072476"/>
                </a:cubicBezTo>
                <a:cubicBezTo>
                  <a:pt x="4678332" y="3073415"/>
                  <a:pt x="4679712" y="3073874"/>
                  <a:pt x="4681092" y="3073874"/>
                </a:cubicBezTo>
                <a:cubicBezTo>
                  <a:pt x="4682836" y="3073874"/>
                  <a:pt x="4684542" y="3073146"/>
                  <a:pt x="4685749" y="3071709"/>
                </a:cubicBezTo>
                <a:cubicBezTo>
                  <a:pt x="4687896" y="3069122"/>
                  <a:pt x="4687552" y="3065289"/>
                  <a:pt x="4684983" y="3063161"/>
                </a:cubicBezTo>
                <a:cubicBezTo>
                  <a:pt x="4682414" y="3060995"/>
                  <a:pt x="4678581" y="3061340"/>
                  <a:pt x="4676435" y="3063928"/>
                </a:cubicBezTo>
                <a:close/>
                <a:moveTo>
                  <a:pt x="5647772" y="2684627"/>
                </a:moveTo>
                <a:cubicBezTo>
                  <a:pt x="5641639" y="2685317"/>
                  <a:pt x="5637233" y="2690836"/>
                  <a:pt x="5637902" y="2696988"/>
                </a:cubicBezTo>
                <a:cubicBezTo>
                  <a:pt x="5638535" y="2702700"/>
                  <a:pt x="5643384" y="2706916"/>
                  <a:pt x="5648999" y="2706916"/>
                </a:cubicBezTo>
                <a:cubicBezTo>
                  <a:pt x="5649419" y="2706916"/>
                  <a:pt x="5649844" y="2706898"/>
                  <a:pt x="5650263" y="2706859"/>
                </a:cubicBezTo>
                <a:cubicBezTo>
                  <a:pt x="5656399" y="2706168"/>
                  <a:pt x="5660803" y="2700630"/>
                  <a:pt x="5660134" y="2694497"/>
                </a:cubicBezTo>
                <a:cubicBezTo>
                  <a:pt x="5659445" y="2688364"/>
                  <a:pt x="5653905" y="2683956"/>
                  <a:pt x="5647772" y="2684627"/>
                </a:cubicBezTo>
                <a:close/>
                <a:moveTo>
                  <a:pt x="7386543" y="2003377"/>
                </a:moveTo>
                <a:cubicBezTo>
                  <a:pt x="7379911" y="2004546"/>
                  <a:pt x="7375484" y="2010870"/>
                  <a:pt x="7376654" y="2017521"/>
                </a:cubicBezTo>
                <a:cubicBezTo>
                  <a:pt x="7377689" y="2023442"/>
                  <a:pt x="7382844" y="2027602"/>
                  <a:pt x="7388651" y="2027602"/>
                </a:cubicBezTo>
                <a:cubicBezTo>
                  <a:pt x="7389360" y="2027602"/>
                  <a:pt x="7390069" y="2027544"/>
                  <a:pt x="7390797" y="2027410"/>
                </a:cubicBezTo>
                <a:cubicBezTo>
                  <a:pt x="7397429" y="2026241"/>
                  <a:pt x="7401856" y="2019917"/>
                  <a:pt x="7400687" y="2013266"/>
                </a:cubicBezTo>
                <a:cubicBezTo>
                  <a:pt x="7399517" y="2006635"/>
                  <a:pt x="7393174" y="2002208"/>
                  <a:pt x="7386543" y="2003377"/>
                </a:cubicBezTo>
                <a:close/>
                <a:moveTo>
                  <a:pt x="5085883" y="2900351"/>
                </a:moveTo>
                <a:cubicBezTo>
                  <a:pt x="5081225" y="2898415"/>
                  <a:pt x="5075879" y="2900619"/>
                  <a:pt x="5073943" y="2905277"/>
                </a:cubicBezTo>
                <a:cubicBezTo>
                  <a:pt x="5071988" y="2909934"/>
                  <a:pt x="5074193" y="2915281"/>
                  <a:pt x="5078850" y="2917217"/>
                </a:cubicBezTo>
                <a:cubicBezTo>
                  <a:pt x="5079999" y="2917696"/>
                  <a:pt x="5081187" y="2917926"/>
                  <a:pt x="5082356" y="2917926"/>
                </a:cubicBezTo>
                <a:cubicBezTo>
                  <a:pt x="5085939" y="2917926"/>
                  <a:pt x="5089332" y="2915818"/>
                  <a:pt x="5090809" y="2912311"/>
                </a:cubicBezTo>
                <a:cubicBezTo>
                  <a:pt x="5092743" y="2907653"/>
                  <a:pt x="5090542" y="2902306"/>
                  <a:pt x="5085883" y="2900351"/>
                </a:cubicBezTo>
                <a:close/>
                <a:moveTo>
                  <a:pt x="4455478" y="3143905"/>
                </a:moveTo>
                <a:cubicBezTo>
                  <a:pt x="4454098" y="3145668"/>
                  <a:pt x="4454405" y="3148198"/>
                  <a:pt x="4456147" y="3149559"/>
                </a:cubicBezTo>
                <a:cubicBezTo>
                  <a:pt x="4456895" y="3150152"/>
                  <a:pt x="4457778" y="3150421"/>
                  <a:pt x="4458639" y="3150421"/>
                </a:cubicBezTo>
                <a:cubicBezTo>
                  <a:pt x="4459828" y="3150421"/>
                  <a:pt x="4461016" y="3149904"/>
                  <a:pt x="4461802" y="3148888"/>
                </a:cubicBezTo>
                <a:cubicBezTo>
                  <a:pt x="4463182" y="3147144"/>
                  <a:pt x="4462875" y="3144614"/>
                  <a:pt x="4461132" y="3143234"/>
                </a:cubicBezTo>
                <a:cubicBezTo>
                  <a:pt x="4459387" y="3141873"/>
                  <a:pt x="4456857" y="3142160"/>
                  <a:pt x="4455478" y="3143905"/>
                </a:cubicBezTo>
                <a:close/>
                <a:moveTo>
                  <a:pt x="8506478" y="1562316"/>
                </a:moveTo>
                <a:cubicBezTo>
                  <a:pt x="8502760" y="1564199"/>
                  <a:pt x="8499760" y="1567500"/>
                  <a:pt x="8498361" y="1571774"/>
                </a:cubicBezTo>
                <a:cubicBezTo>
                  <a:pt x="8495543" y="1580322"/>
                  <a:pt x="8500201" y="1589520"/>
                  <a:pt x="8508768" y="1592338"/>
                </a:cubicBezTo>
                <a:cubicBezTo>
                  <a:pt x="8510435" y="1592894"/>
                  <a:pt x="8512161" y="1593143"/>
                  <a:pt x="8513847" y="1593143"/>
                </a:cubicBezTo>
                <a:cubicBezTo>
                  <a:pt x="8520688" y="1593143"/>
                  <a:pt x="8527052" y="1588793"/>
                  <a:pt x="8529313" y="1581932"/>
                </a:cubicBezTo>
                <a:cubicBezTo>
                  <a:pt x="8532111" y="1573384"/>
                  <a:pt x="8527455" y="1564165"/>
                  <a:pt x="8518907" y="1561367"/>
                </a:cubicBezTo>
                <a:cubicBezTo>
                  <a:pt x="8514633" y="1559968"/>
                  <a:pt x="8510196" y="1560433"/>
                  <a:pt x="8506478" y="1562316"/>
                </a:cubicBezTo>
                <a:close/>
                <a:moveTo>
                  <a:pt x="8059856" y="1729181"/>
                </a:moveTo>
                <a:cubicBezTo>
                  <a:pt x="8056859" y="1731254"/>
                  <a:pt x="8054655" y="1734469"/>
                  <a:pt x="8053955" y="1738340"/>
                </a:cubicBezTo>
                <a:cubicBezTo>
                  <a:pt x="8052537" y="1746083"/>
                  <a:pt x="8057673" y="1753500"/>
                  <a:pt x="8065417" y="1754918"/>
                </a:cubicBezTo>
                <a:cubicBezTo>
                  <a:pt x="8066278" y="1755071"/>
                  <a:pt x="8067142" y="1755148"/>
                  <a:pt x="8067985" y="1755148"/>
                </a:cubicBezTo>
                <a:cubicBezTo>
                  <a:pt x="8074730" y="1755148"/>
                  <a:pt x="8080729" y="1750318"/>
                  <a:pt x="8081976" y="1743439"/>
                </a:cubicBezTo>
                <a:cubicBezTo>
                  <a:pt x="8083393" y="1735695"/>
                  <a:pt x="8078257" y="1728278"/>
                  <a:pt x="8070514" y="1726879"/>
                </a:cubicBezTo>
                <a:cubicBezTo>
                  <a:pt x="8066643" y="1726180"/>
                  <a:pt x="8062853" y="1727109"/>
                  <a:pt x="8059856" y="1729181"/>
                </a:cubicBezTo>
                <a:close/>
                <a:moveTo>
                  <a:pt x="7772536" y="1839530"/>
                </a:moveTo>
                <a:cubicBezTo>
                  <a:pt x="7770050" y="1841828"/>
                  <a:pt x="7768440" y="1845071"/>
                  <a:pt x="7768296" y="1848713"/>
                </a:cubicBezTo>
                <a:cubicBezTo>
                  <a:pt x="7768008" y="1856014"/>
                  <a:pt x="7773682" y="1862167"/>
                  <a:pt x="7780984" y="1862454"/>
                </a:cubicBezTo>
                <a:lnTo>
                  <a:pt x="7780984" y="1862474"/>
                </a:lnTo>
                <a:cubicBezTo>
                  <a:pt x="7781156" y="1862474"/>
                  <a:pt x="7781329" y="1862473"/>
                  <a:pt x="7781521" y="1862473"/>
                </a:cubicBezTo>
                <a:cubicBezTo>
                  <a:pt x="7788573" y="1862473"/>
                  <a:pt x="7794437" y="1856877"/>
                  <a:pt x="7794724" y="1849767"/>
                </a:cubicBezTo>
                <a:cubicBezTo>
                  <a:pt x="7795014" y="1842464"/>
                  <a:pt x="7789321" y="1836313"/>
                  <a:pt x="7782038" y="1836025"/>
                </a:cubicBezTo>
                <a:cubicBezTo>
                  <a:pt x="7778387" y="1835882"/>
                  <a:pt x="7775023" y="1837233"/>
                  <a:pt x="7772536" y="1839530"/>
                </a:cubicBezTo>
                <a:close/>
                <a:moveTo>
                  <a:pt x="4226088" y="3222272"/>
                </a:moveTo>
                <a:cubicBezTo>
                  <a:pt x="4225551" y="3223211"/>
                  <a:pt x="4225897" y="3224437"/>
                  <a:pt x="4226854" y="3224954"/>
                </a:cubicBezTo>
                <a:cubicBezTo>
                  <a:pt x="4227142" y="3225127"/>
                  <a:pt x="4227487" y="3225204"/>
                  <a:pt x="4227793" y="3225204"/>
                </a:cubicBezTo>
                <a:cubicBezTo>
                  <a:pt x="4228501" y="3225204"/>
                  <a:pt x="4229174" y="3224840"/>
                  <a:pt x="4229538" y="3224188"/>
                </a:cubicBezTo>
                <a:cubicBezTo>
                  <a:pt x="4230073" y="3223230"/>
                  <a:pt x="4229729" y="3222022"/>
                  <a:pt x="4228771" y="3221505"/>
                </a:cubicBezTo>
                <a:cubicBezTo>
                  <a:pt x="4227812" y="3220968"/>
                  <a:pt x="4226604" y="3221313"/>
                  <a:pt x="4226088" y="3222272"/>
                </a:cubicBezTo>
                <a:close/>
                <a:moveTo>
                  <a:pt x="4906209" y="2956641"/>
                </a:moveTo>
                <a:cubicBezTo>
                  <a:pt x="4903813" y="2960416"/>
                  <a:pt x="4904944" y="2965437"/>
                  <a:pt x="4908720" y="2967833"/>
                </a:cubicBezTo>
                <a:cubicBezTo>
                  <a:pt x="4910080" y="2968677"/>
                  <a:pt x="4911574" y="2969098"/>
                  <a:pt x="4913070" y="2969098"/>
                </a:cubicBezTo>
                <a:cubicBezTo>
                  <a:pt x="4915752" y="2969098"/>
                  <a:pt x="4918377" y="2967757"/>
                  <a:pt x="4919931" y="2965322"/>
                </a:cubicBezTo>
                <a:cubicBezTo>
                  <a:pt x="4922307" y="2961528"/>
                  <a:pt x="4921194" y="2956506"/>
                  <a:pt x="4917401" y="2954111"/>
                </a:cubicBezTo>
                <a:cubicBezTo>
                  <a:pt x="4913625" y="2951734"/>
                  <a:pt x="4908604" y="2952845"/>
                  <a:pt x="4906209" y="2956641"/>
                </a:cubicBezTo>
                <a:close/>
                <a:moveTo>
                  <a:pt x="5263930" y="2813321"/>
                </a:moveTo>
                <a:cubicBezTo>
                  <a:pt x="5258427" y="2812248"/>
                  <a:pt x="5253100" y="2815870"/>
                  <a:pt x="5252030" y="2821371"/>
                </a:cubicBezTo>
                <a:cubicBezTo>
                  <a:pt x="5250955" y="2826871"/>
                  <a:pt x="5254557" y="2832199"/>
                  <a:pt x="5260077" y="2833273"/>
                </a:cubicBezTo>
                <a:cubicBezTo>
                  <a:pt x="5260729" y="2833407"/>
                  <a:pt x="5261380" y="2833464"/>
                  <a:pt x="5262013" y="2833464"/>
                </a:cubicBezTo>
                <a:cubicBezTo>
                  <a:pt x="5266787" y="2833464"/>
                  <a:pt x="5271038" y="2830091"/>
                  <a:pt x="5271979" y="2825224"/>
                </a:cubicBezTo>
                <a:cubicBezTo>
                  <a:pt x="5273032" y="2819723"/>
                  <a:pt x="5269429" y="2814395"/>
                  <a:pt x="5263930" y="2813321"/>
                </a:cubicBezTo>
                <a:close/>
                <a:moveTo>
                  <a:pt x="7285139" y="2024057"/>
                </a:moveTo>
                <a:cubicBezTo>
                  <a:pt x="7278584" y="2025570"/>
                  <a:pt x="7274483" y="2032125"/>
                  <a:pt x="7275997" y="2038698"/>
                </a:cubicBezTo>
                <a:cubicBezTo>
                  <a:pt x="7277300" y="2044333"/>
                  <a:pt x="7282321" y="2048147"/>
                  <a:pt x="7287879" y="2048147"/>
                </a:cubicBezTo>
                <a:cubicBezTo>
                  <a:pt x="7288781" y="2048147"/>
                  <a:pt x="7289700" y="2048052"/>
                  <a:pt x="7290621" y="2047841"/>
                </a:cubicBezTo>
                <a:cubicBezTo>
                  <a:pt x="7297194" y="2046326"/>
                  <a:pt x="7301277" y="2039772"/>
                  <a:pt x="7299781" y="2033217"/>
                </a:cubicBezTo>
                <a:cubicBezTo>
                  <a:pt x="7298267" y="2026643"/>
                  <a:pt x="7291712" y="2022542"/>
                  <a:pt x="7285139" y="2024057"/>
                </a:cubicBezTo>
                <a:close/>
                <a:moveTo>
                  <a:pt x="5536020" y="2704482"/>
                </a:moveTo>
                <a:lnTo>
                  <a:pt x="5536020" y="2704502"/>
                </a:lnTo>
                <a:lnTo>
                  <a:pt x="5536022" y="2704490"/>
                </a:lnTo>
                <a:close/>
                <a:moveTo>
                  <a:pt x="8669200" y="1476111"/>
                </a:moveTo>
                <a:cubicBezTo>
                  <a:pt x="8665200" y="1478017"/>
                  <a:pt x="8661927" y="1481448"/>
                  <a:pt x="8660327" y="1485952"/>
                </a:cubicBezTo>
                <a:cubicBezTo>
                  <a:pt x="8657146" y="1494959"/>
                  <a:pt x="8661860" y="1504849"/>
                  <a:pt x="8670868" y="1508050"/>
                </a:cubicBezTo>
                <a:lnTo>
                  <a:pt x="8670849" y="1508050"/>
                </a:lnTo>
                <a:cubicBezTo>
                  <a:pt x="8672765" y="1508720"/>
                  <a:pt x="8674720" y="1509046"/>
                  <a:pt x="8676637" y="1509046"/>
                </a:cubicBezTo>
                <a:cubicBezTo>
                  <a:pt x="8683766" y="1509046"/>
                  <a:pt x="8690455" y="1504619"/>
                  <a:pt x="8692965" y="1497528"/>
                </a:cubicBezTo>
                <a:cubicBezTo>
                  <a:pt x="8696165" y="1488520"/>
                  <a:pt x="8691451" y="1478612"/>
                  <a:pt x="8682443" y="1475411"/>
                </a:cubicBezTo>
                <a:cubicBezTo>
                  <a:pt x="8677929" y="1473821"/>
                  <a:pt x="8673201" y="1474204"/>
                  <a:pt x="8669200" y="1476111"/>
                </a:cubicBezTo>
                <a:close/>
                <a:moveTo>
                  <a:pt x="5546657" y="2692811"/>
                </a:moveTo>
                <a:cubicBezTo>
                  <a:pt x="5543571" y="2692954"/>
                  <a:pt x="5540835" y="2694340"/>
                  <a:pt x="5538909" y="2696457"/>
                </a:cubicBezTo>
                <a:lnTo>
                  <a:pt x="5536022" y="2704490"/>
                </a:lnTo>
                <a:lnTo>
                  <a:pt x="5539486" y="2712052"/>
                </a:lnTo>
                <a:cubicBezTo>
                  <a:pt x="5541500" y="2713969"/>
                  <a:pt x="5544220" y="2715138"/>
                  <a:pt x="5547193" y="2715138"/>
                </a:cubicBezTo>
                <a:cubicBezTo>
                  <a:pt x="5547365" y="2715138"/>
                  <a:pt x="5547557" y="2715138"/>
                  <a:pt x="5547729" y="2715138"/>
                </a:cubicBezTo>
                <a:cubicBezTo>
                  <a:pt x="5553901" y="2714831"/>
                  <a:pt x="5558653" y="2709599"/>
                  <a:pt x="5558368" y="2703428"/>
                </a:cubicBezTo>
                <a:cubicBezTo>
                  <a:pt x="5558060" y="2697257"/>
                  <a:pt x="5552808" y="2692505"/>
                  <a:pt x="5546657" y="2692811"/>
                </a:cubicBezTo>
                <a:close/>
                <a:moveTo>
                  <a:pt x="7184942" y="2049508"/>
                </a:moveTo>
                <a:cubicBezTo>
                  <a:pt x="7178445" y="2051309"/>
                  <a:pt x="7174632" y="2058017"/>
                  <a:pt x="7176433" y="2064514"/>
                </a:cubicBezTo>
                <a:cubicBezTo>
                  <a:pt x="7177928" y="2069937"/>
                  <a:pt x="7182834" y="2073483"/>
                  <a:pt x="7188182" y="2073483"/>
                </a:cubicBezTo>
                <a:cubicBezTo>
                  <a:pt x="7189255" y="2073483"/>
                  <a:pt x="7190348" y="2073330"/>
                  <a:pt x="7191440" y="2073023"/>
                </a:cubicBezTo>
                <a:cubicBezTo>
                  <a:pt x="7197937" y="2071221"/>
                  <a:pt x="7201751" y="2064514"/>
                  <a:pt x="7199949" y="2058017"/>
                </a:cubicBezTo>
                <a:cubicBezTo>
                  <a:pt x="7198148" y="2051520"/>
                  <a:pt x="7191440" y="2047706"/>
                  <a:pt x="7184942" y="2049508"/>
                </a:cubicBezTo>
                <a:close/>
                <a:moveTo>
                  <a:pt x="7085897" y="2078907"/>
                </a:moveTo>
                <a:cubicBezTo>
                  <a:pt x="7079476" y="2080938"/>
                  <a:pt x="7075911" y="2087800"/>
                  <a:pt x="7077943" y="2094221"/>
                </a:cubicBezTo>
                <a:cubicBezTo>
                  <a:pt x="7079592" y="2099414"/>
                  <a:pt x="7084401" y="2102749"/>
                  <a:pt x="7089576" y="2102749"/>
                </a:cubicBezTo>
                <a:cubicBezTo>
                  <a:pt x="7090802" y="2102749"/>
                  <a:pt x="7092029" y="2102558"/>
                  <a:pt x="7093257" y="2102174"/>
                </a:cubicBezTo>
                <a:cubicBezTo>
                  <a:pt x="7099677" y="2100142"/>
                  <a:pt x="7103241" y="2093300"/>
                  <a:pt x="7101210" y="2086861"/>
                </a:cubicBezTo>
                <a:cubicBezTo>
                  <a:pt x="7099178" y="2080440"/>
                  <a:pt x="7092336" y="2076876"/>
                  <a:pt x="7085897" y="2078907"/>
                </a:cubicBezTo>
                <a:close/>
                <a:moveTo>
                  <a:pt x="4527749" y="3074717"/>
                </a:moveTo>
                <a:cubicBezTo>
                  <a:pt x="4526024" y="3076903"/>
                  <a:pt x="4526407" y="3080065"/>
                  <a:pt x="4528593" y="3081790"/>
                </a:cubicBezTo>
                <a:cubicBezTo>
                  <a:pt x="4529513" y="3082518"/>
                  <a:pt x="4530625" y="3082882"/>
                  <a:pt x="4531719" y="3082882"/>
                </a:cubicBezTo>
                <a:cubicBezTo>
                  <a:pt x="4533212" y="3082883"/>
                  <a:pt x="4534688" y="3082211"/>
                  <a:pt x="4535685" y="3080946"/>
                </a:cubicBezTo>
                <a:cubicBezTo>
                  <a:pt x="4537390" y="3078761"/>
                  <a:pt x="4537027" y="3075580"/>
                  <a:pt x="4534841" y="3073855"/>
                </a:cubicBezTo>
                <a:cubicBezTo>
                  <a:pt x="4532636" y="3072131"/>
                  <a:pt x="4529476" y="3072514"/>
                  <a:pt x="4527749" y="3074717"/>
                </a:cubicBezTo>
                <a:close/>
                <a:moveTo>
                  <a:pt x="5444726" y="2716418"/>
                </a:moveTo>
                <a:lnTo>
                  <a:pt x="5444717" y="2716422"/>
                </a:lnTo>
                <a:lnTo>
                  <a:pt x="5444735" y="2716422"/>
                </a:lnTo>
                <a:close/>
                <a:moveTo>
                  <a:pt x="8236433" y="1625365"/>
                </a:moveTo>
                <a:cubicBezTo>
                  <a:pt x="8233075" y="1627358"/>
                  <a:pt x="8230478" y="1630631"/>
                  <a:pt x="8229434" y="1634713"/>
                </a:cubicBezTo>
                <a:cubicBezTo>
                  <a:pt x="8227344" y="1642897"/>
                  <a:pt x="8232289" y="1651195"/>
                  <a:pt x="8240454" y="1653284"/>
                </a:cubicBezTo>
                <a:cubicBezTo>
                  <a:pt x="8241718" y="1653610"/>
                  <a:pt x="8242983" y="1653763"/>
                  <a:pt x="8244229" y="1653763"/>
                </a:cubicBezTo>
                <a:cubicBezTo>
                  <a:pt x="8251052" y="1653763"/>
                  <a:pt x="8257262" y="1649163"/>
                  <a:pt x="8259024" y="1642264"/>
                </a:cubicBezTo>
                <a:cubicBezTo>
                  <a:pt x="8261114" y="1634081"/>
                  <a:pt x="8256169" y="1625781"/>
                  <a:pt x="8248005" y="1623693"/>
                </a:cubicBezTo>
                <a:cubicBezTo>
                  <a:pt x="8243913" y="1622658"/>
                  <a:pt x="8239792" y="1623372"/>
                  <a:pt x="8236433" y="1625365"/>
                </a:cubicBezTo>
                <a:close/>
                <a:moveTo>
                  <a:pt x="6987962" y="2111507"/>
                </a:moveTo>
                <a:cubicBezTo>
                  <a:pt x="6981598" y="2113731"/>
                  <a:pt x="6978245" y="2120687"/>
                  <a:pt x="6980468" y="2127051"/>
                </a:cubicBezTo>
                <a:cubicBezTo>
                  <a:pt x="6982212" y="2132072"/>
                  <a:pt x="6986927" y="2135234"/>
                  <a:pt x="6991987" y="2135234"/>
                </a:cubicBezTo>
                <a:cubicBezTo>
                  <a:pt x="6993309" y="2135234"/>
                  <a:pt x="6994669" y="2135023"/>
                  <a:pt x="6995992" y="2134544"/>
                </a:cubicBezTo>
                <a:cubicBezTo>
                  <a:pt x="7002355" y="2132340"/>
                  <a:pt x="7005728" y="2125364"/>
                  <a:pt x="7003504" y="2119020"/>
                </a:cubicBezTo>
                <a:cubicBezTo>
                  <a:pt x="7001281" y="2112638"/>
                  <a:pt x="6994325" y="2109285"/>
                  <a:pt x="6987962" y="2111507"/>
                </a:cubicBezTo>
                <a:close/>
                <a:moveTo>
                  <a:pt x="6508407" y="2298695"/>
                </a:moveTo>
                <a:cubicBezTo>
                  <a:pt x="6502140" y="2301167"/>
                  <a:pt x="6499074" y="2308259"/>
                  <a:pt x="6501546" y="2314526"/>
                </a:cubicBezTo>
                <a:cubicBezTo>
                  <a:pt x="6503444" y="2319317"/>
                  <a:pt x="6508043" y="2322249"/>
                  <a:pt x="6512911" y="2322249"/>
                </a:cubicBezTo>
                <a:cubicBezTo>
                  <a:pt x="6514406" y="2322249"/>
                  <a:pt x="6515920" y="2321962"/>
                  <a:pt x="6517396" y="2321386"/>
                </a:cubicBezTo>
                <a:cubicBezTo>
                  <a:pt x="6523644" y="2318896"/>
                  <a:pt x="6526729" y="2311804"/>
                  <a:pt x="6524238" y="2305556"/>
                </a:cubicBezTo>
                <a:cubicBezTo>
                  <a:pt x="6521766" y="2299290"/>
                  <a:pt x="6514674" y="2296222"/>
                  <a:pt x="6508407" y="2298695"/>
                </a:cubicBezTo>
                <a:close/>
                <a:moveTo>
                  <a:pt x="6412696" y="2336048"/>
                </a:moveTo>
                <a:cubicBezTo>
                  <a:pt x="6406410" y="2338463"/>
                  <a:pt x="6403266" y="2345535"/>
                  <a:pt x="6405682" y="2351821"/>
                </a:cubicBezTo>
                <a:cubicBezTo>
                  <a:pt x="6407540" y="2356671"/>
                  <a:pt x="6412179" y="2359660"/>
                  <a:pt x="6417085" y="2359660"/>
                </a:cubicBezTo>
                <a:cubicBezTo>
                  <a:pt x="6418541" y="2359660"/>
                  <a:pt x="6420017" y="2359391"/>
                  <a:pt x="6421455" y="2358835"/>
                </a:cubicBezTo>
                <a:cubicBezTo>
                  <a:pt x="6427741" y="2356421"/>
                  <a:pt x="6430883" y="2349349"/>
                  <a:pt x="6428469" y="2343062"/>
                </a:cubicBezTo>
                <a:cubicBezTo>
                  <a:pt x="6426053" y="2336776"/>
                  <a:pt x="6418982" y="2333634"/>
                  <a:pt x="6412696" y="2336048"/>
                </a:cubicBezTo>
                <a:close/>
                <a:moveTo>
                  <a:pt x="4749724" y="2985043"/>
                </a:moveTo>
                <a:cubicBezTo>
                  <a:pt x="4747346" y="2988166"/>
                  <a:pt x="4747941" y="2992613"/>
                  <a:pt x="4751047" y="2994990"/>
                </a:cubicBezTo>
                <a:cubicBezTo>
                  <a:pt x="4752349" y="2995986"/>
                  <a:pt x="4753864" y="2996446"/>
                  <a:pt x="4755357" y="2996446"/>
                </a:cubicBezTo>
                <a:cubicBezTo>
                  <a:pt x="4757484" y="2996446"/>
                  <a:pt x="4759595" y="2995488"/>
                  <a:pt x="4760992" y="2993667"/>
                </a:cubicBezTo>
                <a:cubicBezTo>
                  <a:pt x="4763369" y="2990562"/>
                  <a:pt x="4762776" y="2986116"/>
                  <a:pt x="4759672" y="2983720"/>
                </a:cubicBezTo>
                <a:cubicBezTo>
                  <a:pt x="4756565" y="2981344"/>
                  <a:pt x="4752100" y="2981938"/>
                  <a:pt x="4749724" y="2985043"/>
                </a:cubicBezTo>
                <a:close/>
                <a:moveTo>
                  <a:pt x="6603870" y="2260537"/>
                </a:moveTo>
                <a:cubicBezTo>
                  <a:pt x="6597602" y="2263048"/>
                  <a:pt x="6594594" y="2270158"/>
                  <a:pt x="6597105" y="2276425"/>
                </a:cubicBezTo>
                <a:cubicBezTo>
                  <a:pt x="6599021" y="2281177"/>
                  <a:pt x="6603601" y="2284053"/>
                  <a:pt x="6608431" y="2284053"/>
                </a:cubicBezTo>
                <a:cubicBezTo>
                  <a:pt x="6609945" y="2284053"/>
                  <a:pt x="6611497" y="2283765"/>
                  <a:pt x="6612993" y="2283171"/>
                </a:cubicBezTo>
                <a:cubicBezTo>
                  <a:pt x="6619240" y="2280660"/>
                  <a:pt x="6622268" y="2273550"/>
                  <a:pt x="6619737" y="2267283"/>
                </a:cubicBezTo>
                <a:cubicBezTo>
                  <a:pt x="6617228" y="2261035"/>
                  <a:pt x="6610118" y="2258027"/>
                  <a:pt x="6603870" y="2260537"/>
                </a:cubicBezTo>
                <a:close/>
                <a:moveTo>
                  <a:pt x="6316601" y="2372251"/>
                </a:moveTo>
                <a:cubicBezTo>
                  <a:pt x="6310276" y="2374571"/>
                  <a:pt x="6307038" y="2381585"/>
                  <a:pt x="6309376" y="2387929"/>
                </a:cubicBezTo>
                <a:cubicBezTo>
                  <a:pt x="6311197" y="2392854"/>
                  <a:pt x="6315853" y="2395902"/>
                  <a:pt x="6320817" y="2395902"/>
                </a:cubicBezTo>
                <a:cubicBezTo>
                  <a:pt x="6322216" y="2395902"/>
                  <a:pt x="6323654" y="2395652"/>
                  <a:pt x="6325034" y="2395154"/>
                </a:cubicBezTo>
                <a:cubicBezTo>
                  <a:pt x="6331359" y="2392816"/>
                  <a:pt x="6334597" y="2385801"/>
                  <a:pt x="6332278" y="2379477"/>
                </a:cubicBezTo>
                <a:cubicBezTo>
                  <a:pt x="6329940" y="2373152"/>
                  <a:pt x="6322925" y="2369913"/>
                  <a:pt x="6316601" y="2372251"/>
                </a:cubicBezTo>
                <a:close/>
                <a:moveTo>
                  <a:pt x="6699198" y="2221938"/>
                </a:moveTo>
                <a:cubicBezTo>
                  <a:pt x="6692949" y="2224467"/>
                  <a:pt x="6689941" y="2231578"/>
                  <a:pt x="6692471" y="2237845"/>
                </a:cubicBezTo>
                <a:lnTo>
                  <a:pt x="6692490" y="2237845"/>
                </a:lnTo>
                <a:cubicBezTo>
                  <a:pt x="6694426" y="2242579"/>
                  <a:pt x="6698986" y="2245453"/>
                  <a:pt x="6703798" y="2245453"/>
                </a:cubicBezTo>
                <a:cubicBezTo>
                  <a:pt x="6705330" y="2245453"/>
                  <a:pt x="6706883" y="2245166"/>
                  <a:pt x="6708377" y="2244553"/>
                </a:cubicBezTo>
                <a:cubicBezTo>
                  <a:pt x="6714626" y="2242024"/>
                  <a:pt x="6717616" y="2234893"/>
                  <a:pt x="6715085" y="2228665"/>
                </a:cubicBezTo>
                <a:cubicBezTo>
                  <a:pt x="6712555" y="2222417"/>
                  <a:pt x="6705445" y="2219408"/>
                  <a:pt x="6699198" y="2221938"/>
                </a:cubicBezTo>
                <a:close/>
                <a:moveTo>
                  <a:pt x="8826509" y="1391191"/>
                </a:moveTo>
                <a:cubicBezTo>
                  <a:pt x="8822255" y="1393172"/>
                  <a:pt x="8818757" y="1396776"/>
                  <a:pt x="8817022" y="1401528"/>
                </a:cubicBezTo>
                <a:cubicBezTo>
                  <a:pt x="8813554" y="1411054"/>
                  <a:pt x="8818460" y="1421575"/>
                  <a:pt x="8827966" y="1425045"/>
                </a:cubicBezTo>
                <a:cubicBezTo>
                  <a:pt x="8830035" y="1425792"/>
                  <a:pt x="8832163" y="1426155"/>
                  <a:pt x="8834252" y="1426155"/>
                </a:cubicBezTo>
                <a:cubicBezTo>
                  <a:pt x="8841727" y="1426156"/>
                  <a:pt x="8848761" y="1421537"/>
                  <a:pt x="8851482" y="1414102"/>
                </a:cubicBezTo>
                <a:cubicBezTo>
                  <a:pt x="8854951" y="1404595"/>
                  <a:pt x="8850045" y="1394053"/>
                  <a:pt x="8840539" y="1390585"/>
                </a:cubicBezTo>
                <a:cubicBezTo>
                  <a:pt x="8835776" y="1388850"/>
                  <a:pt x="8830764" y="1389210"/>
                  <a:pt x="8826509" y="1391191"/>
                </a:cubicBezTo>
                <a:close/>
                <a:moveTo>
                  <a:pt x="6890985" y="2146618"/>
                </a:moveTo>
                <a:cubicBezTo>
                  <a:pt x="6884679" y="2148995"/>
                  <a:pt x="6881459" y="2156028"/>
                  <a:pt x="6883836" y="2162334"/>
                </a:cubicBezTo>
                <a:cubicBezTo>
                  <a:pt x="6885676" y="2167240"/>
                  <a:pt x="6890334" y="2170249"/>
                  <a:pt x="6895259" y="2170269"/>
                </a:cubicBezTo>
                <a:cubicBezTo>
                  <a:pt x="6896697" y="2170269"/>
                  <a:pt x="6898133" y="2170000"/>
                  <a:pt x="6899533" y="2169483"/>
                </a:cubicBezTo>
                <a:cubicBezTo>
                  <a:pt x="6905857" y="2167106"/>
                  <a:pt x="6909058" y="2160072"/>
                  <a:pt x="6906681" y="2153767"/>
                </a:cubicBezTo>
                <a:cubicBezTo>
                  <a:pt x="6904324" y="2147461"/>
                  <a:pt x="6897290" y="2144262"/>
                  <a:pt x="6890985" y="2146618"/>
                </a:cubicBezTo>
                <a:close/>
                <a:moveTo>
                  <a:pt x="6794775" y="2183626"/>
                </a:moveTo>
                <a:cubicBezTo>
                  <a:pt x="6788527" y="2186099"/>
                  <a:pt x="6785442" y="2193190"/>
                  <a:pt x="6787895" y="2199457"/>
                </a:cubicBezTo>
                <a:cubicBezTo>
                  <a:pt x="6789793" y="2204249"/>
                  <a:pt x="6794392" y="2207180"/>
                  <a:pt x="6799260" y="2207180"/>
                </a:cubicBezTo>
                <a:cubicBezTo>
                  <a:pt x="6800754" y="2207180"/>
                  <a:pt x="6802269" y="2206913"/>
                  <a:pt x="6803725" y="2206337"/>
                </a:cubicBezTo>
                <a:cubicBezTo>
                  <a:pt x="6809992" y="2203866"/>
                  <a:pt x="6813078" y="2196774"/>
                  <a:pt x="6810606" y="2190507"/>
                </a:cubicBezTo>
                <a:cubicBezTo>
                  <a:pt x="6808133" y="2184240"/>
                  <a:pt x="6801062" y="2181155"/>
                  <a:pt x="6794775" y="2183626"/>
                </a:cubicBezTo>
                <a:close/>
                <a:moveTo>
                  <a:pt x="4301695" y="3155902"/>
                </a:moveTo>
                <a:cubicBezTo>
                  <a:pt x="4300852" y="3157339"/>
                  <a:pt x="4301310" y="3159179"/>
                  <a:pt x="4302730" y="3160022"/>
                </a:cubicBezTo>
                <a:cubicBezTo>
                  <a:pt x="4303228" y="3160309"/>
                  <a:pt x="4303744" y="3160444"/>
                  <a:pt x="4304263" y="3160444"/>
                </a:cubicBezTo>
                <a:cubicBezTo>
                  <a:pt x="4305297" y="3160444"/>
                  <a:pt x="4306294" y="3159926"/>
                  <a:pt x="4306850" y="3158968"/>
                </a:cubicBezTo>
                <a:cubicBezTo>
                  <a:pt x="4307693" y="3157550"/>
                  <a:pt x="4307233" y="3155710"/>
                  <a:pt x="4305796" y="3154867"/>
                </a:cubicBezTo>
                <a:cubicBezTo>
                  <a:pt x="4304376" y="3154023"/>
                  <a:pt x="4302537" y="3154483"/>
                  <a:pt x="4301695" y="3155902"/>
                </a:cubicBezTo>
                <a:close/>
                <a:moveTo>
                  <a:pt x="6220008" y="2406883"/>
                </a:moveTo>
                <a:cubicBezTo>
                  <a:pt x="6213626" y="2409107"/>
                  <a:pt x="6210272" y="2416064"/>
                  <a:pt x="6212495" y="2422426"/>
                </a:cubicBezTo>
                <a:cubicBezTo>
                  <a:pt x="6214239" y="2427467"/>
                  <a:pt x="6218953" y="2430610"/>
                  <a:pt x="6224013" y="2430610"/>
                </a:cubicBezTo>
                <a:cubicBezTo>
                  <a:pt x="6225336" y="2430610"/>
                  <a:pt x="6226696" y="2430399"/>
                  <a:pt x="6228019" y="2429939"/>
                </a:cubicBezTo>
                <a:cubicBezTo>
                  <a:pt x="6234382" y="2427715"/>
                  <a:pt x="6237754" y="2420759"/>
                  <a:pt x="6235531" y="2414415"/>
                </a:cubicBezTo>
                <a:cubicBezTo>
                  <a:pt x="6233328" y="2408053"/>
                  <a:pt x="6226370" y="2404679"/>
                  <a:pt x="6220008" y="2406883"/>
                </a:cubicBezTo>
                <a:close/>
                <a:moveTo>
                  <a:pt x="4062032" y="3248260"/>
                </a:moveTo>
                <a:cubicBezTo>
                  <a:pt x="4061533" y="3248067"/>
                  <a:pt x="4060996" y="3248317"/>
                  <a:pt x="4060805" y="3248816"/>
                </a:cubicBezTo>
                <a:cubicBezTo>
                  <a:pt x="4060632" y="3249314"/>
                  <a:pt x="4060883" y="3249869"/>
                  <a:pt x="4061362" y="3250042"/>
                </a:cubicBezTo>
                <a:cubicBezTo>
                  <a:pt x="4061476" y="3250099"/>
                  <a:pt x="4061591" y="3250099"/>
                  <a:pt x="4061706" y="3250099"/>
                </a:cubicBezTo>
                <a:cubicBezTo>
                  <a:pt x="4062090" y="3250099"/>
                  <a:pt x="4062454" y="3249869"/>
                  <a:pt x="4062608" y="3249486"/>
                </a:cubicBezTo>
                <a:cubicBezTo>
                  <a:pt x="4062798" y="3248988"/>
                  <a:pt x="4062530" y="3248432"/>
                  <a:pt x="4062032" y="3248260"/>
                </a:cubicBezTo>
                <a:close/>
                <a:moveTo>
                  <a:pt x="7677817" y="1834798"/>
                </a:moveTo>
                <a:cubicBezTo>
                  <a:pt x="7670514" y="1834913"/>
                  <a:pt x="7664689" y="1840932"/>
                  <a:pt x="7664823" y="1848233"/>
                </a:cubicBezTo>
                <a:cubicBezTo>
                  <a:pt x="7664938" y="1855459"/>
                  <a:pt x="7670841" y="1861246"/>
                  <a:pt x="7678047" y="1861246"/>
                </a:cubicBezTo>
                <a:lnTo>
                  <a:pt x="7678258" y="1861247"/>
                </a:lnTo>
                <a:cubicBezTo>
                  <a:pt x="7685559" y="1861132"/>
                  <a:pt x="7691386" y="1855114"/>
                  <a:pt x="7691271" y="1847812"/>
                </a:cubicBezTo>
                <a:cubicBezTo>
                  <a:pt x="7691136" y="1840510"/>
                  <a:pt x="7685118" y="1834683"/>
                  <a:pt x="7677817" y="1834798"/>
                </a:cubicBezTo>
                <a:close/>
                <a:moveTo>
                  <a:pt x="6122801" y="2439464"/>
                </a:moveTo>
                <a:cubicBezTo>
                  <a:pt x="6116381" y="2441515"/>
                  <a:pt x="6112835" y="2448377"/>
                  <a:pt x="6114886" y="2454796"/>
                </a:cubicBezTo>
                <a:cubicBezTo>
                  <a:pt x="6116534" y="2459991"/>
                  <a:pt x="6121325" y="2463287"/>
                  <a:pt x="6126499" y="2463287"/>
                </a:cubicBezTo>
                <a:cubicBezTo>
                  <a:pt x="6127727" y="2463287"/>
                  <a:pt x="6128972" y="2463114"/>
                  <a:pt x="6130199" y="2462712"/>
                </a:cubicBezTo>
                <a:cubicBezTo>
                  <a:pt x="6136620" y="2460680"/>
                  <a:pt x="6140165" y="2453800"/>
                  <a:pt x="6138133" y="2447379"/>
                </a:cubicBezTo>
                <a:cubicBezTo>
                  <a:pt x="6136083" y="2440959"/>
                  <a:pt x="6129221" y="2437413"/>
                  <a:pt x="6122801" y="2439464"/>
                </a:cubicBezTo>
                <a:close/>
                <a:moveTo>
                  <a:pt x="6024713" y="2469151"/>
                </a:moveTo>
                <a:cubicBezTo>
                  <a:pt x="6018236" y="2470992"/>
                  <a:pt x="6014479" y="2477757"/>
                  <a:pt x="6016339" y="2484234"/>
                </a:cubicBezTo>
                <a:cubicBezTo>
                  <a:pt x="6017872" y="2489601"/>
                  <a:pt x="6022760" y="2493089"/>
                  <a:pt x="6028068" y="2493089"/>
                </a:cubicBezTo>
                <a:cubicBezTo>
                  <a:pt x="6029179" y="2493089"/>
                  <a:pt x="6030291" y="2492936"/>
                  <a:pt x="6031422" y="2492610"/>
                </a:cubicBezTo>
                <a:cubicBezTo>
                  <a:pt x="6037899" y="2490750"/>
                  <a:pt x="6041655" y="2484005"/>
                  <a:pt x="6039796" y="2477526"/>
                </a:cubicBezTo>
                <a:cubicBezTo>
                  <a:pt x="6037937" y="2471049"/>
                  <a:pt x="6031191" y="2467292"/>
                  <a:pt x="6024713" y="2469151"/>
                </a:cubicBezTo>
                <a:close/>
                <a:moveTo>
                  <a:pt x="5437304" y="2697147"/>
                </a:moveTo>
                <a:cubicBezTo>
                  <a:pt x="5435230" y="2699116"/>
                  <a:pt x="5433907" y="2701876"/>
                  <a:pt x="5433830" y="2704962"/>
                </a:cubicBezTo>
                <a:cubicBezTo>
                  <a:pt x="5433752" y="2708047"/>
                  <a:pt x="5434933" y="2710874"/>
                  <a:pt x="5436903" y="2712949"/>
                </a:cubicBezTo>
                <a:lnTo>
                  <a:pt x="5444726" y="2716418"/>
                </a:lnTo>
                <a:lnTo>
                  <a:pt x="5452701" y="2713351"/>
                </a:lnTo>
                <a:cubicBezTo>
                  <a:pt x="5454779" y="2711382"/>
                  <a:pt x="5456102" y="2708622"/>
                  <a:pt x="5456176" y="2705536"/>
                </a:cubicBezTo>
                <a:cubicBezTo>
                  <a:pt x="5456332" y="2699365"/>
                  <a:pt x="5451462" y="2694228"/>
                  <a:pt x="5445291" y="2694076"/>
                </a:cubicBezTo>
                <a:cubicBezTo>
                  <a:pt x="5442206" y="2693999"/>
                  <a:pt x="5439379" y="2695178"/>
                  <a:pt x="5437304" y="2697147"/>
                </a:cubicBezTo>
                <a:close/>
                <a:moveTo>
                  <a:pt x="7956519" y="1713267"/>
                </a:moveTo>
                <a:cubicBezTo>
                  <a:pt x="7953620" y="1715481"/>
                  <a:pt x="7951565" y="1718801"/>
                  <a:pt x="7951038" y="1722701"/>
                </a:cubicBezTo>
                <a:cubicBezTo>
                  <a:pt x="7949984" y="1730482"/>
                  <a:pt x="7955446" y="1737670"/>
                  <a:pt x="7963246" y="1738704"/>
                </a:cubicBezTo>
                <a:cubicBezTo>
                  <a:pt x="7963898" y="1738800"/>
                  <a:pt x="7964530" y="1738839"/>
                  <a:pt x="7965163" y="1738839"/>
                </a:cubicBezTo>
                <a:cubicBezTo>
                  <a:pt x="7972196" y="1738839"/>
                  <a:pt x="7978310" y="1733645"/>
                  <a:pt x="7979268" y="1726496"/>
                </a:cubicBezTo>
                <a:cubicBezTo>
                  <a:pt x="7980323" y="1718696"/>
                  <a:pt x="7974860" y="1711528"/>
                  <a:pt x="7967060" y="1710474"/>
                </a:cubicBezTo>
                <a:cubicBezTo>
                  <a:pt x="7963160" y="1709947"/>
                  <a:pt x="7959418" y="1711054"/>
                  <a:pt x="7956519" y="1713267"/>
                </a:cubicBezTo>
                <a:close/>
                <a:moveTo>
                  <a:pt x="8405779" y="1530585"/>
                </a:moveTo>
                <a:cubicBezTo>
                  <a:pt x="8402094" y="1532533"/>
                  <a:pt x="8399152" y="1535887"/>
                  <a:pt x="8397820" y="1540189"/>
                </a:cubicBezTo>
                <a:cubicBezTo>
                  <a:pt x="8395175" y="1548775"/>
                  <a:pt x="8399985" y="1557898"/>
                  <a:pt x="8408572" y="1560543"/>
                </a:cubicBezTo>
                <a:cubicBezTo>
                  <a:pt x="8410182" y="1561041"/>
                  <a:pt x="8411792" y="1561271"/>
                  <a:pt x="8413382" y="1561271"/>
                </a:cubicBezTo>
                <a:cubicBezTo>
                  <a:pt x="8420339" y="1561271"/>
                  <a:pt x="8426798" y="1556786"/>
                  <a:pt x="8428944" y="1549791"/>
                </a:cubicBezTo>
                <a:cubicBezTo>
                  <a:pt x="8431608" y="1541205"/>
                  <a:pt x="8426798" y="1532063"/>
                  <a:pt x="8418193" y="1529418"/>
                </a:cubicBezTo>
                <a:cubicBezTo>
                  <a:pt x="8413890" y="1528096"/>
                  <a:pt x="8409463" y="1528638"/>
                  <a:pt x="8405779" y="1530585"/>
                </a:cubicBezTo>
                <a:close/>
                <a:moveTo>
                  <a:pt x="5925805" y="2495619"/>
                </a:moveTo>
                <a:cubicBezTo>
                  <a:pt x="5919249" y="2497247"/>
                  <a:pt x="5915282" y="2503859"/>
                  <a:pt x="5916892" y="2510395"/>
                </a:cubicBezTo>
                <a:cubicBezTo>
                  <a:pt x="5918270" y="2515953"/>
                  <a:pt x="5923255" y="2519652"/>
                  <a:pt x="5928736" y="2519652"/>
                </a:cubicBezTo>
                <a:cubicBezTo>
                  <a:pt x="5929713" y="2519652"/>
                  <a:pt x="5930690" y="2519536"/>
                  <a:pt x="5931688" y="2519288"/>
                </a:cubicBezTo>
                <a:cubicBezTo>
                  <a:pt x="5938222" y="2517678"/>
                  <a:pt x="5942208" y="2511047"/>
                  <a:pt x="5940580" y="2504511"/>
                </a:cubicBezTo>
                <a:cubicBezTo>
                  <a:pt x="5938951" y="2497975"/>
                  <a:pt x="5932340" y="2493990"/>
                  <a:pt x="5925805" y="2495619"/>
                </a:cubicBezTo>
                <a:close/>
                <a:moveTo>
                  <a:pt x="4983119" y="2861350"/>
                </a:moveTo>
                <a:cubicBezTo>
                  <a:pt x="4980782" y="2865816"/>
                  <a:pt x="4982488" y="2871335"/>
                  <a:pt x="4986954" y="2873692"/>
                </a:cubicBezTo>
                <a:cubicBezTo>
                  <a:pt x="4988310" y="2874401"/>
                  <a:pt x="4989769" y="2874747"/>
                  <a:pt x="4991206" y="2874746"/>
                </a:cubicBezTo>
                <a:cubicBezTo>
                  <a:pt x="4994485" y="2874746"/>
                  <a:pt x="4997645" y="2872964"/>
                  <a:pt x="4999294" y="2869860"/>
                </a:cubicBezTo>
                <a:cubicBezTo>
                  <a:pt x="5001631" y="2865394"/>
                  <a:pt x="4999927" y="2859875"/>
                  <a:pt x="4995461" y="2857517"/>
                </a:cubicBezTo>
                <a:cubicBezTo>
                  <a:pt x="4990995" y="2855178"/>
                  <a:pt x="4985475" y="2856885"/>
                  <a:pt x="4983119" y="2861350"/>
                </a:cubicBezTo>
                <a:close/>
                <a:moveTo>
                  <a:pt x="5166550" y="2788924"/>
                </a:moveTo>
                <a:cubicBezTo>
                  <a:pt x="5161183" y="2787257"/>
                  <a:pt x="5155493" y="2790247"/>
                  <a:pt x="5153823" y="2795594"/>
                </a:cubicBezTo>
                <a:cubicBezTo>
                  <a:pt x="5152158" y="2800941"/>
                  <a:pt x="5155146" y="2806652"/>
                  <a:pt x="5160495" y="2808320"/>
                </a:cubicBezTo>
                <a:cubicBezTo>
                  <a:pt x="5161509" y="2808626"/>
                  <a:pt x="5162526" y="2808780"/>
                  <a:pt x="5163522" y="2808780"/>
                </a:cubicBezTo>
                <a:cubicBezTo>
                  <a:pt x="5167854" y="2808780"/>
                  <a:pt x="5171859" y="2805982"/>
                  <a:pt x="5173221" y="2801650"/>
                </a:cubicBezTo>
                <a:cubicBezTo>
                  <a:pt x="5174888" y="2796284"/>
                  <a:pt x="5171899" y="2790592"/>
                  <a:pt x="5166550" y="2788924"/>
                </a:cubicBezTo>
                <a:close/>
                <a:moveTo>
                  <a:pt x="4599143" y="3002043"/>
                </a:moveTo>
                <a:cubicBezTo>
                  <a:pt x="4597109" y="3004707"/>
                  <a:pt x="4597609" y="3008521"/>
                  <a:pt x="4600273" y="3010552"/>
                </a:cubicBezTo>
                <a:cubicBezTo>
                  <a:pt x="4601384" y="3011395"/>
                  <a:pt x="4602667" y="3011798"/>
                  <a:pt x="4603953" y="3011798"/>
                </a:cubicBezTo>
                <a:cubicBezTo>
                  <a:pt x="4605793" y="3011797"/>
                  <a:pt x="4607594" y="3010974"/>
                  <a:pt x="4608781" y="3009422"/>
                </a:cubicBezTo>
                <a:cubicBezTo>
                  <a:pt x="4610814" y="3006758"/>
                  <a:pt x="4610314" y="3002944"/>
                  <a:pt x="4607650" y="3000913"/>
                </a:cubicBezTo>
                <a:cubicBezTo>
                  <a:pt x="4604988" y="2998881"/>
                  <a:pt x="4601174" y="2999379"/>
                  <a:pt x="4599143" y="3002043"/>
                </a:cubicBezTo>
                <a:close/>
                <a:moveTo>
                  <a:pt x="4141550" y="3179878"/>
                </a:moveTo>
                <a:cubicBezTo>
                  <a:pt x="4140533" y="3179456"/>
                  <a:pt x="4139384" y="3179954"/>
                  <a:pt x="4138982" y="3180970"/>
                </a:cubicBezTo>
                <a:cubicBezTo>
                  <a:pt x="4138558" y="3181966"/>
                  <a:pt x="4139058" y="3183136"/>
                  <a:pt x="4140074" y="3183538"/>
                </a:cubicBezTo>
                <a:cubicBezTo>
                  <a:pt x="4140303" y="3183634"/>
                  <a:pt x="4140552" y="3183691"/>
                  <a:pt x="4140803" y="3183691"/>
                </a:cubicBezTo>
                <a:cubicBezTo>
                  <a:pt x="4141587" y="3183691"/>
                  <a:pt x="4142335" y="3183213"/>
                  <a:pt x="4142641" y="3182446"/>
                </a:cubicBezTo>
                <a:cubicBezTo>
                  <a:pt x="4143044" y="3181430"/>
                  <a:pt x="4142565" y="3180281"/>
                  <a:pt x="4141550" y="3179878"/>
                </a:cubicBezTo>
                <a:close/>
                <a:moveTo>
                  <a:pt x="7573691" y="1839494"/>
                </a:moveTo>
                <a:cubicBezTo>
                  <a:pt x="7566409" y="1840030"/>
                  <a:pt x="7560947" y="1846355"/>
                  <a:pt x="7561483" y="1853658"/>
                </a:cubicBezTo>
                <a:cubicBezTo>
                  <a:pt x="7561981" y="1860595"/>
                  <a:pt x="7567789" y="1865904"/>
                  <a:pt x="7574649" y="1865904"/>
                </a:cubicBezTo>
                <a:cubicBezTo>
                  <a:pt x="7574976" y="1865904"/>
                  <a:pt x="7575302" y="1865866"/>
                  <a:pt x="7575646" y="1865865"/>
                </a:cubicBezTo>
                <a:cubicBezTo>
                  <a:pt x="7582929" y="1865329"/>
                  <a:pt x="7588392" y="1858985"/>
                  <a:pt x="7587855" y="1851702"/>
                </a:cubicBezTo>
                <a:cubicBezTo>
                  <a:pt x="7587318" y="1844419"/>
                  <a:pt x="7580974" y="1838938"/>
                  <a:pt x="7573691" y="1839494"/>
                </a:cubicBezTo>
                <a:close/>
                <a:moveTo>
                  <a:pt x="4375424" y="3087943"/>
                </a:moveTo>
                <a:cubicBezTo>
                  <a:pt x="4374235" y="3089840"/>
                  <a:pt x="4374830" y="3092312"/>
                  <a:pt x="4376708" y="3093499"/>
                </a:cubicBezTo>
                <a:cubicBezTo>
                  <a:pt x="4377380" y="3093903"/>
                  <a:pt x="4378107" y="3094094"/>
                  <a:pt x="4378835" y="3094094"/>
                </a:cubicBezTo>
                <a:cubicBezTo>
                  <a:pt x="4380177" y="3094094"/>
                  <a:pt x="4381499" y="3093423"/>
                  <a:pt x="4382246" y="3092197"/>
                </a:cubicBezTo>
                <a:cubicBezTo>
                  <a:pt x="4383435" y="3090318"/>
                  <a:pt x="4382860" y="3087847"/>
                  <a:pt x="4380963" y="3086658"/>
                </a:cubicBezTo>
                <a:cubicBezTo>
                  <a:pt x="4379085" y="3085489"/>
                  <a:pt x="4376593" y="3086064"/>
                  <a:pt x="4375424" y="3087943"/>
                </a:cubicBezTo>
                <a:close/>
                <a:moveTo>
                  <a:pt x="5826031" y="2518330"/>
                </a:moveTo>
                <a:cubicBezTo>
                  <a:pt x="5819436" y="2519690"/>
                  <a:pt x="5815180" y="2526130"/>
                  <a:pt x="5816542" y="2532741"/>
                </a:cubicBezTo>
                <a:cubicBezTo>
                  <a:pt x="5817730" y="2538510"/>
                  <a:pt x="5822809" y="2542477"/>
                  <a:pt x="5828483" y="2542477"/>
                </a:cubicBezTo>
                <a:cubicBezTo>
                  <a:pt x="5829288" y="2542477"/>
                  <a:pt x="5830130" y="2542401"/>
                  <a:pt x="5830955" y="2542228"/>
                </a:cubicBezTo>
                <a:cubicBezTo>
                  <a:pt x="5837547" y="2540868"/>
                  <a:pt x="5841803" y="2534409"/>
                  <a:pt x="5840441" y="2527816"/>
                </a:cubicBezTo>
                <a:cubicBezTo>
                  <a:pt x="5839080" y="2521204"/>
                  <a:pt x="5832641" y="2516968"/>
                  <a:pt x="5826031" y="2518330"/>
                </a:cubicBezTo>
                <a:close/>
                <a:moveTo>
                  <a:pt x="1890601" y="4050711"/>
                </a:moveTo>
                <a:cubicBezTo>
                  <a:pt x="1890103" y="4050903"/>
                  <a:pt x="1889873" y="4051459"/>
                  <a:pt x="1890065" y="4051957"/>
                </a:cubicBezTo>
                <a:cubicBezTo>
                  <a:pt x="1890218" y="4052321"/>
                  <a:pt x="1890582" y="4052550"/>
                  <a:pt x="1890966" y="4052550"/>
                </a:cubicBezTo>
                <a:cubicBezTo>
                  <a:pt x="1891080" y="4052550"/>
                  <a:pt x="1891196" y="4052532"/>
                  <a:pt x="1891329" y="4052474"/>
                </a:cubicBezTo>
                <a:cubicBezTo>
                  <a:pt x="1891809" y="4052283"/>
                  <a:pt x="1892038" y="4051727"/>
                  <a:pt x="1891847" y="4051229"/>
                </a:cubicBezTo>
                <a:cubicBezTo>
                  <a:pt x="1891655" y="4050749"/>
                  <a:pt x="1891080" y="4050519"/>
                  <a:pt x="1890601" y="4050711"/>
                </a:cubicBezTo>
                <a:close/>
                <a:moveTo>
                  <a:pt x="1801023" y="4084576"/>
                </a:moveTo>
                <a:cubicBezTo>
                  <a:pt x="1800524" y="4084749"/>
                  <a:pt x="1800256" y="4085304"/>
                  <a:pt x="1800448" y="4085803"/>
                </a:cubicBezTo>
                <a:cubicBezTo>
                  <a:pt x="1800582" y="4086186"/>
                  <a:pt x="1800947" y="4086435"/>
                  <a:pt x="1801349" y="4086435"/>
                </a:cubicBezTo>
                <a:cubicBezTo>
                  <a:pt x="1801444" y="4086435"/>
                  <a:pt x="1801559" y="4086397"/>
                  <a:pt x="1801655" y="4086397"/>
                </a:cubicBezTo>
                <a:cubicBezTo>
                  <a:pt x="1802154" y="4086205"/>
                  <a:pt x="1802422" y="4085669"/>
                  <a:pt x="1802250" y="4085171"/>
                </a:cubicBezTo>
                <a:cubicBezTo>
                  <a:pt x="1802077" y="4084672"/>
                  <a:pt x="1801521" y="4084404"/>
                  <a:pt x="1801023" y="4084576"/>
                </a:cubicBezTo>
                <a:close/>
                <a:moveTo>
                  <a:pt x="8568980" y="1441213"/>
                </a:moveTo>
                <a:cubicBezTo>
                  <a:pt x="8564998" y="1443160"/>
                  <a:pt x="8561759" y="1446624"/>
                  <a:pt x="8560207" y="1451147"/>
                </a:cubicBezTo>
                <a:cubicBezTo>
                  <a:pt x="8557102" y="1460193"/>
                  <a:pt x="8561932" y="1470025"/>
                  <a:pt x="8570958" y="1473130"/>
                </a:cubicBezTo>
                <a:cubicBezTo>
                  <a:pt x="8572818" y="1473782"/>
                  <a:pt x="8574715" y="1474069"/>
                  <a:pt x="8576593" y="1474069"/>
                </a:cubicBezTo>
                <a:cubicBezTo>
                  <a:pt x="8583780" y="1474069"/>
                  <a:pt x="8590507" y="1469565"/>
                  <a:pt x="8592960" y="1462378"/>
                </a:cubicBezTo>
                <a:cubicBezTo>
                  <a:pt x="8596065" y="1453333"/>
                  <a:pt x="8591235" y="1443482"/>
                  <a:pt x="8582209" y="1440377"/>
                </a:cubicBezTo>
                <a:cubicBezTo>
                  <a:pt x="8577685" y="1438834"/>
                  <a:pt x="8572961" y="1439265"/>
                  <a:pt x="8568980" y="1441213"/>
                </a:cubicBezTo>
                <a:close/>
                <a:moveTo>
                  <a:pt x="1978436" y="4012495"/>
                </a:moveTo>
                <a:cubicBezTo>
                  <a:pt x="1977957" y="4012725"/>
                  <a:pt x="1977746" y="4013301"/>
                  <a:pt x="1977957" y="4013779"/>
                </a:cubicBezTo>
                <a:cubicBezTo>
                  <a:pt x="1978129" y="4014125"/>
                  <a:pt x="1978474" y="4014335"/>
                  <a:pt x="1978839" y="4014335"/>
                </a:cubicBezTo>
                <a:cubicBezTo>
                  <a:pt x="1978972" y="4014335"/>
                  <a:pt x="1979107" y="4014297"/>
                  <a:pt x="1979241" y="4014240"/>
                </a:cubicBezTo>
                <a:cubicBezTo>
                  <a:pt x="1979700" y="4014028"/>
                  <a:pt x="1979930" y="4013454"/>
                  <a:pt x="1979700" y="4012975"/>
                </a:cubicBezTo>
                <a:cubicBezTo>
                  <a:pt x="1979490" y="4012495"/>
                  <a:pt x="1978915" y="4012284"/>
                  <a:pt x="1978436" y="4012495"/>
                </a:cubicBezTo>
                <a:close/>
                <a:moveTo>
                  <a:pt x="4822819" y="2900985"/>
                </a:moveTo>
                <a:cubicBezTo>
                  <a:pt x="4820290" y="2904683"/>
                  <a:pt x="4821229" y="2909724"/>
                  <a:pt x="4824928" y="2912253"/>
                </a:cubicBezTo>
                <a:cubicBezTo>
                  <a:pt x="4826327" y="2913212"/>
                  <a:pt x="4827919" y="2913672"/>
                  <a:pt x="4829509" y="2913672"/>
                </a:cubicBezTo>
                <a:cubicBezTo>
                  <a:pt x="4832096" y="2913672"/>
                  <a:pt x="4834626" y="2912445"/>
                  <a:pt x="4836215" y="2910146"/>
                </a:cubicBezTo>
                <a:cubicBezTo>
                  <a:pt x="4838727" y="2906447"/>
                  <a:pt x="4837789" y="2901387"/>
                  <a:pt x="4834090" y="2898857"/>
                </a:cubicBezTo>
                <a:cubicBezTo>
                  <a:pt x="4830389" y="2896327"/>
                  <a:pt x="4825350" y="2897285"/>
                  <a:pt x="4822819" y="2900985"/>
                </a:cubicBezTo>
                <a:close/>
                <a:moveTo>
                  <a:pt x="1709757" y="4113497"/>
                </a:moveTo>
                <a:cubicBezTo>
                  <a:pt x="1709240" y="4113631"/>
                  <a:pt x="1708953" y="4114167"/>
                  <a:pt x="1709106" y="4114685"/>
                </a:cubicBezTo>
                <a:cubicBezTo>
                  <a:pt x="1709221" y="4115107"/>
                  <a:pt x="1709604" y="4115374"/>
                  <a:pt x="1710026" y="4115374"/>
                </a:cubicBezTo>
                <a:cubicBezTo>
                  <a:pt x="1710103" y="4115374"/>
                  <a:pt x="1710275" y="4115337"/>
                  <a:pt x="1710275" y="4115337"/>
                </a:cubicBezTo>
                <a:cubicBezTo>
                  <a:pt x="1710792" y="4115183"/>
                  <a:pt x="1711081" y="4114666"/>
                  <a:pt x="1710946" y="4114148"/>
                </a:cubicBezTo>
                <a:cubicBezTo>
                  <a:pt x="1710792" y="4113650"/>
                  <a:pt x="1710255" y="4113343"/>
                  <a:pt x="1709757" y="4113497"/>
                </a:cubicBezTo>
                <a:close/>
                <a:moveTo>
                  <a:pt x="8134050" y="1601555"/>
                </a:moveTo>
                <a:cubicBezTo>
                  <a:pt x="8130765" y="1603670"/>
                  <a:pt x="8128288" y="1607038"/>
                  <a:pt x="8127397" y="1611159"/>
                </a:cubicBezTo>
                <a:cubicBezTo>
                  <a:pt x="8125595" y="1619399"/>
                  <a:pt x="8130827" y="1627526"/>
                  <a:pt x="8139069" y="1629308"/>
                </a:cubicBezTo>
                <a:cubicBezTo>
                  <a:pt x="8140161" y="1629557"/>
                  <a:pt x="8141253" y="1629673"/>
                  <a:pt x="8142326" y="1629673"/>
                </a:cubicBezTo>
                <a:cubicBezTo>
                  <a:pt x="8149360" y="1629672"/>
                  <a:pt x="8155686" y="1624786"/>
                  <a:pt x="8157238" y="1617637"/>
                </a:cubicBezTo>
                <a:cubicBezTo>
                  <a:pt x="8159020" y="1609395"/>
                  <a:pt x="8153788" y="1601269"/>
                  <a:pt x="8145547" y="1599468"/>
                </a:cubicBezTo>
                <a:cubicBezTo>
                  <a:pt x="8141426" y="1598577"/>
                  <a:pt x="8137334" y="1599439"/>
                  <a:pt x="8134050" y="1601555"/>
                </a:cubicBezTo>
                <a:close/>
                <a:moveTo>
                  <a:pt x="2064527" y="3970504"/>
                </a:moveTo>
                <a:cubicBezTo>
                  <a:pt x="2064066" y="3970734"/>
                  <a:pt x="2063875" y="3971328"/>
                  <a:pt x="2064124" y="3971788"/>
                </a:cubicBezTo>
                <a:cubicBezTo>
                  <a:pt x="2064297" y="3972134"/>
                  <a:pt x="2064622" y="3972324"/>
                  <a:pt x="2064987" y="3972324"/>
                </a:cubicBezTo>
                <a:cubicBezTo>
                  <a:pt x="2065121" y="3972324"/>
                  <a:pt x="2065274" y="3972286"/>
                  <a:pt x="2065408" y="3972210"/>
                </a:cubicBezTo>
                <a:cubicBezTo>
                  <a:pt x="2065887" y="3971961"/>
                  <a:pt x="2066060" y="3971385"/>
                  <a:pt x="2065830" y="3970926"/>
                </a:cubicBezTo>
                <a:cubicBezTo>
                  <a:pt x="2065580" y="3970446"/>
                  <a:pt x="2065005" y="3970255"/>
                  <a:pt x="2064527" y="3970504"/>
                </a:cubicBezTo>
                <a:close/>
                <a:moveTo>
                  <a:pt x="5344329" y="2687233"/>
                </a:moveTo>
                <a:cubicBezTo>
                  <a:pt x="5338177" y="2686543"/>
                  <a:pt x="5332656" y="2690951"/>
                  <a:pt x="5331967" y="2697085"/>
                </a:cubicBezTo>
                <a:cubicBezTo>
                  <a:pt x="5331278" y="2703237"/>
                  <a:pt x="5335685" y="2708756"/>
                  <a:pt x="5341818" y="2709446"/>
                </a:cubicBezTo>
                <a:cubicBezTo>
                  <a:pt x="5342237" y="2709503"/>
                  <a:pt x="5342661" y="2709523"/>
                  <a:pt x="5343083" y="2709523"/>
                </a:cubicBezTo>
                <a:cubicBezTo>
                  <a:pt x="5348698" y="2709523"/>
                  <a:pt x="5353528" y="2705307"/>
                  <a:pt x="5354178" y="2699595"/>
                </a:cubicBezTo>
                <a:cubicBezTo>
                  <a:pt x="5354869" y="2693463"/>
                  <a:pt x="5350460" y="2687923"/>
                  <a:pt x="5344329" y="2687233"/>
                </a:cubicBezTo>
                <a:close/>
                <a:moveTo>
                  <a:pt x="5725467" y="2536632"/>
                </a:moveTo>
                <a:cubicBezTo>
                  <a:pt x="5718798" y="2537686"/>
                  <a:pt x="5714257" y="2543934"/>
                  <a:pt x="5715311" y="2550585"/>
                </a:cubicBezTo>
                <a:cubicBezTo>
                  <a:pt x="5716250" y="2556603"/>
                  <a:pt x="5721442" y="2560896"/>
                  <a:pt x="5727347" y="2560896"/>
                </a:cubicBezTo>
                <a:cubicBezTo>
                  <a:pt x="5727978" y="2560896"/>
                  <a:pt x="5728611" y="2560858"/>
                  <a:pt x="5729244" y="2560742"/>
                </a:cubicBezTo>
                <a:cubicBezTo>
                  <a:pt x="5735914" y="2559708"/>
                  <a:pt x="5740457" y="2553459"/>
                  <a:pt x="5739401" y="2546790"/>
                </a:cubicBezTo>
                <a:cubicBezTo>
                  <a:pt x="5738366" y="2540140"/>
                  <a:pt x="5732119" y="2535598"/>
                  <a:pt x="5725467" y="2536632"/>
                </a:cubicBezTo>
                <a:close/>
                <a:moveTo>
                  <a:pt x="3970440" y="3219895"/>
                </a:moveTo>
                <a:cubicBezTo>
                  <a:pt x="3969943" y="3219761"/>
                  <a:pt x="3969406" y="3220067"/>
                  <a:pt x="3969290" y="3220584"/>
                </a:cubicBezTo>
                <a:cubicBezTo>
                  <a:pt x="3969156" y="3221102"/>
                  <a:pt x="3969463" y="3221619"/>
                  <a:pt x="3969980" y="3221753"/>
                </a:cubicBezTo>
                <a:lnTo>
                  <a:pt x="3969980" y="3221773"/>
                </a:lnTo>
                <a:cubicBezTo>
                  <a:pt x="3970058" y="3221773"/>
                  <a:pt x="3970211" y="3221773"/>
                  <a:pt x="3970211" y="3221773"/>
                </a:cubicBezTo>
                <a:cubicBezTo>
                  <a:pt x="3970652" y="3221773"/>
                  <a:pt x="3971035" y="3221486"/>
                  <a:pt x="3971150" y="3221063"/>
                </a:cubicBezTo>
                <a:cubicBezTo>
                  <a:pt x="3971285" y="3220547"/>
                  <a:pt x="3970958" y="3220010"/>
                  <a:pt x="3970440" y="3219895"/>
                </a:cubicBezTo>
                <a:close/>
                <a:moveTo>
                  <a:pt x="1616174" y="4137874"/>
                </a:moveTo>
                <a:lnTo>
                  <a:pt x="1616174" y="4137894"/>
                </a:lnTo>
                <a:lnTo>
                  <a:pt x="1616182" y="4137881"/>
                </a:lnTo>
                <a:close/>
                <a:moveTo>
                  <a:pt x="1616902" y="4136744"/>
                </a:moveTo>
                <a:lnTo>
                  <a:pt x="1616182" y="4137881"/>
                </a:lnTo>
                <a:lnTo>
                  <a:pt x="1617093" y="4138622"/>
                </a:lnTo>
                <a:cubicBezTo>
                  <a:pt x="1617170" y="4138622"/>
                  <a:pt x="1617304" y="4138622"/>
                  <a:pt x="1617304" y="4138622"/>
                </a:cubicBezTo>
                <a:cubicBezTo>
                  <a:pt x="1617822" y="4138508"/>
                  <a:pt x="1618147" y="4137990"/>
                  <a:pt x="1618032" y="4137492"/>
                </a:cubicBezTo>
                <a:cubicBezTo>
                  <a:pt x="1617917" y="4136974"/>
                  <a:pt x="1617419" y="4136629"/>
                  <a:pt x="1616902" y="4136744"/>
                </a:cubicBezTo>
                <a:close/>
                <a:moveTo>
                  <a:pt x="7852451" y="1702432"/>
                </a:moveTo>
                <a:cubicBezTo>
                  <a:pt x="7849668" y="1704787"/>
                  <a:pt x="7847784" y="1708203"/>
                  <a:pt x="7847468" y="1712122"/>
                </a:cubicBezTo>
                <a:cubicBezTo>
                  <a:pt x="7846817" y="1719961"/>
                  <a:pt x="7852643" y="1726860"/>
                  <a:pt x="7860481" y="1727492"/>
                </a:cubicBezTo>
                <a:cubicBezTo>
                  <a:pt x="7860884" y="1727531"/>
                  <a:pt x="7861287" y="1727551"/>
                  <a:pt x="7861689" y="1727550"/>
                </a:cubicBezTo>
                <a:cubicBezTo>
                  <a:pt x="7869011" y="1727551"/>
                  <a:pt x="7875239" y="1721916"/>
                  <a:pt x="7875852" y="1714479"/>
                </a:cubicBezTo>
                <a:cubicBezTo>
                  <a:pt x="7876504" y="1706641"/>
                  <a:pt x="7870678" y="1699760"/>
                  <a:pt x="7862839" y="1699108"/>
                </a:cubicBezTo>
                <a:cubicBezTo>
                  <a:pt x="7858920" y="1698783"/>
                  <a:pt x="7855235" y="1700077"/>
                  <a:pt x="7852451" y="1702432"/>
                </a:cubicBezTo>
                <a:close/>
                <a:moveTo>
                  <a:pt x="7469988" y="1850188"/>
                </a:moveTo>
                <a:cubicBezTo>
                  <a:pt x="7462744" y="1851147"/>
                  <a:pt x="7457646" y="1857797"/>
                  <a:pt x="7458623" y="1865042"/>
                </a:cubicBezTo>
                <a:cubicBezTo>
                  <a:pt x="7459505" y="1871692"/>
                  <a:pt x="7465177" y="1876522"/>
                  <a:pt x="7471712" y="1876521"/>
                </a:cubicBezTo>
                <a:cubicBezTo>
                  <a:pt x="7472288" y="1876521"/>
                  <a:pt x="7472882" y="1876483"/>
                  <a:pt x="7473477" y="1876406"/>
                </a:cubicBezTo>
                <a:cubicBezTo>
                  <a:pt x="7480720" y="1875429"/>
                  <a:pt x="7485800" y="1868779"/>
                  <a:pt x="7484841" y="1861553"/>
                </a:cubicBezTo>
                <a:cubicBezTo>
                  <a:pt x="7483883" y="1854308"/>
                  <a:pt x="7477213" y="1849211"/>
                  <a:pt x="7469988" y="1850188"/>
                </a:cubicBezTo>
                <a:close/>
                <a:moveTo>
                  <a:pt x="2148969" y="3925159"/>
                </a:moveTo>
                <a:cubicBezTo>
                  <a:pt x="2148490" y="3925427"/>
                  <a:pt x="2148336" y="3926002"/>
                  <a:pt x="2148586" y="3926482"/>
                </a:cubicBezTo>
                <a:cubicBezTo>
                  <a:pt x="2148777" y="3926788"/>
                  <a:pt x="2149103" y="3926960"/>
                  <a:pt x="2149429" y="3926960"/>
                </a:cubicBezTo>
                <a:cubicBezTo>
                  <a:pt x="2149582" y="3926960"/>
                  <a:pt x="2149755" y="3926922"/>
                  <a:pt x="2149908" y="3926845"/>
                </a:cubicBezTo>
                <a:cubicBezTo>
                  <a:pt x="2150349" y="3926577"/>
                  <a:pt x="2150522" y="3926002"/>
                  <a:pt x="2150272" y="3925542"/>
                </a:cubicBezTo>
                <a:cubicBezTo>
                  <a:pt x="2150005" y="3925083"/>
                  <a:pt x="2149429" y="3924909"/>
                  <a:pt x="2148969" y="3925159"/>
                </a:cubicBezTo>
                <a:close/>
                <a:moveTo>
                  <a:pt x="8726277" y="1354652"/>
                </a:moveTo>
                <a:cubicBezTo>
                  <a:pt x="8722024" y="1356639"/>
                  <a:pt x="8718531" y="1360246"/>
                  <a:pt x="8716807" y="1364999"/>
                </a:cubicBezTo>
                <a:cubicBezTo>
                  <a:pt x="8713338" y="1374525"/>
                  <a:pt x="8718245" y="1385027"/>
                  <a:pt x="8727770" y="1388495"/>
                </a:cubicBezTo>
                <a:cubicBezTo>
                  <a:pt x="8729839" y="1389244"/>
                  <a:pt x="8731948" y="1389607"/>
                  <a:pt x="8734037" y="1389608"/>
                </a:cubicBezTo>
                <a:cubicBezTo>
                  <a:pt x="8741530" y="1389608"/>
                  <a:pt x="8748564" y="1384970"/>
                  <a:pt x="8751266" y="1377533"/>
                </a:cubicBezTo>
                <a:cubicBezTo>
                  <a:pt x="8754716" y="1368009"/>
                  <a:pt x="8749810" y="1357506"/>
                  <a:pt x="8740304" y="1354037"/>
                </a:cubicBezTo>
                <a:cubicBezTo>
                  <a:pt x="8735541" y="1352302"/>
                  <a:pt x="8730529" y="1352667"/>
                  <a:pt x="8726277" y="1354652"/>
                </a:cubicBezTo>
                <a:close/>
                <a:moveTo>
                  <a:pt x="4219034" y="3110576"/>
                </a:moveTo>
                <a:cubicBezTo>
                  <a:pt x="4217521" y="3109905"/>
                  <a:pt x="4215757" y="3110614"/>
                  <a:pt x="4215087" y="3112128"/>
                </a:cubicBezTo>
                <a:cubicBezTo>
                  <a:pt x="4214434" y="3113642"/>
                  <a:pt x="4215125" y="3115406"/>
                  <a:pt x="4216639" y="3116076"/>
                </a:cubicBezTo>
                <a:cubicBezTo>
                  <a:pt x="4217042" y="3116248"/>
                  <a:pt x="4217444" y="3116325"/>
                  <a:pt x="4217826" y="3116325"/>
                </a:cubicBezTo>
                <a:cubicBezTo>
                  <a:pt x="4218996" y="3116325"/>
                  <a:pt x="4220108" y="3115655"/>
                  <a:pt x="4220605" y="3114524"/>
                </a:cubicBezTo>
                <a:cubicBezTo>
                  <a:pt x="4221258" y="3112990"/>
                  <a:pt x="4220568" y="3111228"/>
                  <a:pt x="4219034" y="3110576"/>
                </a:cubicBezTo>
                <a:close/>
                <a:moveTo>
                  <a:pt x="4447467" y="3017912"/>
                </a:moveTo>
                <a:cubicBezTo>
                  <a:pt x="4445952" y="3020250"/>
                  <a:pt x="4446642" y="3023374"/>
                  <a:pt x="4449000" y="3024888"/>
                </a:cubicBezTo>
                <a:cubicBezTo>
                  <a:pt x="4449841" y="3025425"/>
                  <a:pt x="4450783" y="3025673"/>
                  <a:pt x="4451702" y="3025673"/>
                </a:cubicBezTo>
                <a:cubicBezTo>
                  <a:pt x="4453369" y="3025673"/>
                  <a:pt x="4454998" y="3024869"/>
                  <a:pt x="4455956" y="3023355"/>
                </a:cubicBezTo>
                <a:cubicBezTo>
                  <a:pt x="4457471" y="3021017"/>
                  <a:pt x="4456780" y="3017893"/>
                  <a:pt x="4454443" y="3016378"/>
                </a:cubicBezTo>
                <a:cubicBezTo>
                  <a:pt x="4452085" y="3014883"/>
                  <a:pt x="4448981" y="3015573"/>
                  <a:pt x="4447467" y="3017912"/>
                </a:cubicBezTo>
                <a:close/>
                <a:moveTo>
                  <a:pt x="4669919" y="2925381"/>
                </a:moveTo>
                <a:cubicBezTo>
                  <a:pt x="4667618" y="2928544"/>
                  <a:pt x="4668329" y="2932990"/>
                  <a:pt x="4671491" y="2935289"/>
                </a:cubicBezTo>
                <a:cubicBezTo>
                  <a:pt x="4672756" y="2936191"/>
                  <a:pt x="4674213" y="2936631"/>
                  <a:pt x="4675648" y="2936631"/>
                </a:cubicBezTo>
                <a:cubicBezTo>
                  <a:pt x="4677854" y="2936631"/>
                  <a:pt x="4680019" y="2935615"/>
                  <a:pt x="4681400" y="2933718"/>
                </a:cubicBezTo>
                <a:cubicBezTo>
                  <a:pt x="4683699" y="2930537"/>
                  <a:pt x="4682990" y="2926109"/>
                  <a:pt x="4679829" y="2923810"/>
                </a:cubicBezTo>
                <a:cubicBezTo>
                  <a:pt x="4676646" y="2921509"/>
                  <a:pt x="4672220" y="2922219"/>
                  <a:pt x="4669919" y="2925381"/>
                </a:cubicBezTo>
                <a:close/>
                <a:moveTo>
                  <a:pt x="2231725" y="3876939"/>
                </a:moveTo>
                <a:cubicBezTo>
                  <a:pt x="2231284" y="3877208"/>
                  <a:pt x="2231131" y="3877801"/>
                  <a:pt x="2231399" y="3878262"/>
                </a:cubicBezTo>
                <a:cubicBezTo>
                  <a:pt x="2231590" y="3878549"/>
                  <a:pt x="2231898" y="3878722"/>
                  <a:pt x="2232223" y="3878722"/>
                </a:cubicBezTo>
                <a:cubicBezTo>
                  <a:pt x="2232396" y="3878722"/>
                  <a:pt x="2232568" y="3878683"/>
                  <a:pt x="2232721" y="3878587"/>
                </a:cubicBezTo>
                <a:cubicBezTo>
                  <a:pt x="2233181" y="3878300"/>
                  <a:pt x="2233315" y="3877725"/>
                  <a:pt x="2233047" y="3877265"/>
                </a:cubicBezTo>
                <a:cubicBezTo>
                  <a:pt x="2232779" y="3876824"/>
                  <a:pt x="2232185" y="3876671"/>
                  <a:pt x="2231725" y="3876939"/>
                </a:cubicBezTo>
                <a:close/>
                <a:moveTo>
                  <a:pt x="1522685" y="4153552"/>
                </a:moveTo>
                <a:cubicBezTo>
                  <a:pt x="1522148" y="4153629"/>
                  <a:pt x="1521784" y="4154108"/>
                  <a:pt x="1521861" y="4154644"/>
                </a:cubicBezTo>
                <a:cubicBezTo>
                  <a:pt x="1521937" y="4155124"/>
                  <a:pt x="1522340" y="4155468"/>
                  <a:pt x="1522819" y="4155468"/>
                </a:cubicBezTo>
                <a:cubicBezTo>
                  <a:pt x="1522858" y="4155468"/>
                  <a:pt x="1522953" y="4155449"/>
                  <a:pt x="1522953" y="4155449"/>
                </a:cubicBezTo>
                <a:cubicBezTo>
                  <a:pt x="1523471" y="4155372"/>
                  <a:pt x="1523834" y="4154893"/>
                  <a:pt x="1523758" y="4154376"/>
                </a:cubicBezTo>
                <a:cubicBezTo>
                  <a:pt x="1523701" y="4153840"/>
                  <a:pt x="1523202" y="4153475"/>
                  <a:pt x="1522685" y="4153552"/>
                </a:cubicBezTo>
                <a:close/>
                <a:moveTo>
                  <a:pt x="5624142" y="2549780"/>
                </a:moveTo>
                <a:cubicBezTo>
                  <a:pt x="5617435" y="2550450"/>
                  <a:pt x="5612566" y="2556430"/>
                  <a:pt x="5613237" y="2563137"/>
                </a:cubicBezTo>
                <a:cubicBezTo>
                  <a:pt x="5613868" y="2569424"/>
                  <a:pt x="5619157" y="2574119"/>
                  <a:pt x="5625349" y="2574119"/>
                </a:cubicBezTo>
                <a:cubicBezTo>
                  <a:pt x="5625771" y="2574119"/>
                  <a:pt x="5626174" y="2574101"/>
                  <a:pt x="5626596" y="2574062"/>
                </a:cubicBezTo>
                <a:cubicBezTo>
                  <a:pt x="5633302" y="2573372"/>
                  <a:pt x="5638189" y="2567392"/>
                  <a:pt x="5637518" y="2560685"/>
                </a:cubicBezTo>
                <a:cubicBezTo>
                  <a:pt x="5636849" y="2553977"/>
                  <a:pt x="5630849" y="2549090"/>
                  <a:pt x="5624142" y="2549780"/>
                </a:cubicBezTo>
                <a:close/>
                <a:moveTo>
                  <a:pt x="7367109" y="1866996"/>
                </a:moveTo>
                <a:cubicBezTo>
                  <a:pt x="7359941" y="1868376"/>
                  <a:pt x="7355245" y="1875294"/>
                  <a:pt x="7356625" y="1882463"/>
                </a:cubicBezTo>
                <a:cubicBezTo>
                  <a:pt x="7357833" y="1888787"/>
                  <a:pt x="7363372" y="1893195"/>
                  <a:pt x="7369601" y="1893195"/>
                </a:cubicBezTo>
                <a:cubicBezTo>
                  <a:pt x="7370425" y="1893195"/>
                  <a:pt x="7371268" y="1893118"/>
                  <a:pt x="7372111" y="1892966"/>
                </a:cubicBezTo>
                <a:cubicBezTo>
                  <a:pt x="7379278" y="1891585"/>
                  <a:pt x="7383974" y="1884648"/>
                  <a:pt x="7382594" y="1877480"/>
                </a:cubicBezTo>
                <a:cubicBezTo>
                  <a:pt x="7381215" y="1870292"/>
                  <a:pt x="7374277" y="1865616"/>
                  <a:pt x="7367109" y="1866996"/>
                </a:cubicBezTo>
                <a:close/>
                <a:moveTo>
                  <a:pt x="8304382" y="1500843"/>
                </a:moveTo>
                <a:cubicBezTo>
                  <a:pt x="8300743" y="1502879"/>
                  <a:pt x="8297882" y="1506305"/>
                  <a:pt x="8296666" y="1510636"/>
                </a:cubicBezTo>
                <a:cubicBezTo>
                  <a:pt x="8294212" y="1519299"/>
                  <a:pt x="8299253" y="1528288"/>
                  <a:pt x="8307915" y="1530741"/>
                </a:cubicBezTo>
                <a:cubicBezTo>
                  <a:pt x="8309391" y="1531163"/>
                  <a:pt x="8310887" y="1531354"/>
                  <a:pt x="8312342" y="1531354"/>
                </a:cubicBezTo>
                <a:cubicBezTo>
                  <a:pt x="8319453" y="1531354"/>
                  <a:pt x="8325989" y="1526678"/>
                  <a:pt x="8328020" y="1519491"/>
                </a:cubicBezTo>
                <a:cubicBezTo>
                  <a:pt x="8330454" y="1510828"/>
                  <a:pt x="8325413" y="1501821"/>
                  <a:pt x="8316770" y="1499387"/>
                </a:cubicBezTo>
                <a:cubicBezTo>
                  <a:pt x="8312438" y="1498160"/>
                  <a:pt x="8308021" y="1498807"/>
                  <a:pt x="8304382" y="1500843"/>
                </a:cubicBezTo>
                <a:close/>
                <a:moveTo>
                  <a:pt x="5072277" y="2754063"/>
                </a:moveTo>
                <a:cubicBezTo>
                  <a:pt x="5067121" y="2751877"/>
                  <a:pt x="5061160" y="2754293"/>
                  <a:pt x="5058977" y="2759467"/>
                </a:cubicBezTo>
                <a:cubicBezTo>
                  <a:pt x="5056772" y="2764623"/>
                  <a:pt x="5059188" y="2770583"/>
                  <a:pt x="5064360" y="2772787"/>
                </a:cubicBezTo>
                <a:cubicBezTo>
                  <a:pt x="5065645" y="2773324"/>
                  <a:pt x="5066988" y="2773592"/>
                  <a:pt x="5068311" y="2773592"/>
                </a:cubicBezTo>
                <a:cubicBezTo>
                  <a:pt x="5072258" y="2773592"/>
                  <a:pt x="5076035" y="2771254"/>
                  <a:pt x="5077661" y="2767382"/>
                </a:cubicBezTo>
                <a:cubicBezTo>
                  <a:pt x="5079868" y="2762227"/>
                  <a:pt x="5077452" y="2756266"/>
                  <a:pt x="5072277" y="2754063"/>
                </a:cubicBezTo>
                <a:close/>
                <a:moveTo>
                  <a:pt x="4050054" y="3148791"/>
                </a:moveTo>
                <a:cubicBezTo>
                  <a:pt x="4049000" y="3148485"/>
                  <a:pt x="4047908" y="3149098"/>
                  <a:pt x="4047620" y="3150152"/>
                </a:cubicBezTo>
                <a:cubicBezTo>
                  <a:pt x="4047314" y="3151206"/>
                  <a:pt x="4047947" y="3152299"/>
                  <a:pt x="4048982" y="3152606"/>
                </a:cubicBezTo>
                <a:cubicBezTo>
                  <a:pt x="4049172" y="3152663"/>
                  <a:pt x="4049346" y="3152663"/>
                  <a:pt x="4049518" y="3152663"/>
                </a:cubicBezTo>
                <a:cubicBezTo>
                  <a:pt x="4050380" y="3152663"/>
                  <a:pt x="4051185" y="3152107"/>
                  <a:pt x="4051435" y="3151226"/>
                </a:cubicBezTo>
                <a:cubicBezTo>
                  <a:pt x="4051721" y="3150171"/>
                  <a:pt x="4051108" y="3149079"/>
                  <a:pt x="4050054" y="3148791"/>
                </a:cubicBezTo>
                <a:close/>
                <a:moveTo>
                  <a:pt x="2313196" y="3826534"/>
                </a:moveTo>
                <a:cubicBezTo>
                  <a:pt x="2312756" y="3826822"/>
                  <a:pt x="2312622" y="3827416"/>
                  <a:pt x="2312909" y="3827856"/>
                </a:cubicBezTo>
                <a:cubicBezTo>
                  <a:pt x="2313081" y="3828144"/>
                  <a:pt x="2313388" y="3828317"/>
                  <a:pt x="2313714" y="3828317"/>
                </a:cubicBezTo>
                <a:cubicBezTo>
                  <a:pt x="2313887" y="3828317"/>
                  <a:pt x="2314059" y="3828259"/>
                  <a:pt x="2314231" y="3828163"/>
                </a:cubicBezTo>
                <a:cubicBezTo>
                  <a:pt x="2314672" y="3827876"/>
                  <a:pt x="2314806" y="3827282"/>
                  <a:pt x="2314519" y="3826841"/>
                </a:cubicBezTo>
                <a:cubicBezTo>
                  <a:pt x="2314231" y="3826381"/>
                  <a:pt x="2313637" y="3826246"/>
                  <a:pt x="2313196" y="3826534"/>
                </a:cubicBezTo>
                <a:close/>
                <a:moveTo>
                  <a:pt x="7265360" y="1889247"/>
                </a:moveTo>
                <a:cubicBezTo>
                  <a:pt x="7258269" y="1890973"/>
                  <a:pt x="7253919" y="1898120"/>
                  <a:pt x="7255643" y="1905231"/>
                </a:cubicBezTo>
                <a:cubicBezTo>
                  <a:pt x="7257119" y="1911268"/>
                  <a:pt x="7262543" y="1915312"/>
                  <a:pt x="7268483" y="1915312"/>
                </a:cubicBezTo>
                <a:cubicBezTo>
                  <a:pt x="7269538" y="1915312"/>
                  <a:pt x="7270592" y="1915197"/>
                  <a:pt x="7271646" y="1914929"/>
                </a:cubicBezTo>
                <a:cubicBezTo>
                  <a:pt x="7278737" y="1913204"/>
                  <a:pt x="7283088" y="1906055"/>
                  <a:pt x="7281345" y="1898964"/>
                </a:cubicBezTo>
                <a:cubicBezTo>
                  <a:pt x="7279619" y="1891854"/>
                  <a:pt x="7272452" y="1887503"/>
                  <a:pt x="7265360" y="1889247"/>
                </a:cubicBezTo>
                <a:close/>
                <a:moveTo>
                  <a:pt x="4895533" y="2811329"/>
                </a:moveTo>
                <a:cubicBezTo>
                  <a:pt x="4892947" y="2815660"/>
                  <a:pt x="4894363" y="2821256"/>
                  <a:pt x="4898694" y="2823843"/>
                </a:cubicBezTo>
                <a:cubicBezTo>
                  <a:pt x="4900171" y="2824725"/>
                  <a:pt x="4901781" y="2825127"/>
                  <a:pt x="4903372" y="2825127"/>
                </a:cubicBezTo>
                <a:cubicBezTo>
                  <a:pt x="4906476" y="2825127"/>
                  <a:pt x="4909523" y="2823537"/>
                  <a:pt x="4911230" y="2820662"/>
                </a:cubicBezTo>
                <a:cubicBezTo>
                  <a:pt x="4913816" y="2816331"/>
                  <a:pt x="4912380" y="2810734"/>
                  <a:pt x="4908048" y="2808146"/>
                </a:cubicBezTo>
                <a:cubicBezTo>
                  <a:pt x="4903717" y="2805560"/>
                  <a:pt x="4898102" y="2806977"/>
                  <a:pt x="4895533" y="2811329"/>
                </a:cubicBezTo>
                <a:close/>
                <a:moveTo>
                  <a:pt x="7747915" y="1697204"/>
                </a:moveTo>
                <a:cubicBezTo>
                  <a:pt x="7745270" y="1699712"/>
                  <a:pt x="7743583" y="1703229"/>
                  <a:pt x="7743478" y="1707158"/>
                </a:cubicBezTo>
                <a:cubicBezTo>
                  <a:pt x="7743248" y="1715016"/>
                  <a:pt x="7749457" y="1721571"/>
                  <a:pt x="7757315" y="1721781"/>
                </a:cubicBezTo>
                <a:cubicBezTo>
                  <a:pt x="7757449" y="1721782"/>
                  <a:pt x="7757583" y="1721800"/>
                  <a:pt x="7757717" y="1721800"/>
                </a:cubicBezTo>
                <a:cubicBezTo>
                  <a:pt x="7765402" y="1721800"/>
                  <a:pt x="7771727" y="1715668"/>
                  <a:pt x="7771938" y="1707925"/>
                </a:cubicBezTo>
                <a:cubicBezTo>
                  <a:pt x="7772167" y="1700067"/>
                  <a:pt x="7765958" y="1693513"/>
                  <a:pt x="7758101" y="1693302"/>
                </a:cubicBezTo>
                <a:cubicBezTo>
                  <a:pt x="7754162" y="1693196"/>
                  <a:pt x="7750559" y="1694696"/>
                  <a:pt x="7747915" y="1697204"/>
                </a:cubicBezTo>
                <a:close/>
                <a:moveTo>
                  <a:pt x="1427472" y="4163096"/>
                </a:moveTo>
                <a:cubicBezTo>
                  <a:pt x="1426935" y="4163134"/>
                  <a:pt x="1426552" y="4163575"/>
                  <a:pt x="1426552" y="4164112"/>
                </a:cubicBezTo>
                <a:cubicBezTo>
                  <a:pt x="1426590" y="4164629"/>
                  <a:pt x="1427011" y="4165013"/>
                  <a:pt x="1427530" y="4165013"/>
                </a:cubicBezTo>
                <a:lnTo>
                  <a:pt x="1427567" y="4165013"/>
                </a:lnTo>
                <a:cubicBezTo>
                  <a:pt x="1428104" y="4164974"/>
                  <a:pt x="1428506" y="4164533"/>
                  <a:pt x="1428468" y="4163997"/>
                </a:cubicBezTo>
                <a:cubicBezTo>
                  <a:pt x="1428449" y="4163479"/>
                  <a:pt x="1427989" y="4163096"/>
                  <a:pt x="1427472" y="4163096"/>
                </a:cubicBezTo>
                <a:close/>
                <a:moveTo>
                  <a:pt x="5244591" y="2670981"/>
                </a:moveTo>
                <a:cubicBezTo>
                  <a:pt x="5238574" y="2669677"/>
                  <a:pt x="5232615" y="2673511"/>
                  <a:pt x="5231310" y="2679548"/>
                </a:cubicBezTo>
                <a:cubicBezTo>
                  <a:pt x="5230008" y="2685585"/>
                  <a:pt x="5233839" y="2691527"/>
                  <a:pt x="5239877" y="2692830"/>
                </a:cubicBezTo>
                <a:cubicBezTo>
                  <a:pt x="5240664" y="2693002"/>
                  <a:pt x="5241468" y="2693098"/>
                  <a:pt x="5242253" y="2693098"/>
                </a:cubicBezTo>
                <a:cubicBezTo>
                  <a:pt x="5247390" y="2693098"/>
                  <a:pt x="5252030" y="2689515"/>
                  <a:pt x="5253158" y="2684282"/>
                </a:cubicBezTo>
                <a:cubicBezTo>
                  <a:pt x="5254480" y="2678245"/>
                  <a:pt x="5250647" y="2672284"/>
                  <a:pt x="5244591" y="2670981"/>
                </a:cubicBezTo>
                <a:close/>
                <a:moveTo>
                  <a:pt x="8030723" y="1581838"/>
                </a:moveTo>
                <a:cubicBezTo>
                  <a:pt x="8027532" y="1584093"/>
                  <a:pt x="8025199" y="1587566"/>
                  <a:pt x="8024480" y="1591725"/>
                </a:cubicBezTo>
                <a:cubicBezTo>
                  <a:pt x="8023043" y="1600024"/>
                  <a:pt x="8028619" y="1607920"/>
                  <a:pt x="8036918" y="1609357"/>
                </a:cubicBezTo>
                <a:cubicBezTo>
                  <a:pt x="8037799" y="1609511"/>
                  <a:pt x="8038680" y="1609587"/>
                  <a:pt x="8039544" y="1609587"/>
                </a:cubicBezTo>
                <a:cubicBezTo>
                  <a:pt x="8046826" y="1609587"/>
                  <a:pt x="8053285" y="1604355"/>
                  <a:pt x="8054568" y="1596919"/>
                </a:cubicBezTo>
                <a:cubicBezTo>
                  <a:pt x="8056006" y="1588620"/>
                  <a:pt x="8050429" y="1580705"/>
                  <a:pt x="8042111" y="1579268"/>
                </a:cubicBezTo>
                <a:cubicBezTo>
                  <a:pt x="8037962" y="1578549"/>
                  <a:pt x="8033914" y="1579584"/>
                  <a:pt x="8030723" y="1581838"/>
                </a:cubicBezTo>
                <a:close/>
                <a:moveTo>
                  <a:pt x="4289219" y="3042002"/>
                </a:moveTo>
                <a:cubicBezTo>
                  <a:pt x="4288298" y="3044034"/>
                  <a:pt x="4289181" y="3046411"/>
                  <a:pt x="4291192" y="3047350"/>
                </a:cubicBezTo>
                <a:cubicBezTo>
                  <a:pt x="4291748" y="3047599"/>
                  <a:pt x="4292324" y="3047714"/>
                  <a:pt x="4292879" y="3047714"/>
                </a:cubicBezTo>
                <a:cubicBezTo>
                  <a:pt x="4294392" y="3047714"/>
                  <a:pt x="4295868" y="3046852"/>
                  <a:pt x="4296539" y="3045376"/>
                </a:cubicBezTo>
                <a:cubicBezTo>
                  <a:pt x="4297460" y="3043364"/>
                  <a:pt x="4296578" y="3040968"/>
                  <a:pt x="4294566" y="3040029"/>
                </a:cubicBezTo>
                <a:cubicBezTo>
                  <a:pt x="4292555" y="3039108"/>
                  <a:pt x="4290158" y="3039990"/>
                  <a:pt x="4289219" y="3042002"/>
                </a:cubicBezTo>
                <a:close/>
                <a:moveTo>
                  <a:pt x="3876378" y="3201362"/>
                </a:moveTo>
                <a:cubicBezTo>
                  <a:pt x="3875841" y="3201285"/>
                  <a:pt x="3875361" y="3201649"/>
                  <a:pt x="3875286" y="3202167"/>
                </a:cubicBezTo>
                <a:cubicBezTo>
                  <a:pt x="3875208" y="3202703"/>
                  <a:pt x="3875573" y="3203182"/>
                  <a:pt x="3876091" y="3203259"/>
                </a:cubicBezTo>
                <a:cubicBezTo>
                  <a:pt x="3876128" y="3203279"/>
                  <a:pt x="3876225" y="3203279"/>
                  <a:pt x="3876225" y="3203279"/>
                </a:cubicBezTo>
                <a:cubicBezTo>
                  <a:pt x="3876704" y="3203279"/>
                  <a:pt x="3877105" y="3202934"/>
                  <a:pt x="3877184" y="3202454"/>
                </a:cubicBezTo>
                <a:cubicBezTo>
                  <a:pt x="3877259" y="3201917"/>
                  <a:pt x="3876895" y="3201438"/>
                  <a:pt x="3876378" y="3201362"/>
                </a:cubicBezTo>
                <a:close/>
                <a:moveTo>
                  <a:pt x="8468180" y="1407719"/>
                </a:moveTo>
                <a:cubicBezTo>
                  <a:pt x="8464232" y="1409731"/>
                  <a:pt x="8461055" y="1413248"/>
                  <a:pt x="8459589" y="1417800"/>
                </a:cubicBezTo>
                <a:cubicBezTo>
                  <a:pt x="8456619" y="1426904"/>
                  <a:pt x="8461601" y="1436659"/>
                  <a:pt x="8470704" y="1439610"/>
                </a:cubicBezTo>
                <a:cubicBezTo>
                  <a:pt x="8472487" y="1440185"/>
                  <a:pt x="8474289" y="1440454"/>
                  <a:pt x="8476052" y="1440454"/>
                </a:cubicBezTo>
                <a:cubicBezTo>
                  <a:pt x="8483354" y="1440454"/>
                  <a:pt x="8490138" y="1435796"/>
                  <a:pt x="8492516" y="1428495"/>
                </a:cubicBezTo>
                <a:cubicBezTo>
                  <a:pt x="8495467" y="1419391"/>
                  <a:pt x="8490483" y="1409635"/>
                  <a:pt x="8481399" y="1406665"/>
                </a:cubicBezTo>
                <a:cubicBezTo>
                  <a:pt x="8476847" y="1405199"/>
                  <a:pt x="8472128" y="1405707"/>
                  <a:pt x="8468180" y="1407719"/>
                </a:cubicBezTo>
                <a:close/>
                <a:moveTo>
                  <a:pt x="7164838" y="1916059"/>
                </a:moveTo>
                <a:cubicBezTo>
                  <a:pt x="7157823" y="1918091"/>
                  <a:pt x="7153780" y="1925431"/>
                  <a:pt x="7155791" y="1932446"/>
                </a:cubicBezTo>
                <a:cubicBezTo>
                  <a:pt x="7157459" y="1938233"/>
                  <a:pt x="7162749" y="1942009"/>
                  <a:pt x="7168498" y="1942010"/>
                </a:cubicBezTo>
                <a:cubicBezTo>
                  <a:pt x="7169706" y="1942010"/>
                  <a:pt x="7170952" y="1941837"/>
                  <a:pt x="7172159" y="1941473"/>
                </a:cubicBezTo>
                <a:cubicBezTo>
                  <a:pt x="7179193" y="1939461"/>
                  <a:pt x="7183237" y="1932120"/>
                  <a:pt x="7181206" y="1925105"/>
                </a:cubicBezTo>
                <a:cubicBezTo>
                  <a:pt x="7179174" y="1918091"/>
                  <a:pt x="7171853" y="1914047"/>
                  <a:pt x="7164838" y="1916059"/>
                </a:cubicBezTo>
                <a:close/>
                <a:moveTo>
                  <a:pt x="5522355" y="2556756"/>
                </a:moveTo>
                <a:cubicBezTo>
                  <a:pt x="5515608" y="2556986"/>
                  <a:pt x="5510357" y="2562639"/>
                  <a:pt x="5510588" y="2569386"/>
                </a:cubicBezTo>
                <a:cubicBezTo>
                  <a:pt x="5510816" y="2575959"/>
                  <a:pt x="5516221" y="2581153"/>
                  <a:pt x="5522756" y="2581153"/>
                </a:cubicBezTo>
                <a:lnTo>
                  <a:pt x="5523198" y="2581153"/>
                </a:lnTo>
                <a:cubicBezTo>
                  <a:pt x="5529925" y="2580924"/>
                  <a:pt x="5535194" y="2575270"/>
                  <a:pt x="5534966" y="2568523"/>
                </a:cubicBezTo>
                <a:cubicBezTo>
                  <a:pt x="5534735" y="2561796"/>
                  <a:pt x="5529083" y="2556525"/>
                  <a:pt x="5522355" y="2556756"/>
                </a:cubicBezTo>
                <a:close/>
                <a:moveTo>
                  <a:pt x="2393729" y="3774635"/>
                </a:moveTo>
                <a:cubicBezTo>
                  <a:pt x="2393288" y="3774922"/>
                  <a:pt x="2393154" y="3775516"/>
                  <a:pt x="2393442" y="3775957"/>
                </a:cubicBezTo>
                <a:cubicBezTo>
                  <a:pt x="2393633" y="3776245"/>
                  <a:pt x="2393940" y="3776398"/>
                  <a:pt x="2394247" y="3776398"/>
                </a:cubicBezTo>
                <a:cubicBezTo>
                  <a:pt x="2394438" y="3776398"/>
                  <a:pt x="2394610" y="3776341"/>
                  <a:pt x="2394783" y="3776245"/>
                </a:cubicBezTo>
                <a:cubicBezTo>
                  <a:pt x="2395224" y="3775957"/>
                  <a:pt x="2395339" y="3775363"/>
                  <a:pt x="2395052" y="3774922"/>
                </a:cubicBezTo>
                <a:cubicBezTo>
                  <a:pt x="2394764" y="3774481"/>
                  <a:pt x="2394170" y="3774346"/>
                  <a:pt x="2393729" y="3774635"/>
                </a:cubicBezTo>
                <a:close/>
                <a:moveTo>
                  <a:pt x="4518035" y="2945294"/>
                </a:moveTo>
                <a:cubicBezTo>
                  <a:pt x="4516213" y="2948112"/>
                  <a:pt x="4517018" y="2951869"/>
                  <a:pt x="4519835" y="2953689"/>
                </a:cubicBezTo>
                <a:cubicBezTo>
                  <a:pt x="4520852" y="2954340"/>
                  <a:pt x="4522002" y="2954648"/>
                  <a:pt x="4523133" y="2954648"/>
                </a:cubicBezTo>
                <a:cubicBezTo>
                  <a:pt x="4525127" y="2954648"/>
                  <a:pt x="4527061" y="2953670"/>
                  <a:pt x="4528230" y="2951869"/>
                </a:cubicBezTo>
                <a:cubicBezTo>
                  <a:pt x="4530051" y="2949051"/>
                  <a:pt x="4529226" y="2945294"/>
                  <a:pt x="4526408" y="2943474"/>
                </a:cubicBezTo>
                <a:cubicBezTo>
                  <a:pt x="4523592" y="2941672"/>
                  <a:pt x="4519835" y="2942478"/>
                  <a:pt x="4518035" y="2945294"/>
                </a:cubicBezTo>
                <a:close/>
                <a:moveTo>
                  <a:pt x="7065485" y="1946666"/>
                </a:moveTo>
                <a:cubicBezTo>
                  <a:pt x="7058528" y="1948928"/>
                  <a:pt x="7054733" y="1956383"/>
                  <a:pt x="7057014" y="1963340"/>
                </a:cubicBezTo>
                <a:cubicBezTo>
                  <a:pt x="7058835" y="1968918"/>
                  <a:pt x="7064009" y="1972463"/>
                  <a:pt x="7069568" y="1972463"/>
                </a:cubicBezTo>
                <a:cubicBezTo>
                  <a:pt x="7070929" y="1972463"/>
                  <a:pt x="7072328" y="1972252"/>
                  <a:pt x="7073688" y="1971812"/>
                </a:cubicBezTo>
                <a:cubicBezTo>
                  <a:pt x="7080626" y="1969550"/>
                  <a:pt x="7084421" y="1962076"/>
                  <a:pt x="7082159" y="1955138"/>
                </a:cubicBezTo>
                <a:cubicBezTo>
                  <a:pt x="7079897" y="1948181"/>
                  <a:pt x="7072423" y="1944406"/>
                  <a:pt x="7065485" y="1946666"/>
                </a:cubicBezTo>
                <a:close/>
                <a:moveTo>
                  <a:pt x="6485121" y="2169598"/>
                </a:moveTo>
                <a:cubicBezTo>
                  <a:pt x="6478317" y="2172281"/>
                  <a:pt x="6474982" y="2179947"/>
                  <a:pt x="6477666" y="2186750"/>
                </a:cubicBezTo>
                <a:cubicBezTo>
                  <a:pt x="6479717" y="2191944"/>
                  <a:pt x="6484699" y="2195125"/>
                  <a:pt x="6489970" y="2195125"/>
                </a:cubicBezTo>
                <a:cubicBezTo>
                  <a:pt x="6491579" y="2195125"/>
                  <a:pt x="6493228" y="2194838"/>
                  <a:pt x="6494818" y="2194206"/>
                </a:cubicBezTo>
                <a:cubicBezTo>
                  <a:pt x="6501604" y="2191523"/>
                  <a:pt x="6504938" y="2183856"/>
                  <a:pt x="6502274" y="2177053"/>
                </a:cubicBezTo>
                <a:cubicBezTo>
                  <a:pt x="6499591" y="2170268"/>
                  <a:pt x="6491906" y="2166934"/>
                  <a:pt x="6485121" y="2169598"/>
                </a:cubicBezTo>
                <a:close/>
                <a:moveTo>
                  <a:pt x="6388758" y="2207008"/>
                </a:moveTo>
                <a:cubicBezTo>
                  <a:pt x="6381954" y="2209615"/>
                  <a:pt x="6378524" y="2217262"/>
                  <a:pt x="6381130" y="2224085"/>
                </a:cubicBezTo>
                <a:cubicBezTo>
                  <a:pt x="6383143" y="2229355"/>
                  <a:pt x="6388163" y="2232594"/>
                  <a:pt x="6393491" y="2232594"/>
                </a:cubicBezTo>
                <a:cubicBezTo>
                  <a:pt x="6395063" y="2232594"/>
                  <a:pt x="6396654" y="2232307"/>
                  <a:pt x="6398206" y="2231712"/>
                </a:cubicBezTo>
                <a:cubicBezTo>
                  <a:pt x="6405029" y="2229106"/>
                  <a:pt x="6408440" y="2221478"/>
                  <a:pt x="6405833" y="2214655"/>
                </a:cubicBezTo>
                <a:cubicBezTo>
                  <a:pt x="6403228" y="2207832"/>
                  <a:pt x="6395600" y="2204401"/>
                  <a:pt x="6388777" y="2207008"/>
                </a:cubicBezTo>
                <a:close/>
                <a:moveTo>
                  <a:pt x="6581216" y="2131382"/>
                </a:moveTo>
                <a:cubicBezTo>
                  <a:pt x="6574450" y="2134084"/>
                  <a:pt x="6571155" y="2141789"/>
                  <a:pt x="6573876" y="2148573"/>
                </a:cubicBezTo>
                <a:cubicBezTo>
                  <a:pt x="6575946" y="2153729"/>
                  <a:pt x="6580909" y="2156872"/>
                  <a:pt x="6586161" y="2156872"/>
                </a:cubicBezTo>
                <a:cubicBezTo>
                  <a:pt x="6587789" y="2156872"/>
                  <a:pt x="6589457" y="2156565"/>
                  <a:pt x="6591066" y="2155933"/>
                </a:cubicBezTo>
                <a:cubicBezTo>
                  <a:pt x="6597850" y="2153211"/>
                  <a:pt x="6601128" y="2145507"/>
                  <a:pt x="6598427" y="2138722"/>
                </a:cubicBezTo>
                <a:cubicBezTo>
                  <a:pt x="6595705" y="2131957"/>
                  <a:pt x="6588001" y="2128661"/>
                  <a:pt x="6581216" y="2131382"/>
                </a:cubicBezTo>
                <a:close/>
                <a:moveTo>
                  <a:pt x="6967205" y="1980302"/>
                </a:moveTo>
                <a:cubicBezTo>
                  <a:pt x="6960325" y="1982755"/>
                  <a:pt x="6956741" y="1990325"/>
                  <a:pt x="6959194" y="1997205"/>
                </a:cubicBezTo>
                <a:cubicBezTo>
                  <a:pt x="6961130" y="2002610"/>
                  <a:pt x="6966208" y="2005964"/>
                  <a:pt x="6971651" y="2005964"/>
                </a:cubicBezTo>
                <a:cubicBezTo>
                  <a:pt x="6973127" y="2005964"/>
                  <a:pt x="6974623" y="2005734"/>
                  <a:pt x="6976098" y="2005197"/>
                </a:cubicBezTo>
                <a:cubicBezTo>
                  <a:pt x="6982978" y="2002744"/>
                  <a:pt x="6986562" y="1995173"/>
                  <a:pt x="6984108" y="1988294"/>
                </a:cubicBezTo>
                <a:cubicBezTo>
                  <a:pt x="6981656" y="1981413"/>
                  <a:pt x="6974085" y="1977829"/>
                  <a:pt x="6967205" y="1980302"/>
                </a:cubicBezTo>
                <a:close/>
                <a:moveTo>
                  <a:pt x="6292011" y="2243230"/>
                </a:moveTo>
                <a:cubicBezTo>
                  <a:pt x="6285169" y="2245741"/>
                  <a:pt x="6281643" y="2253330"/>
                  <a:pt x="6284154" y="2260192"/>
                </a:cubicBezTo>
                <a:cubicBezTo>
                  <a:pt x="6286108" y="2265558"/>
                  <a:pt x="6291168" y="2268874"/>
                  <a:pt x="6296553" y="2268874"/>
                </a:cubicBezTo>
                <a:cubicBezTo>
                  <a:pt x="6298067" y="2268874"/>
                  <a:pt x="6299601" y="2268605"/>
                  <a:pt x="6301096" y="2268069"/>
                </a:cubicBezTo>
                <a:cubicBezTo>
                  <a:pt x="6307957" y="2265558"/>
                  <a:pt x="6311483" y="2257949"/>
                  <a:pt x="6308992" y="2251107"/>
                </a:cubicBezTo>
                <a:cubicBezTo>
                  <a:pt x="6306462" y="2244246"/>
                  <a:pt x="6298873" y="2240720"/>
                  <a:pt x="6292011" y="2243230"/>
                </a:cubicBezTo>
                <a:close/>
                <a:moveTo>
                  <a:pt x="6677214" y="2092726"/>
                </a:moveTo>
                <a:cubicBezTo>
                  <a:pt x="6670449" y="2095447"/>
                  <a:pt x="6667171" y="2103171"/>
                  <a:pt x="6669913" y="2109936"/>
                </a:cubicBezTo>
                <a:cubicBezTo>
                  <a:pt x="6671983" y="2115072"/>
                  <a:pt x="6676946" y="2118215"/>
                  <a:pt x="6682159" y="2118215"/>
                </a:cubicBezTo>
                <a:cubicBezTo>
                  <a:pt x="6683827" y="2118215"/>
                  <a:pt x="6685493" y="2117890"/>
                  <a:pt x="6687123" y="2117238"/>
                </a:cubicBezTo>
                <a:cubicBezTo>
                  <a:pt x="6693888" y="2114516"/>
                  <a:pt x="6697166" y="2106793"/>
                  <a:pt x="6694425" y="2100027"/>
                </a:cubicBezTo>
                <a:cubicBezTo>
                  <a:pt x="6691684" y="2093262"/>
                  <a:pt x="6683980" y="2089985"/>
                  <a:pt x="6677214" y="2092726"/>
                </a:cubicBezTo>
                <a:close/>
                <a:moveTo>
                  <a:pt x="6773272" y="2054030"/>
                </a:moveTo>
                <a:cubicBezTo>
                  <a:pt x="6766486" y="2056733"/>
                  <a:pt x="6763190" y="2064438"/>
                  <a:pt x="6765893" y="2071203"/>
                </a:cubicBezTo>
                <a:cubicBezTo>
                  <a:pt x="6767963" y="2076397"/>
                  <a:pt x="6772926" y="2079539"/>
                  <a:pt x="6778178" y="2079539"/>
                </a:cubicBezTo>
                <a:cubicBezTo>
                  <a:pt x="6779806" y="2079539"/>
                  <a:pt x="6781474" y="2079233"/>
                  <a:pt x="6783084" y="2078600"/>
                </a:cubicBezTo>
                <a:cubicBezTo>
                  <a:pt x="6789849" y="2075879"/>
                  <a:pt x="6793165" y="2068194"/>
                  <a:pt x="6790462" y="2061409"/>
                </a:cubicBezTo>
                <a:cubicBezTo>
                  <a:pt x="6787741" y="2054625"/>
                  <a:pt x="6780056" y="2051329"/>
                  <a:pt x="6773272" y="2054030"/>
                </a:cubicBezTo>
                <a:close/>
                <a:moveTo>
                  <a:pt x="6869865" y="2016275"/>
                </a:moveTo>
                <a:cubicBezTo>
                  <a:pt x="6863042" y="2018881"/>
                  <a:pt x="6859611" y="2026528"/>
                  <a:pt x="6862217" y="2033351"/>
                </a:cubicBezTo>
                <a:lnTo>
                  <a:pt x="6862236" y="2033351"/>
                </a:lnTo>
                <a:cubicBezTo>
                  <a:pt x="6864248" y="2038622"/>
                  <a:pt x="6869270" y="2041861"/>
                  <a:pt x="6874599" y="2041861"/>
                </a:cubicBezTo>
                <a:cubicBezTo>
                  <a:pt x="6876150" y="2041861"/>
                  <a:pt x="6877741" y="2041592"/>
                  <a:pt x="6879293" y="2040999"/>
                </a:cubicBezTo>
                <a:cubicBezTo>
                  <a:pt x="6886098" y="2038392"/>
                  <a:pt x="6889528" y="2030745"/>
                  <a:pt x="6886922" y="2023941"/>
                </a:cubicBezTo>
                <a:cubicBezTo>
                  <a:pt x="6884334" y="2017099"/>
                  <a:pt x="6876687" y="2013688"/>
                  <a:pt x="6869865" y="2016275"/>
                </a:cubicBezTo>
                <a:close/>
                <a:moveTo>
                  <a:pt x="6194766" y="2277824"/>
                </a:moveTo>
                <a:cubicBezTo>
                  <a:pt x="6187848" y="2280201"/>
                  <a:pt x="6184187" y="2287713"/>
                  <a:pt x="6186564" y="2294632"/>
                </a:cubicBezTo>
                <a:cubicBezTo>
                  <a:pt x="6188442" y="2300113"/>
                  <a:pt x="6193578" y="2303544"/>
                  <a:pt x="6199060" y="2303544"/>
                </a:cubicBezTo>
                <a:cubicBezTo>
                  <a:pt x="6200497" y="2303544"/>
                  <a:pt x="6201954" y="2303314"/>
                  <a:pt x="6203371" y="2302816"/>
                </a:cubicBezTo>
                <a:cubicBezTo>
                  <a:pt x="6210272" y="2300439"/>
                  <a:pt x="6213951" y="2292926"/>
                  <a:pt x="6211574" y="2286008"/>
                </a:cubicBezTo>
                <a:cubicBezTo>
                  <a:pt x="6209179" y="2279108"/>
                  <a:pt x="6201666" y="2275447"/>
                  <a:pt x="6194766" y="2277824"/>
                </a:cubicBezTo>
                <a:close/>
                <a:moveTo>
                  <a:pt x="4739987" y="2844447"/>
                </a:moveTo>
                <a:cubicBezTo>
                  <a:pt x="4737477" y="2848165"/>
                  <a:pt x="4738474" y="2853205"/>
                  <a:pt x="4742192" y="2855716"/>
                </a:cubicBezTo>
                <a:cubicBezTo>
                  <a:pt x="4743571" y="2856636"/>
                  <a:pt x="4745143" y="2857077"/>
                  <a:pt x="4746696" y="2857077"/>
                </a:cubicBezTo>
                <a:cubicBezTo>
                  <a:pt x="4749321" y="2857077"/>
                  <a:pt x="4751871" y="2855831"/>
                  <a:pt x="4753442" y="2853493"/>
                </a:cubicBezTo>
                <a:cubicBezTo>
                  <a:pt x="4755953" y="2849775"/>
                  <a:pt x="4754955" y="2844734"/>
                  <a:pt x="4751237" y="2842243"/>
                </a:cubicBezTo>
                <a:cubicBezTo>
                  <a:pt x="4747519" y="2839751"/>
                  <a:pt x="4742480" y="2840729"/>
                  <a:pt x="4739987" y="2844447"/>
                </a:cubicBezTo>
                <a:close/>
                <a:moveTo>
                  <a:pt x="6096812" y="2309945"/>
                </a:moveTo>
                <a:cubicBezTo>
                  <a:pt x="6089836" y="2312130"/>
                  <a:pt x="6085945" y="2319547"/>
                  <a:pt x="6088131" y="2326503"/>
                </a:cubicBezTo>
                <a:cubicBezTo>
                  <a:pt x="6089893" y="2332177"/>
                  <a:pt x="6095126" y="2335799"/>
                  <a:pt x="6100742" y="2335799"/>
                </a:cubicBezTo>
                <a:cubicBezTo>
                  <a:pt x="6102064" y="2335799"/>
                  <a:pt x="6103386" y="2335607"/>
                  <a:pt x="6104690" y="2335186"/>
                </a:cubicBezTo>
                <a:cubicBezTo>
                  <a:pt x="6111665" y="2333020"/>
                  <a:pt x="6115556" y="2325603"/>
                  <a:pt x="6113371" y="2318627"/>
                </a:cubicBezTo>
                <a:cubicBezTo>
                  <a:pt x="6111187" y="2311651"/>
                  <a:pt x="6103769" y="2307760"/>
                  <a:pt x="6096812" y="2309945"/>
                </a:cubicBezTo>
                <a:close/>
                <a:moveTo>
                  <a:pt x="1935583" y="3932940"/>
                </a:moveTo>
                <a:cubicBezTo>
                  <a:pt x="1934568" y="3933343"/>
                  <a:pt x="1934050" y="3934492"/>
                  <a:pt x="1934453" y="3935508"/>
                </a:cubicBezTo>
                <a:cubicBezTo>
                  <a:pt x="1934759" y="3936294"/>
                  <a:pt x="1935507" y="3936773"/>
                  <a:pt x="1936312" y="3936773"/>
                </a:cubicBezTo>
                <a:cubicBezTo>
                  <a:pt x="1936541" y="3936773"/>
                  <a:pt x="1936771" y="3936735"/>
                  <a:pt x="1937021" y="3936640"/>
                </a:cubicBezTo>
                <a:cubicBezTo>
                  <a:pt x="1938036" y="3936236"/>
                  <a:pt x="1938536" y="3935106"/>
                  <a:pt x="1938151" y="3934071"/>
                </a:cubicBezTo>
                <a:cubicBezTo>
                  <a:pt x="1937749" y="3933055"/>
                  <a:pt x="1936599" y="3932538"/>
                  <a:pt x="1935583" y="3932940"/>
                </a:cubicBezTo>
                <a:close/>
                <a:moveTo>
                  <a:pt x="4127597" y="3077036"/>
                </a:moveTo>
                <a:cubicBezTo>
                  <a:pt x="4126006" y="3076557"/>
                  <a:pt x="4124339" y="3077458"/>
                  <a:pt x="4123860" y="3079048"/>
                </a:cubicBezTo>
                <a:cubicBezTo>
                  <a:pt x="4123362" y="3080639"/>
                  <a:pt x="4124262" y="3082307"/>
                  <a:pt x="4125853" y="3082786"/>
                </a:cubicBezTo>
                <a:cubicBezTo>
                  <a:pt x="4126141" y="3082883"/>
                  <a:pt x="4126428" y="3082920"/>
                  <a:pt x="4126715" y="3082920"/>
                </a:cubicBezTo>
                <a:cubicBezTo>
                  <a:pt x="4128019" y="3082920"/>
                  <a:pt x="4129206" y="3082077"/>
                  <a:pt x="4129609" y="3080793"/>
                </a:cubicBezTo>
                <a:cubicBezTo>
                  <a:pt x="4130089" y="3079202"/>
                  <a:pt x="4129188" y="3077535"/>
                  <a:pt x="4127597" y="3077036"/>
                </a:cubicBezTo>
                <a:close/>
                <a:moveTo>
                  <a:pt x="2473649" y="3721757"/>
                </a:moveTo>
                <a:cubicBezTo>
                  <a:pt x="2473207" y="3722065"/>
                  <a:pt x="2473074" y="3722658"/>
                  <a:pt x="2473380" y="3723099"/>
                </a:cubicBezTo>
                <a:cubicBezTo>
                  <a:pt x="2473552" y="3723367"/>
                  <a:pt x="2473860" y="3723521"/>
                  <a:pt x="2474166" y="3723521"/>
                </a:cubicBezTo>
                <a:cubicBezTo>
                  <a:pt x="2474358" y="3723521"/>
                  <a:pt x="2474549" y="3723463"/>
                  <a:pt x="2474703" y="3723367"/>
                </a:cubicBezTo>
                <a:cubicBezTo>
                  <a:pt x="2475143" y="3723061"/>
                  <a:pt x="2475258" y="3722467"/>
                  <a:pt x="2474971" y="3722026"/>
                </a:cubicBezTo>
                <a:cubicBezTo>
                  <a:pt x="2474684" y="3721585"/>
                  <a:pt x="2474089" y="3721470"/>
                  <a:pt x="2473649" y="3721757"/>
                </a:cubicBezTo>
                <a:close/>
                <a:moveTo>
                  <a:pt x="2024664" y="3896143"/>
                </a:moveTo>
                <a:cubicBezTo>
                  <a:pt x="2023667" y="3896583"/>
                  <a:pt x="2023208" y="3897753"/>
                  <a:pt x="2023649" y="3898749"/>
                </a:cubicBezTo>
                <a:cubicBezTo>
                  <a:pt x="2023974" y="3899497"/>
                  <a:pt x="2024703" y="3899938"/>
                  <a:pt x="2025450" y="3899937"/>
                </a:cubicBezTo>
                <a:cubicBezTo>
                  <a:pt x="2025718" y="3899938"/>
                  <a:pt x="2025986" y="3899880"/>
                  <a:pt x="2026255" y="3899765"/>
                </a:cubicBezTo>
                <a:cubicBezTo>
                  <a:pt x="2027271" y="3899343"/>
                  <a:pt x="2027711" y="3898155"/>
                  <a:pt x="2027271" y="3897159"/>
                </a:cubicBezTo>
                <a:cubicBezTo>
                  <a:pt x="2026830" y="3896143"/>
                  <a:pt x="2025661" y="3895702"/>
                  <a:pt x="2024664" y="3896143"/>
                </a:cubicBezTo>
                <a:close/>
                <a:moveTo>
                  <a:pt x="8625829" y="1318529"/>
                </a:moveTo>
                <a:cubicBezTo>
                  <a:pt x="8621589" y="1320541"/>
                  <a:pt x="8618116" y="1324168"/>
                  <a:pt x="8616420" y="1328930"/>
                </a:cubicBezTo>
                <a:cubicBezTo>
                  <a:pt x="8613027" y="1338475"/>
                  <a:pt x="8618010" y="1348958"/>
                  <a:pt x="8627535" y="1352369"/>
                </a:cubicBezTo>
                <a:cubicBezTo>
                  <a:pt x="8629566" y="1353098"/>
                  <a:pt x="8631655" y="1353442"/>
                  <a:pt x="8633687" y="1353442"/>
                </a:cubicBezTo>
                <a:cubicBezTo>
                  <a:pt x="8641219" y="1353442"/>
                  <a:pt x="8648291" y="1348747"/>
                  <a:pt x="8650974" y="1341254"/>
                </a:cubicBezTo>
                <a:cubicBezTo>
                  <a:pt x="8654366" y="1331709"/>
                  <a:pt x="8649383" y="1321226"/>
                  <a:pt x="8639839" y="1317814"/>
                </a:cubicBezTo>
                <a:cubicBezTo>
                  <a:pt x="8635076" y="1316118"/>
                  <a:pt x="8630070" y="1316516"/>
                  <a:pt x="8625829" y="1318529"/>
                </a:cubicBezTo>
                <a:close/>
                <a:moveTo>
                  <a:pt x="1844854" y="3965387"/>
                </a:moveTo>
                <a:cubicBezTo>
                  <a:pt x="1843820" y="3965732"/>
                  <a:pt x="1843245" y="3966843"/>
                  <a:pt x="1843590" y="3967898"/>
                </a:cubicBezTo>
                <a:cubicBezTo>
                  <a:pt x="1843858" y="3968722"/>
                  <a:pt x="1844644" y="3969259"/>
                  <a:pt x="1845469" y="3969259"/>
                </a:cubicBezTo>
                <a:cubicBezTo>
                  <a:pt x="1845678" y="3969259"/>
                  <a:pt x="1845889" y="3969220"/>
                  <a:pt x="1846099" y="3969144"/>
                </a:cubicBezTo>
                <a:cubicBezTo>
                  <a:pt x="1847136" y="3968818"/>
                  <a:pt x="1847691" y="3967687"/>
                  <a:pt x="1847366" y="3966652"/>
                </a:cubicBezTo>
                <a:cubicBezTo>
                  <a:pt x="1847021" y="3965617"/>
                  <a:pt x="1845889" y="3965042"/>
                  <a:pt x="1844854" y="3965387"/>
                </a:cubicBezTo>
                <a:close/>
                <a:moveTo>
                  <a:pt x="1331779" y="4164553"/>
                </a:moveTo>
                <a:cubicBezTo>
                  <a:pt x="1331242" y="4164533"/>
                  <a:pt x="1330802" y="4164955"/>
                  <a:pt x="1330802" y="4165492"/>
                </a:cubicBezTo>
                <a:cubicBezTo>
                  <a:pt x="1330783" y="4166009"/>
                  <a:pt x="1331204" y="4166469"/>
                  <a:pt x="1331721" y="4166469"/>
                </a:cubicBezTo>
                <a:lnTo>
                  <a:pt x="1331741" y="4166469"/>
                </a:lnTo>
                <a:cubicBezTo>
                  <a:pt x="1332258" y="4166469"/>
                  <a:pt x="1332699" y="4166067"/>
                  <a:pt x="1332699" y="4165530"/>
                </a:cubicBezTo>
                <a:cubicBezTo>
                  <a:pt x="1332719" y="4165013"/>
                  <a:pt x="1332316" y="4164572"/>
                  <a:pt x="1331779" y="4164553"/>
                </a:cubicBezTo>
                <a:close/>
                <a:moveTo>
                  <a:pt x="7653152" y="1693513"/>
                </a:moveTo>
                <a:cubicBezTo>
                  <a:pt x="7645274" y="1693761"/>
                  <a:pt x="7639104" y="1700336"/>
                  <a:pt x="7639352" y="1708193"/>
                </a:cubicBezTo>
                <a:cubicBezTo>
                  <a:pt x="7639602" y="1715898"/>
                  <a:pt x="7645926" y="1721992"/>
                  <a:pt x="7653592" y="1721992"/>
                </a:cubicBezTo>
                <a:lnTo>
                  <a:pt x="7654033" y="1721992"/>
                </a:lnTo>
                <a:cubicBezTo>
                  <a:pt x="7661890" y="1721743"/>
                  <a:pt x="7668080" y="1715169"/>
                  <a:pt x="7667832" y="1707293"/>
                </a:cubicBezTo>
                <a:cubicBezTo>
                  <a:pt x="7667583" y="1699434"/>
                  <a:pt x="7661009" y="1693263"/>
                  <a:pt x="7653152" y="1693513"/>
                </a:cubicBezTo>
                <a:close/>
                <a:moveTo>
                  <a:pt x="5997979" y="2339210"/>
                </a:moveTo>
                <a:cubicBezTo>
                  <a:pt x="5990943" y="2341185"/>
                  <a:pt x="5986843" y="2348467"/>
                  <a:pt x="5988799" y="2355501"/>
                </a:cubicBezTo>
                <a:cubicBezTo>
                  <a:pt x="5990428" y="2361347"/>
                  <a:pt x="5995755" y="2365180"/>
                  <a:pt x="6001544" y="2365180"/>
                </a:cubicBezTo>
                <a:cubicBezTo>
                  <a:pt x="6002713" y="2365180"/>
                  <a:pt x="6003900" y="2365026"/>
                  <a:pt x="6005090" y="2364681"/>
                </a:cubicBezTo>
                <a:cubicBezTo>
                  <a:pt x="6012122" y="2362727"/>
                  <a:pt x="6016243" y="2355424"/>
                  <a:pt x="6014270" y="2348390"/>
                </a:cubicBezTo>
                <a:cubicBezTo>
                  <a:pt x="6012315" y="2341357"/>
                  <a:pt x="6005012" y="2337256"/>
                  <a:pt x="5997979" y="2339210"/>
                </a:cubicBezTo>
                <a:close/>
                <a:moveTo>
                  <a:pt x="2112096" y="3855531"/>
                </a:moveTo>
                <a:cubicBezTo>
                  <a:pt x="2111099" y="3856011"/>
                  <a:pt x="2110697" y="3857199"/>
                  <a:pt x="2111176" y="3858177"/>
                </a:cubicBezTo>
                <a:cubicBezTo>
                  <a:pt x="2111521" y="3858886"/>
                  <a:pt x="2112231" y="3859288"/>
                  <a:pt x="2112958" y="3859288"/>
                </a:cubicBezTo>
                <a:cubicBezTo>
                  <a:pt x="2113246" y="3859288"/>
                  <a:pt x="2113553" y="3859231"/>
                  <a:pt x="2113821" y="3859097"/>
                </a:cubicBezTo>
                <a:cubicBezTo>
                  <a:pt x="2114817" y="3858617"/>
                  <a:pt x="2115220" y="3857429"/>
                  <a:pt x="2114741" y="3856451"/>
                </a:cubicBezTo>
                <a:cubicBezTo>
                  <a:pt x="2114262" y="3855455"/>
                  <a:pt x="2113074" y="3855053"/>
                  <a:pt x="2112096" y="3855531"/>
                </a:cubicBezTo>
                <a:close/>
                <a:moveTo>
                  <a:pt x="1752535" y="3992889"/>
                </a:moveTo>
                <a:cubicBezTo>
                  <a:pt x="1751481" y="3993158"/>
                  <a:pt x="1750849" y="3994250"/>
                  <a:pt x="1751136" y="3995305"/>
                </a:cubicBezTo>
                <a:cubicBezTo>
                  <a:pt x="1751365" y="3996186"/>
                  <a:pt x="1752171" y="3996779"/>
                  <a:pt x="1753053" y="3996779"/>
                </a:cubicBezTo>
                <a:cubicBezTo>
                  <a:pt x="1753206" y="3996779"/>
                  <a:pt x="1753379" y="3996761"/>
                  <a:pt x="1753551" y="3996704"/>
                </a:cubicBezTo>
                <a:cubicBezTo>
                  <a:pt x="1754605" y="3996435"/>
                  <a:pt x="1755236" y="3995342"/>
                  <a:pt x="1754970" y="3994288"/>
                </a:cubicBezTo>
                <a:cubicBezTo>
                  <a:pt x="1754681" y="3993234"/>
                  <a:pt x="1753590" y="3992602"/>
                  <a:pt x="1752535" y="3992889"/>
                </a:cubicBezTo>
                <a:close/>
                <a:moveTo>
                  <a:pt x="8202108" y="1474023"/>
                </a:moveTo>
                <a:cubicBezTo>
                  <a:pt x="8198538" y="1476172"/>
                  <a:pt x="8195788" y="1479685"/>
                  <a:pt x="8194706" y="1484055"/>
                </a:cubicBezTo>
                <a:cubicBezTo>
                  <a:pt x="8192540" y="1492793"/>
                  <a:pt x="8197850" y="1501629"/>
                  <a:pt x="8206589" y="1503794"/>
                </a:cubicBezTo>
                <a:cubicBezTo>
                  <a:pt x="8207892" y="1504120"/>
                  <a:pt x="8209214" y="1504274"/>
                  <a:pt x="8210518" y="1504274"/>
                </a:cubicBezTo>
                <a:cubicBezTo>
                  <a:pt x="8217819" y="1504274"/>
                  <a:pt x="8224469" y="1499329"/>
                  <a:pt x="8226309" y="1491912"/>
                </a:cubicBezTo>
                <a:cubicBezTo>
                  <a:pt x="8228495" y="1483173"/>
                  <a:pt x="8223167" y="1474338"/>
                  <a:pt x="8214446" y="1472172"/>
                </a:cubicBezTo>
                <a:lnTo>
                  <a:pt x="8214427" y="1472172"/>
                </a:lnTo>
                <a:cubicBezTo>
                  <a:pt x="8210066" y="1471089"/>
                  <a:pt x="8205677" y="1471875"/>
                  <a:pt x="8202108" y="1474023"/>
                </a:cubicBezTo>
                <a:close/>
                <a:moveTo>
                  <a:pt x="4361413" y="2970305"/>
                </a:moveTo>
                <a:cubicBezTo>
                  <a:pt x="4360207" y="2972816"/>
                  <a:pt x="4361260" y="2975843"/>
                  <a:pt x="4363771" y="2977051"/>
                </a:cubicBezTo>
                <a:lnTo>
                  <a:pt x="4363790" y="2977051"/>
                </a:lnTo>
                <a:cubicBezTo>
                  <a:pt x="4364499" y="2977396"/>
                  <a:pt x="4365247" y="2977549"/>
                  <a:pt x="4365976" y="2977549"/>
                </a:cubicBezTo>
                <a:cubicBezTo>
                  <a:pt x="4367853" y="2977549"/>
                  <a:pt x="4369656" y="2976495"/>
                  <a:pt x="4370517" y="2974694"/>
                </a:cubicBezTo>
                <a:cubicBezTo>
                  <a:pt x="4371725" y="2972183"/>
                  <a:pt x="4370690" y="2969174"/>
                  <a:pt x="4368160" y="2967967"/>
                </a:cubicBezTo>
                <a:cubicBezTo>
                  <a:pt x="4365631" y="2966740"/>
                  <a:pt x="4362622" y="2967794"/>
                  <a:pt x="4361413" y="2970305"/>
                </a:cubicBezTo>
                <a:close/>
                <a:moveTo>
                  <a:pt x="5411696" y="2559685"/>
                </a:moveTo>
                <a:cubicBezTo>
                  <a:pt x="5409399" y="2561796"/>
                  <a:pt x="5407909" y="2564786"/>
                  <a:pt x="5407765" y="2568159"/>
                </a:cubicBezTo>
                <a:cubicBezTo>
                  <a:pt x="5407476" y="2574886"/>
                  <a:pt x="5412690" y="2580579"/>
                  <a:pt x="5419436" y="2580866"/>
                </a:cubicBezTo>
                <a:lnTo>
                  <a:pt x="5419954" y="2580866"/>
                </a:lnTo>
                <a:cubicBezTo>
                  <a:pt x="5426451" y="2580866"/>
                  <a:pt x="5431856" y="2575748"/>
                  <a:pt x="5432143" y="2569195"/>
                </a:cubicBezTo>
                <a:cubicBezTo>
                  <a:pt x="5432430" y="2562448"/>
                  <a:pt x="5427198" y="2556756"/>
                  <a:pt x="5420472" y="2556488"/>
                </a:cubicBezTo>
                <a:cubicBezTo>
                  <a:pt x="5417099" y="2556344"/>
                  <a:pt x="5413994" y="2557575"/>
                  <a:pt x="5411696" y="2559685"/>
                </a:cubicBezTo>
                <a:close/>
                <a:moveTo>
                  <a:pt x="3955741" y="3127729"/>
                </a:moveTo>
                <a:cubicBezTo>
                  <a:pt x="3954668" y="3127557"/>
                  <a:pt x="3953653" y="3128265"/>
                  <a:pt x="3953461" y="3129358"/>
                </a:cubicBezTo>
                <a:cubicBezTo>
                  <a:pt x="3953268" y="3130431"/>
                  <a:pt x="3953998" y="3131447"/>
                  <a:pt x="3955090" y="3131638"/>
                </a:cubicBezTo>
                <a:cubicBezTo>
                  <a:pt x="3955185" y="3131677"/>
                  <a:pt x="3955300" y="3131677"/>
                  <a:pt x="3955416" y="3131677"/>
                </a:cubicBezTo>
                <a:cubicBezTo>
                  <a:pt x="3956355" y="3131677"/>
                  <a:pt x="3957197" y="3130986"/>
                  <a:pt x="3957371" y="3130009"/>
                </a:cubicBezTo>
                <a:cubicBezTo>
                  <a:pt x="3957543" y="3128937"/>
                  <a:pt x="3956834" y="3127920"/>
                  <a:pt x="3955741" y="3127729"/>
                </a:cubicBezTo>
                <a:close/>
                <a:moveTo>
                  <a:pt x="2197900" y="3811565"/>
                </a:moveTo>
                <a:cubicBezTo>
                  <a:pt x="2196941" y="3812084"/>
                  <a:pt x="2196577" y="3813291"/>
                  <a:pt x="2197094" y="3814249"/>
                </a:cubicBezTo>
                <a:cubicBezTo>
                  <a:pt x="2197439" y="3814920"/>
                  <a:pt x="2198129" y="3815303"/>
                  <a:pt x="2198839" y="3815303"/>
                </a:cubicBezTo>
                <a:cubicBezTo>
                  <a:pt x="2199163" y="3815303"/>
                  <a:pt x="2199471" y="3815227"/>
                  <a:pt x="2199777" y="3815074"/>
                </a:cubicBezTo>
                <a:cubicBezTo>
                  <a:pt x="2200736" y="3814537"/>
                  <a:pt x="2201099" y="3813349"/>
                  <a:pt x="2200582" y="3812391"/>
                </a:cubicBezTo>
                <a:cubicBezTo>
                  <a:pt x="2200065" y="3811413"/>
                  <a:pt x="2198858" y="3811049"/>
                  <a:pt x="2197900" y="3811565"/>
                </a:cubicBezTo>
                <a:close/>
                <a:moveTo>
                  <a:pt x="3780934" y="3191990"/>
                </a:moveTo>
                <a:cubicBezTo>
                  <a:pt x="3780397" y="3191952"/>
                  <a:pt x="3779956" y="3192354"/>
                  <a:pt x="3779919" y="3192891"/>
                </a:cubicBezTo>
                <a:cubicBezTo>
                  <a:pt x="3779899" y="3193408"/>
                  <a:pt x="3780302" y="3193887"/>
                  <a:pt x="3780838" y="3193887"/>
                </a:cubicBezTo>
                <a:lnTo>
                  <a:pt x="3780877" y="3193887"/>
                </a:lnTo>
                <a:cubicBezTo>
                  <a:pt x="3781395" y="3193887"/>
                  <a:pt x="3781816" y="3193504"/>
                  <a:pt x="3781836" y="3192987"/>
                </a:cubicBezTo>
                <a:cubicBezTo>
                  <a:pt x="3781874" y="3192450"/>
                  <a:pt x="3781471" y="3192009"/>
                  <a:pt x="3780934" y="3191990"/>
                </a:cubicBezTo>
                <a:close/>
                <a:moveTo>
                  <a:pt x="5898319" y="2365160"/>
                </a:moveTo>
                <a:cubicBezTo>
                  <a:pt x="5891210" y="2366886"/>
                  <a:pt x="5886841" y="2374034"/>
                  <a:pt x="5888564" y="2381125"/>
                </a:cubicBezTo>
                <a:cubicBezTo>
                  <a:pt x="5890021" y="2387181"/>
                  <a:pt x="5895424" y="2391244"/>
                  <a:pt x="5901405" y="2391244"/>
                </a:cubicBezTo>
                <a:cubicBezTo>
                  <a:pt x="5902441" y="2391244"/>
                  <a:pt x="5903475" y="2391129"/>
                  <a:pt x="5904511" y="2390880"/>
                </a:cubicBezTo>
                <a:cubicBezTo>
                  <a:pt x="5911621" y="2389175"/>
                  <a:pt x="5915988" y="2382026"/>
                  <a:pt x="5914263" y="2374934"/>
                </a:cubicBezTo>
                <a:cubicBezTo>
                  <a:pt x="5912559" y="2367824"/>
                  <a:pt x="5905411" y="2363455"/>
                  <a:pt x="5898319" y="2365160"/>
                </a:cubicBezTo>
                <a:close/>
                <a:moveTo>
                  <a:pt x="2553262" y="3668459"/>
                </a:moveTo>
                <a:cubicBezTo>
                  <a:pt x="2552821" y="3668746"/>
                  <a:pt x="2552706" y="3669340"/>
                  <a:pt x="2553012" y="3669781"/>
                </a:cubicBezTo>
                <a:cubicBezTo>
                  <a:pt x="2553185" y="3670049"/>
                  <a:pt x="2553492" y="3670203"/>
                  <a:pt x="2553798" y="3670203"/>
                </a:cubicBezTo>
                <a:cubicBezTo>
                  <a:pt x="2553990" y="3670203"/>
                  <a:pt x="2554181" y="3670145"/>
                  <a:pt x="2554335" y="3670049"/>
                </a:cubicBezTo>
                <a:cubicBezTo>
                  <a:pt x="2554776" y="3669743"/>
                  <a:pt x="2554891" y="3669149"/>
                  <a:pt x="2554603" y="3668708"/>
                </a:cubicBezTo>
                <a:cubicBezTo>
                  <a:pt x="2554296" y="3668267"/>
                  <a:pt x="2553702" y="3668171"/>
                  <a:pt x="2553262" y="3668459"/>
                </a:cubicBezTo>
                <a:close/>
                <a:moveTo>
                  <a:pt x="1658739" y="4014738"/>
                </a:moveTo>
                <a:cubicBezTo>
                  <a:pt x="1657668" y="4014948"/>
                  <a:pt x="1656976" y="4016002"/>
                  <a:pt x="1657188" y="4017076"/>
                </a:cubicBezTo>
                <a:cubicBezTo>
                  <a:pt x="1657380" y="4018015"/>
                  <a:pt x="1658202" y="4018666"/>
                  <a:pt x="1659123" y="4018666"/>
                </a:cubicBezTo>
                <a:cubicBezTo>
                  <a:pt x="1659257" y="4018666"/>
                  <a:pt x="1659373" y="4018629"/>
                  <a:pt x="1659507" y="4018629"/>
                </a:cubicBezTo>
                <a:cubicBezTo>
                  <a:pt x="1660579" y="4018398"/>
                  <a:pt x="1661269" y="4017363"/>
                  <a:pt x="1661077" y="4016291"/>
                </a:cubicBezTo>
                <a:cubicBezTo>
                  <a:pt x="1660849" y="4015217"/>
                  <a:pt x="1659814" y="4014527"/>
                  <a:pt x="1658739" y="4014738"/>
                </a:cubicBezTo>
                <a:close/>
                <a:moveTo>
                  <a:pt x="7926520" y="1566930"/>
                </a:moveTo>
                <a:cubicBezTo>
                  <a:pt x="7923440" y="1569335"/>
                  <a:pt x="7921274" y="1572914"/>
                  <a:pt x="7920757" y="1577102"/>
                </a:cubicBezTo>
                <a:cubicBezTo>
                  <a:pt x="7919741" y="1585477"/>
                  <a:pt x="7925682" y="1593086"/>
                  <a:pt x="7934058" y="1594120"/>
                </a:cubicBezTo>
                <a:cubicBezTo>
                  <a:pt x="7934690" y="1594198"/>
                  <a:pt x="7935303" y="1594235"/>
                  <a:pt x="7935936" y="1594235"/>
                </a:cubicBezTo>
                <a:cubicBezTo>
                  <a:pt x="7943545" y="1594236"/>
                  <a:pt x="7950118" y="1588562"/>
                  <a:pt x="7951076" y="1580820"/>
                </a:cubicBezTo>
                <a:cubicBezTo>
                  <a:pt x="7952092" y="1572445"/>
                  <a:pt x="7946151" y="1564836"/>
                  <a:pt x="7937776" y="1563801"/>
                </a:cubicBezTo>
                <a:cubicBezTo>
                  <a:pt x="7933597" y="1563293"/>
                  <a:pt x="7929601" y="1564525"/>
                  <a:pt x="7926520" y="1566930"/>
                </a:cubicBezTo>
                <a:close/>
                <a:moveTo>
                  <a:pt x="4587317" y="2869649"/>
                </a:moveTo>
                <a:cubicBezTo>
                  <a:pt x="4585228" y="2872964"/>
                  <a:pt x="4586225" y="2877334"/>
                  <a:pt x="4589540" y="2879423"/>
                </a:cubicBezTo>
                <a:cubicBezTo>
                  <a:pt x="4590709" y="2880170"/>
                  <a:pt x="4592013" y="2880515"/>
                  <a:pt x="4593316" y="2880515"/>
                </a:cubicBezTo>
                <a:cubicBezTo>
                  <a:pt x="4595653" y="2880515"/>
                  <a:pt x="4597972" y="2879346"/>
                  <a:pt x="4599316" y="2877219"/>
                </a:cubicBezTo>
                <a:cubicBezTo>
                  <a:pt x="4601404" y="2873903"/>
                  <a:pt x="4600406" y="2869514"/>
                  <a:pt x="4597091" y="2867425"/>
                </a:cubicBezTo>
                <a:cubicBezTo>
                  <a:pt x="4593794" y="2865336"/>
                  <a:pt x="4589404" y="2866333"/>
                  <a:pt x="4587317" y="2869649"/>
                </a:cubicBezTo>
                <a:close/>
                <a:moveTo>
                  <a:pt x="8777803" y="1231334"/>
                </a:moveTo>
                <a:cubicBezTo>
                  <a:pt x="8773301" y="1233396"/>
                  <a:pt x="8769588" y="1237177"/>
                  <a:pt x="8767729" y="1242188"/>
                </a:cubicBezTo>
                <a:cubicBezTo>
                  <a:pt x="8763992" y="1252193"/>
                  <a:pt x="8769109" y="1263346"/>
                  <a:pt x="8779132" y="1267064"/>
                </a:cubicBezTo>
                <a:cubicBezTo>
                  <a:pt x="8781336" y="1267889"/>
                  <a:pt x="8783617" y="1268291"/>
                  <a:pt x="8785860" y="1268291"/>
                </a:cubicBezTo>
                <a:cubicBezTo>
                  <a:pt x="8793717" y="1268291"/>
                  <a:pt x="8801116" y="1263461"/>
                  <a:pt x="8804009" y="1255681"/>
                </a:cubicBezTo>
                <a:lnTo>
                  <a:pt x="8804005" y="1255571"/>
                </a:lnTo>
                <a:lnTo>
                  <a:pt x="8795309" y="1233295"/>
                </a:lnTo>
                <a:lnTo>
                  <a:pt x="8792606" y="1230785"/>
                </a:lnTo>
                <a:cubicBezTo>
                  <a:pt x="8787594" y="1228926"/>
                  <a:pt x="8782304" y="1229271"/>
                  <a:pt x="8777803" y="1231334"/>
                </a:cubicBezTo>
                <a:close/>
                <a:moveTo>
                  <a:pt x="2282169" y="3764746"/>
                </a:moveTo>
                <a:cubicBezTo>
                  <a:pt x="2281230" y="3765283"/>
                  <a:pt x="2280904" y="3766489"/>
                  <a:pt x="2281441" y="3767448"/>
                </a:cubicBezTo>
                <a:cubicBezTo>
                  <a:pt x="2281805" y="3768080"/>
                  <a:pt x="2282474" y="3768445"/>
                  <a:pt x="2283166" y="3768445"/>
                </a:cubicBezTo>
                <a:cubicBezTo>
                  <a:pt x="2283491" y="3768445"/>
                  <a:pt x="2283837" y="3768367"/>
                  <a:pt x="2284143" y="3768177"/>
                </a:cubicBezTo>
                <a:cubicBezTo>
                  <a:pt x="2285102" y="3767640"/>
                  <a:pt x="2285428" y="3766432"/>
                  <a:pt x="2284872" y="3765474"/>
                </a:cubicBezTo>
                <a:cubicBezTo>
                  <a:pt x="2284335" y="3764534"/>
                  <a:pt x="2283127" y="3764209"/>
                  <a:pt x="2282169" y="3764746"/>
                </a:cubicBezTo>
                <a:close/>
                <a:moveTo>
                  <a:pt x="4967270" y="2715866"/>
                </a:moveTo>
                <a:cubicBezTo>
                  <a:pt x="4964738" y="2720868"/>
                  <a:pt x="4966752" y="2726982"/>
                  <a:pt x="4971754" y="2729512"/>
                </a:cubicBezTo>
                <a:cubicBezTo>
                  <a:pt x="4973232" y="2730240"/>
                  <a:pt x="4974782" y="2730604"/>
                  <a:pt x="4976316" y="2730605"/>
                </a:cubicBezTo>
                <a:cubicBezTo>
                  <a:pt x="4980033" y="2730604"/>
                  <a:pt x="4983620" y="2728554"/>
                  <a:pt x="4985400" y="2725009"/>
                </a:cubicBezTo>
                <a:cubicBezTo>
                  <a:pt x="4987930" y="2720006"/>
                  <a:pt x="4985917" y="2713892"/>
                  <a:pt x="4980915" y="2711381"/>
                </a:cubicBezTo>
                <a:cubicBezTo>
                  <a:pt x="4975894" y="2708852"/>
                  <a:pt x="4969799" y="2710864"/>
                  <a:pt x="4967270" y="2715866"/>
                </a:cubicBezTo>
                <a:close/>
                <a:moveTo>
                  <a:pt x="5147195" y="2644303"/>
                </a:moveTo>
                <a:cubicBezTo>
                  <a:pt x="5141330" y="2642386"/>
                  <a:pt x="5135025" y="2645569"/>
                  <a:pt x="5133089" y="2651452"/>
                </a:cubicBezTo>
                <a:cubicBezTo>
                  <a:pt x="5131171" y="2657317"/>
                  <a:pt x="5134374" y="2663621"/>
                  <a:pt x="5140236" y="2665557"/>
                </a:cubicBezTo>
                <a:cubicBezTo>
                  <a:pt x="5141386" y="2665922"/>
                  <a:pt x="5142557" y="2666113"/>
                  <a:pt x="5143724" y="2666113"/>
                </a:cubicBezTo>
                <a:cubicBezTo>
                  <a:pt x="5148420" y="2666114"/>
                  <a:pt x="5152791" y="2663123"/>
                  <a:pt x="5154343" y="2658409"/>
                </a:cubicBezTo>
                <a:cubicBezTo>
                  <a:pt x="5156259" y="2652544"/>
                  <a:pt x="5153078" y="2646219"/>
                  <a:pt x="5147195" y="2644303"/>
                </a:cubicBezTo>
                <a:close/>
                <a:moveTo>
                  <a:pt x="5797819" y="2387239"/>
                </a:moveTo>
                <a:cubicBezTo>
                  <a:pt x="5790648" y="2388638"/>
                  <a:pt x="5785992" y="2395595"/>
                  <a:pt x="5787410" y="2402762"/>
                </a:cubicBezTo>
                <a:cubicBezTo>
                  <a:pt x="5788637" y="2409068"/>
                  <a:pt x="5794176" y="2413438"/>
                  <a:pt x="5800366" y="2413437"/>
                </a:cubicBezTo>
                <a:cubicBezTo>
                  <a:pt x="5801208" y="2413438"/>
                  <a:pt x="5802071" y="2413342"/>
                  <a:pt x="5802935" y="2413170"/>
                </a:cubicBezTo>
                <a:cubicBezTo>
                  <a:pt x="5810103" y="2411770"/>
                  <a:pt x="5814760" y="2404813"/>
                  <a:pt x="5813341" y="2397645"/>
                </a:cubicBezTo>
                <a:cubicBezTo>
                  <a:pt x="5811944" y="2390477"/>
                  <a:pt x="5804985" y="2385820"/>
                  <a:pt x="5797819" y="2387239"/>
                </a:cubicBezTo>
                <a:close/>
                <a:moveTo>
                  <a:pt x="7548368" y="1699955"/>
                </a:moveTo>
                <a:lnTo>
                  <a:pt x="7538720" y="1705022"/>
                </a:lnTo>
                <a:cubicBezTo>
                  <a:pt x="7536387" y="1707825"/>
                  <a:pt x="7535122" y="1711519"/>
                  <a:pt x="7535476" y="1715438"/>
                </a:cubicBezTo>
                <a:cubicBezTo>
                  <a:pt x="7536166" y="1722836"/>
                  <a:pt x="7542376" y="1728394"/>
                  <a:pt x="7549659" y="1728393"/>
                </a:cubicBezTo>
                <a:cubicBezTo>
                  <a:pt x="7550100" y="1728394"/>
                  <a:pt x="7550521" y="1728374"/>
                  <a:pt x="7550981" y="1728316"/>
                </a:cubicBezTo>
                <a:cubicBezTo>
                  <a:pt x="7558801" y="1727607"/>
                  <a:pt x="7564570" y="1720670"/>
                  <a:pt x="7563860" y="1712831"/>
                </a:cubicBezTo>
                <a:cubicBezTo>
                  <a:pt x="7563496" y="1708912"/>
                  <a:pt x="7561580" y="1705511"/>
                  <a:pt x="7558774" y="1703179"/>
                </a:cubicBezTo>
                <a:close/>
                <a:moveTo>
                  <a:pt x="7548356" y="1699952"/>
                </a:moveTo>
                <a:lnTo>
                  <a:pt x="7548368" y="1699955"/>
                </a:lnTo>
                <a:lnTo>
                  <a:pt x="7548374" y="1699952"/>
                </a:lnTo>
                <a:close/>
                <a:moveTo>
                  <a:pt x="4203108" y="3004381"/>
                </a:moveTo>
                <a:cubicBezTo>
                  <a:pt x="4201000" y="3003692"/>
                  <a:pt x="4198720" y="3004861"/>
                  <a:pt x="4198049" y="3006969"/>
                </a:cubicBezTo>
                <a:cubicBezTo>
                  <a:pt x="4197358" y="3009077"/>
                  <a:pt x="4198508" y="3011358"/>
                  <a:pt x="4200637" y="3012028"/>
                </a:cubicBezTo>
                <a:cubicBezTo>
                  <a:pt x="4201040" y="3012162"/>
                  <a:pt x="4201461" y="3012239"/>
                  <a:pt x="4201863" y="3012240"/>
                </a:cubicBezTo>
                <a:cubicBezTo>
                  <a:pt x="4203568" y="3012240"/>
                  <a:pt x="4205140" y="3011147"/>
                  <a:pt x="4205696" y="3009441"/>
                </a:cubicBezTo>
                <a:cubicBezTo>
                  <a:pt x="4206386" y="3007333"/>
                  <a:pt x="4205216" y="3005052"/>
                  <a:pt x="4203108" y="3004381"/>
                </a:cubicBezTo>
                <a:close/>
                <a:moveTo>
                  <a:pt x="2632951" y="3615199"/>
                </a:moveTo>
                <a:cubicBezTo>
                  <a:pt x="2632511" y="3615486"/>
                  <a:pt x="2632395" y="3616080"/>
                  <a:pt x="2632682" y="3616521"/>
                </a:cubicBezTo>
                <a:cubicBezTo>
                  <a:pt x="2632874" y="3616808"/>
                  <a:pt x="2633162" y="3616961"/>
                  <a:pt x="2633488" y="3616961"/>
                </a:cubicBezTo>
                <a:cubicBezTo>
                  <a:pt x="2633660" y="3616961"/>
                  <a:pt x="2633851" y="3616904"/>
                  <a:pt x="2634005" y="3616789"/>
                </a:cubicBezTo>
                <a:cubicBezTo>
                  <a:pt x="2634446" y="3616501"/>
                  <a:pt x="2634580" y="3615908"/>
                  <a:pt x="2634273" y="3615467"/>
                </a:cubicBezTo>
                <a:cubicBezTo>
                  <a:pt x="2633986" y="3615026"/>
                  <a:pt x="2633392" y="3614911"/>
                  <a:pt x="2632951" y="3615199"/>
                </a:cubicBezTo>
                <a:close/>
                <a:moveTo>
                  <a:pt x="8366884" y="1375692"/>
                </a:moveTo>
                <a:cubicBezTo>
                  <a:pt x="8362972" y="1377769"/>
                  <a:pt x="8359852" y="1381338"/>
                  <a:pt x="8358453" y="1385909"/>
                </a:cubicBezTo>
                <a:cubicBezTo>
                  <a:pt x="8355636" y="1395050"/>
                  <a:pt x="8360792" y="1404730"/>
                  <a:pt x="8369915" y="1407527"/>
                </a:cubicBezTo>
                <a:cubicBezTo>
                  <a:pt x="8371620" y="1408045"/>
                  <a:pt x="8373326" y="1408294"/>
                  <a:pt x="8375013" y="1408294"/>
                </a:cubicBezTo>
                <a:cubicBezTo>
                  <a:pt x="8382411" y="1408294"/>
                  <a:pt x="8389271" y="1403503"/>
                  <a:pt x="8391552" y="1396067"/>
                </a:cubicBezTo>
                <a:cubicBezTo>
                  <a:pt x="8394351" y="1386924"/>
                  <a:pt x="8389213" y="1377227"/>
                  <a:pt x="8380072" y="1374429"/>
                </a:cubicBezTo>
                <a:cubicBezTo>
                  <a:pt x="8375501" y="1373030"/>
                  <a:pt x="8370796" y="1373615"/>
                  <a:pt x="8366884" y="1375692"/>
                </a:cubicBezTo>
                <a:close/>
                <a:moveTo>
                  <a:pt x="1563699" y="4030204"/>
                </a:moveTo>
                <a:cubicBezTo>
                  <a:pt x="1562627" y="4030338"/>
                  <a:pt x="1561841" y="4031316"/>
                  <a:pt x="1561995" y="4032407"/>
                </a:cubicBezTo>
                <a:cubicBezTo>
                  <a:pt x="1562108" y="4033405"/>
                  <a:pt x="1562971" y="4034133"/>
                  <a:pt x="1563948" y="4034133"/>
                </a:cubicBezTo>
                <a:lnTo>
                  <a:pt x="1564198" y="4034133"/>
                </a:lnTo>
                <a:cubicBezTo>
                  <a:pt x="1565290" y="4033980"/>
                  <a:pt x="1566056" y="4033002"/>
                  <a:pt x="1565922" y="4031910"/>
                </a:cubicBezTo>
                <a:cubicBezTo>
                  <a:pt x="1565770" y="4030836"/>
                  <a:pt x="1564791" y="4030070"/>
                  <a:pt x="1563699" y="4030204"/>
                </a:cubicBezTo>
                <a:close/>
                <a:moveTo>
                  <a:pt x="1236355" y="4157193"/>
                </a:moveTo>
                <a:cubicBezTo>
                  <a:pt x="1235837" y="4157136"/>
                  <a:pt x="1235359" y="4157500"/>
                  <a:pt x="1235301" y="4158036"/>
                </a:cubicBezTo>
                <a:cubicBezTo>
                  <a:pt x="1235224" y="4158554"/>
                  <a:pt x="1235608" y="4159033"/>
                  <a:pt x="1236125" y="4159110"/>
                </a:cubicBezTo>
                <a:lnTo>
                  <a:pt x="1236240" y="4159110"/>
                </a:lnTo>
                <a:cubicBezTo>
                  <a:pt x="1236720" y="4159110"/>
                  <a:pt x="1237141" y="4158745"/>
                  <a:pt x="1237199" y="4158267"/>
                </a:cubicBezTo>
                <a:cubicBezTo>
                  <a:pt x="1237256" y="4157749"/>
                  <a:pt x="1236892" y="4157270"/>
                  <a:pt x="1236355" y="4157193"/>
                </a:cubicBezTo>
                <a:close/>
                <a:moveTo>
                  <a:pt x="2365289" y="3715855"/>
                </a:moveTo>
                <a:cubicBezTo>
                  <a:pt x="2364349" y="3716410"/>
                  <a:pt x="2364043" y="3717637"/>
                  <a:pt x="2364599" y="3718576"/>
                </a:cubicBezTo>
                <a:cubicBezTo>
                  <a:pt x="2364983" y="3719190"/>
                  <a:pt x="2365634" y="3719534"/>
                  <a:pt x="2366305" y="3719534"/>
                </a:cubicBezTo>
                <a:cubicBezTo>
                  <a:pt x="2366650" y="3719534"/>
                  <a:pt x="2366995" y="3719438"/>
                  <a:pt x="2367321" y="3719247"/>
                </a:cubicBezTo>
                <a:cubicBezTo>
                  <a:pt x="2368260" y="3718691"/>
                  <a:pt x="2368566" y="3717465"/>
                  <a:pt x="2367991" y="3716525"/>
                </a:cubicBezTo>
                <a:cubicBezTo>
                  <a:pt x="2367436" y="3715586"/>
                  <a:pt x="2366228" y="3715280"/>
                  <a:pt x="2365289" y="3715855"/>
                </a:cubicBezTo>
                <a:close/>
                <a:moveTo>
                  <a:pt x="4809308" y="2758892"/>
                </a:moveTo>
                <a:cubicBezTo>
                  <a:pt x="4806683" y="2763204"/>
                  <a:pt x="4808043" y="2768819"/>
                  <a:pt x="4812355" y="2771446"/>
                </a:cubicBezTo>
                <a:cubicBezTo>
                  <a:pt x="4813830" y="2772346"/>
                  <a:pt x="4815481" y="2772767"/>
                  <a:pt x="4817089" y="2772768"/>
                </a:cubicBezTo>
                <a:cubicBezTo>
                  <a:pt x="4820174" y="2772767"/>
                  <a:pt x="4823184" y="2771216"/>
                  <a:pt x="4824907" y="2768398"/>
                </a:cubicBezTo>
                <a:cubicBezTo>
                  <a:pt x="4827534" y="2764086"/>
                  <a:pt x="4826153" y="2758452"/>
                  <a:pt x="4821863" y="2755845"/>
                </a:cubicBezTo>
                <a:cubicBezTo>
                  <a:pt x="4817549" y="2753200"/>
                  <a:pt x="4811915" y="2754580"/>
                  <a:pt x="4809308" y="2758892"/>
                </a:cubicBezTo>
                <a:close/>
                <a:moveTo>
                  <a:pt x="3685050" y="3190975"/>
                </a:moveTo>
                <a:cubicBezTo>
                  <a:pt x="3684513" y="3190994"/>
                  <a:pt x="3684110" y="3191434"/>
                  <a:pt x="3684111" y="3191952"/>
                </a:cubicBezTo>
                <a:lnTo>
                  <a:pt x="3684130" y="3191952"/>
                </a:lnTo>
                <a:cubicBezTo>
                  <a:pt x="3684149" y="3192489"/>
                  <a:pt x="3684590" y="3192891"/>
                  <a:pt x="3685108" y="3192891"/>
                </a:cubicBezTo>
                <a:cubicBezTo>
                  <a:pt x="3685625" y="3192872"/>
                  <a:pt x="3686046" y="3192431"/>
                  <a:pt x="3686027" y="3191894"/>
                </a:cubicBezTo>
                <a:cubicBezTo>
                  <a:pt x="3686007" y="3191377"/>
                  <a:pt x="3685567" y="3190955"/>
                  <a:pt x="3685050" y="3190975"/>
                </a:cubicBezTo>
                <a:close/>
                <a:moveTo>
                  <a:pt x="5696470" y="2404698"/>
                </a:moveTo>
                <a:cubicBezTo>
                  <a:pt x="5689247" y="2405752"/>
                  <a:pt x="5684243" y="2412479"/>
                  <a:pt x="5685316" y="2419704"/>
                </a:cubicBezTo>
                <a:cubicBezTo>
                  <a:pt x="5686275" y="2426279"/>
                  <a:pt x="5691928" y="2431012"/>
                  <a:pt x="5698388" y="2431012"/>
                </a:cubicBezTo>
                <a:cubicBezTo>
                  <a:pt x="5699023" y="2431012"/>
                  <a:pt x="5699652" y="2430955"/>
                  <a:pt x="5700303" y="2430878"/>
                </a:cubicBezTo>
                <a:cubicBezTo>
                  <a:pt x="5707530" y="2429805"/>
                  <a:pt x="5712530" y="2423097"/>
                  <a:pt x="5711478" y="2415871"/>
                </a:cubicBezTo>
                <a:cubicBezTo>
                  <a:pt x="5710423" y="2408646"/>
                  <a:pt x="5703697" y="2403644"/>
                  <a:pt x="5696470" y="2404698"/>
                </a:cubicBezTo>
                <a:close/>
                <a:moveTo>
                  <a:pt x="4033035" y="3053789"/>
                </a:moveTo>
                <a:cubicBezTo>
                  <a:pt x="4031406" y="3053482"/>
                  <a:pt x="4029834" y="3054536"/>
                  <a:pt x="4029527" y="3056165"/>
                </a:cubicBezTo>
                <a:cubicBezTo>
                  <a:pt x="4029203" y="3057795"/>
                  <a:pt x="4030275" y="3059366"/>
                  <a:pt x="4031905" y="3059692"/>
                </a:cubicBezTo>
                <a:cubicBezTo>
                  <a:pt x="4032096" y="3059749"/>
                  <a:pt x="4032288" y="3059749"/>
                  <a:pt x="4032479" y="3059749"/>
                </a:cubicBezTo>
                <a:cubicBezTo>
                  <a:pt x="4033879" y="3059749"/>
                  <a:pt x="4035143" y="3058734"/>
                  <a:pt x="4035412" y="3057296"/>
                </a:cubicBezTo>
                <a:cubicBezTo>
                  <a:pt x="4035738" y="3055667"/>
                  <a:pt x="4034665" y="3054095"/>
                  <a:pt x="4033035" y="3053789"/>
                </a:cubicBezTo>
                <a:close/>
                <a:moveTo>
                  <a:pt x="4431753" y="2896806"/>
                </a:moveTo>
                <a:cubicBezTo>
                  <a:pt x="4430257" y="2899796"/>
                  <a:pt x="4431481" y="2903438"/>
                  <a:pt x="4434473" y="2904933"/>
                </a:cubicBezTo>
                <a:cubicBezTo>
                  <a:pt x="4435336" y="2905374"/>
                  <a:pt x="4436276" y="2905584"/>
                  <a:pt x="4437176" y="2905584"/>
                </a:cubicBezTo>
                <a:cubicBezTo>
                  <a:pt x="4439399" y="2905585"/>
                  <a:pt x="4441545" y="2904357"/>
                  <a:pt x="4442619" y="2902230"/>
                </a:cubicBezTo>
                <a:cubicBezTo>
                  <a:pt x="4444113" y="2899221"/>
                  <a:pt x="4442885" y="2895580"/>
                  <a:pt x="4439898" y="2894085"/>
                </a:cubicBezTo>
                <a:cubicBezTo>
                  <a:pt x="4436888" y="2892590"/>
                  <a:pt x="4433247" y="2893797"/>
                  <a:pt x="4431753" y="2896806"/>
                </a:cubicBezTo>
                <a:close/>
                <a:moveTo>
                  <a:pt x="5310128" y="2550027"/>
                </a:moveTo>
                <a:cubicBezTo>
                  <a:pt x="5307646" y="2551921"/>
                  <a:pt x="5305882" y="2554763"/>
                  <a:pt x="5305422" y="2558098"/>
                </a:cubicBezTo>
                <a:cubicBezTo>
                  <a:pt x="5304541" y="2564786"/>
                  <a:pt x="5309218" y="2570920"/>
                  <a:pt x="5315907" y="2571820"/>
                </a:cubicBezTo>
                <a:cubicBezTo>
                  <a:pt x="5316443" y="2571896"/>
                  <a:pt x="5316998" y="2571935"/>
                  <a:pt x="5317535" y="2571935"/>
                </a:cubicBezTo>
                <a:cubicBezTo>
                  <a:pt x="5323553" y="2571935"/>
                  <a:pt x="5328785" y="2567489"/>
                  <a:pt x="5329628" y="2561355"/>
                </a:cubicBezTo>
                <a:cubicBezTo>
                  <a:pt x="5330510" y="2554667"/>
                  <a:pt x="5325834" y="2548534"/>
                  <a:pt x="5319147" y="2547633"/>
                </a:cubicBezTo>
                <a:cubicBezTo>
                  <a:pt x="5315811" y="2547183"/>
                  <a:pt x="5312610" y="2548131"/>
                  <a:pt x="5310128" y="2550027"/>
                </a:cubicBezTo>
                <a:close/>
                <a:moveTo>
                  <a:pt x="3859858" y="3115980"/>
                </a:moveTo>
                <a:cubicBezTo>
                  <a:pt x="3858764" y="3115904"/>
                  <a:pt x="3857807" y="3116709"/>
                  <a:pt x="3857730" y="3117801"/>
                </a:cubicBezTo>
                <a:cubicBezTo>
                  <a:pt x="3857634" y="3118894"/>
                  <a:pt x="3858458" y="3119852"/>
                  <a:pt x="3859551" y="3119948"/>
                </a:cubicBezTo>
                <a:lnTo>
                  <a:pt x="3859686" y="3119948"/>
                </a:lnTo>
                <a:cubicBezTo>
                  <a:pt x="3860720" y="3119948"/>
                  <a:pt x="3861602" y="3119162"/>
                  <a:pt x="3861677" y="3118108"/>
                </a:cubicBezTo>
                <a:cubicBezTo>
                  <a:pt x="3861755" y="3117016"/>
                  <a:pt x="3860950" y="3116058"/>
                  <a:pt x="3859858" y="3115980"/>
                </a:cubicBezTo>
                <a:close/>
                <a:moveTo>
                  <a:pt x="2713024" y="3562513"/>
                </a:moveTo>
                <a:cubicBezTo>
                  <a:pt x="2712583" y="3562800"/>
                  <a:pt x="2712448" y="3563394"/>
                  <a:pt x="2712736" y="3563854"/>
                </a:cubicBezTo>
                <a:cubicBezTo>
                  <a:pt x="2712928" y="3564122"/>
                  <a:pt x="2713235" y="3564276"/>
                  <a:pt x="2713541" y="3564276"/>
                </a:cubicBezTo>
                <a:cubicBezTo>
                  <a:pt x="2713733" y="3564276"/>
                  <a:pt x="2713905" y="3564237"/>
                  <a:pt x="2714058" y="3564122"/>
                </a:cubicBezTo>
                <a:cubicBezTo>
                  <a:pt x="2714519" y="3563835"/>
                  <a:pt x="2714634" y="3563241"/>
                  <a:pt x="2714346" y="3562800"/>
                </a:cubicBezTo>
                <a:cubicBezTo>
                  <a:pt x="2714059" y="3562359"/>
                  <a:pt x="2713465" y="3562225"/>
                  <a:pt x="2713024" y="3562513"/>
                </a:cubicBezTo>
                <a:close/>
                <a:moveTo>
                  <a:pt x="2447528" y="3665507"/>
                </a:moveTo>
                <a:cubicBezTo>
                  <a:pt x="2446607" y="3666083"/>
                  <a:pt x="2446320" y="3667309"/>
                  <a:pt x="2446895" y="3668248"/>
                </a:cubicBezTo>
                <a:cubicBezTo>
                  <a:pt x="2447278" y="3668842"/>
                  <a:pt x="2447930" y="3669168"/>
                  <a:pt x="2448582" y="3669168"/>
                </a:cubicBezTo>
                <a:cubicBezTo>
                  <a:pt x="2448945" y="3669168"/>
                  <a:pt x="2449310" y="3669072"/>
                  <a:pt x="2449616" y="3668881"/>
                </a:cubicBezTo>
                <a:cubicBezTo>
                  <a:pt x="2450555" y="3668306"/>
                  <a:pt x="2450843" y="3667080"/>
                  <a:pt x="2450268" y="3666159"/>
                </a:cubicBezTo>
                <a:cubicBezTo>
                  <a:pt x="2449693" y="3665220"/>
                  <a:pt x="2448467" y="3664932"/>
                  <a:pt x="2447528" y="3665507"/>
                </a:cubicBezTo>
                <a:close/>
                <a:moveTo>
                  <a:pt x="7444154" y="1712832"/>
                </a:moveTo>
                <a:cubicBezTo>
                  <a:pt x="7436392" y="1714038"/>
                  <a:pt x="7431063" y="1721321"/>
                  <a:pt x="7432252" y="1729103"/>
                </a:cubicBezTo>
                <a:cubicBezTo>
                  <a:pt x="7433364" y="1736136"/>
                  <a:pt x="7439421" y="1741157"/>
                  <a:pt x="7446319" y="1741157"/>
                </a:cubicBezTo>
                <a:cubicBezTo>
                  <a:pt x="7447048" y="1741157"/>
                  <a:pt x="7447776" y="1741100"/>
                  <a:pt x="7448524" y="1740985"/>
                </a:cubicBezTo>
                <a:cubicBezTo>
                  <a:pt x="7456285" y="1739778"/>
                  <a:pt x="7461613" y="1732495"/>
                  <a:pt x="7460426" y="1724733"/>
                </a:cubicBezTo>
                <a:cubicBezTo>
                  <a:pt x="7459217" y="1716952"/>
                  <a:pt x="7451935" y="1711624"/>
                  <a:pt x="7444154" y="1712832"/>
                </a:cubicBezTo>
                <a:close/>
                <a:moveTo>
                  <a:pt x="8098834" y="1450896"/>
                </a:moveTo>
                <a:cubicBezTo>
                  <a:pt x="8095348" y="1453184"/>
                  <a:pt x="8092737" y="1456801"/>
                  <a:pt x="8091826" y="1461209"/>
                </a:cubicBezTo>
                <a:cubicBezTo>
                  <a:pt x="8090006" y="1470025"/>
                  <a:pt x="8095659" y="1478649"/>
                  <a:pt x="8104476" y="1480470"/>
                </a:cubicBezTo>
                <a:cubicBezTo>
                  <a:pt x="8105588" y="1480700"/>
                  <a:pt x="8106699" y="1480815"/>
                  <a:pt x="8107792" y="1480815"/>
                </a:cubicBezTo>
                <a:cubicBezTo>
                  <a:pt x="8115362" y="1480816"/>
                  <a:pt x="8122147" y="1475525"/>
                  <a:pt x="8123737" y="1467822"/>
                </a:cubicBezTo>
                <a:cubicBezTo>
                  <a:pt x="8125557" y="1459005"/>
                  <a:pt x="8119904" y="1450381"/>
                  <a:pt x="8111088" y="1448560"/>
                </a:cubicBezTo>
                <a:cubicBezTo>
                  <a:pt x="8106680" y="1447649"/>
                  <a:pt x="8102320" y="1448608"/>
                  <a:pt x="8098834" y="1450896"/>
                </a:cubicBezTo>
                <a:close/>
                <a:moveTo>
                  <a:pt x="1467796" y="4038483"/>
                </a:moveTo>
                <a:cubicBezTo>
                  <a:pt x="1466704" y="4038541"/>
                  <a:pt x="1465861" y="4039461"/>
                  <a:pt x="1465898" y="4040553"/>
                </a:cubicBezTo>
                <a:cubicBezTo>
                  <a:pt x="1465956" y="4041607"/>
                  <a:pt x="1466838" y="4042431"/>
                  <a:pt x="1467892" y="4042431"/>
                </a:cubicBezTo>
                <a:lnTo>
                  <a:pt x="1467987" y="4042431"/>
                </a:lnTo>
                <a:cubicBezTo>
                  <a:pt x="1469061" y="4042393"/>
                  <a:pt x="1469923" y="4041455"/>
                  <a:pt x="1469867" y="4040362"/>
                </a:cubicBezTo>
                <a:cubicBezTo>
                  <a:pt x="1469809" y="4039269"/>
                  <a:pt x="1468888" y="4038426"/>
                  <a:pt x="1467796" y="4038483"/>
                </a:cubicBezTo>
                <a:close/>
                <a:moveTo>
                  <a:pt x="8524964" y="1283393"/>
                </a:moveTo>
                <a:cubicBezTo>
                  <a:pt x="8520750" y="1285453"/>
                  <a:pt x="8517324" y="1289123"/>
                  <a:pt x="8515686" y="1293915"/>
                </a:cubicBezTo>
                <a:cubicBezTo>
                  <a:pt x="8512409" y="1303498"/>
                  <a:pt x="8517508" y="1313924"/>
                  <a:pt x="8527090" y="1317220"/>
                </a:cubicBezTo>
                <a:cubicBezTo>
                  <a:pt x="8529064" y="1317892"/>
                  <a:pt x="8531057" y="1318198"/>
                  <a:pt x="8533030" y="1318198"/>
                </a:cubicBezTo>
                <a:cubicBezTo>
                  <a:pt x="8540639" y="1318198"/>
                  <a:pt x="8547769" y="1313426"/>
                  <a:pt x="8550376" y="1305798"/>
                </a:cubicBezTo>
                <a:cubicBezTo>
                  <a:pt x="8553653" y="1296235"/>
                  <a:pt x="8548555" y="1285790"/>
                  <a:pt x="8538972" y="1282531"/>
                </a:cubicBezTo>
                <a:cubicBezTo>
                  <a:pt x="8534181" y="1280883"/>
                  <a:pt x="8529179" y="1281333"/>
                  <a:pt x="8524964" y="1283393"/>
                </a:cubicBezTo>
                <a:close/>
                <a:moveTo>
                  <a:pt x="7821600" y="1557488"/>
                </a:moveTo>
                <a:cubicBezTo>
                  <a:pt x="7818658" y="1560059"/>
                  <a:pt x="7816699" y="1563753"/>
                  <a:pt x="7816421" y="1567960"/>
                </a:cubicBezTo>
                <a:cubicBezTo>
                  <a:pt x="7815846" y="1576374"/>
                  <a:pt x="7822209" y="1583657"/>
                  <a:pt x="7830622" y="1584231"/>
                </a:cubicBezTo>
                <a:lnTo>
                  <a:pt x="7830622" y="1584251"/>
                </a:lnTo>
                <a:cubicBezTo>
                  <a:pt x="7830967" y="1584251"/>
                  <a:pt x="7831313" y="1584251"/>
                  <a:pt x="7831657" y="1584251"/>
                </a:cubicBezTo>
                <a:cubicBezTo>
                  <a:pt x="7839630" y="1584251"/>
                  <a:pt x="7846338" y="1578079"/>
                  <a:pt x="7846894" y="1570030"/>
                </a:cubicBezTo>
                <a:cubicBezTo>
                  <a:pt x="7847450" y="1561616"/>
                  <a:pt x="7841086" y="1554315"/>
                  <a:pt x="7832673" y="1553759"/>
                </a:cubicBezTo>
                <a:cubicBezTo>
                  <a:pt x="7828466" y="1553471"/>
                  <a:pt x="7824542" y="1554918"/>
                  <a:pt x="7821600" y="1557488"/>
                </a:cubicBezTo>
                <a:close/>
                <a:moveTo>
                  <a:pt x="4655373" y="2790592"/>
                </a:moveTo>
                <a:cubicBezTo>
                  <a:pt x="4653073" y="2794425"/>
                  <a:pt x="4654298" y="2799408"/>
                  <a:pt x="4658132" y="2801728"/>
                </a:cubicBezTo>
                <a:cubicBezTo>
                  <a:pt x="4659436" y="2802513"/>
                  <a:pt x="4660893" y="2802897"/>
                  <a:pt x="4662310" y="2802897"/>
                </a:cubicBezTo>
                <a:cubicBezTo>
                  <a:pt x="4665070" y="2802897"/>
                  <a:pt x="4667753" y="2801498"/>
                  <a:pt x="4669267" y="2798968"/>
                </a:cubicBezTo>
                <a:cubicBezTo>
                  <a:pt x="4671586" y="2795135"/>
                  <a:pt x="4670360" y="2790151"/>
                  <a:pt x="4666507" y="2787832"/>
                </a:cubicBezTo>
                <a:cubicBezTo>
                  <a:pt x="4662675" y="2785533"/>
                  <a:pt x="4657691" y="2786759"/>
                  <a:pt x="4655373" y="2790592"/>
                </a:cubicBezTo>
                <a:close/>
                <a:moveTo>
                  <a:pt x="2529229" y="3614240"/>
                </a:moveTo>
                <a:cubicBezTo>
                  <a:pt x="2528309" y="3614834"/>
                  <a:pt x="2528022" y="3616042"/>
                  <a:pt x="2528616" y="3616981"/>
                </a:cubicBezTo>
                <a:cubicBezTo>
                  <a:pt x="2528980" y="3617575"/>
                  <a:pt x="2529632" y="3617900"/>
                  <a:pt x="2530283" y="3617900"/>
                </a:cubicBezTo>
                <a:cubicBezTo>
                  <a:pt x="2530647" y="3617900"/>
                  <a:pt x="2531012" y="3617785"/>
                  <a:pt x="2531337" y="3617594"/>
                </a:cubicBezTo>
                <a:cubicBezTo>
                  <a:pt x="2532257" y="3617000"/>
                  <a:pt x="2532544" y="3615774"/>
                  <a:pt x="2531951" y="3614854"/>
                </a:cubicBezTo>
                <a:cubicBezTo>
                  <a:pt x="2531375" y="3613933"/>
                  <a:pt x="2530149" y="3613665"/>
                  <a:pt x="2529229" y="3614240"/>
                </a:cubicBezTo>
                <a:close/>
                <a:moveTo>
                  <a:pt x="2793824" y="3510939"/>
                </a:moveTo>
                <a:cubicBezTo>
                  <a:pt x="2793364" y="3511227"/>
                  <a:pt x="2793230" y="3511821"/>
                  <a:pt x="2793518" y="3512261"/>
                </a:cubicBezTo>
                <a:cubicBezTo>
                  <a:pt x="2793690" y="3512549"/>
                  <a:pt x="2793998" y="3512722"/>
                  <a:pt x="2794322" y="3512722"/>
                </a:cubicBezTo>
                <a:cubicBezTo>
                  <a:pt x="2794496" y="3512722"/>
                  <a:pt x="2794667" y="3512664"/>
                  <a:pt x="2794841" y="3512568"/>
                </a:cubicBezTo>
                <a:cubicBezTo>
                  <a:pt x="2795281" y="3512281"/>
                  <a:pt x="2795415" y="3511686"/>
                  <a:pt x="2795128" y="3511246"/>
                </a:cubicBezTo>
                <a:cubicBezTo>
                  <a:pt x="2794859" y="3510805"/>
                  <a:pt x="2794265" y="3510671"/>
                  <a:pt x="2793824" y="3510939"/>
                </a:cubicBezTo>
                <a:close/>
                <a:moveTo>
                  <a:pt x="5594473" y="2416714"/>
                </a:moveTo>
                <a:cubicBezTo>
                  <a:pt x="5587192" y="2417348"/>
                  <a:pt x="5581806" y="2423767"/>
                  <a:pt x="5582455" y="2431051"/>
                </a:cubicBezTo>
                <a:cubicBezTo>
                  <a:pt x="5583050" y="2437930"/>
                  <a:pt x="5588839" y="2443125"/>
                  <a:pt x="5595623" y="2443125"/>
                </a:cubicBezTo>
                <a:cubicBezTo>
                  <a:pt x="5596007" y="2443125"/>
                  <a:pt x="5596388" y="2443105"/>
                  <a:pt x="5596772" y="2443067"/>
                </a:cubicBezTo>
                <a:cubicBezTo>
                  <a:pt x="5604056" y="2442415"/>
                  <a:pt x="5609441" y="2436014"/>
                  <a:pt x="5608789" y="2428732"/>
                </a:cubicBezTo>
                <a:cubicBezTo>
                  <a:pt x="5608157" y="2421468"/>
                  <a:pt x="5601737" y="2416082"/>
                  <a:pt x="5594473" y="2416714"/>
                </a:cubicBezTo>
                <a:close/>
                <a:moveTo>
                  <a:pt x="4276589" y="2930518"/>
                </a:moveTo>
                <a:cubicBezTo>
                  <a:pt x="4273944" y="2929617"/>
                  <a:pt x="4271069" y="2931016"/>
                  <a:pt x="4270167" y="2933661"/>
                </a:cubicBezTo>
                <a:cubicBezTo>
                  <a:pt x="4269268" y="2936306"/>
                  <a:pt x="4270686" y="2939161"/>
                  <a:pt x="4273330" y="2940062"/>
                </a:cubicBezTo>
                <a:cubicBezTo>
                  <a:pt x="4273868" y="2940254"/>
                  <a:pt x="4274423" y="2940349"/>
                  <a:pt x="4274959" y="2940349"/>
                </a:cubicBezTo>
                <a:cubicBezTo>
                  <a:pt x="4277049" y="2940349"/>
                  <a:pt x="4279004" y="2939027"/>
                  <a:pt x="4279732" y="2936919"/>
                </a:cubicBezTo>
                <a:cubicBezTo>
                  <a:pt x="4280632" y="2934274"/>
                  <a:pt x="4279214" y="2931419"/>
                  <a:pt x="4276589" y="2930518"/>
                </a:cubicBezTo>
                <a:close/>
                <a:moveTo>
                  <a:pt x="3589377" y="3197624"/>
                </a:moveTo>
                <a:cubicBezTo>
                  <a:pt x="3588860" y="3197682"/>
                  <a:pt x="3588476" y="3198141"/>
                  <a:pt x="3588533" y="3198678"/>
                </a:cubicBezTo>
                <a:cubicBezTo>
                  <a:pt x="3588591" y="3199158"/>
                  <a:pt x="3588993" y="3199521"/>
                  <a:pt x="3589491" y="3199521"/>
                </a:cubicBezTo>
                <a:lnTo>
                  <a:pt x="3589588" y="3199522"/>
                </a:lnTo>
                <a:cubicBezTo>
                  <a:pt x="3590124" y="3199464"/>
                  <a:pt x="3590508" y="3199004"/>
                  <a:pt x="3590450" y="3198468"/>
                </a:cubicBezTo>
                <a:cubicBezTo>
                  <a:pt x="3590392" y="3197951"/>
                  <a:pt x="3589914" y="3197567"/>
                  <a:pt x="3589377" y="3197624"/>
                </a:cubicBezTo>
                <a:close/>
                <a:moveTo>
                  <a:pt x="7340987" y="1731824"/>
                </a:moveTo>
                <a:cubicBezTo>
                  <a:pt x="7333282" y="1733434"/>
                  <a:pt x="7328357" y="1741004"/>
                  <a:pt x="7329986" y="1748708"/>
                </a:cubicBezTo>
                <a:cubicBezTo>
                  <a:pt x="7331404" y="1755397"/>
                  <a:pt x="7337327" y="1759997"/>
                  <a:pt x="7343919" y="1759997"/>
                </a:cubicBezTo>
                <a:cubicBezTo>
                  <a:pt x="7344896" y="1759996"/>
                  <a:pt x="7345893" y="1759901"/>
                  <a:pt x="7346870" y="1759690"/>
                </a:cubicBezTo>
                <a:cubicBezTo>
                  <a:pt x="7354575" y="1758062"/>
                  <a:pt x="7359501" y="1750491"/>
                  <a:pt x="7357872" y="1742805"/>
                </a:cubicBezTo>
                <a:cubicBezTo>
                  <a:pt x="7356242" y="1735101"/>
                  <a:pt x="7348672" y="1730195"/>
                  <a:pt x="7340987" y="1731824"/>
                </a:cubicBezTo>
                <a:close/>
                <a:moveTo>
                  <a:pt x="2070181" y="3781323"/>
                </a:moveTo>
                <a:cubicBezTo>
                  <a:pt x="2068648" y="3781956"/>
                  <a:pt x="2067939" y="3783699"/>
                  <a:pt x="2068571" y="3785233"/>
                </a:cubicBezTo>
                <a:cubicBezTo>
                  <a:pt x="2069050" y="3786402"/>
                  <a:pt x="2070162" y="3787092"/>
                  <a:pt x="2071350" y="3787092"/>
                </a:cubicBezTo>
                <a:cubicBezTo>
                  <a:pt x="2071733" y="3787092"/>
                  <a:pt x="2072117" y="3787015"/>
                  <a:pt x="2072500" y="3786862"/>
                </a:cubicBezTo>
                <a:cubicBezTo>
                  <a:pt x="2074014" y="3786230"/>
                  <a:pt x="2074743" y="3784467"/>
                  <a:pt x="2074110" y="3782933"/>
                </a:cubicBezTo>
                <a:cubicBezTo>
                  <a:pt x="2073478" y="3781400"/>
                  <a:pt x="2071714" y="3780691"/>
                  <a:pt x="2070181" y="3781323"/>
                </a:cubicBezTo>
                <a:close/>
                <a:moveTo>
                  <a:pt x="1979836" y="3816550"/>
                </a:moveTo>
                <a:cubicBezTo>
                  <a:pt x="1978284" y="3817124"/>
                  <a:pt x="1977478" y="3818849"/>
                  <a:pt x="1978054" y="3820402"/>
                </a:cubicBezTo>
                <a:cubicBezTo>
                  <a:pt x="1978495" y="3821628"/>
                  <a:pt x="1979644" y="3822376"/>
                  <a:pt x="1980871" y="3822376"/>
                </a:cubicBezTo>
                <a:cubicBezTo>
                  <a:pt x="1981215" y="3822376"/>
                  <a:pt x="1981561" y="3822318"/>
                  <a:pt x="1981906" y="3822184"/>
                </a:cubicBezTo>
                <a:cubicBezTo>
                  <a:pt x="1983458" y="3821628"/>
                  <a:pt x="1984262" y="3819903"/>
                  <a:pt x="1983688" y="3818351"/>
                </a:cubicBezTo>
                <a:cubicBezTo>
                  <a:pt x="1983113" y="3816779"/>
                  <a:pt x="1981407" y="3815974"/>
                  <a:pt x="1979836" y="3816550"/>
                </a:cubicBezTo>
                <a:close/>
                <a:moveTo>
                  <a:pt x="1142138" y="4140538"/>
                </a:moveTo>
                <a:cubicBezTo>
                  <a:pt x="1141621" y="4140424"/>
                  <a:pt x="1141104" y="4140749"/>
                  <a:pt x="1140989" y="4141248"/>
                </a:cubicBezTo>
                <a:cubicBezTo>
                  <a:pt x="1140874" y="4141785"/>
                  <a:pt x="1141199" y="4142283"/>
                  <a:pt x="1141698" y="4142416"/>
                </a:cubicBezTo>
                <a:lnTo>
                  <a:pt x="1141698" y="4142436"/>
                </a:lnTo>
                <a:cubicBezTo>
                  <a:pt x="1141774" y="4142436"/>
                  <a:pt x="1141928" y="4142436"/>
                  <a:pt x="1141928" y="4142436"/>
                </a:cubicBezTo>
                <a:cubicBezTo>
                  <a:pt x="1142349" y="4142436"/>
                  <a:pt x="1142751" y="4142129"/>
                  <a:pt x="1142847" y="4141689"/>
                </a:cubicBezTo>
                <a:cubicBezTo>
                  <a:pt x="1142962" y="4141171"/>
                  <a:pt x="1142656" y="4140653"/>
                  <a:pt x="1142138" y="4140538"/>
                </a:cubicBezTo>
                <a:close/>
                <a:moveTo>
                  <a:pt x="2158974" y="3742245"/>
                </a:moveTo>
                <a:cubicBezTo>
                  <a:pt x="2157460" y="3742955"/>
                  <a:pt x="2156808" y="3744737"/>
                  <a:pt x="2157498" y="3746232"/>
                </a:cubicBezTo>
                <a:cubicBezTo>
                  <a:pt x="2158015" y="3747324"/>
                  <a:pt x="2159089" y="3747976"/>
                  <a:pt x="2160239" y="3747976"/>
                </a:cubicBezTo>
                <a:cubicBezTo>
                  <a:pt x="2160660" y="3747976"/>
                  <a:pt x="2161082" y="3747880"/>
                  <a:pt x="2161485" y="3747707"/>
                </a:cubicBezTo>
                <a:cubicBezTo>
                  <a:pt x="2162998" y="3746998"/>
                  <a:pt x="2163650" y="3745215"/>
                  <a:pt x="2162941" y="3743702"/>
                </a:cubicBezTo>
                <a:cubicBezTo>
                  <a:pt x="2162251" y="3742207"/>
                  <a:pt x="2160469" y="3741556"/>
                  <a:pt x="2158974" y="3742245"/>
                </a:cubicBezTo>
                <a:close/>
                <a:moveTo>
                  <a:pt x="1887938" y="3847424"/>
                </a:moveTo>
                <a:cubicBezTo>
                  <a:pt x="1886367" y="3847903"/>
                  <a:pt x="1885466" y="3849590"/>
                  <a:pt x="1885964" y="3851162"/>
                </a:cubicBezTo>
                <a:cubicBezTo>
                  <a:pt x="1886348" y="3852465"/>
                  <a:pt x="1887536" y="3853289"/>
                  <a:pt x="1888820" y="3853289"/>
                </a:cubicBezTo>
                <a:cubicBezTo>
                  <a:pt x="1889127" y="3853289"/>
                  <a:pt x="1889414" y="3853250"/>
                  <a:pt x="1889701" y="3853155"/>
                </a:cubicBezTo>
                <a:cubicBezTo>
                  <a:pt x="1891292" y="3852676"/>
                  <a:pt x="1892193" y="3850990"/>
                  <a:pt x="1891695" y="3849398"/>
                </a:cubicBezTo>
                <a:cubicBezTo>
                  <a:pt x="1891215" y="3847807"/>
                  <a:pt x="1889529" y="3846926"/>
                  <a:pt x="1887938" y="3847424"/>
                </a:cubicBezTo>
                <a:close/>
                <a:moveTo>
                  <a:pt x="2875642" y="3461014"/>
                </a:moveTo>
                <a:cubicBezTo>
                  <a:pt x="2875181" y="3461282"/>
                  <a:pt x="2875029" y="3461876"/>
                  <a:pt x="2875296" y="3462316"/>
                </a:cubicBezTo>
                <a:cubicBezTo>
                  <a:pt x="2875488" y="3462623"/>
                  <a:pt x="2875794" y="3462796"/>
                  <a:pt x="2876140" y="3462796"/>
                </a:cubicBezTo>
                <a:cubicBezTo>
                  <a:pt x="2876293" y="3462796"/>
                  <a:pt x="2876465" y="3462757"/>
                  <a:pt x="2876619" y="3462662"/>
                </a:cubicBezTo>
                <a:cubicBezTo>
                  <a:pt x="2877078" y="3462394"/>
                  <a:pt x="2877213" y="3461799"/>
                  <a:pt x="2876964" y="3461339"/>
                </a:cubicBezTo>
                <a:cubicBezTo>
                  <a:pt x="2876676" y="3460899"/>
                  <a:pt x="2876100" y="3460745"/>
                  <a:pt x="2875642" y="3461014"/>
                </a:cubicBezTo>
                <a:close/>
                <a:moveTo>
                  <a:pt x="4108241" y="2979256"/>
                </a:moveTo>
                <a:cubicBezTo>
                  <a:pt x="4106075" y="2978795"/>
                  <a:pt x="4103947" y="2980195"/>
                  <a:pt x="4103488" y="2982361"/>
                </a:cubicBezTo>
                <a:cubicBezTo>
                  <a:pt x="4103028" y="2984545"/>
                  <a:pt x="4104427" y="2986672"/>
                  <a:pt x="4106592" y="2987133"/>
                </a:cubicBezTo>
                <a:cubicBezTo>
                  <a:pt x="4106879" y="2987190"/>
                  <a:pt x="4107148" y="2987228"/>
                  <a:pt x="4107436" y="2987228"/>
                </a:cubicBezTo>
                <a:cubicBezTo>
                  <a:pt x="4109294" y="2987228"/>
                  <a:pt x="4110961" y="2985925"/>
                  <a:pt x="4111363" y="2984008"/>
                </a:cubicBezTo>
                <a:cubicBezTo>
                  <a:pt x="4111824" y="2981843"/>
                  <a:pt x="4110424" y="2979715"/>
                  <a:pt x="4108241" y="2979256"/>
                </a:cubicBezTo>
                <a:close/>
                <a:moveTo>
                  <a:pt x="7239008" y="1755991"/>
                </a:moveTo>
                <a:cubicBezTo>
                  <a:pt x="7231380" y="1757965"/>
                  <a:pt x="7226819" y="1765746"/>
                  <a:pt x="7228812" y="1773355"/>
                </a:cubicBezTo>
                <a:cubicBezTo>
                  <a:pt x="7230480" y="1779776"/>
                  <a:pt x="7236268" y="1784011"/>
                  <a:pt x="7242592" y="1784011"/>
                </a:cubicBezTo>
                <a:cubicBezTo>
                  <a:pt x="7243780" y="1784011"/>
                  <a:pt x="7244987" y="1783858"/>
                  <a:pt x="7246195" y="1783551"/>
                </a:cubicBezTo>
                <a:cubicBezTo>
                  <a:pt x="7253804" y="1781558"/>
                  <a:pt x="7258365" y="1773777"/>
                  <a:pt x="7256392" y="1766168"/>
                </a:cubicBezTo>
                <a:cubicBezTo>
                  <a:pt x="7254399" y="1758540"/>
                  <a:pt x="7246617" y="1753998"/>
                  <a:pt x="7239008" y="1755991"/>
                </a:cubicBezTo>
                <a:close/>
                <a:moveTo>
                  <a:pt x="3763303" y="3112723"/>
                </a:moveTo>
                <a:cubicBezTo>
                  <a:pt x="3762190" y="3112723"/>
                  <a:pt x="3761329" y="3113624"/>
                  <a:pt x="3761329" y="3114715"/>
                </a:cubicBezTo>
                <a:cubicBezTo>
                  <a:pt x="3761348" y="3115808"/>
                  <a:pt x="3762230" y="3116689"/>
                  <a:pt x="3763303" y="3116689"/>
                </a:cubicBezTo>
                <a:lnTo>
                  <a:pt x="3763322" y="3116689"/>
                </a:lnTo>
                <a:cubicBezTo>
                  <a:pt x="3764414" y="3116671"/>
                  <a:pt x="3765295" y="3115789"/>
                  <a:pt x="3765295" y="3114696"/>
                </a:cubicBezTo>
                <a:cubicBezTo>
                  <a:pt x="3765276" y="3113604"/>
                  <a:pt x="3764395" y="3112723"/>
                  <a:pt x="3763303" y="3112723"/>
                </a:cubicBezTo>
                <a:close/>
                <a:moveTo>
                  <a:pt x="2610681" y="3562571"/>
                </a:moveTo>
                <a:cubicBezTo>
                  <a:pt x="2609742" y="3563146"/>
                  <a:pt x="2609474" y="3564373"/>
                  <a:pt x="2610068" y="3565292"/>
                </a:cubicBezTo>
                <a:cubicBezTo>
                  <a:pt x="2610432" y="3565886"/>
                  <a:pt x="2611084" y="3566212"/>
                  <a:pt x="2611736" y="3566212"/>
                </a:cubicBezTo>
                <a:cubicBezTo>
                  <a:pt x="2612100" y="3566212"/>
                  <a:pt x="2612464" y="3566116"/>
                  <a:pt x="2612790" y="3565905"/>
                </a:cubicBezTo>
                <a:cubicBezTo>
                  <a:pt x="2613729" y="3565331"/>
                  <a:pt x="2613996" y="3564104"/>
                  <a:pt x="2613403" y="3563183"/>
                </a:cubicBezTo>
                <a:cubicBezTo>
                  <a:pt x="2612829" y="3562264"/>
                  <a:pt x="2611602" y="3561977"/>
                  <a:pt x="2610681" y="3562571"/>
                </a:cubicBezTo>
                <a:close/>
                <a:moveTo>
                  <a:pt x="8677139" y="1194074"/>
                </a:moveTo>
                <a:cubicBezTo>
                  <a:pt x="8672645" y="1196148"/>
                  <a:pt x="8668941" y="1199938"/>
                  <a:pt x="8667092" y="1204950"/>
                </a:cubicBezTo>
                <a:cubicBezTo>
                  <a:pt x="8663392" y="1214993"/>
                  <a:pt x="8668530" y="1226108"/>
                  <a:pt x="8678553" y="1229808"/>
                </a:cubicBezTo>
                <a:lnTo>
                  <a:pt x="8678534" y="1229808"/>
                </a:lnTo>
                <a:cubicBezTo>
                  <a:pt x="8680738" y="1230631"/>
                  <a:pt x="8682999" y="1231014"/>
                  <a:pt x="8685222" y="1231014"/>
                </a:cubicBezTo>
                <a:cubicBezTo>
                  <a:pt x="8693099" y="1231014"/>
                  <a:pt x="8700517" y="1226166"/>
                  <a:pt x="8703391" y="1218346"/>
                </a:cubicBezTo>
                <a:cubicBezTo>
                  <a:pt x="8707090" y="1208304"/>
                  <a:pt x="8701954" y="1197169"/>
                  <a:pt x="8691930" y="1193489"/>
                </a:cubicBezTo>
                <a:cubicBezTo>
                  <a:pt x="8686918" y="1191640"/>
                  <a:pt x="8681634" y="1191999"/>
                  <a:pt x="8677139" y="1194074"/>
                </a:cubicBezTo>
                <a:close/>
                <a:moveTo>
                  <a:pt x="5052287" y="2608867"/>
                </a:moveTo>
                <a:cubicBezTo>
                  <a:pt x="5046575" y="2606509"/>
                  <a:pt x="5040040" y="2609231"/>
                  <a:pt x="5037683" y="2614923"/>
                </a:cubicBezTo>
                <a:cubicBezTo>
                  <a:pt x="5035308" y="2620634"/>
                  <a:pt x="5038029" y="2627169"/>
                  <a:pt x="5043739" y="2629527"/>
                </a:cubicBezTo>
                <a:cubicBezTo>
                  <a:pt x="5045118" y="2630121"/>
                  <a:pt x="5046575" y="2630389"/>
                  <a:pt x="5047995" y="2630389"/>
                </a:cubicBezTo>
                <a:cubicBezTo>
                  <a:pt x="5052383" y="2630389"/>
                  <a:pt x="5056541" y="2627782"/>
                  <a:pt x="5058344" y="2623490"/>
                </a:cubicBezTo>
                <a:cubicBezTo>
                  <a:pt x="5060702" y="2617778"/>
                  <a:pt x="5057980" y="2611224"/>
                  <a:pt x="5052287" y="2608867"/>
                </a:cubicBezTo>
                <a:close/>
                <a:moveTo>
                  <a:pt x="4500307" y="2821103"/>
                </a:moveTo>
                <a:cubicBezTo>
                  <a:pt x="4498560" y="2824610"/>
                  <a:pt x="4499962" y="2828884"/>
                  <a:pt x="4503467" y="2830628"/>
                </a:cubicBezTo>
                <a:cubicBezTo>
                  <a:pt x="4504485" y="2831146"/>
                  <a:pt x="4505576" y="2831375"/>
                  <a:pt x="4506649" y="2831376"/>
                </a:cubicBezTo>
                <a:cubicBezTo>
                  <a:pt x="4509238" y="2831375"/>
                  <a:pt x="4511748" y="2829938"/>
                  <a:pt x="4512993" y="2827465"/>
                </a:cubicBezTo>
                <a:cubicBezTo>
                  <a:pt x="4514738" y="2823958"/>
                  <a:pt x="4513319" y="2819704"/>
                  <a:pt x="4509833" y="2817941"/>
                </a:cubicBezTo>
                <a:cubicBezTo>
                  <a:pt x="4506324" y="2816196"/>
                  <a:pt x="4502051" y="2817615"/>
                  <a:pt x="4500307" y="2821103"/>
                </a:cubicBezTo>
                <a:close/>
                <a:moveTo>
                  <a:pt x="3936654" y="3040009"/>
                </a:moveTo>
                <a:cubicBezTo>
                  <a:pt x="3935005" y="3039856"/>
                  <a:pt x="3933548" y="3041064"/>
                  <a:pt x="3933375" y="3042711"/>
                </a:cubicBezTo>
                <a:cubicBezTo>
                  <a:pt x="3933221" y="3044360"/>
                  <a:pt x="3934429" y="3045835"/>
                  <a:pt x="3936078" y="3045989"/>
                </a:cubicBezTo>
                <a:lnTo>
                  <a:pt x="3936079" y="3046008"/>
                </a:lnTo>
                <a:cubicBezTo>
                  <a:pt x="3936193" y="3046008"/>
                  <a:pt x="3936384" y="3046008"/>
                  <a:pt x="3936384" y="3046008"/>
                </a:cubicBezTo>
                <a:cubicBezTo>
                  <a:pt x="3937898" y="3046008"/>
                  <a:pt x="3939202" y="3044838"/>
                  <a:pt x="3939354" y="3043286"/>
                </a:cubicBezTo>
                <a:cubicBezTo>
                  <a:pt x="3939528" y="3041638"/>
                  <a:pt x="3938300" y="3040162"/>
                  <a:pt x="3936654" y="3040009"/>
                </a:cubicBezTo>
                <a:close/>
                <a:moveTo>
                  <a:pt x="2246195" y="3699794"/>
                </a:moveTo>
                <a:cubicBezTo>
                  <a:pt x="2244720" y="3700561"/>
                  <a:pt x="2244126" y="3702362"/>
                  <a:pt x="2244892" y="3703838"/>
                </a:cubicBezTo>
                <a:cubicBezTo>
                  <a:pt x="2245410" y="3704892"/>
                  <a:pt x="2246464" y="3705486"/>
                  <a:pt x="2247556" y="3705486"/>
                </a:cubicBezTo>
                <a:cubicBezTo>
                  <a:pt x="2248016" y="3705486"/>
                  <a:pt x="2248495" y="3705371"/>
                  <a:pt x="2248917" y="3705160"/>
                </a:cubicBezTo>
                <a:cubicBezTo>
                  <a:pt x="2250393" y="3704413"/>
                  <a:pt x="2250987" y="3702592"/>
                  <a:pt x="2250239" y="3701117"/>
                </a:cubicBezTo>
                <a:cubicBezTo>
                  <a:pt x="2249491" y="3699641"/>
                  <a:pt x="2247671" y="3699046"/>
                  <a:pt x="2246195" y="3699794"/>
                </a:cubicBezTo>
                <a:close/>
                <a:moveTo>
                  <a:pt x="3493703" y="3212382"/>
                </a:moveTo>
                <a:lnTo>
                  <a:pt x="3493703" y="3212401"/>
                </a:lnTo>
                <a:lnTo>
                  <a:pt x="3493713" y="3212389"/>
                </a:lnTo>
                <a:close/>
                <a:moveTo>
                  <a:pt x="3494471" y="3211289"/>
                </a:moveTo>
                <a:lnTo>
                  <a:pt x="3493713" y="3212389"/>
                </a:lnTo>
                <a:lnTo>
                  <a:pt x="3494643" y="3213168"/>
                </a:lnTo>
                <a:cubicBezTo>
                  <a:pt x="3494699" y="3213168"/>
                  <a:pt x="3494815" y="3213168"/>
                  <a:pt x="3494815" y="3213168"/>
                </a:cubicBezTo>
                <a:cubicBezTo>
                  <a:pt x="3495333" y="3213072"/>
                  <a:pt x="3495696" y="3212573"/>
                  <a:pt x="3495601" y="3212056"/>
                </a:cubicBezTo>
                <a:cubicBezTo>
                  <a:pt x="3495505" y="3211539"/>
                  <a:pt x="3495007" y="3211174"/>
                  <a:pt x="3494471" y="3211289"/>
                </a:cubicBezTo>
                <a:close/>
                <a:moveTo>
                  <a:pt x="1371529" y="4038810"/>
                </a:moveTo>
                <a:cubicBezTo>
                  <a:pt x="1370436" y="4038771"/>
                  <a:pt x="1369517" y="4039614"/>
                  <a:pt x="1369478" y="4040707"/>
                </a:cubicBezTo>
                <a:cubicBezTo>
                  <a:pt x="1369439" y="4041799"/>
                  <a:pt x="1370284" y="4042719"/>
                  <a:pt x="1371374" y="4042776"/>
                </a:cubicBezTo>
                <a:lnTo>
                  <a:pt x="1371453" y="4042776"/>
                </a:lnTo>
                <a:cubicBezTo>
                  <a:pt x="1372506" y="4042776"/>
                  <a:pt x="1373388" y="4041933"/>
                  <a:pt x="1373425" y="4040860"/>
                </a:cubicBezTo>
                <a:cubicBezTo>
                  <a:pt x="1373485" y="4039768"/>
                  <a:pt x="1372622" y="4038848"/>
                  <a:pt x="1371529" y="4038810"/>
                </a:cubicBezTo>
                <a:close/>
                <a:moveTo>
                  <a:pt x="1794546" y="3873336"/>
                </a:moveTo>
                <a:cubicBezTo>
                  <a:pt x="1792936" y="3873719"/>
                  <a:pt x="1791958" y="3875348"/>
                  <a:pt x="1792361" y="3876958"/>
                </a:cubicBezTo>
                <a:cubicBezTo>
                  <a:pt x="1792686" y="3878338"/>
                  <a:pt x="1793914" y="3879259"/>
                  <a:pt x="1795274" y="3879259"/>
                </a:cubicBezTo>
                <a:cubicBezTo>
                  <a:pt x="1795504" y="3879259"/>
                  <a:pt x="1795753" y="3879220"/>
                  <a:pt x="1795983" y="3879162"/>
                </a:cubicBezTo>
                <a:cubicBezTo>
                  <a:pt x="1797593" y="3878760"/>
                  <a:pt x="1798590" y="3877130"/>
                  <a:pt x="1798187" y="3875521"/>
                </a:cubicBezTo>
                <a:cubicBezTo>
                  <a:pt x="1797784" y="3873911"/>
                  <a:pt x="1796156" y="3872934"/>
                  <a:pt x="1794546" y="3873336"/>
                </a:cubicBezTo>
                <a:close/>
                <a:moveTo>
                  <a:pt x="4877481" y="2668432"/>
                </a:moveTo>
                <a:cubicBezTo>
                  <a:pt x="4874836" y="2673377"/>
                  <a:pt x="4876695" y="2679529"/>
                  <a:pt x="4881639" y="2682193"/>
                </a:cubicBezTo>
                <a:cubicBezTo>
                  <a:pt x="4883153" y="2683017"/>
                  <a:pt x="4884801" y="2683401"/>
                  <a:pt x="4886430" y="2683400"/>
                </a:cubicBezTo>
                <a:cubicBezTo>
                  <a:pt x="4890053" y="2683401"/>
                  <a:pt x="4893560" y="2681465"/>
                  <a:pt x="4895380" y="2678034"/>
                </a:cubicBezTo>
                <a:cubicBezTo>
                  <a:pt x="4898025" y="2673089"/>
                  <a:pt x="4896185" y="2666937"/>
                  <a:pt x="4891241" y="2664292"/>
                </a:cubicBezTo>
                <a:cubicBezTo>
                  <a:pt x="4886297" y="2661629"/>
                  <a:pt x="4880125" y="2663487"/>
                  <a:pt x="4877481" y="2668432"/>
                </a:cubicBezTo>
                <a:close/>
                <a:moveTo>
                  <a:pt x="8264716" y="1346158"/>
                </a:moveTo>
                <a:cubicBezTo>
                  <a:pt x="8260864" y="1348340"/>
                  <a:pt x="8257845" y="1351996"/>
                  <a:pt x="8256570" y="1356605"/>
                </a:cubicBezTo>
                <a:cubicBezTo>
                  <a:pt x="8254022" y="1365823"/>
                  <a:pt x="8259407" y="1375349"/>
                  <a:pt x="8268625" y="1377917"/>
                </a:cubicBezTo>
                <a:cubicBezTo>
                  <a:pt x="8270178" y="1378339"/>
                  <a:pt x="8271731" y="1378549"/>
                  <a:pt x="8273264" y="1378549"/>
                </a:cubicBezTo>
                <a:cubicBezTo>
                  <a:pt x="8280854" y="1378549"/>
                  <a:pt x="8287811" y="1373509"/>
                  <a:pt x="8289938" y="1365843"/>
                </a:cubicBezTo>
                <a:cubicBezTo>
                  <a:pt x="8292487" y="1356624"/>
                  <a:pt x="8287082" y="1347099"/>
                  <a:pt x="8277864" y="1344550"/>
                </a:cubicBezTo>
                <a:cubicBezTo>
                  <a:pt x="8273255" y="1343266"/>
                  <a:pt x="8268569" y="1343975"/>
                  <a:pt x="8264716" y="1346158"/>
                </a:cubicBezTo>
                <a:close/>
                <a:moveTo>
                  <a:pt x="7138257" y="1784471"/>
                </a:moveTo>
                <a:cubicBezTo>
                  <a:pt x="7130724" y="1786751"/>
                  <a:pt x="7126470" y="1794705"/>
                  <a:pt x="7128751" y="1802237"/>
                </a:cubicBezTo>
                <a:cubicBezTo>
                  <a:pt x="7130628" y="1808390"/>
                  <a:pt x="7136263" y="1812356"/>
                  <a:pt x="7142377" y="1812356"/>
                </a:cubicBezTo>
                <a:cubicBezTo>
                  <a:pt x="7143757" y="1812356"/>
                  <a:pt x="7145137" y="1812165"/>
                  <a:pt x="7146516" y="1811743"/>
                </a:cubicBezTo>
                <a:cubicBezTo>
                  <a:pt x="7154048" y="1809462"/>
                  <a:pt x="7158303" y="1801490"/>
                  <a:pt x="7156023" y="1793977"/>
                </a:cubicBezTo>
                <a:cubicBezTo>
                  <a:pt x="7153742" y="1786445"/>
                  <a:pt x="7145788" y="1782190"/>
                  <a:pt x="7138257" y="1784471"/>
                </a:cubicBezTo>
                <a:close/>
                <a:moveTo>
                  <a:pt x="2958780" y="3413311"/>
                </a:moveTo>
                <a:cubicBezTo>
                  <a:pt x="2958302" y="3413561"/>
                  <a:pt x="2958148" y="3414135"/>
                  <a:pt x="2958397" y="3414595"/>
                </a:cubicBezTo>
                <a:cubicBezTo>
                  <a:pt x="2958569" y="3414921"/>
                  <a:pt x="2958895" y="3415093"/>
                  <a:pt x="2959241" y="3415093"/>
                </a:cubicBezTo>
                <a:cubicBezTo>
                  <a:pt x="2959393" y="3415093"/>
                  <a:pt x="2959547" y="3415056"/>
                  <a:pt x="2959700" y="3414978"/>
                </a:cubicBezTo>
                <a:cubicBezTo>
                  <a:pt x="2960160" y="3414729"/>
                  <a:pt x="2960333" y="3414135"/>
                  <a:pt x="2960064" y="3413675"/>
                </a:cubicBezTo>
                <a:cubicBezTo>
                  <a:pt x="2959816" y="3413215"/>
                  <a:pt x="2959240" y="3413043"/>
                  <a:pt x="2958780" y="3413311"/>
                </a:cubicBezTo>
                <a:close/>
                <a:moveTo>
                  <a:pt x="5492055" y="2422235"/>
                </a:moveTo>
                <a:cubicBezTo>
                  <a:pt x="5484754" y="2422368"/>
                  <a:pt x="5478946" y="2428406"/>
                  <a:pt x="5479078" y="2435708"/>
                </a:cubicBezTo>
                <a:cubicBezTo>
                  <a:pt x="5479213" y="2442914"/>
                  <a:pt x="5485117" y="2448683"/>
                  <a:pt x="5492303" y="2448683"/>
                </a:cubicBezTo>
                <a:lnTo>
                  <a:pt x="5492553" y="2448683"/>
                </a:lnTo>
                <a:cubicBezTo>
                  <a:pt x="5499854" y="2448549"/>
                  <a:pt x="5505660" y="2442512"/>
                  <a:pt x="5505528" y="2435210"/>
                </a:cubicBezTo>
                <a:cubicBezTo>
                  <a:pt x="5505392" y="2427908"/>
                  <a:pt x="5499356" y="2422100"/>
                  <a:pt x="5492055" y="2422235"/>
                </a:cubicBezTo>
                <a:close/>
                <a:moveTo>
                  <a:pt x="7727091" y="1549696"/>
                </a:moveTo>
                <a:cubicBezTo>
                  <a:pt x="7718678" y="1549639"/>
                  <a:pt x="7711778" y="1556403"/>
                  <a:pt x="7711702" y="1564855"/>
                </a:cubicBezTo>
                <a:cubicBezTo>
                  <a:pt x="7711625" y="1573269"/>
                  <a:pt x="7718409" y="1580168"/>
                  <a:pt x="7726842" y="1580244"/>
                </a:cubicBezTo>
                <a:lnTo>
                  <a:pt x="7726977" y="1580245"/>
                </a:lnTo>
                <a:cubicBezTo>
                  <a:pt x="7735351" y="1580244"/>
                  <a:pt x="7742174" y="1573499"/>
                  <a:pt x="7742232" y="1565104"/>
                </a:cubicBezTo>
                <a:cubicBezTo>
                  <a:pt x="7742309" y="1556671"/>
                  <a:pt x="7735524" y="1549772"/>
                  <a:pt x="7727091" y="1549696"/>
                </a:cubicBezTo>
                <a:close/>
                <a:moveTo>
                  <a:pt x="2332017" y="3654564"/>
                </a:moveTo>
                <a:cubicBezTo>
                  <a:pt x="2330561" y="3655350"/>
                  <a:pt x="2330024" y="3657170"/>
                  <a:pt x="2330830" y="3658627"/>
                </a:cubicBezTo>
                <a:cubicBezTo>
                  <a:pt x="2331366" y="3659643"/>
                  <a:pt x="2332401" y="3660199"/>
                  <a:pt x="2333455" y="3660199"/>
                </a:cubicBezTo>
                <a:cubicBezTo>
                  <a:pt x="2333953" y="3660199"/>
                  <a:pt x="2334433" y="3660083"/>
                  <a:pt x="2334893" y="3659834"/>
                </a:cubicBezTo>
                <a:cubicBezTo>
                  <a:pt x="2336349" y="3659048"/>
                  <a:pt x="2336886" y="3657227"/>
                  <a:pt x="2336100" y="3655771"/>
                </a:cubicBezTo>
                <a:cubicBezTo>
                  <a:pt x="2335313" y="3654315"/>
                  <a:pt x="2333475" y="3653778"/>
                  <a:pt x="2332017" y="3654564"/>
                </a:cubicBezTo>
                <a:close/>
                <a:moveTo>
                  <a:pt x="5210123" y="2530327"/>
                </a:moveTo>
                <a:cubicBezTo>
                  <a:pt x="5207459" y="2531956"/>
                  <a:pt x="5205417" y="2534601"/>
                  <a:pt x="5204632" y="2537878"/>
                </a:cubicBezTo>
                <a:cubicBezTo>
                  <a:pt x="5203060" y="2544433"/>
                  <a:pt x="5207085" y="2551025"/>
                  <a:pt x="5213638" y="2552597"/>
                </a:cubicBezTo>
                <a:cubicBezTo>
                  <a:pt x="5214598" y="2552827"/>
                  <a:pt x="5215557" y="2552942"/>
                  <a:pt x="5216495" y="2552942"/>
                </a:cubicBezTo>
                <a:cubicBezTo>
                  <a:pt x="5222017" y="2552942"/>
                  <a:pt x="5227017" y="2549185"/>
                  <a:pt x="5228359" y="2543609"/>
                </a:cubicBezTo>
                <a:cubicBezTo>
                  <a:pt x="5229930" y="2537054"/>
                  <a:pt x="5225906" y="2530461"/>
                  <a:pt x="5219351" y="2528870"/>
                </a:cubicBezTo>
                <a:cubicBezTo>
                  <a:pt x="5216074" y="2528085"/>
                  <a:pt x="5212787" y="2528698"/>
                  <a:pt x="5210123" y="2530327"/>
                </a:cubicBezTo>
                <a:close/>
                <a:moveTo>
                  <a:pt x="7038673" y="1816515"/>
                </a:moveTo>
                <a:cubicBezTo>
                  <a:pt x="7031217" y="1819026"/>
                  <a:pt x="7027231" y="1827114"/>
                  <a:pt x="7029761" y="1834569"/>
                </a:cubicBezTo>
                <a:cubicBezTo>
                  <a:pt x="7031773" y="1840510"/>
                  <a:pt x="7037312" y="1844247"/>
                  <a:pt x="7043254" y="1844247"/>
                </a:cubicBezTo>
                <a:cubicBezTo>
                  <a:pt x="7044767" y="1844247"/>
                  <a:pt x="7046301" y="1844017"/>
                  <a:pt x="7047815" y="1843500"/>
                </a:cubicBezTo>
                <a:cubicBezTo>
                  <a:pt x="7055269" y="1840970"/>
                  <a:pt x="7059276" y="1832883"/>
                  <a:pt x="7056745" y="1825428"/>
                </a:cubicBezTo>
                <a:cubicBezTo>
                  <a:pt x="7054215" y="1817972"/>
                  <a:pt x="7046129" y="1813985"/>
                  <a:pt x="7038673" y="1816515"/>
                </a:cubicBezTo>
                <a:close/>
                <a:moveTo>
                  <a:pt x="6455722" y="2043164"/>
                </a:moveTo>
                <a:cubicBezTo>
                  <a:pt x="6448401" y="2046039"/>
                  <a:pt x="6444798" y="2054318"/>
                  <a:pt x="6447673" y="2061640"/>
                </a:cubicBezTo>
                <a:cubicBezTo>
                  <a:pt x="6449876" y="2067255"/>
                  <a:pt x="6455243" y="2070666"/>
                  <a:pt x="6460934" y="2070666"/>
                </a:cubicBezTo>
                <a:cubicBezTo>
                  <a:pt x="6462659" y="2070666"/>
                  <a:pt x="6464423" y="2070360"/>
                  <a:pt x="6466148" y="2069689"/>
                </a:cubicBezTo>
                <a:cubicBezTo>
                  <a:pt x="6473469" y="2066814"/>
                  <a:pt x="6477072" y="2058535"/>
                  <a:pt x="6474197" y="2051213"/>
                </a:cubicBezTo>
                <a:cubicBezTo>
                  <a:pt x="6471303" y="2043892"/>
                  <a:pt x="6463043" y="2040290"/>
                  <a:pt x="6455722" y="2043164"/>
                </a:cubicBezTo>
                <a:close/>
                <a:moveTo>
                  <a:pt x="6358765" y="2080709"/>
                </a:moveTo>
                <a:cubicBezTo>
                  <a:pt x="6351405" y="2083508"/>
                  <a:pt x="6347706" y="2091748"/>
                  <a:pt x="6350504" y="2099088"/>
                </a:cubicBezTo>
                <a:cubicBezTo>
                  <a:pt x="6352669" y="2104781"/>
                  <a:pt x="6358094" y="2108269"/>
                  <a:pt x="6363824" y="2108269"/>
                </a:cubicBezTo>
                <a:cubicBezTo>
                  <a:pt x="6365510" y="2108268"/>
                  <a:pt x="6367216" y="2107981"/>
                  <a:pt x="6368884" y="2107329"/>
                </a:cubicBezTo>
                <a:cubicBezTo>
                  <a:pt x="6376243" y="2104532"/>
                  <a:pt x="6379942" y="2096310"/>
                  <a:pt x="6377144" y="2088951"/>
                </a:cubicBezTo>
                <a:cubicBezTo>
                  <a:pt x="6374346" y="2081590"/>
                  <a:pt x="6366104" y="2077911"/>
                  <a:pt x="6358765" y="2080709"/>
                </a:cubicBezTo>
                <a:close/>
                <a:moveTo>
                  <a:pt x="6552431" y="2004757"/>
                </a:moveTo>
                <a:cubicBezTo>
                  <a:pt x="6545128" y="2007690"/>
                  <a:pt x="6541564" y="2015988"/>
                  <a:pt x="6544496" y="2023290"/>
                </a:cubicBezTo>
                <a:cubicBezTo>
                  <a:pt x="6546719" y="2028867"/>
                  <a:pt x="6552066" y="2032240"/>
                  <a:pt x="6557720" y="2032240"/>
                </a:cubicBezTo>
                <a:cubicBezTo>
                  <a:pt x="6559483" y="2032240"/>
                  <a:pt x="6561284" y="2031914"/>
                  <a:pt x="6563009" y="2031224"/>
                </a:cubicBezTo>
                <a:cubicBezTo>
                  <a:pt x="6570330" y="2028292"/>
                  <a:pt x="6573876" y="2019993"/>
                  <a:pt x="6570943" y="2012692"/>
                </a:cubicBezTo>
                <a:cubicBezTo>
                  <a:pt x="6568011" y="2005390"/>
                  <a:pt x="6559732" y="2001844"/>
                  <a:pt x="6552431" y="2004757"/>
                </a:cubicBezTo>
                <a:close/>
                <a:moveTo>
                  <a:pt x="2692230" y="3511016"/>
                </a:moveTo>
                <a:cubicBezTo>
                  <a:pt x="2691291" y="3511591"/>
                  <a:pt x="2691004" y="3512818"/>
                  <a:pt x="2691598" y="3513738"/>
                </a:cubicBezTo>
                <a:cubicBezTo>
                  <a:pt x="2691962" y="3514350"/>
                  <a:pt x="2692613" y="3514677"/>
                  <a:pt x="2693283" y="3514677"/>
                </a:cubicBezTo>
                <a:cubicBezTo>
                  <a:pt x="2693629" y="3514677"/>
                  <a:pt x="2693993" y="3514580"/>
                  <a:pt x="2694319" y="3514370"/>
                </a:cubicBezTo>
                <a:cubicBezTo>
                  <a:pt x="2695259" y="3513795"/>
                  <a:pt x="2695527" y="3512568"/>
                  <a:pt x="2694951" y="3511629"/>
                </a:cubicBezTo>
                <a:cubicBezTo>
                  <a:pt x="2694377" y="3510710"/>
                  <a:pt x="2693150" y="3510441"/>
                  <a:pt x="2692230" y="3511016"/>
                </a:cubicBezTo>
                <a:close/>
                <a:moveTo>
                  <a:pt x="6649003" y="1965889"/>
                </a:moveTo>
                <a:cubicBezTo>
                  <a:pt x="6641702" y="1968841"/>
                  <a:pt x="6638175" y="1977140"/>
                  <a:pt x="6641126" y="1984442"/>
                </a:cubicBezTo>
                <a:cubicBezTo>
                  <a:pt x="6643369" y="1989981"/>
                  <a:pt x="6648698" y="1993354"/>
                  <a:pt x="6654332" y="1993354"/>
                </a:cubicBezTo>
                <a:cubicBezTo>
                  <a:pt x="6656114" y="1993354"/>
                  <a:pt x="6657916" y="1993028"/>
                  <a:pt x="6659659" y="1992319"/>
                </a:cubicBezTo>
                <a:cubicBezTo>
                  <a:pt x="6666962" y="1989367"/>
                  <a:pt x="6670488" y="1981068"/>
                  <a:pt x="6667555" y="1973767"/>
                </a:cubicBezTo>
                <a:cubicBezTo>
                  <a:pt x="6664604" y="1966484"/>
                  <a:pt x="6656286" y="1962957"/>
                  <a:pt x="6649003" y="1965889"/>
                </a:cubicBezTo>
                <a:close/>
                <a:moveTo>
                  <a:pt x="6261386" y="2116970"/>
                </a:moveTo>
                <a:cubicBezTo>
                  <a:pt x="6253988" y="2119672"/>
                  <a:pt x="6250174" y="2127837"/>
                  <a:pt x="6252857" y="2135234"/>
                </a:cubicBezTo>
                <a:cubicBezTo>
                  <a:pt x="6254965" y="2141022"/>
                  <a:pt x="6260428" y="2144625"/>
                  <a:pt x="6266253" y="2144625"/>
                </a:cubicBezTo>
                <a:cubicBezTo>
                  <a:pt x="6267863" y="2144625"/>
                  <a:pt x="6269511" y="2144338"/>
                  <a:pt x="6271122" y="2143764"/>
                </a:cubicBezTo>
                <a:cubicBezTo>
                  <a:pt x="6278500" y="2141061"/>
                  <a:pt x="6282333" y="2132896"/>
                  <a:pt x="6279631" y="2125499"/>
                </a:cubicBezTo>
                <a:cubicBezTo>
                  <a:pt x="6276947" y="2118100"/>
                  <a:pt x="6268783" y="2114287"/>
                  <a:pt x="6261386" y="2116970"/>
                </a:cubicBezTo>
                <a:close/>
                <a:moveTo>
                  <a:pt x="6940163" y="1851377"/>
                </a:moveTo>
                <a:cubicBezTo>
                  <a:pt x="6932765" y="1854079"/>
                  <a:pt x="6928990" y="1862263"/>
                  <a:pt x="6931692" y="1869661"/>
                </a:cubicBezTo>
                <a:cubicBezTo>
                  <a:pt x="6933820" y="1875430"/>
                  <a:pt x="6939282" y="1878994"/>
                  <a:pt x="6945069" y="1878994"/>
                </a:cubicBezTo>
                <a:cubicBezTo>
                  <a:pt x="6946718" y="1878994"/>
                  <a:pt x="6948366" y="1878707"/>
                  <a:pt x="6949995" y="1878113"/>
                </a:cubicBezTo>
                <a:cubicBezTo>
                  <a:pt x="6957374" y="1875391"/>
                  <a:pt x="6961168" y="1867208"/>
                  <a:pt x="6958447" y="1859829"/>
                </a:cubicBezTo>
                <a:cubicBezTo>
                  <a:pt x="6955725" y="1852432"/>
                  <a:pt x="6947541" y="1848656"/>
                  <a:pt x="6940163" y="1851377"/>
                </a:cubicBezTo>
                <a:close/>
                <a:moveTo>
                  <a:pt x="6745616" y="1926946"/>
                </a:moveTo>
                <a:cubicBezTo>
                  <a:pt x="6738314" y="1929878"/>
                  <a:pt x="6734788" y="1938177"/>
                  <a:pt x="6737720" y="1945479"/>
                </a:cubicBezTo>
                <a:cubicBezTo>
                  <a:pt x="6739943" y="1951037"/>
                  <a:pt x="6745291" y="1954409"/>
                  <a:pt x="6750945" y="1954409"/>
                </a:cubicBezTo>
                <a:cubicBezTo>
                  <a:pt x="6752707" y="1954409"/>
                  <a:pt x="6754509" y="1954084"/>
                  <a:pt x="6756253" y="1953375"/>
                </a:cubicBezTo>
                <a:cubicBezTo>
                  <a:pt x="6763535" y="1950442"/>
                  <a:pt x="6767081" y="1942144"/>
                  <a:pt x="6764148" y="1934842"/>
                </a:cubicBezTo>
                <a:cubicBezTo>
                  <a:pt x="6761217" y="1927540"/>
                  <a:pt x="6752918" y="1924013"/>
                  <a:pt x="6745616" y="1926946"/>
                </a:cubicBezTo>
                <a:close/>
                <a:moveTo>
                  <a:pt x="6842535" y="1888404"/>
                </a:moveTo>
                <a:cubicBezTo>
                  <a:pt x="6835195" y="1891260"/>
                  <a:pt x="6831572" y="1899521"/>
                  <a:pt x="6834428" y="1906861"/>
                </a:cubicBezTo>
                <a:cubicBezTo>
                  <a:pt x="6836632" y="1912495"/>
                  <a:pt x="6842018" y="1915926"/>
                  <a:pt x="6847710" y="1915926"/>
                </a:cubicBezTo>
                <a:cubicBezTo>
                  <a:pt x="6849435" y="1915926"/>
                  <a:pt x="6851179" y="1915619"/>
                  <a:pt x="6852885" y="1914948"/>
                </a:cubicBezTo>
                <a:cubicBezTo>
                  <a:pt x="6860206" y="1912093"/>
                  <a:pt x="6863828" y="1903832"/>
                  <a:pt x="6860971" y="1896511"/>
                </a:cubicBezTo>
                <a:cubicBezTo>
                  <a:pt x="6858117" y="1889171"/>
                  <a:pt x="6849856" y="1885549"/>
                  <a:pt x="6842535" y="1888404"/>
                </a:cubicBezTo>
                <a:close/>
                <a:moveTo>
                  <a:pt x="3400732" y="3231413"/>
                </a:moveTo>
                <a:cubicBezTo>
                  <a:pt x="3400215" y="3231548"/>
                  <a:pt x="3399908" y="3232064"/>
                  <a:pt x="3400043" y="3232581"/>
                </a:cubicBezTo>
                <a:cubicBezTo>
                  <a:pt x="3400138" y="3233022"/>
                  <a:pt x="3400541" y="3233310"/>
                  <a:pt x="3400963" y="3233311"/>
                </a:cubicBezTo>
                <a:cubicBezTo>
                  <a:pt x="3401039" y="3233310"/>
                  <a:pt x="3401192" y="3233272"/>
                  <a:pt x="3401192" y="3233272"/>
                </a:cubicBezTo>
                <a:cubicBezTo>
                  <a:pt x="3401710" y="3233137"/>
                  <a:pt x="3402017" y="3232620"/>
                  <a:pt x="3401902" y="3232122"/>
                </a:cubicBezTo>
                <a:cubicBezTo>
                  <a:pt x="3401768" y="3231605"/>
                  <a:pt x="3401250" y="3231298"/>
                  <a:pt x="3400732" y="3231413"/>
                </a:cubicBezTo>
                <a:close/>
                <a:moveTo>
                  <a:pt x="6163451" y="2151276"/>
                </a:moveTo>
                <a:cubicBezTo>
                  <a:pt x="6155995" y="2153787"/>
                  <a:pt x="6151971" y="2161855"/>
                  <a:pt x="6154481" y="2169330"/>
                </a:cubicBezTo>
                <a:cubicBezTo>
                  <a:pt x="6156475" y="2175271"/>
                  <a:pt x="6162032" y="2179027"/>
                  <a:pt x="6167993" y="2179027"/>
                </a:cubicBezTo>
                <a:cubicBezTo>
                  <a:pt x="6169488" y="2179027"/>
                  <a:pt x="6171021" y="2178797"/>
                  <a:pt x="6172516" y="2178299"/>
                </a:cubicBezTo>
                <a:cubicBezTo>
                  <a:pt x="6179971" y="2175788"/>
                  <a:pt x="6183996" y="2167701"/>
                  <a:pt x="6181485" y="2160245"/>
                </a:cubicBezTo>
                <a:cubicBezTo>
                  <a:pt x="6178994" y="2152790"/>
                  <a:pt x="6170906" y="2148785"/>
                  <a:pt x="6163451" y="2151276"/>
                </a:cubicBezTo>
                <a:close/>
                <a:moveTo>
                  <a:pt x="1699811" y="3893613"/>
                </a:moveTo>
                <a:cubicBezTo>
                  <a:pt x="1698182" y="3893900"/>
                  <a:pt x="1697090" y="3895472"/>
                  <a:pt x="1697377" y="3897101"/>
                </a:cubicBezTo>
                <a:cubicBezTo>
                  <a:pt x="1697645" y="3898557"/>
                  <a:pt x="1698910" y="3899573"/>
                  <a:pt x="1700348" y="3899573"/>
                </a:cubicBezTo>
                <a:cubicBezTo>
                  <a:pt x="1700520" y="3899573"/>
                  <a:pt x="1700693" y="3899554"/>
                  <a:pt x="1700885" y="3899515"/>
                </a:cubicBezTo>
                <a:cubicBezTo>
                  <a:pt x="1702514" y="3899228"/>
                  <a:pt x="1703587" y="3897676"/>
                  <a:pt x="1703299" y="3896028"/>
                </a:cubicBezTo>
                <a:cubicBezTo>
                  <a:pt x="1703012" y="3894398"/>
                  <a:pt x="1701441" y="3893325"/>
                  <a:pt x="1699811" y="3893613"/>
                </a:cubicBezTo>
                <a:close/>
                <a:moveTo>
                  <a:pt x="3043453" y="3368407"/>
                </a:moveTo>
                <a:cubicBezTo>
                  <a:pt x="3042974" y="3368637"/>
                  <a:pt x="3042801" y="3369211"/>
                  <a:pt x="3043031" y="3369691"/>
                </a:cubicBezTo>
                <a:cubicBezTo>
                  <a:pt x="3043204" y="3370017"/>
                  <a:pt x="3043529" y="3370227"/>
                  <a:pt x="3043894" y="3370227"/>
                </a:cubicBezTo>
                <a:cubicBezTo>
                  <a:pt x="3044028" y="3370227"/>
                  <a:pt x="3044181" y="3370189"/>
                  <a:pt x="3044315" y="3370112"/>
                </a:cubicBezTo>
                <a:cubicBezTo>
                  <a:pt x="3044793" y="3369863"/>
                  <a:pt x="3044986" y="3369288"/>
                  <a:pt x="3044737" y="3368828"/>
                </a:cubicBezTo>
                <a:cubicBezTo>
                  <a:pt x="3044507" y="3368349"/>
                  <a:pt x="3043932" y="3368157"/>
                  <a:pt x="3043453" y="3368407"/>
                </a:cubicBezTo>
                <a:close/>
                <a:moveTo>
                  <a:pt x="7994584" y="1432291"/>
                </a:moveTo>
                <a:cubicBezTo>
                  <a:pt x="7991209" y="1434737"/>
                  <a:pt x="7988765" y="1438469"/>
                  <a:pt x="7988047" y="1442906"/>
                </a:cubicBezTo>
                <a:cubicBezTo>
                  <a:pt x="7986648" y="1451799"/>
                  <a:pt x="7992704" y="1460155"/>
                  <a:pt x="8001577" y="1461554"/>
                </a:cubicBezTo>
                <a:cubicBezTo>
                  <a:pt x="8002458" y="1461688"/>
                  <a:pt x="8003322" y="1461766"/>
                  <a:pt x="8004165" y="1461765"/>
                </a:cubicBezTo>
                <a:cubicBezTo>
                  <a:pt x="8012042" y="1461766"/>
                  <a:pt x="8018959" y="1456054"/>
                  <a:pt x="8020225" y="1448042"/>
                </a:cubicBezTo>
                <a:cubicBezTo>
                  <a:pt x="8021644" y="1439150"/>
                  <a:pt x="8015588" y="1430794"/>
                  <a:pt x="8006714" y="1429395"/>
                </a:cubicBezTo>
                <a:cubicBezTo>
                  <a:pt x="8002267" y="1428685"/>
                  <a:pt x="7997960" y="1429845"/>
                  <a:pt x="7994584" y="1432291"/>
                </a:cubicBezTo>
                <a:close/>
                <a:moveTo>
                  <a:pt x="4348076" y="2855218"/>
                </a:moveTo>
                <a:cubicBezTo>
                  <a:pt x="4344913" y="2854106"/>
                  <a:pt x="4341445" y="2855754"/>
                  <a:pt x="4340334" y="2858916"/>
                </a:cubicBezTo>
                <a:cubicBezTo>
                  <a:pt x="4339223" y="2862078"/>
                  <a:pt x="4340870" y="2865548"/>
                  <a:pt x="4344033" y="2866660"/>
                </a:cubicBezTo>
                <a:cubicBezTo>
                  <a:pt x="4344703" y="2866889"/>
                  <a:pt x="4345393" y="2867004"/>
                  <a:pt x="4346064" y="2867004"/>
                </a:cubicBezTo>
                <a:cubicBezTo>
                  <a:pt x="4348555" y="2867004"/>
                  <a:pt x="4350893" y="2865452"/>
                  <a:pt x="4351775" y="2862960"/>
                </a:cubicBezTo>
                <a:cubicBezTo>
                  <a:pt x="4352885" y="2859798"/>
                  <a:pt x="4351238" y="2856329"/>
                  <a:pt x="4348076" y="2855218"/>
                </a:cubicBezTo>
                <a:close/>
                <a:moveTo>
                  <a:pt x="4722240" y="2707836"/>
                </a:moveTo>
                <a:cubicBezTo>
                  <a:pt x="4719767" y="2712224"/>
                  <a:pt x="4721321" y="2717802"/>
                  <a:pt x="4725710" y="2720274"/>
                </a:cubicBezTo>
                <a:cubicBezTo>
                  <a:pt x="4727128" y="2721079"/>
                  <a:pt x="4728681" y="2721462"/>
                  <a:pt x="4730195" y="2721462"/>
                </a:cubicBezTo>
                <a:cubicBezTo>
                  <a:pt x="4733376" y="2721462"/>
                  <a:pt x="4736481" y="2719775"/>
                  <a:pt x="4738167" y="2716805"/>
                </a:cubicBezTo>
                <a:cubicBezTo>
                  <a:pt x="4740640" y="2712397"/>
                  <a:pt x="4739087" y="2706839"/>
                  <a:pt x="4734678" y="2704367"/>
                </a:cubicBezTo>
                <a:cubicBezTo>
                  <a:pt x="4730288" y="2701875"/>
                  <a:pt x="4724714" y="2703428"/>
                  <a:pt x="4722240" y="2707836"/>
                </a:cubicBezTo>
                <a:close/>
                <a:moveTo>
                  <a:pt x="2416786" y="3607321"/>
                </a:moveTo>
                <a:cubicBezTo>
                  <a:pt x="2415348" y="3608146"/>
                  <a:pt x="2414851" y="3609967"/>
                  <a:pt x="2415674" y="3611423"/>
                </a:cubicBezTo>
                <a:cubicBezTo>
                  <a:pt x="2416231" y="3612381"/>
                  <a:pt x="2417226" y="3612937"/>
                  <a:pt x="2418282" y="3612937"/>
                </a:cubicBezTo>
                <a:cubicBezTo>
                  <a:pt x="2418779" y="3612937"/>
                  <a:pt x="2419297" y="3612803"/>
                  <a:pt x="2419757" y="3612534"/>
                </a:cubicBezTo>
                <a:cubicBezTo>
                  <a:pt x="2421194" y="3611710"/>
                  <a:pt x="2421711" y="3609871"/>
                  <a:pt x="2420887" y="3608452"/>
                </a:cubicBezTo>
                <a:cubicBezTo>
                  <a:pt x="2420063" y="3606996"/>
                  <a:pt x="2418223" y="3606497"/>
                  <a:pt x="2416786" y="3607321"/>
                </a:cubicBezTo>
                <a:close/>
                <a:moveTo>
                  <a:pt x="6064672" y="2183013"/>
                </a:moveTo>
                <a:cubicBezTo>
                  <a:pt x="6057141" y="2185314"/>
                  <a:pt x="6052925" y="2193267"/>
                  <a:pt x="6055224" y="2200799"/>
                </a:cubicBezTo>
                <a:cubicBezTo>
                  <a:pt x="6057102" y="2206932"/>
                  <a:pt x="6062737" y="2210880"/>
                  <a:pt x="6068831" y="2210880"/>
                </a:cubicBezTo>
                <a:cubicBezTo>
                  <a:pt x="6070211" y="2210880"/>
                  <a:pt x="6071610" y="2210669"/>
                  <a:pt x="6073009" y="2210247"/>
                </a:cubicBezTo>
                <a:cubicBezTo>
                  <a:pt x="6080541" y="2207948"/>
                  <a:pt x="6084758" y="2199994"/>
                  <a:pt x="6082458" y="2192462"/>
                </a:cubicBezTo>
                <a:cubicBezTo>
                  <a:pt x="6080158" y="2184930"/>
                  <a:pt x="6072205" y="2180714"/>
                  <a:pt x="6064672" y="2183013"/>
                </a:cubicBezTo>
                <a:close/>
                <a:moveTo>
                  <a:pt x="3308510" y="3257631"/>
                </a:moveTo>
                <a:cubicBezTo>
                  <a:pt x="3308010" y="3257784"/>
                  <a:pt x="3307724" y="3258321"/>
                  <a:pt x="3307896" y="3258820"/>
                </a:cubicBezTo>
                <a:cubicBezTo>
                  <a:pt x="3308030" y="3259241"/>
                  <a:pt x="3308395" y="3259490"/>
                  <a:pt x="3308816" y="3259490"/>
                </a:cubicBezTo>
                <a:cubicBezTo>
                  <a:pt x="3308911" y="3259490"/>
                  <a:pt x="3309103" y="3259452"/>
                  <a:pt x="3309103" y="3259452"/>
                </a:cubicBezTo>
                <a:cubicBezTo>
                  <a:pt x="3309601" y="3259298"/>
                  <a:pt x="3309870" y="3258742"/>
                  <a:pt x="3309716" y="3258244"/>
                </a:cubicBezTo>
                <a:cubicBezTo>
                  <a:pt x="3309564" y="3257746"/>
                  <a:pt x="3309027" y="3257458"/>
                  <a:pt x="3308510" y="3257631"/>
                </a:cubicBezTo>
                <a:close/>
                <a:moveTo>
                  <a:pt x="3129850" y="3326933"/>
                </a:moveTo>
                <a:cubicBezTo>
                  <a:pt x="3129372" y="3327144"/>
                  <a:pt x="3129159" y="3327719"/>
                  <a:pt x="3129372" y="3328198"/>
                </a:cubicBezTo>
                <a:cubicBezTo>
                  <a:pt x="3129543" y="3328562"/>
                  <a:pt x="3129889" y="3328773"/>
                  <a:pt x="3130252" y="3328773"/>
                </a:cubicBezTo>
                <a:cubicBezTo>
                  <a:pt x="3130387" y="3328773"/>
                  <a:pt x="3130520" y="3328734"/>
                  <a:pt x="3130636" y="3328677"/>
                </a:cubicBezTo>
                <a:cubicBezTo>
                  <a:pt x="3131115" y="3328466"/>
                  <a:pt x="3131345" y="3327891"/>
                  <a:pt x="3131115" y="3327412"/>
                </a:cubicBezTo>
                <a:cubicBezTo>
                  <a:pt x="3130904" y="3326933"/>
                  <a:pt x="3130330" y="3326722"/>
                  <a:pt x="3129850" y="3326933"/>
                </a:cubicBezTo>
                <a:close/>
                <a:moveTo>
                  <a:pt x="3666787" y="3117169"/>
                </a:moveTo>
                <a:cubicBezTo>
                  <a:pt x="3665694" y="3117245"/>
                  <a:pt x="3664889" y="3118223"/>
                  <a:pt x="3664985" y="3119315"/>
                </a:cubicBezTo>
                <a:cubicBezTo>
                  <a:pt x="3665062" y="3120350"/>
                  <a:pt x="3665943" y="3121117"/>
                  <a:pt x="3666958" y="3121117"/>
                </a:cubicBezTo>
                <a:lnTo>
                  <a:pt x="3667112" y="3121117"/>
                </a:lnTo>
                <a:cubicBezTo>
                  <a:pt x="3668204" y="3121021"/>
                  <a:pt x="3669028" y="3120063"/>
                  <a:pt x="3668933" y="3118970"/>
                </a:cubicBezTo>
                <a:cubicBezTo>
                  <a:pt x="3668838" y="3117878"/>
                  <a:pt x="3667879" y="3117073"/>
                  <a:pt x="3666787" y="3117169"/>
                </a:cubicBezTo>
                <a:close/>
                <a:moveTo>
                  <a:pt x="3218142" y="3289606"/>
                </a:moveTo>
                <a:lnTo>
                  <a:pt x="3217589" y="3290844"/>
                </a:lnTo>
                <a:cubicBezTo>
                  <a:pt x="3217742" y="3291209"/>
                  <a:pt x="3218107" y="3291439"/>
                  <a:pt x="3218490" y="3291439"/>
                </a:cubicBezTo>
                <a:cubicBezTo>
                  <a:pt x="3218604" y="3291439"/>
                  <a:pt x="3218719" y="3291420"/>
                  <a:pt x="3218834" y="3291381"/>
                </a:cubicBezTo>
                <a:cubicBezTo>
                  <a:pt x="3219333" y="3291190"/>
                  <a:pt x="3219562" y="3290634"/>
                  <a:pt x="3219370" y="3290136"/>
                </a:cubicBezTo>
                <a:close/>
                <a:moveTo>
                  <a:pt x="3218125" y="3289599"/>
                </a:moveTo>
                <a:lnTo>
                  <a:pt x="3218142" y="3289606"/>
                </a:lnTo>
                <a:lnTo>
                  <a:pt x="3218144" y="3289599"/>
                </a:lnTo>
                <a:close/>
                <a:moveTo>
                  <a:pt x="2774181" y="3460113"/>
                </a:moveTo>
                <a:cubicBezTo>
                  <a:pt x="2773261" y="3460688"/>
                  <a:pt x="2772974" y="3461896"/>
                  <a:pt x="2773548" y="3462835"/>
                </a:cubicBezTo>
                <a:cubicBezTo>
                  <a:pt x="2773912" y="3463448"/>
                  <a:pt x="2774565" y="3463774"/>
                  <a:pt x="2775236" y="3463774"/>
                </a:cubicBezTo>
                <a:cubicBezTo>
                  <a:pt x="2775580" y="3463774"/>
                  <a:pt x="2775944" y="3463678"/>
                  <a:pt x="2776270" y="3463485"/>
                </a:cubicBezTo>
                <a:cubicBezTo>
                  <a:pt x="2777190" y="3462911"/>
                  <a:pt x="2777496" y="3461703"/>
                  <a:pt x="2776922" y="3460764"/>
                </a:cubicBezTo>
                <a:cubicBezTo>
                  <a:pt x="2776346" y="3459826"/>
                  <a:pt x="2775120" y="3459538"/>
                  <a:pt x="2774181" y="3460113"/>
                </a:cubicBezTo>
                <a:close/>
                <a:moveTo>
                  <a:pt x="5965073" y="2211819"/>
                </a:moveTo>
                <a:cubicBezTo>
                  <a:pt x="5957482" y="2213870"/>
                  <a:pt x="5953000" y="2221709"/>
                  <a:pt x="5955068" y="2229298"/>
                </a:cubicBezTo>
                <a:cubicBezTo>
                  <a:pt x="5956793" y="2235641"/>
                  <a:pt x="5962543" y="2239820"/>
                  <a:pt x="5968810" y="2239820"/>
                </a:cubicBezTo>
                <a:cubicBezTo>
                  <a:pt x="5970036" y="2239820"/>
                  <a:pt x="5971302" y="2239648"/>
                  <a:pt x="5972547" y="2239303"/>
                </a:cubicBezTo>
                <a:cubicBezTo>
                  <a:pt x="5980137" y="2237232"/>
                  <a:pt x="5984620" y="2229413"/>
                  <a:pt x="5982569" y="2221824"/>
                </a:cubicBezTo>
                <a:cubicBezTo>
                  <a:pt x="5980501" y="2214234"/>
                  <a:pt x="5972679" y="2209750"/>
                  <a:pt x="5965073" y="2211819"/>
                </a:cubicBezTo>
                <a:close/>
                <a:moveTo>
                  <a:pt x="8423733" y="1249373"/>
                </a:moveTo>
                <a:cubicBezTo>
                  <a:pt x="8419548" y="1251488"/>
                  <a:pt x="8416170" y="1255202"/>
                  <a:pt x="8414589" y="1260012"/>
                </a:cubicBezTo>
                <a:cubicBezTo>
                  <a:pt x="8411408" y="1269633"/>
                  <a:pt x="8416640" y="1280001"/>
                  <a:pt x="8426261" y="1283163"/>
                </a:cubicBezTo>
                <a:lnTo>
                  <a:pt x="8426280" y="1283163"/>
                </a:lnTo>
                <a:cubicBezTo>
                  <a:pt x="8428178" y="1283777"/>
                  <a:pt x="8430113" y="1284084"/>
                  <a:pt x="8432011" y="1284084"/>
                </a:cubicBezTo>
                <a:cubicBezTo>
                  <a:pt x="8439714" y="1284084"/>
                  <a:pt x="8446883" y="1279177"/>
                  <a:pt x="8449413" y="1271473"/>
                </a:cubicBezTo>
                <a:cubicBezTo>
                  <a:pt x="8452575" y="1261852"/>
                  <a:pt x="8447343" y="1251483"/>
                  <a:pt x="8437721" y="1248321"/>
                </a:cubicBezTo>
                <a:cubicBezTo>
                  <a:pt x="8432910" y="1246740"/>
                  <a:pt x="8427918" y="1247258"/>
                  <a:pt x="8423733" y="1249373"/>
                </a:cubicBezTo>
                <a:close/>
                <a:moveTo>
                  <a:pt x="7606982" y="1568113"/>
                </a:moveTo>
                <a:lnTo>
                  <a:pt x="7606982" y="1568133"/>
                </a:lnTo>
                <a:lnTo>
                  <a:pt x="7606987" y="1568121"/>
                </a:lnTo>
                <a:close/>
                <a:moveTo>
                  <a:pt x="4181356" y="2903858"/>
                </a:moveTo>
                <a:cubicBezTo>
                  <a:pt x="4178634" y="2903245"/>
                  <a:pt x="4175951" y="2904951"/>
                  <a:pt x="4175338" y="2907673"/>
                </a:cubicBezTo>
                <a:cubicBezTo>
                  <a:pt x="4174725" y="2910394"/>
                  <a:pt x="4176449" y="2913097"/>
                  <a:pt x="4179153" y="2913710"/>
                </a:cubicBezTo>
                <a:cubicBezTo>
                  <a:pt x="4179535" y="2913786"/>
                  <a:pt x="4179900" y="2913825"/>
                  <a:pt x="4180264" y="2913825"/>
                </a:cubicBezTo>
                <a:cubicBezTo>
                  <a:pt x="4182583" y="2913825"/>
                  <a:pt x="4184672" y="2912234"/>
                  <a:pt x="4185187" y="2909877"/>
                </a:cubicBezTo>
                <a:cubicBezTo>
                  <a:pt x="4185803" y="2907155"/>
                  <a:pt x="4184077" y="2904453"/>
                  <a:pt x="4181356" y="2903858"/>
                </a:cubicBezTo>
                <a:close/>
                <a:moveTo>
                  <a:pt x="1601302" y="3910842"/>
                </a:moveTo>
                <a:lnTo>
                  <a:pt x="1601302" y="3910862"/>
                </a:lnTo>
                <a:lnTo>
                  <a:pt x="1601311" y="3910850"/>
                </a:lnTo>
                <a:close/>
                <a:moveTo>
                  <a:pt x="2500749" y="3558642"/>
                </a:moveTo>
                <a:cubicBezTo>
                  <a:pt x="2499330" y="3559485"/>
                  <a:pt x="2498852" y="3561325"/>
                  <a:pt x="2499695" y="3562742"/>
                </a:cubicBezTo>
                <a:cubicBezTo>
                  <a:pt x="2500251" y="3563701"/>
                  <a:pt x="2501247" y="3564237"/>
                  <a:pt x="2502283" y="3564237"/>
                </a:cubicBezTo>
                <a:cubicBezTo>
                  <a:pt x="2502800" y="3564237"/>
                  <a:pt x="2503317" y="3564104"/>
                  <a:pt x="2503797" y="3563816"/>
                </a:cubicBezTo>
                <a:cubicBezTo>
                  <a:pt x="2505234" y="3562973"/>
                  <a:pt x="2505694" y="3561133"/>
                  <a:pt x="2504869" y="3559715"/>
                </a:cubicBezTo>
                <a:cubicBezTo>
                  <a:pt x="2504026" y="3558278"/>
                  <a:pt x="2502187" y="3557798"/>
                  <a:pt x="2500749" y="3558642"/>
                </a:cubicBezTo>
                <a:close/>
                <a:moveTo>
                  <a:pt x="1603947" y="3907565"/>
                </a:moveTo>
                <a:lnTo>
                  <a:pt x="1601311" y="3910850"/>
                </a:lnTo>
                <a:lnTo>
                  <a:pt x="1604272" y="3913526"/>
                </a:lnTo>
                <a:cubicBezTo>
                  <a:pt x="1604388" y="3913526"/>
                  <a:pt x="1604598" y="3913526"/>
                  <a:pt x="1604598" y="3913526"/>
                </a:cubicBezTo>
                <a:cubicBezTo>
                  <a:pt x="1606246" y="3913353"/>
                  <a:pt x="1607434" y="3911858"/>
                  <a:pt x="1607262" y="3910210"/>
                </a:cubicBezTo>
                <a:cubicBezTo>
                  <a:pt x="1607090" y="3908562"/>
                  <a:pt x="1605595" y="3907374"/>
                  <a:pt x="1603947" y="3907565"/>
                </a:cubicBezTo>
                <a:close/>
                <a:moveTo>
                  <a:pt x="3839466" y="3034834"/>
                </a:moveTo>
                <a:cubicBezTo>
                  <a:pt x="3837799" y="3034815"/>
                  <a:pt x="3836419" y="3036138"/>
                  <a:pt x="3836418" y="3037786"/>
                </a:cubicBezTo>
                <a:cubicBezTo>
                  <a:pt x="3836399" y="3039453"/>
                  <a:pt x="3837721" y="3040834"/>
                  <a:pt x="3839389" y="3040833"/>
                </a:cubicBezTo>
                <a:lnTo>
                  <a:pt x="3839428" y="3040833"/>
                </a:lnTo>
                <a:cubicBezTo>
                  <a:pt x="3841075" y="3040834"/>
                  <a:pt x="3842436" y="3039511"/>
                  <a:pt x="3842436" y="3037863"/>
                </a:cubicBezTo>
                <a:cubicBezTo>
                  <a:pt x="3842455" y="3036214"/>
                  <a:pt x="3841114" y="3034854"/>
                  <a:pt x="3839466" y="3034834"/>
                </a:cubicBezTo>
                <a:close/>
                <a:moveTo>
                  <a:pt x="4011379" y="2963789"/>
                </a:moveTo>
                <a:cubicBezTo>
                  <a:pt x="4009175" y="2963540"/>
                  <a:pt x="4007182" y="2965111"/>
                  <a:pt x="4006933" y="2967335"/>
                </a:cubicBezTo>
                <a:cubicBezTo>
                  <a:pt x="4006684" y="2969539"/>
                  <a:pt x="4008274" y="2971532"/>
                  <a:pt x="4010478" y="2971781"/>
                </a:cubicBezTo>
                <a:lnTo>
                  <a:pt x="4010478" y="2971800"/>
                </a:lnTo>
                <a:cubicBezTo>
                  <a:pt x="4010631" y="2971800"/>
                  <a:pt x="4010785" y="2971800"/>
                  <a:pt x="4010938" y="2971801"/>
                </a:cubicBezTo>
                <a:cubicBezTo>
                  <a:pt x="4012950" y="2971800"/>
                  <a:pt x="4014694" y="2970286"/>
                  <a:pt x="4014924" y="2968235"/>
                </a:cubicBezTo>
                <a:cubicBezTo>
                  <a:pt x="4015175" y="2966012"/>
                  <a:pt x="4013601" y="2964020"/>
                  <a:pt x="4011379" y="2963789"/>
                </a:cubicBezTo>
                <a:close/>
                <a:moveTo>
                  <a:pt x="1275644" y="4030530"/>
                </a:moveTo>
                <a:cubicBezTo>
                  <a:pt x="1274552" y="4030376"/>
                  <a:pt x="1273555" y="4031144"/>
                  <a:pt x="1273422" y="4032236"/>
                </a:cubicBezTo>
                <a:cubicBezTo>
                  <a:pt x="1273268" y="4033309"/>
                  <a:pt x="1274035" y="4034306"/>
                  <a:pt x="1275127" y="4034459"/>
                </a:cubicBezTo>
                <a:cubicBezTo>
                  <a:pt x="1275204" y="4034459"/>
                  <a:pt x="1275376" y="4034478"/>
                  <a:pt x="1275376" y="4034478"/>
                </a:cubicBezTo>
                <a:cubicBezTo>
                  <a:pt x="1276354" y="4034478"/>
                  <a:pt x="1277216" y="4033750"/>
                  <a:pt x="1277350" y="4032753"/>
                </a:cubicBezTo>
                <a:cubicBezTo>
                  <a:pt x="1277485" y="4031661"/>
                  <a:pt x="1276737" y="4030664"/>
                  <a:pt x="1275644" y="4030530"/>
                </a:cubicBezTo>
                <a:close/>
                <a:moveTo>
                  <a:pt x="7621414" y="1552072"/>
                </a:moveTo>
                <a:cubicBezTo>
                  <a:pt x="7617197" y="1552293"/>
                  <a:pt x="7613475" y="1554205"/>
                  <a:pt x="7610863" y="1557113"/>
                </a:cubicBezTo>
                <a:lnTo>
                  <a:pt x="7606987" y="1568121"/>
                </a:lnTo>
                <a:lnTo>
                  <a:pt x="7611747" y="1578393"/>
                </a:lnTo>
                <a:cubicBezTo>
                  <a:pt x="7614495" y="1580988"/>
                  <a:pt x="7618193" y="1582564"/>
                  <a:pt x="7622219" y="1582564"/>
                </a:cubicBezTo>
                <a:cubicBezTo>
                  <a:pt x="7622487" y="1582564"/>
                  <a:pt x="7622775" y="1582564"/>
                  <a:pt x="7623043" y="1582564"/>
                </a:cubicBezTo>
                <a:cubicBezTo>
                  <a:pt x="7631456" y="1582104"/>
                  <a:pt x="7637915" y="1574917"/>
                  <a:pt x="7637474" y="1566503"/>
                </a:cubicBezTo>
                <a:cubicBezTo>
                  <a:pt x="7637014" y="1558071"/>
                  <a:pt x="7629827" y="1551612"/>
                  <a:pt x="7621414" y="1552072"/>
                </a:cubicBezTo>
                <a:close/>
                <a:moveTo>
                  <a:pt x="5864647" y="2237175"/>
                </a:moveTo>
                <a:cubicBezTo>
                  <a:pt x="5856984" y="2238957"/>
                  <a:pt x="5852208" y="2246604"/>
                  <a:pt x="5853992" y="2254270"/>
                </a:cubicBezTo>
                <a:cubicBezTo>
                  <a:pt x="5855525" y="2260844"/>
                  <a:pt x="5861389" y="2265290"/>
                  <a:pt x="5867867" y="2265290"/>
                </a:cubicBezTo>
                <a:cubicBezTo>
                  <a:pt x="5868923" y="2265290"/>
                  <a:pt x="5870014" y="2265175"/>
                  <a:pt x="5871103" y="2264926"/>
                </a:cubicBezTo>
                <a:cubicBezTo>
                  <a:pt x="5878754" y="2263144"/>
                  <a:pt x="5883526" y="2255497"/>
                  <a:pt x="5881742" y="2247831"/>
                </a:cubicBezTo>
                <a:cubicBezTo>
                  <a:pt x="5879960" y="2240164"/>
                  <a:pt x="5872312" y="2235392"/>
                  <a:pt x="5864647" y="2237175"/>
                </a:cubicBezTo>
                <a:close/>
                <a:moveTo>
                  <a:pt x="4567172" y="2742871"/>
                </a:moveTo>
                <a:cubicBezTo>
                  <a:pt x="4565199" y="2746876"/>
                  <a:pt x="4566849" y="2751744"/>
                  <a:pt x="4570873" y="2753738"/>
                </a:cubicBezTo>
                <a:cubicBezTo>
                  <a:pt x="4572022" y="2754293"/>
                  <a:pt x="4573249" y="2754562"/>
                  <a:pt x="4574458" y="2754562"/>
                </a:cubicBezTo>
                <a:cubicBezTo>
                  <a:pt x="4577446" y="2754562"/>
                  <a:pt x="4580321" y="2752913"/>
                  <a:pt x="4581739" y="2750038"/>
                </a:cubicBezTo>
                <a:cubicBezTo>
                  <a:pt x="4583713" y="2746014"/>
                  <a:pt x="4582065" y="2741146"/>
                  <a:pt x="4578041" y="2739172"/>
                </a:cubicBezTo>
                <a:cubicBezTo>
                  <a:pt x="4574017" y="2737198"/>
                  <a:pt x="4569167" y="2738846"/>
                  <a:pt x="4567172" y="2742871"/>
                </a:cubicBezTo>
                <a:close/>
                <a:moveTo>
                  <a:pt x="2856898" y="3410398"/>
                </a:moveTo>
                <a:cubicBezTo>
                  <a:pt x="2855959" y="3410954"/>
                  <a:pt x="2855653" y="3412161"/>
                  <a:pt x="2856189" y="3413100"/>
                </a:cubicBezTo>
                <a:cubicBezTo>
                  <a:pt x="2856573" y="3413733"/>
                  <a:pt x="2857225" y="3414078"/>
                  <a:pt x="2857914" y="3414078"/>
                </a:cubicBezTo>
                <a:cubicBezTo>
                  <a:pt x="2858240" y="3414078"/>
                  <a:pt x="2858584" y="3414002"/>
                  <a:pt x="2858911" y="3413809"/>
                </a:cubicBezTo>
                <a:cubicBezTo>
                  <a:pt x="2859850" y="3413253"/>
                  <a:pt x="2860157" y="3412046"/>
                  <a:pt x="2859620" y="3411088"/>
                </a:cubicBezTo>
                <a:cubicBezTo>
                  <a:pt x="2859064" y="3410149"/>
                  <a:pt x="2857838" y="3409842"/>
                  <a:pt x="2856898" y="3410398"/>
                </a:cubicBezTo>
                <a:close/>
                <a:moveTo>
                  <a:pt x="1050068" y="4114531"/>
                </a:moveTo>
                <a:cubicBezTo>
                  <a:pt x="1049570" y="4114359"/>
                  <a:pt x="1049033" y="4114627"/>
                  <a:pt x="1048861" y="4115125"/>
                </a:cubicBezTo>
                <a:cubicBezTo>
                  <a:pt x="1048688" y="4115643"/>
                  <a:pt x="1048957" y="4116180"/>
                  <a:pt x="1049455" y="4116352"/>
                </a:cubicBezTo>
                <a:cubicBezTo>
                  <a:pt x="1049551" y="4116391"/>
                  <a:pt x="1049762" y="4116391"/>
                  <a:pt x="1049762" y="4116391"/>
                </a:cubicBezTo>
                <a:cubicBezTo>
                  <a:pt x="1050164" y="4116391"/>
                  <a:pt x="1050528" y="4116141"/>
                  <a:pt x="1050681" y="4115739"/>
                </a:cubicBezTo>
                <a:cubicBezTo>
                  <a:pt x="1050835" y="4115240"/>
                  <a:pt x="1050567" y="4114703"/>
                  <a:pt x="1050068" y="4114531"/>
                </a:cubicBezTo>
                <a:close/>
                <a:moveTo>
                  <a:pt x="3569216" y="3130872"/>
                </a:moveTo>
                <a:lnTo>
                  <a:pt x="3569216" y="3130892"/>
                </a:lnTo>
                <a:lnTo>
                  <a:pt x="3569224" y="3130880"/>
                </a:lnTo>
                <a:close/>
                <a:moveTo>
                  <a:pt x="5380121" y="2423317"/>
                </a:moveTo>
                <a:cubicBezTo>
                  <a:pt x="5377579" y="2425550"/>
                  <a:pt x="5375893" y="2428751"/>
                  <a:pt x="5375664" y="2432392"/>
                </a:cubicBezTo>
                <a:cubicBezTo>
                  <a:pt x="5375204" y="2439694"/>
                  <a:pt x="5380743" y="2445961"/>
                  <a:pt x="5388026" y="2446440"/>
                </a:cubicBezTo>
                <a:lnTo>
                  <a:pt x="5388026" y="2446459"/>
                </a:lnTo>
                <a:cubicBezTo>
                  <a:pt x="5388312" y="2446459"/>
                  <a:pt x="5388581" y="2446459"/>
                  <a:pt x="5388867" y="2446459"/>
                </a:cubicBezTo>
                <a:cubicBezTo>
                  <a:pt x="5395785" y="2446459"/>
                  <a:pt x="5401613" y="2441093"/>
                  <a:pt x="5402074" y="2434079"/>
                </a:cubicBezTo>
                <a:cubicBezTo>
                  <a:pt x="5402514" y="2426796"/>
                  <a:pt x="5396994" y="2420510"/>
                  <a:pt x="5389711" y="2420049"/>
                </a:cubicBezTo>
                <a:cubicBezTo>
                  <a:pt x="5386060" y="2419819"/>
                  <a:pt x="5382663" y="2421084"/>
                  <a:pt x="5380121" y="2423317"/>
                </a:cubicBezTo>
                <a:close/>
                <a:moveTo>
                  <a:pt x="3570883" y="3128629"/>
                </a:moveTo>
                <a:lnTo>
                  <a:pt x="3569224" y="3130880"/>
                </a:lnTo>
                <a:lnTo>
                  <a:pt x="3571171" y="3132539"/>
                </a:lnTo>
                <a:cubicBezTo>
                  <a:pt x="3571285" y="3132539"/>
                  <a:pt x="3571478" y="3132539"/>
                  <a:pt x="3571478" y="3132539"/>
                </a:cubicBezTo>
                <a:cubicBezTo>
                  <a:pt x="3572550" y="3132367"/>
                  <a:pt x="3573298" y="3131351"/>
                  <a:pt x="3573126" y="3130278"/>
                </a:cubicBezTo>
                <a:cubicBezTo>
                  <a:pt x="3572973" y="3129185"/>
                  <a:pt x="3571956" y="3128457"/>
                  <a:pt x="3570883" y="3128629"/>
                </a:cubicBezTo>
                <a:close/>
                <a:moveTo>
                  <a:pt x="2584195" y="3509042"/>
                </a:moveTo>
                <a:cubicBezTo>
                  <a:pt x="2582777" y="3509904"/>
                  <a:pt x="2582316" y="3511744"/>
                  <a:pt x="2583160" y="3513163"/>
                </a:cubicBezTo>
                <a:cubicBezTo>
                  <a:pt x="2583735" y="3514102"/>
                  <a:pt x="2584713" y="3514619"/>
                  <a:pt x="2585748" y="3514619"/>
                </a:cubicBezTo>
                <a:cubicBezTo>
                  <a:pt x="2586264" y="3514619"/>
                  <a:pt x="2586801" y="3514485"/>
                  <a:pt x="2587281" y="3514197"/>
                </a:cubicBezTo>
                <a:cubicBezTo>
                  <a:pt x="2588698" y="3513335"/>
                  <a:pt x="2589159" y="3511495"/>
                  <a:pt x="2588316" y="3510076"/>
                </a:cubicBezTo>
                <a:cubicBezTo>
                  <a:pt x="2587472" y="3508639"/>
                  <a:pt x="2585613" y="3508198"/>
                  <a:pt x="2584195" y="3509042"/>
                </a:cubicBezTo>
                <a:close/>
                <a:moveTo>
                  <a:pt x="2940651" y="3362427"/>
                </a:moveTo>
                <a:cubicBezTo>
                  <a:pt x="2939674" y="3362944"/>
                  <a:pt x="2939329" y="3364152"/>
                  <a:pt x="2939866" y="3365111"/>
                </a:cubicBezTo>
                <a:cubicBezTo>
                  <a:pt x="2940229" y="3365762"/>
                  <a:pt x="2940919" y="3366127"/>
                  <a:pt x="2941610" y="3366127"/>
                </a:cubicBezTo>
                <a:cubicBezTo>
                  <a:pt x="2941935" y="3366127"/>
                  <a:pt x="2942260" y="3366049"/>
                  <a:pt x="2942568" y="3365877"/>
                </a:cubicBezTo>
                <a:cubicBezTo>
                  <a:pt x="2943527" y="3365340"/>
                  <a:pt x="2943871" y="3364152"/>
                  <a:pt x="2943334" y="3363194"/>
                </a:cubicBezTo>
                <a:cubicBezTo>
                  <a:pt x="2942797" y="3362236"/>
                  <a:pt x="2941590" y="3361891"/>
                  <a:pt x="2940651" y="3362427"/>
                </a:cubicBezTo>
                <a:close/>
                <a:moveTo>
                  <a:pt x="5763360" y="2258468"/>
                </a:moveTo>
                <a:cubicBezTo>
                  <a:pt x="5755615" y="2259904"/>
                  <a:pt x="5750518" y="2267341"/>
                  <a:pt x="5751974" y="2275084"/>
                </a:cubicBezTo>
                <a:cubicBezTo>
                  <a:pt x="5753240" y="2281926"/>
                  <a:pt x="5759238" y="2286717"/>
                  <a:pt x="5765965" y="2286717"/>
                </a:cubicBezTo>
                <a:cubicBezTo>
                  <a:pt x="5766828" y="2286717"/>
                  <a:pt x="5767710" y="2286641"/>
                  <a:pt x="5768590" y="2286468"/>
                </a:cubicBezTo>
                <a:cubicBezTo>
                  <a:pt x="5776315" y="2285012"/>
                  <a:pt x="5781412" y="2277575"/>
                  <a:pt x="5779975" y="2269852"/>
                </a:cubicBezTo>
                <a:cubicBezTo>
                  <a:pt x="5778517" y="2262109"/>
                  <a:pt x="5771081" y="2257011"/>
                  <a:pt x="5763360" y="2258468"/>
                </a:cubicBezTo>
                <a:close/>
                <a:moveTo>
                  <a:pt x="8161544" y="1319944"/>
                </a:moveTo>
                <a:cubicBezTo>
                  <a:pt x="8157768" y="1322266"/>
                  <a:pt x="8154879" y="1326027"/>
                  <a:pt x="8153768" y="1330675"/>
                </a:cubicBezTo>
                <a:cubicBezTo>
                  <a:pt x="8151545" y="1339970"/>
                  <a:pt x="8157295" y="1349322"/>
                  <a:pt x="8166590" y="1351526"/>
                </a:cubicBezTo>
                <a:cubicBezTo>
                  <a:pt x="8167951" y="1351852"/>
                  <a:pt x="8169292" y="1352005"/>
                  <a:pt x="8170634" y="1352005"/>
                </a:cubicBezTo>
                <a:cubicBezTo>
                  <a:pt x="8178453" y="1352005"/>
                  <a:pt x="8185544" y="1346658"/>
                  <a:pt x="8187442" y="1338723"/>
                </a:cubicBezTo>
                <a:cubicBezTo>
                  <a:pt x="8189666" y="1329429"/>
                  <a:pt x="8183934" y="1320076"/>
                  <a:pt x="8174639" y="1317853"/>
                </a:cubicBezTo>
                <a:cubicBezTo>
                  <a:pt x="8169981" y="1316741"/>
                  <a:pt x="8165319" y="1317623"/>
                  <a:pt x="8161544" y="1319944"/>
                </a:cubicBezTo>
                <a:close/>
                <a:moveTo>
                  <a:pt x="8576171" y="1157434"/>
                </a:moveTo>
                <a:cubicBezTo>
                  <a:pt x="8571692" y="1159547"/>
                  <a:pt x="8568017" y="1163371"/>
                  <a:pt x="8566206" y="1168401"/>
                </a:cubicBezTo>
                <a:cubicBezTo>
                  <a:pt x="8562603" y="1178463"/>
                  <a:pt x="8567835" y="1189541"/>
                  <a:pt x="8577896" y="1193163"/>
                </a:cubicBezTo>
                <a:cubicBezTo>
                  <a:pt x="8580044" y="1193930"/>
                  <a:pt x="8582266" y="1194314"/>
                  <a:pt x="8584432" y="1194314"/>
                </a:cubicBezTo>
                <a:cubicBezTo>
                  <a:pt x="8592366" y="1194314"/>
                  <a:pt x="8599802" y="1189388"/>
                  <a:pt x="8602658" y="1181492"/>
                </a:cubicBezTo>
                <a:cubicBezTo>
                  <a:pt x="8606261" y="1171410"/>
                  <a:pt x="8601029" y="1160333"/>
                  <a:pt x="8590967" y="1156730"/>
                </a:cubicBezTo>
                <a:cubicBezTo>
                  <a:pt x="8585936" y="1154919"/>
                  <a:pt x="8580651" y="1155321"/>
                  <a:pt x="8576171" y="1157434"/>
                </a:cubicBezTo>
                <a:close/>
                <a:moveTo>
                  <a:pt x="3475957" y="3146511"/>
                </a:moveTo>
                <a:cubicBezTo>
                  <a:pt x="3474885" y="3146741"/>
                  <a:pt x="3474214" y="3147795"/>
                  <a:pt x="3474444" y="3148868"/>
                </a:cubicBezTo>
                <a:cubicBezTo>
                  <a:pt x="3474655" y="3149788"/>
                  <a:pt x="3475478" y="3150420"/>
                  <a:pt x="3476378" y="3150420"/>
                </a:cubicBezTo>
                <a:cubicBezTo>
                  <a:pt x="3476532" y="3150420"/>
                  <a:pt x="3476667" y="3150402"/>
                  <a:pt x="3476821" y="3150383"/>
                </a:cubicBezTo>
                <a:cubicBezTo>
                  <a:pt x="3477873" y="3150133"/>
                  <a:pt x="3478564" y="3149079"/>
                  <a:pt x="3478314" y="3148006"/>
                </a:cubicBezTo>
                <a:cubicBezTo>
                  <a:pt x="3478084" y="3146952"/>
                  <a:pt x="3477031" y="3146262"/>
                  <a:pt x="3475957" y="3146511"/>
                </a:cubicBezTo>
                <a:close/>
                <a:moveTo>
                  <a:pt x="1507353" y="3914407"/>
                </a:moveTo>
                <a:cubicBezTo>
                  <a:pt x="1505705" y="3914464"/>
                  <a:pt x="1504401" y="3915844"/>
                  <a:pt x="1504459" y="3917512"/>
                </a:cubicBezTo>
                <a:cubicBezTo>
                  <a:pt x="1504498" y="3919160"/>
                  <a:pt x="1505896" y="3920463"/>
                  <a:pt x="1507545" y="3920406"/>
                </a:cubicBezTo>
                <a:lnTo>
                  <a:pt x="1507545" y="3920426"/>
                </a:lnTo>
                <a:cubicBezTo>
                  <a:pt x="1509212" y="3920368"/>
                  <a:pt x="1510496" y="3918968"/>
                  <a:pt x="1510459" y="3917320"/>
                </a:cubicBezTo>
                <a:cubicBezTo>
                  <a:pt x="1510400" y="3915653"/>
                  <a:pt x="1509020" y="3914349"/>
                  <a:pt x="1507353" y="3914407"/>
                </a:cubicBezTo>
                <a:close/>
                <a:moveTo>
                  <a:pt x="4417589" y="2778230"/>
                </a:moveTo>
                <a:cubicBezTo>
                  <a:pt x="4413909" y="2776908"/>
                  <a:pt x="4409845" y="2778805"/>
                  <a:pt x="4408506" y="2782484"/>
                </a:cubicBezTo>
                <a:cubicBezTo>
                  <a:pt x="4407182" y="2786183"/>
                  <a:pt x="4409100" y="2790246"/>
                  <a:pt x="4412778" y="2791569"/>
                </a:cubicBezTo>
                <a:cubicBezTo>
                  <a:pt x="4413563" y="2791856"/>
                  <a:pt x="4414369" y="2791990"/>
                  <a:pt x="4415174" y="2791990"/>
                </a:cubicBezTo>
                <a:cubicBezTo>
                  <a:pt x="4418087" y="2791990"/>
                  <a:pt x="4420809" y="2790189"/>
                  <a:pt x="4421843" y="2787314"/>
                </a:cubicBezTo>
                <a:cubicBezTo>
                  <a:pt x="4423185" y="2783634"/>
                  <a:pt x="4421268" y="2779572"/>
                  <a:pt x="4417589" y="2778230"/>
                </a:cubicBezTo>
                <a:close/>
                <a:moveTo>
                  <a:pt x="2667430" y="3459059"/>
                </a:moveTo>
                <a:cubicBezTo>
                  <a:pt x="2666012" y="3459921"/>
                  <a:pt x="2665552" y="3461760"/>
                  <a:pt x="2666414" y="3463179"/>
                </a:cubicBezTo>
                <a:cubicBezTo>
                  <a:pt x="2666971" y="3464118"/>
                  <a:pt x="2667967" y="3464636"/>
                  <a:pt x="2668983" y="3464636"/>
                </a:cubicBezTo>
                <a:cubicBezTo>
                  <a:pt x="2669518" y="3464636"/>
                  <a:pt x="2670055" y="3464502"/>
                  <a:pt x="2670535" y="3464215"/>
                </a:cubicBezTo>
                <a:cubicBezTo>
                  <a:pt x="2671953" y="3463371"/>
                  <a:pt x="2672412" y="3461512"/>
                  <a:pt x="2671569" y="3460093"/>
                </a:cubicBezTo>
                <a:cubicBezTo>
                  <a:pt x="2670707" y="3458676"/>
                  <a:pt x="2668868" y="3458216"/>
                  <a:pt x="2667449" y="3459059"/>
                </a:cubicBezTo>
                <a:close/>
                <a:moveTo>
                  <a:pt x="4950631" y="2567535"/>
                </a:moveTo>
                <a:cubicBezTo>
                  <a:pt x="4947952" y="2568529"/>
                  <a:pt x="4945653" y="2570546"/>
                  <a:pt x="4944368" y="2573353"/>
                </a:cubicBezTo>
                <a:cubicBezTo>
                  <a:pt x="4941779" y="2578949"/>
                  <a:pt x="4944235" y="2585600"/>
                  <a:pt x="4949849" y="2588168"/>
                </a:cubicBezTo>
                <a:cubicBezTo>
                  <a:pt x="4951363" y="2588877"/>
                  <a:pt x="4952953" y="2589203"/>
                  <a:pt x="4954505" y="2589203"/>
                </a:cubicBezTo>
                <a:cubicBezTo>
                  <a:pt x="4958741" y="2589203"/>
                  <a:pt x="4962784" y="2586788"/>
                  <a:pt x="4964683" y="2582686"/>
                </a:cubicBezTo>
                <a:cubicBezTo>
                  <a:pt x="4967251" y="2577071"/>
                  <a:pt x="4964799" y="2570440"/>
                  <a:pt x="4959184" y="2567853"/>
                </a:cubicBezTo>
                <a:cubicBezTo>
                  <a:pt x="4956375" y="2566569"/>
                  <a:pt x="4953314" y="2566541"/>
                  <a:pt x="4950631" y="2567535"/>
                </a:cubicBezTo>
                <a:close/>
                <a:moveTo>
                  <a:pt x="7889445" y="1418969"/>
                </a:moveTo>
                <a:cubicBezTo>
                  <a:pt x="7886206" y="1421595"/>
                  <a:pt x="7883969" y="1425456"/>
                  <a:pt x="7883500" y="1429932"/>
                </a:cubicBezTo>
                <a:cubicBezTo>
                  <a:pt x="7882561" y="1438882"/>
                  <a:pt x="7889058" y="1446893"/>
                  <a:pt x="7897989" y="1447832"/>
                </a:cubicBezTo>
                <a:lnTo>
                  <a:pt x="7898008" y="1447832"/>
                </a:lnTo>
                <a:cubicBezTo>
                  <a:pt x="7898582" y="1447889"/>
                  <a:pt x="7899157" y="1447928"/>
                  <a:pt x="7899733" y="1447928"/>
                </a:cubicBezTo>
                <a:cubicBezTo>
                  <a:pt x="7907955" y="1447928"/>
                  <a:pt x="7915026" y="1441699"/>
                  <a:pt x="7915908" y="1433323"/>
                </a:cubicBezTo>
                <a:cubicBezTo>
                  <a:pt x="7916828" y="1424374"/>
                  <a:pt x="7910350" y="1416362"/>
                  <a:pt x="7901400" y="1415423"/>
                </a:cubicBezTo>
                <a:cubicBezTo>
                  <a:pt x="7896925" y="1414954"/>
                  <a:pt x="7892684" y="1416343"/>
                  <a:pt x="7889445" y="1418969"/>
                </a:cubicBezTo>
                <a:close/>
                <a:moveTo>
                  <a:pt x="3742183" y="3037383"/>
                </a:moveTo>
                <a:cubicBezTo>
                  <a:pt x="3740534" y="3037499"/>
                  <a:pt x="3739270" y="3038917"/>
                  <a:pt x="3739365" y="3040584"/>
                </a:cubicBezTo>
                <a:cubicBezTo>
                  <a:pt x="3739480" y="3042175"/>
                  <a:pt x="3740783" y="3043382"/>
                  <a:pt x="3742355" y="3043382"/>
                </a:cubicBezTo>
                <a:lnTo>
                  <a:pt x="3742566" y="3043382"/>
                </a:lnTo>
                <a:cubicBezTo>
                  <a:pt x="3744213" y="3043286"/>
                  <a:pt x="3745479" y="3041849"/>
                  <a:pt x="3745364" y="3040201"/>
                </a:cubicBezTo>
                <a:cubicBezTo>
                  <a:pt x="3745268" y="3038552"/>
                  <a:pt x="3743830" y="3037288"/>
                  <a:pt x="3742183" y="3037383"/>
                </a:cubicBezTo>
                <a:close/>
                <a:moveTo>
                  <a:pt x="3025668" y="3316756"/>
                </a:moveTo>
                <a:cubicBezTo>
                  <a:pt x="3024690" y="3317255"/>
                  <a:pt x="3024327" y="3318443"/>
                  <a:pt x="3024825" y="3319420"/>
                </a:cubicBezTo>
                <a:cubicBezTo>
                  <a:pt x="3025170" y="3320110"/>
                  <a:pt x="3025860" y="3320493"/>
                  <a:pt x="3026587" y="3320493"/>
                </a:cubicBezTo>
                <a:cubicBezTo>
                  <a:pt x="3026896" y="3320493"/>
                  <a:pt x="3027202" y="3320417"/>
                  <a:pt x="3027489" y="3320282"/>
                </a:cubicBezTo>
                <a:cubicBezTo>
                  <a:pt x="3028467" y="3319765"/>
                  <a:pt x="3028831" y="3318577"/>
                  <a:pt x="3028332" y="3317600"/>
                </a:cubicBezTo>
                <a:cubicBezTo>
                  <a:pt x="3027834" y="3316622"/>
                  <a:pt x="3026646" y="3316258"/>
                  <a:pt x="3025668" y="3316756"/>
                </a:cubicBezTo>
                <a:close/>
                <a:moveTo>
                  <a:pt x="5112162" y="2501550"/>
                </a:moveTo>
                <a:cubicBezTo>
                  <a:pt x="5109376" y="2502959"/>
                  <a:pt x="5107128" y="2505431"/>
                  <a:pt x="5106084" y="2508632"/>
                </a:cubicBezTo>
                <a:cubicBezTo>
                  <a:pt x="5103976" y="2515052"/>
                  <a:pt x="5107464" y="2521933"/>
                  <a:pt x="5113885" y="2524041"/>
                </a:cubicBezTo>
                <a:cubicBezTo>
                  <a:pt x="5115151" y="2524443"/>
                  <a:pt x="5116417" y="2524654"/>
                  <a:pt x="5117680" y="2524654"/>
                </a:cubicBezTo>
                <a:cubicBezTo>
                  <a:pt x="5122815" y="2524654"/>
                  <a:pt x="5127589" y="2521377"/>
                  <a:pt x="5129273" y="2516240"/>
                </a:cubicBezTo>
                <a:cubicBezTo>
                  <a:pt x="5131366" y="2509839"/>
                  <a:pt x="5127876" y="2502940"/>
                  <a:pt x="5121474" y="2500850"/>
                </a:cubicBezTo>
                <a:cubicBezTo>
                  <a:pt x="5118273" y="2499796"/>
                  <a:pt x="5114949" y="2500141"/>
                  <a:pt x="5112162" y="2501550"/>
                </a:cubicBezTo>
                <a:close/>
                <a:moveTo>
                  <a:pt x="7516062" y="1561137"/>
                </a:moveTo>
                <a:cubicBezTo>
                  <a:pt x="7507687" y="1562133"/>
                  <a:pt x="7501708" y="1569723"/>
                  <a:pt x="7502704" y="1578099"/>
                </a:cubicBezTo>
                <a:cubicBezTo>
                  <a:pt x="7503624" y="1585861"/>
                  <a:pt x="7510217" y="1591571"/>
                  <a:pt x="7517845" y="1591571"/>
                </a:cubicBezTo>
                <a:cubicBezTo>
                  <a:pt x="7518458" y="1591572"/>
                  <a:pt x="7519051" y="1591534"/>
                  <a:pt x="7519685" y="1591456"/>
                </a:cubicBezTo>
                <a:cubicBezTo>
                  <a:pt x="7528040" y="1590460"/>
                  <a:pt x="7534020" y="1582871"/>
                  <a:pt x="7533024" y="1574495"/>
                </a:cubicBezTo>
                <a:cubicBezTo>
                  <a:pt x="7532027" y="1566120"/>
                  <a:pt x="7524437" y="1560141"/>
                  <a:pt x="7516062" y="1561137"/>
                </a:cubicBezTo>
                <a:close/>
                <a:moveTo>
                  <a:pt x="2114951" y="3668019"/>
                </a:moveTo>
                <a:cubicBezTo>
                  <a:pt x="2112882" y="3668823"/>
                  <a:pt x="2111866" y="3671161"/>
                  <a:pt x="2112671" y="3673231"/>
                </a:cubicBezTo>
                <a:cubicBezTo>
                  <a:pt x="2113303" y="3674822"/>
                  <a:pt x="2114817" y="3675780"/>
                  <a:pt x="2116427" y="3675780"/>
                </a:cubicBezTo>
                <a:cubicBezTo>
                  <a:pt x="2116906" y="3675780"/>
                  <a:pt x="2117405" y="3675704"/>
                  <a:pt x="2117884" y="3675512"/>
                </a:cubicBezTo>
                <a:cubicBezTo>
                  <a:pt x="2119953" y="3674707"/>
                  <a:pt x="2120989" y="3672369"/>
                  <a:pt x="2120164" y="3670300"/>
                </a:cubicBezTo>
                <a:cubicBezTo>
                  <a:pt x="2119360" y="3668229"/>
                  <a:pt x="2117022" y="3667195"/>
                  <a:pt x="2114951" y="3668019"/>
                </a:cubicBezTo>
                <a:close/>
                <a:moveTo>
                  <a:pt x="2205105" y="3630647"/>
                </a:moveTo>
                <a:cubicBezTo>
                  <a:pt x="2203074" y="3631528"/>
                  <a:pt x="2202135" y="3633904"/>
                  <a:pt x="2203035" y="3635936"/>
                </a:cubicBezTo>
                <a:cubicBezTo>
                  <a:pt x="2203687" y="3637449"/>
                  <a:pt x="2205162" y="3638350"/>
                  <a:pt x="2206715" y="3638350"/>
                </a:cubicBezTo>
                <a:cubicBezTo>
                  <a:pt x="2207252" y="3638350"/>
                  <a:pt x="2207807" y="3638235"/>
                  <a:pt x="2208325" y="3638005"/>
                </a:cubicBezTo>
                <a:cubicBezTo>
                  <a:pt x="2210395" y="3637124"/>
                  <a:pt x="2211296" y="3634748"/>
                  <a:pt x="2210394" y="3632716"/>
                </a:cubicBezTo>
                <a:cubicBezTo>
                  <a:pt x="2209513" y="3630665"/>
                  <a:pt x="2207137" y="3629746"/>
                  <a:pt x="2205105" y="3630647"/>
                </a:cubicBezTo>
                <a:close/>
                <a:moveTo>
                  <a:pt x="2023322" y="3701520"/>
                </a:moveTo>
                <a:cubicBezTo>
                  <a:pt x="2021233" y="3702248"/>
                  <a:pt x="2020103" y="3704528"/>
                  <a:pt x="2020811" y="3706637"/>
                </a:cubicBezTo>
                <a:cubicBezTo>
                  <a:pt x="2021387" y="3708304"/>
                  <a:pt x="2022958" y="3709358"/>
                  <a:pt x="2024625" y="3709358"/>
                </a:cubicBezTo>
                <a:cubicBezTo>
                  <a:pt x="2025047" y="3709358"/>
                  <a:pt x="2025488" y="3709281"/>
                  <a:pt x="2025929" y="3709147"/>
                </a:cubicBezTo>
                <a:cubicBezTo>
                  <a:pt x="2028018" y="3708419"/>
                  <a:pt x="2029149" y="3706138"/>
                  <a:pt x="2028440" y="3704049"/>
                </a:cubicBezTo>
                <a:cubicBezTo>
                  <a:pt x="2027730" y="3701941"/>
                  <a:pt x="2025431" y="3700810"/>
                  <a:pt x="2023341" y="3701520"/>
                </a:cubicBezTo>
                <a:close/>
                <a:moveTo>
                  <a:pt x="3382373" y="3170352"/>
                </a:moveTo>
                <a:cubicBezTo>
                  <a:pt x="3381319" y="3170660"/>
                  <a:pt x="3380706" y="3171751"/>
                  <a:pt x="3381012" y="3172805"/>
                </a:cubicBezTo>
                <a:cubicBezTo>
                  <a:pt x="3381261" y="3173687"/>
                  <a:pt x="3382047" y="3174243"/>
                  <a:pt x="3382910" y="3174243"/>
                </a:cubicBezTo>
                <a:cubicBezTo>
                  <a:pt x="3383101" y="3174243"/>
                  <a:pt x="3383275" y="3174224"/>
                  <a:pt x="3383466" y="3174166"/>
                </a:cubicBezTo>
                <a:cubicBezTo>
                  <a:pt x="3384520" y="3173860"/>
                  <a:pt x="3385113" y="3172768"/>
                  <a:pt x="3384827" y="3171713"/>
                </a:cubicBezTo>
                <a:cubicBezTo>
                  <a:pt x="3384520" y="3170660"/>
                  <a:pt x="3383427" y="3170065"/>
                  <a:pt x="3382373" y="3170352"/>
                </a:cubicBezTo>
                <a:close/>
                <a:moveTo>
                  <a:pt x="4787653" y="2621074"/>
                </a:moveTo>
                <a:cubicBezTo>
                  <a:pt x="4785084" y="2626057"/>
                  <a:pt x="4787039" y="2632171"/>
                  <a:pt x="4792041" y="2634739"/>
                </a:cubicBezTo>
                <a:cubicBezTo>
                  <a:pt x="4793517" y="2635506"/>
                  <a:pt x="4795108" y="2635870"/>
                  <a:pt x="4796659" y="2635870"/>
                </a:cubicBezTo>
                <a:cubicBezTo>
                  <a:pt x="4800358" y="2635870"/>
                  <a:pt x="4803905" y="2633858"/>
                  <a:pt x="4805706" y="2630350"/>
                </a:cubicBezTo>
                <a:cubicBezTo>
                  <a:pt x="4808273" y="2625348"/>
                  <a:pt x="4806301" y="2619234"/>
                  <a:pt x="4801318" y="2616666"/>
                </a:cubicBezTo>
                <a:cubicBezTo>
                  <a:pt x="4796335" y="2614117"/>
                  <a:pt x="4790202" y="2616072"/>
                  <a:pt x="4787653" y="2621074"/>
                </a:cubicBezTo>
                <a:close/>
                <a:moveTo>
                  <a:pt x="3112200" y="3273980"/>
                </a:moveTo>
                <a:cubicBezTo>
                  <a:pt x="3111203" y="3274458"/>
                  <a:pt x="3110781" y="3275627"/>
                  <a:pt x="3111241" y="3276624"/>
                </a:cubicBezTo>
                <a:cubicBezTo>
                  <a:pt x="3111586" y="3277333"/>
                  <a:pt x="3112295" y="3277755"/>
                  <a:pt x="3113043" y="3277755"/>
                </a:cubicBezTo>
                <a:cubicBezTo>
                  <a:pt x="3113331" y="3277755"/>
                  <a:pt x="3113599" y="3277698"/>
                  <a:pt x="3113886" y="3277563"/>
                </a:cubicBezTo>
                <a:cubicBezTo>
                  <a:pt x="3114864" y="3277103"/>
                  <a:pt x="3115286" y="3275915"/>
                  <a:pt x="3114826" y="3274938"/>
                </a:cubicBezTo>
                <a:cubicBezTo>
                  <a:pt x="3114365" y="3273941"/>
                  <a:pt x="3113177" y="3273519"/>
                  <a:pt x="3112200" y="3273980"/>
                </a:cubicBezTo>
                <a:close/>
                <a:moveTo>
                  <a:pt x="4252422" y="2827370"/>
                </a:moveTo>
                <a:cubicBezTo>
                  <a:pt x="4249163" y="2826604"/>
                  <a:pt x="4245887" y="2828635"/>
                  <a:pt x="4245140" y="2831894"/>
                </a:cubicBezTo>
                <a:cubicBezTo>
                  <a:pt x="4244372" y="2835151"/>
                  <a:pt x="4246405" y="2838428"/>
                  <a:pt x="4249662" y="2839195"/>
                </a:cubicBezTo>
                <a:lnTo>
                  <a:pt x="4249681" y="2839195"/>
                </a:lnTo>
                <a:cubicBezTo>
                  <a:pt x="4250143" y="2839291"/>
                  <a:pt x="4250601" y="2839349"/>
                  <a:pt x="4251061" y="2839349"/>
                </a:cubicBezTo>
                <a:cubicBezTo>
                  <a:pt x="4253802" y="2839349"/>
                  <a:pt x="4256313" y="2837451"/>
                  <a:pt x="4256964" y="2834653"/>
                </a:cubicBezTo>
                <a:cubicBezTo>
                  <a:pt x="4257712" y="2831395"/>
                  <a:pt x="4255679" y="2828137"/>
                  <a:pt x="4252422" y="2827370"/>
                </a:cubicBezTo>
                <a:close/>
                <a:moveTo>
                  <a:pt x="2293783" y="3589863"/>
                </a:moveTo>
                <a:cubicBezTo>
                  <a:pt x="2291771" y="3590821"/>
                  <a:pt x="2290927" y="3593235"/>
                  <a:pt x="2291905" y="3595229"/>
                </a:cubicBezTo>
                <a:cubicBezTo>
                  <a:pt x="2292595" y="3596685"/>
                  <a:pt x="2294033" y="3597509"/>
                  <a:pt x="2295527" y="3597509"/>
                </a:cubicBezTo>
                <a:cubicBezTo>
                  <a:pt x="2296103" y="3597509"/>
                  <a:pt x="2296696" y="3597394"/>
                  <a:pt x="2297271" y="3597126"/>
                </a:cubicBezTo>
                <a:cubicBezTo>
                  <a:pt x="2299265" y="3596168"/>
                  <a:pt x="2300108" y="3593754"/>
                  <a:pt x="2299150" y="3591740"/>
                </a:cubicBezTo>
                <a:cubicBezTo>
                  <a:pt x="2298191" y="3589747"/>
                  <a:pt x="2295777" y="3588904"/>
                  <a:pt x="2293783" y="3589863"/>
                </a:cubicBezTo>
                <a:close/>
                <a:moveTo>
                  <a:pt x="5661285" y="2274892"/>
                </a:moveTo>
                <a:cubicBezTo>
                  <a:pt x="5653483" y="2275946"/>
                  <a:pt x="5648004" y="2283114"/>
                  <a:pt x="5649056" y="2290915"/>
                </a:cubicBezTo>
                <a:cubicBezTo>
                  <a:pt x="5650017" y="2298063"/>
                  <a:pt x="5656129" y="2303276"/>
                  <a:pt x="5663162" y="2303276"/>
                </a:cubicBezTo>
                <a:cubicBezTo>
                  <a:pt x="5663795" y="2303276"/>
                  <a:pt x="5664428" y="2303218"/>
                  <a:pt x="5665061" y="2303142"/>
                </a:cubicBezTo>
                <a:cubicBezTo>
                  <a:pt x="5672860" y="2302088"/>
                  <a:pt x="5678341" y="2294920"/>
                  <a:pt x="5677288" y="2287139"/>
                </a:cubicBezTo>
                <a:cubicBezTo>
                  <a:pt x="5676253" y="2279338"/>
                  <a:pt x="5669085" y="2273858"/>
                  <a:pt x="5661285" y="2274892"/>
                </a:cubicBezTo>
                <a:close/>
                <a:moveTo>
                  <a:pt x="3913559" y="2957004"/>
                </a:moveTo>
                <a:cubicBezTo>
                  <a:pt x="3911336" y="2956947"/>
                  <a:pt x="3909478" y="2958691"/>
                  <a:pt x="3909419" y="2960915"/>
                </a:cubicBezTo>
                <a:cubicBezTo>
                  <a:pt x="3909361" y="2963138"/>
                  <a:pt x="3911106" y="2964997"/>
                  <a:pt x="3913329" y="2965054"/>
                </a:cubicBezTo>
                <a:lnTo>
                  <a:pt x="3913444" y="2965054"/>
                </a:lnTo>
                <a:cubicBezTo>
                  <a:pt x="3915610" y="2965054"/>
                  <a:pt x="3917409" y="2963329"/>
                  <a:pt x="3917469" y="2961145"/>
                </a:cubicBezTo>
                <a:cubicBezTo>
                  <a:pt x="3917526" y="2958921"/>
                  <a:pt x="3915782" y="2957062"/>
                  <a:pt x="3913559" y="2957004"/>
                </a:cubicBezTo>
                <a:close/>
                <a:moveTo>
                  <a:pt x="3290419" y="3199848"/>
                </a:moveTo>
                <a:cubicBezTo>
                  <a:pt x="3289383" y="3200212"/>
                  <a:pt x="3288827" y="3201343"/>
                  <a:pt x="3289211" y="3202378"/>
                </a:cubicBezTo>
                <a:cubicBezTo>
                  <a:pt x="3289498" y="3203183"/>
                  <a:pt x="3290264" y="3203701"/>
                  <a:pt x="3291070" y="3203700"/>
                </a:cubicBezTo>
                <a:cubicBezTo>
                  <a:pt x="3291280" y="3203700"/>
                  <a:pt x="3291511" y="3203662"/>
                  <a:pt x="3291721" y="3203566"/>
                </a:cubicBezTo>
                <a:cubicBezTo>
                  <a:pt x="3292756" y="3203221"/>
                  <a:pt x="3293293" y="3202071"/>
                  <a:pt x="3292928" y="3201055"/>
                </a:cubicBezTo>
                <a:cubicBezTo>
                  <a:pt x="3292565" y="3200020"/>
                  <a:pt x="3291434" y="3199484"/>
                  <a:pt x="3290419" y="3199848"/>
                </a:cubicBezTo>
                <a:close/>
                <a:moveTo>
                  <a:pt x="1930236" y="3730651"/>
                </a:moveTo>
                <a:cubicBezTo>
                  <a:pt x="1928108" y="3731264"/>
                  <a:pt x="1926863" y="3733487"/>
                  <a:pt x="1927476" y="3735615"/>
                </a:cubicBezTo>
                <a:cubicBezTo>
                  <a:pt x="1927975" y="3737397"/>
                  <a:pt x="1929585" y="3738546"/>
                  <a:pt x="1931348" y="3738546"/>
                </a:cubicBezTo>
                <a:cubicBezTo>
                  <a:pt x="1931712" y="3738546"/>
                  <a:pt x="1932076" y="3738489"/>
                  <a:pt x="1932460" y="3738394"/>
                </a:cubicBezTo>
                <a:cubicBezTo>
                  <a:pt x="1934587" y="3737780"/>
                  <a:pt x="1935833" y="3735557"/>
                  <a:pt x="1935220" y="3733410"/>
                </a:cubicBezTo>
                <a:cubicBezTo>
                  <a:pt x="1934606" y="3731284"/>
                  <a:pt x="1932382" y="3730037"/>
                  <a:pt x="1930236" y="3730651"/>
                </a:cubicBezTo>
                <a:close/>
                <a:moveTo>
                  <a:pt x="3200380" y="3234710"/>
                </a:moveTo>
                <a:cubicBezTo>
                  <a:pt x="3199363" y="3235131"/>
                  <a:pt x="3198885" y="3236300"/>
                  <a:pt x="3199307" y="3237297"/>
                </a:cubicBezTo>
                <a:cubicBezTo>
                  <a:pt x="3199613" y="3238063"/>
                  <a:pt x="3200360" y="3238523"/>
                  <a:pt x="3201146" y="3238523"/>
                </a:cubicBezTo>
                <a:cubicBezTo>
                  <a:pt x="3201394" y="3238523"/>
                  <a:pt x="3201645" y="3238466"/>
                  <a:pt x="3201893" y="3238370"/>
                </a:cubicBezTo>
                <a:cubicBezTo>
                  <a:pt x="3202909" y="3237948"/>
                  <a:pt x="3203388" y="3236780"/>
                  <a:pt x="3202966" y="3235764"/>
                </a:cubicBezTo>
                <a:cubicBezTo>
                  <a:pt x="3202545" y="3234767"/>
                  <a:pt x="3201376" y="3234288"/>
                  <a:pt x="3200380" y="3234710"/>
                </a:cubicBezTo>
                <a:close/>
                <a:moveTo>
                  <a:pt x="2750818" y="3409248"/>
                </a:moveTo>
                <a:cubicBezTo>
                  <a:pt x="2749381" y="3410111"/>
                  <a:pt x="2748921" y="3411951"/>
                  <a:pt x="2749764" y="3413368"/>
                </a:cubicBezTo>
                <a:cubicBezTo>
                  <a:pt x="2750320" y="3414326"/>
                  <a:pt x="2751317" y="3414845"/>
                  <a:pt x="2752352" y="3414845"/>
                </a:cubicBezTo>
                <a:cubicBezTo>
                  <a:pt x="2752869" y="3414845"/>
                  <a:pt x="2753386" y="3414710"/>
                  <a:pt x="2753865" y="3414423"/>
                </a:cubicBezTo>
                <a:cubicBezTo>
                  <a:pt x="2755303" y="3413580"/>
                  <a:pt x="2755763" y="3411739"/>
                  <a:pt x="2754920" y="3410302"/>
                </a:cubicBezTo>
                <a:cubicBezTo>
                  <a:pt x="2754077" y="3408883"/>
                  <a:pt x="2752237" y="3408405"/>
                  <a:pt x="2750818" y="3409248"/>
                </a:cubicBezTo>
                <a:close/>
                <a:moveTo>
                  <a:pt x="4083976" y="2887031"/>
                </a:moveTo>
                <a:cubicBezTo>
                  <a:pt x="4081198" y="2886687"/>
                  <a:pt x="4078688" y="2888661"/>
                  <a:pt x="4078343" y="2891420"/>
                </a:cubicBezTo>
                <a:cubicBezTo>
                  <a:pt x="4077998" y="2894180"/>
                  <a:pt x="4079953" y="2896711"/>
                  <a:pt x="4082732" y="2897055"/>
                </a:cubicBezTo>
                <a:cubicBezTo>
                  <a:pt x="4082941" y="2897094"/>
                  <a:pt x="4083134" y="2897094"/>
                  <a:pt x="4083344" y="2897094"/>
                </a:cubicBezTo>
                <a:cubicBezTo>
                  <a:pt x="4085856" y="2897094"/>
                  <a:pt x="4088040" y="2895234"/>
                  <a:pt x="4088366" y="2892666"/>
                </a:cubicBezTo>
                <a:cubicBezTo>
                  <a:pt x="4088691" y="2889906"/>
                  <a:pt x="4086736" y="2887377"/>
                  <a:pt x="4083976" y="2887031"/>
                </a:cubicBezTo>
                <a:close/>
                <a:moveTo>
                  <a:pt x="2381196" y="3546376"/>
                </a:moveTo>
                <a:cubicBezTo>
                  <a:pt x="2379222" y="3547392"/>
                  <a:pt x="2378436" y="3549806"/>
                  <a:pt x="2379452" y="3551800"/>
                </a:cubicBezTo>
                <a:cubicBezTo>
                  <a:pt x="2380161" y="3553180"/>
                  <a:pt x="2381579" y="3553985"/>
                  <a:pt x="2383036" y="3553985"/>
                </a:cubicBezTo>
                <a:cubicBezTo>
                  <a:pt x="2383649" y="3553985"/>
                  <a:pt x="2384282" y="3553832"/>
                  <a:pt x="2384876" y="3553545"/>
                </a:cubicBezTo>
                <a:cubicBezTo>
                  <a:pt x="2386849" y="3552528"/>
                  <a:pt x="2387635" y="3550095"/>
                  <a:pt x="2386620" y="3548120"/>
                </a:cubicBezTo>
                <a:cubicBezTo>
                  <a:pt x="2385604" y="3546147"/>
                  <a:pt x="2383170" y="3545360"/>
                  <a:pt x="2381196" y="3546376"/>
                </a:cubicBezTo>
                <a:close/>
                <a:moveTo>
                  <a:pt x="1180988" y="4013166"/>
                </a:moveTo>
                <a:cubicBezTo>
                  <a:pt x="1179934" y="4012917"/>
                  <a:pt x="1178860" y="4013569"/>
                  <a:pt x="1178610" y="4014642"/>
                </a:cubicBezTo>
                <a:cubicBezTo>
                  <a:pt x="1178361" y="4015696"/>
                  <a:pt x="1179032" y="4016769"/>
                  <a:pt x="1180086" y="4017019"/>
                </a:cubicBezTo>
                <a:cubicBezTo>
                  <a:pt x="1180241" y="4017056"/>
                  <a:pt x="1180393" y="4017076"/>
                  <a:pt x="1180547" y="4017076"/>
                </a:cubicBezTo>
                <a:cubicBezTo>
                  <a:pt x="1181428" y="4017076"/>
                  <a:pt x="1182252" y="4016463"/>
                  <a:pt x="1182463" y="4015543"/>
                </a:cubicBezTo>
                <a:cubicBezTo>
                  <a:pt x="1182711" y="4014488"/>
                  <a:pt x="1182061" y="4013416"/>
                  <a:pt x="1180988" y="4013166"/>
                </a:cubicBezTo>
                <a:close/>
                <a:moveTo>
                  <a:pt x="8723429" y="1067834"/>
                </a:moveTo>
                <a:cubicBezTo>
                  <a:pt x="8718671" y="1069973"/>
                  <a:pt x="8714728" y="1073926"/>
                  <a:pt x="8712725" y="1079187"/>
                </a:cubicBezTo>
                <a:cubicBezTo>
                  <a:pt x="8708739" y="1089709"/>
                  <a:pt x="8714028" y="1101476"/>
                  <a:pt x="8724550" y="1105463"/>
                </a:cubicBezTo>
                <a:cubicBezTo>
                  <a:pt x="8726927" y="1106383"/>
                  <a:pt x="8729380" y="1106804"/>
                  <a:pt x="8731775" y="1106804"/>
                </a:cubicBezTo>
                <a:lnTo>
                  <a:pt x="8742928" y="1099107"/>
                </a:lnTo>
                <a:lnTo>
                  <a:pt x="8730635" y="1067616"/>
                </a:lnTo>
                <a:close/>
                <a:moveTo>
                  <a:pt x="3642753" y="3050320"/>
                </a:moveTo>
                <a:lnTo>
                  <a:pt x="3642753" y="3050339"/>
                </a:lnTo>
                <a:lnTo>
                  <a:pt x="3642762" y="3050328"/>
                </a:lnTo>
                <a:close/>
                <a:moveTo>
                  <a:pt x="5278313" y="2411063"/>
                </a:moveTo>
                <a:cubicBezTo>
                  <a:pt x="5275567" y="2413040"/>
                  <a:pt x="5273579" y="2416063"/>
                  <a:pt x="5272994" y="2419666"/>
                </a:cubicBezTo>
                <a:cubicBezTo>
                  <a:pt x="5271826" y="2426892"/>
                  <a:pt x="5276712" y="2433676"/>
                  <a:pt x="5283938" y="2434845"/>
                </a:cubicBezTo>
                <a:cubicBezTo>
                  <a:pt x="5284647" y="2434960"/>
                  <a:pt x="5285376" y="2435018"/>
                  <a:pt x="5286066" y="2435018"/>
                </a:cubicBezTo>
                <a:cubicBezTo>
                  <a:pt x="5292449" y="2435018"/>
                  <a:pt x="5298044" y="2430399"/>
                  <a:pt x="5299099" y="2423902"/>
                </a:cubicBezTo>
                <a:cubicBezTo>
                  <a:pt x="5300267" y="2416695"/>
                  <a:pt x="5295379" y="2409911"/>
                  <a:pt x="5288173" y="2408742"/>
                </a:cubicBezTo>
                <a:cubicBezTo>
                  <a:pt x="5284561" y="2408157"/>
                  <a:pt x="5281058" y="2409087"/>
                  <a:pt x="5278313" y="2411063"/>
                </a:cubicBezTo>
                <a:close/>
                <a:moveTo>
                  <a:pt x="1835770" y="3754818"/>
                </a:moveTo>
                <a:cubicBezTo>
                  <a:pt x="1833605" y="3755297"/>
                  <a:pt x="1832244" y="3757444"/>
                  <a:pt x="1832743" y="3759629"/>
                </a:cubicBezTo>
                <a:cubicBezTo>
                  <a:pt x="1833164" y="3761488"/>
                  <a:pt x="1834831" y="3762771"/>
                  <a:pt x="1836671" y="3762771"/>
                </a:cubicBezTo>
                <a:cubicBezTo>
                  <a:pt x="1836959" y="3762771"/>
                  <a:pt x="1837246" y="3762734"/>
                  <a:pt x="1837553" y="3762656"/>
                </a:cubicBezTo>
                <a:cubicBezTo>
                  <a:pt x="1839719" y="3762158"/>
                  <a:pt x="1841080" y="3760012"/>
                  <a:pt x="1840581" y="3757847"/>
                </a:cubicBezTo>
                <a:cubicBezTo>
                  <a:pt x="1840102" y="3755681"/>
                  <a:pt x="1837955" y="3754319"/>
                  <a:pt x="1835770" y="3754818"/>
                </a:cubicBezTo>
                <a:close/>
                <a:moveTo>
                  <a:pt x="4632432" y="2661781"/>
                </a:moveTo>
                <a:cubicBezTo>
                  <a:pt x="4630266" y="2666342"/>
                  <a:pt x="4632220" y="2671786"/>
                  <a:pt x="4636782" y="2673951"/>
                </a:cubicBezTo>
                <a:cubicBezTo>
                  <a:pt x="4638048" y="2674545"/>
                  <a:pt x="4639369" y="2674833"/>
                  <a:pt x="4640673" y="2674833"/>
                </a:cubicBezTo>
                <a:cubicBezTo>
                  <a:pt x="4644104" y="2674833"/>
                  <a:pt x="4647382" y="2672897"/>
                  <a:pt x="4648951" y="2669601"/>
                </a:cubicBezTo>
                <a:cubicBezTo>
                  <a:pt x="4651099" y="2665021"/>
                  <a:pt x="4649143" y="2659578"/>
                  <a:pt x="4644602" y="2657431"/>
                </a:cubicBezTo>
                <a:cubicBezTo>
                  <a:pt x="4640041" y="2655265"/>
                  <a:pt x="4634578" y="2657220"/>
                  <a:pt x="4632432" y="2661781"/>
                </a:cubicBezTo>
                <a:close/>
                <a:moveTo>
                  <a:pt x="7411554" y="1576852"/>
                </a:moveTo>
                <a:cubicBezTo>
                  <a:pt x="7403256" y="1578367"/>
                  <a:pt x="7397755" y="1586302"/>
                  <a:pt x="7399249" y="1594600"/>
                </a:cubicBezTo>
                <a:cubicBezTo>
                  <a:pt x="7400572" y="1601979"/>
                  <a:pt x="7406992" y="1607153"/>
                  <a:pt x="7414256" y="1607153"/>
                </a:cubicBezTo>
                <a:cubicBezTo>
                  <a:pt x="7415137" y="1607153"/>
                  <a:pt x="7416057" y="1607076"/>
                  <a:pt x="7416978" y="1606923"/>
                </a:cubicBezTo>
                <a:cubicBezTo>
                  <a:pt x="7425275" y="1605410"/>
                  <a:pt x="7430795" y="1597475"/>
                  <a:pt x="7429300" y="1589176"/>
                </a:cubicBezTo>
                <a:cubicBezTo>
                  <a:pt x="7427786" y="1580877"/>
                  <a:pt x="7419852" y="1575358"/>
                  <a:pt x="7411554" y="1576852"/>
                </a:cubicBezTo>
                <a:close/>
                <a:moveTo>
                  <a:pt x="3645341" y="3046966"/>
                </a:moveTo>
                <a:lnTo>
                  <a:pt x="3642762" y="3050328"/>
                </a:lnTo>
                <a:lnTo>
                  <a:pt x="3645723" y="3052926"/>
                </a:lnTo>
                <a:cubicBezTo>
                  <a:pt x="3645858" y="3052926"/>
                  <a:pt x="3645991" y="3052926"/>
                  <a:pt x="3646125" y="3052926"/>
                </a:cubicBezTo>
                <a:cubicBezTo>
                  <a:pt x="3647774" y="3052697"/>
                  <a:pt x="3648924" y="3051183"/>
                  <a:pt x="3648713" y="3049534"/>
                </a:cubicBezTo>
                <a:cubicBezTo>
                  <a:pt x="3648503" y="3047906"/>
                  <a:pt x="3646988" y="3046737"/>
                  <a:pt x="3645341" y="3046966"/>
                </a:cubicBezTo>
                <a:close/>
                <a:moveTo>
                  <a:pt x="2834628" y="3360146"/>
                </a:moveTo>
                <a:cubicBezTo>
                  <a:pt x="2833172" y="3360989"/>
                  <a:pt x="2832692" y="3362811"/>
                  <a:pt x="2833517" y="3364248"/>
                </a:cubicBezTo>
                <a:cubicBezTo>
                  <a:pt x="2834072" y="3365225"/>
                  <a:pt x="2835088" y="3365762"/>
                  <a:pt x="2836123" y="3365762"/>
                </a:cubicBezTo>
                <a:cubicBezTo>
                  <a:pt x="2836641" y="3365762"/>
                  <a:pt x="2837158" y="3365628"/>
                  <a:pt x="2837618" y="3365359"/>
                </a:cubicBezTo>
                <a:cubicBezTo>
                  <a:pt x="2839055" y="3364516"/>
                  <a:pt x="2839554" y="3362696"/>
                  <a:pt x="2838710" y="3361258"/>
                </a:cubicBezTo>
                <a:cubicBezTo>
                  <a:pt x="2837886" y="3359821"/>
                  <a:pt x="2836046" y="3359322"/>
                  <a:pt x="2834628" y="3360146"/>
                </a:cubicBezTo>
                <a:close/>
                <a:moveTo>
                  <a:pt x="8321637" y="1217395"/>
                </a:moveTo>
                <a:cubicBezTo>
                  <a:pt x="8317502" y="1219611"/>
                  <a:pt x="8314210" y="1223406"/>
                  <a:pt x="8312744" y="1228255"/>
                </a:cubicBezTo>
                <a:cubicBezTo>
                  <a:pt x="8309813" y="1237934"/>
                  <a:pt x="8315275" y="1248167"/>
                  <a:pt x="8324972" y="1251100"/>
                </a:cubicBezTo>
                <a:cubicBezTo>
                  <a:pt x="8326755" y="1251637"/>
                  <a:pt x="8328537" y="1251905"/>
                  <a:pt x="8330280" y="1251905"/>
                </a:cubicBezTo>
                <a:cubicBezTo>
                  <a:pt x="8338158" y="1251905"/>
                  <a:pt x="8345441" y="1246787"/>
                  <a:pt x="8347836" y="1238873"/>
                </a:cubicBezTo>
                <a:cubicBezTo>
                  <a:pt x="8350769" y="1229175"/>
                  <a:pt x="8345287" y="1218941"/>
                  <a:pt x="8335590" y="1216008"/>
                </a:cubicBezTo>
                <a:cubicBezTo>
                  <a:pt x="8330750" y="1214542"/>
                  <a:pt x="8325772" y="1215179"/>
                  <a:pt x="8321637" y="1217395"/>
                </a:cubicBezTo>
                <a:close/>
                <a:moveTo>
                  <a:pt x="2467612" y="3500897"/>
                </a:moveTo>
                <a:cubicBezTo>
                  <a:pt x="2465657" y="3501951"/>
                  <a:pt x="2464910" y="3504385"/>
                  <a:pt x="2465965" y="3506359"/>
                </a:cubicBezTo>
                <a:cubicBezTo>
                  <a:pt x="2466693" y="3507700"/>
                  <a:pt x="2468092" y="3508467"/>
                  <a:pt x="2469510" y="3508467"/>
                </a:cubicBezTo>
                <a:cubicBezTo>
                  <a:pt x="2470161" y="3508467"/>
                  <a:pt x="2470813" y="3508314"/>
                  <a:pt x="2471426" y="3507989"/>
                </a:cubicBezTo>
                <a:cubicBezTo>
                  <a:pt x="2473381" y="3506935"/>
                  <a:pt x="2474109" y="3504500"/>
                  <a:pt x="2473055" y="3502546"/>
                </a:cubicBezTo>
                <a:cubicBezTo>
                  <a:pt x="2472001" y="3500571"/>
                  <a:pt x="2469567" y="3499843"/>
                  <a:pt x="2467612" y="3500897"/>
                </a:cubicBezTo>
                <a:close/>
                <a:moveTo>
                  <a:pt x="1410550" y="3913468"/>
                </a:moveTo>
                <a:cubicBezTo>
                  <a:pt x="1408882" y="3913373"/>
                  <a:pt x="1407483" y="3914637"/>
                  <a:pt x="1407386" y="3916305"/>
                </a:cubicBezTo>
                <a:cubicBezTo>
                  <a:pt x="1407311" y="3917953"/>
                  <a:pt x="1408575" y="3919371"/>
                  <a:pt x="1410224" y="3919448"/>
                </a:cubicBezTo>
                <a:lnTo>
                  <a:pt x="1410224" y="3919467"/>
                </a:lnTo>
                <a:cubicBezTo>
                  <a:pt x="1410281" y="3919467"/>
                  <a:pt x="1410396" y="3919467"/>
                  <a:pt x="1410396" y="3919467"/>
                </a:cubicBezTo>
                <a:cubicBezTo>
                  <a:pt x="1411967" y="3919467"/>
                  <a:pt x="1413309" y="3918221"/>
                  <a:pt x="1413385" y="3916611"/>
                </a:cubicBezTo>
                <a:cubicBezTo>
                  <a:pt x="1413462" y="3914963"/>
                  <a:pt x="1412198" y="3913545"/>
                  <a:pt x="1410550" y="3913468"/>
                </a:cubicBezTo>
                <a:close/>
                <a:moveTo>
                  <a:pt x="5558596" y="2285548"/>
                </a:moveTo>
                <a:cubicBezTo>
                  <a:pt x="5550738" y="2286123"/>
                  <a:pt x="5544836" y="2292946"/>
                  <a:pt x="5545411" y="2300784"/>
                </a:cubicBezTo>
                <a:cubicBezTo>
                  <a:pt x="5545947" y="2308278"/>
                  <a:pt x="5552194" y="2314008"/>
                  <a:pt x="5559594" y="2314008"/>
                </a:cubicBezTo>
                <a:cubicBezTo>
                  <a:pt x="5559936" y="2314008"/>
                  <a:pt x="5560283" y="2313970"/>
                  <a:pt x="5560628" y="2313970"/>
                </a:cubicBezTo>
                <a:cubicBezTo>
                  <a:pt x="5568486" y="2313415"/>
                  <a:pt x="5574388" y="2306592"/>
                  <a:pt x="5573832" y="2298733"/>
                </a:cubicBezTo>
                <a:cubicBezTo>
                  <a:pt x="5573258" y="2290895"/>
                  <a:pt x="5566437" y="2284992"/>
                  <a:pt x="5558596" y="2285548"/>
                </a:cubicBezTo>
                <a:close/>
                <a:moveTo>
                  <a:pt x="959646" y="4080417"/>
                </a:moveTo>
                <a:cubicBezTo>
                  <a:pt x="959435" y="4080916"/>
                  <a:pt x="959665" y="4081471"/>
                  <a:pt x="960145" y="4081682"/>
                </a:cubicBezTo>
                <a:cubicBezTo>
                  <a:pt x="960260" y="4081740"/>
                  <a:pt x="960394" y="4081778"/>
                  <a:pt x="960528" y="4081778"/>
                </a:cubicBezTo>
                <a:cubicBezTo>
                  <a:pt x="960893" y="4081778"/>
                  <a:pt x="961256" y="4081567"/>
                  <a:pt x="961410" y="4081203"/>
                </a:cubicBezTo>
                <a:cubicBezTo>
                  <a:pt x="961621" y="4080704"/>
                  <a:pt x="961390" y="4080148"/>
                  <a:pt x="960911" y="4079938"/>
                </a:cubicBezTo>
                <a:cubicBezTo>
                  <a:pt x="960432" y="4079727"/>
                  <a:pt x="959857" y="4079938"/>
                  <a:pt x="959646" y="4080417"/>
                </a:cubicBezTo>
                <a:close/>
                <a:moveTo>
                  <a:pt x="1740098" y="3773370"/>
                </a:moveTo>
                <a:cubicBezTo>
                  <a:pt x="1737893" y="3773715"/>
                  <a:pt x="1736398" y="3775786"/>
                  <a:pt x="1736763" y="3777970"/>
                </a:cubicBezTo>
                <a:cubicBezTo>
                  <a:pt x="1737069" y="3779963"/>
                  <a:pt x="1738775" y="3781362"/>
                  <a:pt x="1740730" y="3781362"/>
                </a:cubicBezTo>
                <a:cubicBezTo>
                  <a:pt x="1740941" y="3781362"/>
                  <a:pt x="1741151" y="3781343"/>
                  <a:pt x="1741363" y="3781305"/>
                </a:cubicBezTo>
                <a:cubicBezTo>
                  <a:pt x="1743566" y="3780960"/>
                  <a:pt x="1745061" y="3778890"/>
                  <a:pt x="1744697" y="3776705"/>
                </a:cubicBezTo>
                <a:cubicBezTo>
                  <a:pt x="1744352" y="3774501"/>
                  <a:pt x="1742282" y="3773006"/>
                  <a:pt x="1740098" y="3773370"/>
                </a:cubicBezTo>
                <a:close/>
                <a:moveTo>
                  <a:pt x="2919166" y="3312290"/>
                </a:moveTo>
                <a:cubicBezTo>
                  <a:pt x="2917710" y="3313095"/>
                  <a:pt x="2917193" y="3314917"/>
                  <a:pt x="2917997" y="3316373"/>
                </a:cubicBezTo>
                <a:cubicBezTo>
                  <a:pt x="2918535" y="3317369"/>
                  <a:pt x="2919569" y="3317925"/>
                  <a:pt x="2920623" y="3317925"/>
                </a:cubicBezTo>
                <a:cubicBezTo>
                  <a:pt x="2921121" y="3317925"/>
                  <a:pt x="2921619" y="3317791"/>
                  <a:pt x="2922079" y="3317542"/>
                </a:cubicBezTo>
                <a:cubicBezTo>
                  <a:pt x="2923516" y="3316737"/>
                  <a:pt x="2924053" y="3314916"/>
                  <a:pt x="2923248" y="3313459"/>
                </a:cubicBezTo>
                <a:cubicBezTo>
                  <a:pt x="2922444" y="3312003"/>
                  <a:pt x="2920623" y="3311486"/>
                  <a:pt x="2919166" y="3312290"/>
                </a:cubicBezTo>
                <a:close/>
                <a:moveTo>
                  <a:pt x="7308195" y="1598356"/>
                </a:moveTo>
                <a:cubicBezTo>
                  <a:pt x="7299992" y="1600291"/>
                  <a:pt x="7294895" y="1608495"/>
                  <a:pt x="7296830" y="1616717"/>
                </a:cubicBezTo>
                <a:lnTo>
                  <a:pt x="7296811" y="1616717"/>
                </a:lnTo>
                <a:cubicBezTo>
                  <a:pt x="7298459" y="1623750"/>
                  <a:pt x="7304726" y="1628503"/>
                  <a:pt x="7311664" y="1628503"/>
                </a:cubicBezTo>
                <a:cubicBezTo>
                  <a:pt x="7312814" y="1628503"/>
                  <a:pt x="7313983" y="1628369"/>
                  <a:pt x="7315151" y="1628082"/>
                </a:cubicBezTo>
                <a:cubicBezTo>
                  <a:pt x="7323355" y="1626165"/>
                  <a:pt x="7328452" y="1617962"/>
                  <a:pt x="7326535" y="1609741"/>
                </a:cubicBezTo>
                <a:cubicBezTo>
                  <a:pt x="7324619" y="1601538"/>
                  <a:pt x="7316397" y="1596440"/>
                  <a:pt x="7308195" y="1598356"/>
                </a:cubicBezTo>
                <a:close/>
                <a:moveTo>
                  <a:pt x="2553262" y="3453961"/>
                </a:moveTo>
                <a:cubicBezTo>
                  <a:pt x="2551327" y="3455054"/>
                  <a:pt x="2550618" y="3457507"/>
                  <a:pt x="2551710" y="3459443"/>
                </a:cubicBezTo>
                <a:cubicBezTo>
                  <a:pt x="2552438" y="3460764"/>
                  <a:pt x="2553818" y="3461513"/>
                  <a:pt x="2555217" y="3461513"/>
                </a:cubicBezTo>
                <a:cubicBezTo>
                  <a:pt x="2555888" y="3461513"/>
                  <a:pt x="2556559" y="3461340"/>
                  <a:pt x="2557172" y="3460995"/>
                </a:cubicBezTo>
                <a:cubicBezTo>
                  <a:pt x="2559127" y="3459921"/>
                  <a:pt x="2559816" y="3457468"/>
                  <a:pt x="2558743" y="3455532"/>
                </a:cubicBezTo>
                <a:cubicBezTo>
                  <a:pt x="2557651" y="3453578"/>
                  <a:pt x="2555199" y="3452889"/>
                  <a:pt x="2553262" y="3453961"/>
                </a:cubicBezTo>
                <a:close/>
                <a:moveTo>
                  <a:pt x="4485107" y="2699346"/>
                </a:moveTo>
                <a:cubicBezTo>
                  <a:pt x="4480891" y="2697813"/>
                  <a:pt x="4476233" y="2699998"/>
                  <a:pt x="4474703" y="2704214"/>
                </a:cubicBezTo>
                <a:cubicBezTo>
                  <a:pt x="4473168" y="2708431"/>
                  <a:pt x="4475354" y="2713069"/>
                  <a:pt x="4479569" y="2714602"/>
                </a:cubicBezTo>
                <a:cubicBezTo>
                  <a:pt x="4480469" y="2714928"/>
                  <a:pt x="4481410" y="2715100"/>
                  <a:pt x="4482329" y="2715100"/>
                </a:cubicBezTo>
                <a:cubicBezTo>
                  <a:pt x="4485646" y="2715100"/>
                  <a:pt x="4488749" y="2713049"/>
                  <a:pt x="4489955" y="2709753"/>
                </a:cubicBezTo>
                <a:cubicBezTo>
                  <a:pt x="4491491" y="2705537"/>
                  <a:pt x="4489305" y="2700879"/>
                  <a:pt x="4485107" y="2699346"/>
                </a:cubicBezTo>
                <a:close/>
                <a:moveTo>
                  <a:pt x="7783610" y="1411662"/>
                </a:moveTo>
                <a:cubicBezTo>
                  <a:pt x="7780529" y="1414475"/>
                  <a:pt x="7778521" y="1418461"/>
                  <a:pt x="7778320" y="1422955"/>
                </a:cubicBezTo>
                <a:cubicBezTo>
                  <a:pt x="7777898" y="1431944"/>
                  <a:pt x="7784875" y="1439553"/>
                  <a:pt x="7793864" y="1439974"/>
                </a:cubicBezTo>
                <a:lnTo>
                  <a:pt x="7793882" y="1439974"/>
                </a:lnTo>
                <a:cubicBezTo>
                  <a:pt x="7794132" y="1439974"/>
                  <a:pt x="7794381" y="1439993"/>
                  <a:pt x="7794631" y="1439993"/>
                </a:cubicBezTo>
                <a:cubicBezTo>
                  <a:pt x="7803273" y="1439993"/>
                  <a:pt x="7810498" y="1433171"/>
                  <a:pt x="7810882" y="1424431"/>
                </a:cubicBezTo>
                <a:cubicBezTo>
                  <a:pt x="7811284" y="1415443"/>
                  <a:pt x="7804347" y="1407834"/>
                  <a:pt x="7795339" y="1407412"/>
                </a:cubicBezTo>
                <a:cubicBezTo>
                  <a:pt x="7790845" y="1407211"/>
                  <a:pt x="7786691" y="1408850"/>
                  <a:pt x="7783610" y="1411662"/>
                </a:cubicBezTo>
                <a:close/>
                <a:moveTo>
                  <a:pt x="3549361" y="3062912"/>
                </a:moveTo>
                <a:cubicBezTo>
                  <a:pt x="3547731" y="3063238"/>
                  <a:pt x="3546677" y="3064809"/>
                  <a:pt x="3547003" y="3066438"/>
                </a:cubicBezTo>
                <a:cubicBezTo>
                  <a:pt x="3547290" y="3067875"/>
                  <a:pt x="3548536" y="3068853"/>
                  <a:pt x="3549954" y="3068853"/>
                </a:cubicBezTo>
                <a:cubicBezTo>
                  <a:pt x="3550146" y="3068853"/>
                  <a:pt x="3550337" y="3068853"/>
                  <a:pt x="3550529" y="3068795"/>
                </a:cubicBezTo>
                <a:cubicBezTo>
                  <a:pt x="3552158" y="3068470"/>
                  <a:pt x="3553213" y="3066898"/>
                  <a:pt x="3552887" y="3065269"/>
                </a:cubicBezTo>
                <a:cubicBezTo>
                  <a:pt x="3552560" y="3063640"/>
                  <a:pt x="3550990" y="3062586"/>
                  <a:pt x="3549361" y="3062912"/>
                </a:cubicBezTo>
                <a:close/>
                <a:moveTo>
                  <a:pt x="3815528" y="2958020"/>
                </a:moveTo>
                <a:cubicBezTo>
                  <a:pt x="3813306" y="2958135"/>
                  <a:pt x="3811600" y="2960013"/>
                  <a:pt x="3811697" y="2962236"/>
                </a:cubicBezTo>
                <a:cubicBezTo>
                  <a:pt x="3811791" y="2964402"/>
                  <a:pt x="3813574" y="2966070"/>
                  <a:pt x="3815720" y="2966069"/>
                </a:cubicBezTo>
                <a:lnTo>
                  <a:pt x="3815912" y="2966070"/>
                </a:lnTo>
                <a:cubicBezTo>
                  <a:pt x="3818135" y="2965955"/>
                  <a:pt x="3819841" y="2964076"/>
                  <a:pt x="3819744" y="2961854"/>
                </a:cubicBezTo>
                <a:cubicBezTo>
                  <a:pt x="3819630" y="2959630"/>
                  <a:pt x="3817752" y="2957925"/>
                  <a:pt x="3815528" y="2958020"/>
                </a:cubicBezTo>
                <a:close/>
                <a:moveTo>
                  <a:pt x="8057287" y="1297952"/>
                </a:moveTo>
                <a:cubicBezTo>
                  <a:pt x="8053620" y="1300436"/>
                  <a:pt x="8050898" y="1304322"/>
                  <a:pt x="8049988" y="1309018"/>
                </a:cubicBezTo>
                <a:cubicBezTo>
                  <a:pt x="8048187" y="1318409"/>
                  <a:pt x="8054320" y="1327474"/>
                  <a:pt x="8063730" y="1329295"/>
                </a:cubicBezTo>
                <a:cubicBezTo>
                  <a:pt x="8064822" y="1329505"/>
                  <a:pt x="8065934" y="1329601"/>
                  <a:pt x="8067007" y="1329601"/>
                </a:cubicBezTo>
                <a:cubicBezTo>
                  <a:pt x="8075152" y="1329601"/>
                  <a:pt x="8082396" y="1323852"/>
                  <a:pt x="8083987" y="1315573"/>
                </a:cubicBezTo>
                <a:cubicBezTo>
                  <a:pt x="8085809" y="1306181"/>
                  <a:pt x="8079655" y="1297097"/>
                  <a:pt x="8070265" y="1295296"/>
                </a:cubicBezTo>
                <a:cubicBezTo>
                  <a:pt x="8065569" y="1294385"/>
                  <a:pt x="8060955" y="1295468"/>
                  <a:pt x="8057287" y="1297952"/>
                </a:cubicBezTo>
                <a:close/>
                <a:moveTo>
                  <a:pt x="3004720" y="3266236"/>
                </a:moveTo>
                <a:cubicBezTo>
                  <a:pt x="3003245" y="3267003"/>
                  <a:pt x="3002689" y="3268804"/>
                  <a:pt x="3003456" y="3270280"/>
                </a:cubicBezTo>
                <a:cubicBezTo>
                  <a:pt x="3003992" y="3271296"/>
                  <a:pt x="3005027" y="3271890"/>
                  <a:pt x="3006120" y="3271890"/>
                </a:cubicBezTo>
                <a:cubicBezTo>
                  <a:pt x="3006580" y="3271890"/>
                  <a:pt x="3007058" y="3271794"/>
                  <a:pt x="3007499" y="3271545"/>
                </a:cubicBezTo>
                <a:cubicBezTo>
                  <a:pt x="3008974" y="3270779"/>
                  <a:pt x="3009531" y="3268977"/>
                  <a:pt x="3008764" y="3267501"/>
                </a:cubicBezTo>
                <a:cubicBezTo>
                  <a:pt x="3007997" y="3266025"/>
                  <a:pt x="3006196" y="3265451"/>
                  <a:pt x="3004720" y="3266236"/>
                </a:cubicBezTo>
                <a:close/>
                <a:moveTo>
                  <a:pt x="7206101" y="1624728"/>
                </a:moveTo>
                <a:cubicBezTo>
                  <a:pt x="7197994" y="1627008"/>
                  <a:pt x="7193260" y="1635441"/>
                  <a:pt x="7195542" y="1643567"/>
                </a:cubicBezTo>
                <a:cubicBezTo>
                  <a:pt x="7197438" y="1650295"/>
                  <a:pt x="7203572" y="1654702"/>
                  <a:pt x="7210242" y="1654702"/>
                </a:cubicBezTo>
                <a:cubicBezTo>
                  <a:pt x="7211602" y="1654702"/>
                  <a:pt x="7212981" y="1654511"/>
                  <a:pt x="7214380" y="1654128"/>
                </a:cubicBezTo>
                <a:cubicBezTo>
                  <a:pt x="7222487" y="1651846"/>
                  <a:pt x="7227221" y="1643414"/>
                  <a:pt x="7224941" y="1635288"/>
                </a:cubicBezTo>
                <a:cubicBezTo>
                  <a:pt x="7222660" y="1627180"/>
                  <a:pt x="7214227" y="1622447"/>
                  <a:pt x="7206101" y="1624728"/>
                </a:cubicBezTo>
                <a:close/>
                <a:moveTo>
                  <a:pt x="4321360" y="2749578"/>
                </a:moveTo>
                <a:cubicBezTo>
                  <a:pt x="4317546" y="2748677"/>
                  <a:pt x="4313733" y="2751015"/>
                  <a:pt x="4312813" y="2754829"/>
                </a:cubicBezTo>
                <a:cubicBezTo>
                  <a:pt x="4311912" y="2758643"/>
                  <a:pt x="4314250" y="2762457"/>
                  <a:pt x="4318063" y="2763376"/>
                </a:cubicBezTo>
                <a:cubicBezTo>
                  <a:pt x="4318620" y="2763511"/>
                  <a:pt x="4319174" y="2763569"/>
                  <a:pt x="4319710" y="2763569"/>
                </a:cubicBezTo>
                <a:cubicBezTo>
                  <a:pt x="4322931" y="2763569"/>
                  <a:pt x="4325845" y="2761364"/>
                  <a:pt x="4326612" y="2758126"/>
                </a:cubicBezTo>
                <a:cubicBezTo>
                  <a:pt x="4327512" y="2754311"/>
                  <a:pt x="4325173" y="2750478"/>
                  <a:pt x="4321360" y="2749578"/>
                </a:cubicBezTo>
                <a:close/>
                <a:moveTo>
                  <a:pt x="2638433" y="3406105"/>
                </a:moveTo>
                <a:cubicBezTo>
                  <a:pt x="2636497" y="3407198"/>
                  <a:pt x="2635827" y="3409651"/>
                  <a:pt x="2636919" y="3411587"/>
                </a:cubicBezTo>
                <a:cubicBezTo>
                  <a:pt x="2637647" y="3412890"/>
                  <a:pt x="2639027" y="3413638"/>
                  <a:pt x="2640427" y="3413638"/>
                </a:cubicBezTo>
                <a:cubicBezTo>
                  <a:pt x="2641097" y="3413638"/>
                  <a:pt x="2641787" y="3413465"/>
                  <a:pt x="2642400" y="3413101"/>
                </a:cubicBezTo>
                <a:cubicBezTo>
                  <a:pt x="2644336" y="3412009"/>
                  <a:pt x="2645007" y="3409555"/>
                  <a:pt x="2643914" y="3407619"/>
                </a:cubicBezTo>
                <a:cubicBezTo>
                  <a:pt x="2642822" y="3405684"/>
                  <a:pt x="2640369" y="3405014"/>
                  <a:pt x="2638433" y="3406105"/>
                </a:cubicBezTo>
                <a:close/>
                <a:moveTo>
                  <a:pt x="3985507" y="2879020"/>
                </a:moveTo>
                <a:cubicBezTo>
                  <a:pt x="3982726" y="2878905"/>
                  <a:pt x="3980390" y="2881071"/>
                  <a:pt x="3980274" y="2883869"/>
                </a:cubicBezTo>
                <a:cubicBezTo>
                  <a:pt x="3980159" y="2886649"/>
                  <a:pt x="3982324" y="2889006"/>
                  <a:pt x="3985123" y="2889102"/>
                </a:cubicBezTo>
                <a:cubicBezTo>
                  <a:pt x="3985180" y="2889121"/>
                  <a:pt x="3985314" y="2889121"/>
                  <a:pt x="3985314" y="2889121"/>
                </a:cubicBezTo>
                <a:cubicBezTo>
                  <a:pt x="3988015" y="2889121"/>
                  <a:pt x="3990240" y="2886994"/>
                  <a:pt x="3990354" y="2884272"/>
                </a:cubicBezTo>
                <a:cubicBezTo>
                  <a:pt x="3990469" y="2881493"/>
                  <a:pt x="3988305" y="2879135"/>
                  <a:pt x="3985507" y="2879020"/>
                </a:cubicBezTo>
                <a:close/>
                <a:moveTo>
                  <a:pt x="3454569" y="3084721"/>
                </a:moveTo>
                <a:cubicBezTo>
                  <a:pt x="3452959" y="3085143"/>
                  <a:pt x="3452001" y="3086792"/>
                  <a:pt x="3452422" y="3088402"/>
                </a:cubicBezTo>
                <a:cubicBezTo>
                  <a:pt x="3452768" y="3089743"/>
                  <a:pt x="3453993" y="3090644"/>
                  <a:pt x="3455315" y="3090644"/>
                </a:cubicBezTo>
                <a:cubicBezTo>
                  <a:pt x="3455565" y="3090644"/>
                  <a:pt x="3455834" y="3090605"/>
                  <a:pt x="3456083" y="3090548"/>
                </a:cubicBezTo>
                <a:cubicBezTo>
                  <a:pt x="3457692" y="3090107"/>
                  <a:pt x="3458651" y="3088478"/>
                  <a:pt x="3458229" y="3086868"/>
                </a:cubicBezTo>
                <a:cubicBezTo>
                  <a:pt x="3457807" y="3085277"/>
                  <a:pt x="3456160" y="3084300"/>
                  <a:pt x="3454569" y="3084721"/>
                </a:cubicBezTo>
                <a:close/>
                <a:moveTo>
                  <a:pt x="4154430" y="2809566"/>
                </a:moveTo>
                <a:cubicBezTo>
                  <a:pt x="4151113" y="2809125"/>
                  <a:pt x="4148066" y="2811463"/>
                  <a:pt x="4147627" y="2814779"/>
                </a:cubicBezTo>
                <a:cubicBezTo>
                  <a:pt x="4147185" y="2818114"/>
                  <a:pt x="4149504" y="2821161"/>
                  <a:pt x="4152839" y="2821601"/>
                </a:cubicBezTo>
                <a:cubicBezTo>
                  <a:pt x="4153107" y="2821659"/>
                  <a:pt x="4153376" y="2821659"/>
                  <a:pt x="4153645" y="2821659"/>
                </a:cubicBezTo>
                <a:cubicBezTo>
                  <a:pt x="4156634" y="2821659"/>
                  <a:pt x="4159240" y="2819436"/>
                  <a:pt x="4159643" y="2816389"/>
                </a:cubicBezTo>
                <a:cubicBezTo>
                  <a:pt x="4160085" y="2813073"/>
                  <a:pt x="4157763" y="2810007"/>
                  <a:pt x="4154430" y="2809566"/>
                </a:cubicBezTo>
                <a:close/>
                <a:moveTo>
                  <a:pt x="1639766" y="3789986"/>
                </a:moveTo>
                <a:lnTo>
                  <a:pt x="1639766" y="3790006"/>
                </a:lnTo>
                <a:lnTo>
                  <a:pt x="1639776" y="3789995"/>
                </a:lnTo>
                <a:close/>
                <a:moveTo>
                  <a:pt x="8474938" y="1121540"/>
                </a:moveTo>
                <a:cubicBezTo>
                  <a:pt x="8470475" y="1123694"/>
                  <a:pt x="8466833" y="1127551"/>
                  <a:pt x="8465070" y="1132601"/>
                </a:cubicBezTo>
                <a:cubicBezTo>
                  <a:pt x="8461563" y="1142682"/>
                  <a:pt x="8466871" y="1153721"/>
                  <a:pt x="8476972" y="1157247"/>
                </a:cubicBezTo>
                <a:cubicBezTo>
                  <a:pt x="8479080" y="1157995"/>
                  <a:pt x="8481227" y="1158340"/>
                  <a:pt x="8483354" y="1158340"/>
                </a:cubicBezTo>
                <a:cubicBezTo>
                  <a:pt x="8491346" y="1158340"/>
                  <a:pt x="8498840" y="1153338"/>
                  <a:pt x="8501619" y="1145364"/>
                </a:cubicBezTo>
                <a:cubicBezTo>
                  <a:pt x="8505145" y="1135265"/>
                  <a:pt x="8499817" y="1124226"/>
                  <a:pt x="8489736" y="1120699"/>
                </a:cubicBezTo>
                <a:cubicBezTo>
                  <a:pt x="8484686" y="1118936"/>
                  <a:pt x="8479401" y="1119386"/>
                  <a:pt x="8474938" y="1121540"/>
                </a:cubicBezTo>
                <a:close/>
                <a:moveTo>
                  <a:pt x="3091520" y="3222540"/>
                </a:moveTo>
                <a:cubicBezTo>
                  <a:pt x="3090025" y="3223268"/>
                  <a:pt x="3089412" y="3225050"/>
                  <a:pt x="3090120" y="3226545"/>
                </a:cubicBezTo>
                <a:cubicBezTo>
                  <a:pt x="3090658" y="3227618"/>
                  <a:pt x="3091730" y="3228251"/>
                  <a:pt x="3092842" y="3228250"/>
                </a:cubicBezTo>
                <a:cubicBezTo>
                  <a:pt x="3093284" y="3228250"/>
                  <a:pt x="3093723" y="3228137"/>
                  <a:pt x="3094145" y="3227944"/>
                </a:cubicBezTo>
                <a:cubicBezTo>
                  <a:pt x="3095640" y="3227216"/>
                  <a:pt x="3096254" y="3225414"/>
                  <a:pt x="3095525" y="3223919"/>
                </a:cubicBezTo>
                <a:cubicBezTo>
                  <a:pt x="3094816" y="3222444"/>
                  <a:pt x="3093014" y="3221811"/>
                  <a:pt x="3091520" y="3222540"/>
                </a:cubicBezTo>
                <a:close/>
                <a:moveTo>
                  <a:pt x="7105254" y="1655124"/>
                </a:moveTo>
                <a:cubicBezTo>
                  <a:pt x="7097223" y="1657711"/>
                  <a:pt x="7092795" y="1666298"/>
                  <a:pt x="7095383" y="1674327"/>
                </a:cubicBezTo>
                <a:cubicBezTo>
                  <a:pt x="7097453" y="1680805"/>
                  <a:pt x="7103452" y="1684945"/>
                  <a:pt x="7109910" y="1684946"/>
                </a:cubicBezTo>
                <a:cubicBezTo>
                  <a:pt x="7111463" y="1684946"/>
                  <a:pt x="7113035" y="1684696"/>
                  <a:pt x="7114587" y="1684198"/>
                </a:cubicBezTo>
                <a:cubicBezTo>
                  <a:pt x="7122617" y="1681630"/>
                  <a:pt x="7127025" y="1673025"/>
                  <a:pt x="7124457" y="1664994"/>
                </a:cubicBezTo>
                <a:cubicBezTo>
                  <a:pt x="7121870" y="1656964"/>
                  <a:pt x="7113283" y="1652555"/>
                  <a:pt x="7105254" y="1655124"/>
                </a:cubicBezTo>
                <a:close/>
                <a:moveTo>
                  <a:pt x="5025285" y="2466372"/>
                </a:moveTo>
                <a:cubicBezTo>
                  <a:pt x="5018978" y="2463976"/>
                  <a:pt x="5011926" y="2467120"/>
                  <a:pt x="5009511" y="2473425"/>
                </a:cubicBezTo>
                <a:cubicBezTo>
                  <a:pt x="5007114" y="2479712"/>
                  <a:pt x="5010277" y="2486764"/>
                  <a:pt x="5016561" y="2489179"/>
                </a:cubicBezTo>
                <a:cubicBezTo>
                  <a:pt x="5017999" y="2489716"/>
                  <a:pt x="5019477" y="2489984"/>
                  <a:pt x="5020913" y="2489984"/>
                </a:cubicBezTo>
                <a:cubicBezTo>
                  <a:pt x="5025821" y="2489984"/>
                  <a:pt x="5030458" y="2486994"/>
                  <a:pt x="5032317" y="2482126"/>
                </a:cubicBezTo>
                <a:cubicBezTo>
                  <a:pt x="5034714" y="2475840"/>
                  <a:pt x="5031569" y="2468787"/>
                  <a:pt x="5025285" y="2466372"/>
                </a:cubicBezTo>
                <a:close/>
                <a:moveTo>
                  <a:pt x="1643408" y="3785636"/>
                </a:moveTo>
                <a:lnTo>
                  <a:pt x="1639776" y="3789995"/>
                </a:lnTo>
                <a:lnTo>
                  <a:pt x="1643772" y="3793647"/>
                </a:lnTo>
                <a:cubicBezTo>
                  <a:pt x="1643907" y="3793647"/>
                  <a:pt x="1644022" y="3793647"/>
                  <a:pt x="1644156" y="3793647"/>
                </a:cubicBezTo>
                <a:cubicBezTo>
                  <a:pt x="1646360" y="3793436"/>
                  <a:pt x="1647988" y="3791481"/>
                  <a:pt x="1647797" y="3789258"/>
                </a:cubicBezTo>
                <a:cubicBezTo>
                  <a:pt x="1647586" y="3787055"/>
                  <a:pt x="1645631" y="3785425"/>
                  <a:pt x="1643427" y="3785636"/>
                </a:cubicBezTo>
                <a:close/>
                <a:moveTo>
                  <a:pt x="6420247" y="1919625"/>
                </a:moveTo>
                <a:cubicBezTo>
                  <a:pt x="6412389" y="1922710"/>
                  <a:pt x="6408537" y="1931564"/>
                  <a:pt x="6411623" y="1939422"/>
                </a:cubicBezTo>
                <a:cubicBezTo>
                  <a:pt x="6413979" y="1945421"/>
                  <a:pt x="6419748" y="1949100"/>
                  <a:pt x="6425824" y="1949100"/>
                </a:cubicBezTo>
                <a:cubicBezTo>
                  <a:pt x="6427683" y="1949100"/>
                  <a:pt x="6429580" y="1948756"/>
                  <a:pt x="6431401" y="1948046"/>
                </a:cubicBezTo>
                <a:lnTo>
                  <a:pt x="6431420" y="1948046"/>
                </a:lnTo>
                <a:cubicBezTo>
                  <a:pt x="6439259" y="1944961"/>
                  <a:pt x="6443131" y="1936088"/>
                  <a:pt x="6440044" y="1928249"/>
                </a:cubicBezTo>
                <a:cubicBezTo>
                  <a:pt x="6436959" y="1920391"/>
                  <a:pt x="6428085" y="1916539"/>
                  <a:pt x="6420247" y="1919625"/>
                </a:cubicBezTo>
                <a:close/>
                <a:moveTo>
                  <a:pt x="6322696" y="1957341"/>
                </a:moveTo>
                <a:cubicBezTo>
                  <a:pt x="6314818" y="1960351"/>
                  <a:pt x="6310851" y="1969166"/>
                  <a:pt x="6313841" y="1977044"/>
                </a:cubicBezTo>
                <a:lnTo>
                  <a:pt x="6313860" y="1977044"/>
                </a:lnTo>
                <a:cubicBezTo>
                  <a:pt x="6316179" y="1983138"/>
                  <a:pt x="6321986" y="1986895"/>
                  <a:pt x="6328139" y="1986894"/>
                </a:cubicBezTo>
                <a:cubicBezTo>
                  <a:pt x="6329940" y="1986895"/>
                  <a:pt x="6331780" y="1986569"/>
                  <a:pt x="6333543" y="1985898"/>
                </a:cubicBezTo>
                <a:cubicBezTo>
                  <a:pt x="6341420" y="1982908"/>
                  <a:pt x="6345387" y="1974092"/>
                  <a:pt x="6342397" y="1966196"/>
                </a:cubicBezTo>
                <a:cubicBezTo>
                  <a:pt x="6339407" y="1958319"/>
                  <a:pt x="6330591" y="1954351"/>
                  <a:pt x="6322696" y="1957341"/>
                </a:cubicBezTo>
                <a:close/>
                <a:moveTo>
                  <a:pt x="6517492" y="1880949"/>
                </a:moveTo>
                <a:cubicBezTo>
                  <a:pt x="6509672" y="1884092"/>
                  <a:pt x="6505877" y="1892985"/>
                  <a:pt x="6509020" y="1900804"/>
                </a:cubicBezTo>
                <a:cubicBezTo>
                  <a:pt x="6511397" y="1906765"/>
                  <a:pt x="6517127" y="1910387"/>
                  <a:pt x="6523183" y="1910387"/>
                </a:cubicBezTo>
                <a:cubicBezTo>
                  <a:pt x="6525081" y="1910387"/>
                  <a:pt x="6526998" y="1910023"/>
                  <a:pt x="6528876" y="1909275"/>
                </a:cubicBezTo>
                <a:cubicBezTo>
                  <a:pt x="6536695" y="1906132"/>
                  <a:pt x="6540491" y="1897240"/>
                  <a:pt x="6537347" y="1889420"/>
                </a:cubicBezTo>
                <a:cubicBezTo>
                  <a:pt x="6534203" y="1881600"/>
                  <a:pt x="6525311" y="1877806"/>
                  <a:pt x="6517492" y="1880949"/>
                </a:cubicBezTo>
                <a:close/>
                <a:moveTo>
                  <a:pt x="3361214" y="3112032"/>
                </a:moveTo>
                <a:cubicBezTo>
                  <a:pt x="3359624" y="3112549"/>
                  <a:pt x="3358761" y="3114236"/>
                  <a:pt x="3359279" y="3115826"/>
                </a:cubicBezTo>
                <a:cubicBezTo>
                  <a:pt x="3359681" y="3117092"/>
                  <a:pt x="3360870" y="3117897"/>
                  <a:pt x="3362134" y="3117897"/>
                </a:cubicBezTo>
                <a:cubicBezTo>
                  <a:pt x="3362441" y="3117897"/>
                  <a:pt x="3362748" y="3117840"/>
                  <a:pt x="3363055" y="3117744"/>
                </a:cubicBezTo>
                <a:cubicBezTo>
                  <a:pt x="3364625" y="3117245"/>
                  <a:pt x="3365508" y="3115539"/>
                  <a:pt x="3364990" y="3113968"/>
                </a:cubicBezTo>
                <a:cubicBezTo>
                  <a:pt x="3364472" y="3112397"/>
                  <a:pt x="3362786" y="3111534"/>
                  <a:pt x="3361214" y="3112032"/>
                </a:cubicBezTo>
                <a:close/>
                <a:moveTo>
                  <a:pt x="6614602" y="1841736"/>
                </a:moveTo>
                <a:cubicBezTo>
                  <a:pt x="6606783" y="1844899"/>
                  <a:pt x="6603026" y="1853791"/>
                  <a:pt x="6606188" y="1861611"/>
                </a:cubicBezTo>
                <a:cubicBezTo>
                  <a:pt x="6608604" y="1867552"/>
                  <a:pt x="6614315" y="1871156"/>
                  <a:pt x="6620352" y="1871156"/>
                </a:cubicBezTo>
                <a:cubicBezTo>
                  <a:pt x="6622249" y="1871156"/>
                  <a:pt x="6624204" y="1870791"/>
                  <a:pt x="6626082" y="1870024"/>
                </a:cubicBezTo>
                <a:cubicBezTo>
                  <a:pt x="6633883" y="1866863"/>
                  <a:pt x="6637658" y="1857950"/>
                  <a:pt x="6634495" y="1850131"/>
                </a:cubicBezTo>
                <a:cubicBezTo>
                  <a:pt x="6631314" y="1842331"/>
                  <a:pt x="6622422" y="1838555"/>
                  <a:pt x="6614602" y="1841736"/>
                </a:cubicBezTo>
                <a:close/>
                <a:moveTo>
                  <a:pt x="7005554" y="1688798"/>
                </a:moveTo>
                <a:cubicBezTo>
                  <a:pt x="6997601" y="1691615"/>
                  <a:pt x="6993442" y="1700335"/>
                  <a:pt x="6996241" y="1708289"/>
                </a:cubicBezTo>
                <a:cubicBezTo>
                  <a:pt x="6998465" y="1714556"/>
                  <a:pt x="7004368" y="1718465"/>
                  <a:pt x="7010653" y="1718465"/>
                </a:cubicBezTo>
                <a:cubicBezTo>
                  <a:pt x="7012340" y="1718465"/>
                  <a:pt x="7014065" y="1718178"/>
                  <a:pt x="7015732" y="1717584"/>
                </a:cubicBezTo>
                <a:cubicBezTo>
                  <a:pt x="7023685" y="1714766"/>
                  <a:pt x="7027864" y="1706046"/>
                  <a:pt x="7025047" y="1698111"/>
                </a:cubicBezTo>
                <a:cubicBezTo>
                  <a:pt x="7022230" y="1690158"/>
                  <a:pt x="7013510" y="1685980"/>
                  <a:pt x="7005554" y="1688798"/>
                </a:cubicBezTo>
                <a:close/>
                <a:moveTo>
                  <a:pt x="6224722" y="1993545"/>
                </a:moveTo>
                <a:cubicBezTo>
                  <a:pt x="6216788" y="1996381"/>
                  <a:pt x="6212629" y="2005101"/>
                  <a:pt x="6215465" y="2013055"/>
                </a:cubicBezTo>
                <a:cubicBezTo>
                  <a:pt x="6217688" y="2019303"/>
                  <a:pt x="6223572" y="2023194"/>
                  <a:pt x="6229858" y="2023194"/>
                </a:cubicBezTo>
                <a:cubicBezTo>
                  <a:pt x="6231545" y="2023194"/>
                  <a:pt x="6233271" y="2022906"/>
                  <a:pt x="6234975" y="2022312"/>
                </a:cubicBezTo>
                <a:cubicBezTo>
                  <a:pt x="6242910" y="2019476"/>
                  <a:pt x="6247050" y="2010755"/>
                  <a:pt x="6244233" y="2002802"/>
                </a:cubicBezTo>
                <a:cubicBezTo>
                  <a:pt x="6241396" y="1994848"/>
                  <a:pt x="6232657" y="1990708"/>
                  <a:pt x="6224722" y="1993545"/>
                </a:cubicBezTo>
                <a:close/>
                <a:moveTo>
                  <a:pt x="3179757" y="3181775"/>
                </a:moveTo>
                <a:cubicBezTo>
                  <a:pt x="3178224" y="3182446"/>
                  <a:pt x="3177552" y="3184228"/>
                  <a:pt x="3178224" y="3185742"/>
                </a:cubicBezTo>
                <a:cubicBezTo>
                  <a:pt x="3178704" y="3186873"/>
                  <a:pt x="3179814" y="3187524"/>
                  <a:pt x="3180964" y="3187524"/>
                </a:cubicBezTo>
                <a:cubicBezTo>
                  <a:pt x="3181368" y="3187524"/>
                  <a:pt x="3181770" y="3187448"/>
                  <a:pt x="3182172" y="3187276"/>
                </a:cubicBezTo>
                <a:cubicBezTo>
                  <a:pt x="3183705" y="3186605"/>
                  <a:pt x="3184376" y="3184841"/>
                  <a:pt x="3183706" y="3183327"/>
                </a:cubicBezTo>
                <a:cubicBezTo>
                  <a:pt x="3183054" y="3181813"/>
                  <a:pt x="3181270" y="3181123"/>
                  <a:pt x="3179757" y="3181775"/>
                </a:cubicBezTo>
                <a:close/>
                <a:moveTo>
                  <a:pt x="6711732" y="1802372"/>
                </a:moveTo>
                <a:cubicBezTo>
                  <a:pt x="6703913" y="1805533"/>
                  <a:pt x="6700137" y="1814426"/>
                  <a:pt x="6703299" y="1822245"/>
                </a:cubicBezTo>
                <a:cubicBezTo>
                  <a:pt x="6705714" y="1828186"/>
                  <a:pt x="6711425" y="1831790"/>
                  <a:pt x="6717462" y="1831790"/>
                </a:cubicBezTo>
                <a:cubicBezTo>
                  <a:pt x="6719360" y="1831790"/>
                  <a:pt x="6721314" y="1831445"/>
                  <a:pt x="6723174" y="1830678"/>
                </a:cubicBezTo>
                <a:cubicBezTo>
                  <a:pt x="6730993" y="1827516"/>
                  <a:pt x="6734768" y="1818623"/>
                  <a:pt x="6731606" y="1810804"/>
                </a:cubicBezTo>
                <a:cubicBezTo>
                  <a:pt x="6728464" y="1802984"/>
                  <a:pt x="6719551" y="1799208"/>
                  <a:pt x="6711732" y="1802372"/>
                </a:cubicBezTo>
                <a:close/>
                <a:moveTo>
                  <a:pt x="6809033" y="1763274"/>
                </a:moveTo>
                <a:cubicBezTo>
                  <a:pt x="6801215" y="1766398"/>
                  <a:pt x="6797382" y="1775272"/>
                  <a:pt x="6800506" y="1783110"/>
                </a:cubicBezTo>
                <a:cubicBezTo>
                  <a:pt x="6802882" y="1789089"/>
                  <a:pt x="6808631" y="1792731"/>
                  <a:pt x="6814707" y="1792731"/>
                </a:cubicBezTo>
                <a:cubicBezTo>
                  <a:pt x="6816585" y="1792731"/>
                  <a:pt x="6818502" y="1792367"/>
                  <a:pt x="6820342" y="1791638"/>
                </a:cubicBezTo>
                <a:cubicBezTo>
                  <a:pt x="6828180" y="1788515"/>
                  <a:pt x="6831994" y="1779641"/>
                  <a:pt x="6828870" y="1771802"/>
                </a:cubicBezTo>
                <a:cubicBezTo>
                  <a:pt x="6825746" y="1763964"/>
                  <a:pt x="6816873" y="1760149"/>
                  <a:pt x="6809033" y="1763274"/>
                </a:cubicBezTo>
                <a:close/>
                <a:moveTo>
                  <a:pt x="6906873" y="1725059"/>
                </a:moveTo>
                <a:cubicBezTo>
                  <a:pt x="6898997" y="1728067"/>
                  <a:pt x="6895029" y="1736883"/>
                  <a:pt x="6898018" y="1744760"/>
                </a:cubicBezTo>
                <a:cubicBezTo>
                  <a:pt x="6900337" y="1750855"/>
                  <a:pt x="6906145" y="1754611"/>
                  <a:pt x="6912297" y="1754611"/>
                </a:cubicBezTo>
                <a:cubicBezTo>
                  <a:pt x="6914099" y="1754611"/>
                  <a:pt x="6915938" y="1754286"/>
                  <a:pt x="6917721" y="1753615"/>
                </a:cubicBezTo>
                <a:cubicBezTo>
                  <a:pt x="6925598" y="1750605"/>
                  <a:pt x="6929564" y="1741790"/>
                  <a:pt x="6926575" y="1733913"/>
                </a:cubicBezTo>
                <a:cubicBezTo>
                  <a:pt x="6923566" y="1726035"/>
                  <a:pt x="6914750" y="1722069"/>
                  <a:pt x="6906873" y="1725059"/>
                </a:cubicBezTo>
                <a:close/>
                <a:moveTo>
                  <a:pt x="4857814" y="2524707"/>
                </a:moveTo>
                <a:cubicBezTo>
                  <a:pt x="4855135" y="2525709"/>
                  <a:pt x="4852833" y="2527730"/>
                  <a:pt x="4851549" y="2530538"/>
                </a:cubicBezTo>
                <a:cubicBezTo>
                  <a:pt x="4849000" y="2536154"/>
                  <a:pt x="4851492" y="2542803"/>
                  <a:pt x="4857108" y="2545352"/>
                </a:cubicBezTo>
                <a:cubicBezTo>
                  <a:pt x="4858602" y="2546043"/>
                  <a:pt x="4860174" y="2546349"/>
                  <a:pt x="4861726" y="2546349"/>
                </a:cubicBezTo>
                <a:cubicBezTo>
                  <a:pt x="4865982" y="2546349"/>
                  <a:pt x="4870046" y="2543935"/>
                  <a:pt x="4871903" y="2539814"/>
                </a:cubicBezTo>
                <a:cubicBezTo>
                  <a:pt x="4874470" y="2534179"/>
                  <a:pt x="4871981" y="2527567"/>
                  <a:pt x="4866365" y="2524999"/>
                </a:cubicBezTo>
                <a:cubicBezTo>
                  <a:pt x="4863555" y="2523725"/>
                  <a:pt x="4860496" y="2523705"/>
                  <a:pt x="4857814" y="2524707"/>
                </a:cubicBezTo>
                <a:close/>
                <a:moveTo>
                  <a:pt x="2723431" y="3357866"/>
                </a:moveTo>
                <a:cubicBezTo>
                  <a:pt x="2721495" y="3358978"/>
                  <a:pt x="2720824" y="3361431"/>
                  <a:pt x="2721917" y="3363367"/>
                </a:cubicBezTo>
                <a:cubicBezTo>
                  <a:pt x="2722665" y="3364670"/>
                  <a:pt x="2724026" y="3365398"/>
                  <a:pt x="2725425" y="3365398"/>
                </a:cubicBezTo>
                <a:cubicBezTo>
                  <a:pt x="2726095" y="3365399"/>
                  <a:pt x="2726786" y="3365226"/>
                  <a:pt x="2727398" y="3364880"/>
                </a:cubicBezTo>
                <a:cubicBezTo>
                  <a:pt x="2729334" y="3363769"/>
                  <a:pt x="2730024" y="3361316"/>
                  <a:pt x="2728931" y="3359380"/>
                </a:cubicBezTo>
                <a:cubicBezTo>
                  <a:pt x="2727820" y="3357444"/>
                  <a:pt x="2725367" y="3356774"/>
                  <a:pt x="2723431" y="3357866"/>
                </a:cubicBezTo>
                <a:close/>
                <a:moveTo>
                  <a:pt x="3269565" y="3144575"/>
                </a:moveTo>
                <a:cubicBezTo>
                  <a:pt x="3268014" y="3145169"/>
                  <a:pt x="3267246" y="3146913"/>
                  <a:pt x="3267841" y="3148447"/>
                </a:cubicBezTo>
                <a:cubicBezTo>
                  <a:pt x="3268301" y="3149635"/>
                  <a:pt x="3269432" y="3150383"/>
                  <a:pt x="3270640" y="3150383"/>
                </a:cubicBezTo>
                <a:cubicBezTo>
                  <a:pt x="3271003" y="3150383"/>
                  <a:pt x="3271366" y="3150305"/>
                  <a:pt x="3271731" y="3150171"/>
                </a:cubicBezTo>
                <a:cubicBezTo>
                  <a:pt x="3273265" y="3149577"/>
                  <a:pt x="3274032" y="3147833"/>
                  <a:pt x="3273437" y="3146281"/>
                </a:cubicBezTo>
                <a:cubicBezTo>
                  <a:pt x="3272843" y="3144747"/>
                  <a:pt x="3271099" y="3143962"/>
                  <a:pt x="3269565" y="3144575"/>
                </a:cubicBezTo>
                <a:close/>
                <a:moveTo>
                  <a:pt x="5455602" y="2289285"/>
                </a:moveTo>
                <a:cubicBezTo>
                  <a:pt x="5447725" y="2289285"/>
                  <a:pt x="5441325" y="2295648"/>
                  <a:pt x="5441325" y="2303506"/>
                </a:cubicBezTo>
                <a:cubicBezTo>
                  <a:pt x="5441325" y="2311383"/>
                  <a:pt x="5447686" y="2317784"/>
                  <a:pt x="5455564" y="2317784"/>
                </a:cubicBezTo>
                <a:cubicBezTo>
                  <a:pt x="5463421" y="2317784"/>
                  <a:pt x="5469823" y="2311421"/>
                  <a:pt x="5469823" y="2303563"/>
                </a:cubicBezTo>
                <a:cubicBezTo>
                  <a:pt x="5469843" y="2295686"/>
                  <a:pt x="5463459" y="2289285"/>
                  <a:pt x="5455602" y="2289285"/>
                </a:cubicBezTo>
                <a:close/>
                <a:moveTo>
                  <a:pt x="6125982" y="2027448"/>
                </a:moveTo>
                <a:cubicBezTo>
                  <a:pt x="6117971" y="2030074"/>
                  <a:pt x="6113621" y="2038717"/>
                  <a:pt x="6116266" y="2046729"/>
                </a:cubicBezTo>
                <a:cubicBezTo>
                  <a:pt x="6118393" y="2053149"/>
                  <a:pt x="6124354" y="2057212"/>
                  <a:pt x="6130773" y="2057212"/>
                </a:cubicBezTo>
                <a:cubicBezTo>
                  <a:pt x="6132346" y="2057212"/>
                  <a:pt x="6133956" y="2056963"/>
                  <a:pt x="6135546" y="2056445"/>
                </a:cubicBezTo>
                <a:cubicBezTo>
                  <a:pt x="6143557" y="2053801"/>
                  <a:pt x="6147908" y="2045177"/>
                  <a:pt x="6145263" y="2037166"/>
                </a:cubicBezTo>
                <a:cubicBezTo>
                  <a:pt x="6142637" y="2029154"/>
                  <a:pt x="6133993" y="2024804"/>
                  <a:pt x="6125982" y="2027448"/>
                </a:cubicBezTo>
                <a:close/>
                <a:moveTo>
                  <a:pt x="7672910" y="1422514"/>
                </a:moveTo>
                <a:lnTo>
                  <a:pt x="7672910" y="1422533"/>
                </a:lnTo>
                <a:lnTo>
                  <a:pt x="7672914" y="1422523"/>
                </a:lnTo>
                <a:close/>
                <a:moveTo>
                  <a:pt x="3717823" y="2966032"/>
                </a:moveTo>
                <a:cubicBezTo>
                  <a:pt x="3715619" y="2966299"/>
                  <a:pt x="3714048" y="2968293"/>
                  <a:pt x="3714297" y="2970497"/>
                </a:cubicBezTo>
                <a:cubicBezTo>
                  <a:pt x="3714527" y="2972548"/>
                  <a:pt x="3716272" y="2974062"/>
                  <a:pt x="3718283" y="2974062"/>
                </a:cubicBezTo>
                <a:cubicBezTo>
                  <a:pt x="3718437" y="2974062"/>
                  <a:pt x="3718609" y="2974024"/>
                  <a:pt x="3718763" y="2974024"/>
                </a:cubicBezTo>
                <a:cubicBezTo>
                  <a:pt x="3720967" y="2973774"/>
                  <a:pt x="3722558" y="2971781"/>
                  <a:pt x="3722289" y="2969577"/>
                </a:cubicBezTo>
                <a:cubicBezTo>
                  <a:pt x="3722040" y="2967353"/>
                  <a:pt x="3720046" y="2965782"/>
                  <a:pt x="3717823" y="2966032"/>
                </a:cubicBezTo>
                <a:close/>
                <a:moveTo>
                  <a:pt x="1314205" y="3904077"/>
                </a:moveTo>
                <a:cubicBezTo>
                  <a:pt x="1312557" y="3903847"/>
                  <a:pt x="1311024" y="3904978"/>
                  <a:pt x="1310794" y="3906626"/>
                </a:cubicBezTo>
                <a:cubicBezTo>
                  <a:pt x="1310564" y="3908274"/>
                  <a:pt x="1311714" y="3909788"/>
                  <a:pt x="1313343" y="3910018"/>
                </a:cubicBezTo>
                <a:cubicBezTo>
                  <a:pt x="1313497" y="3910056"/>
                  <a:pt x="1313631" y="3910056"/>
                  <a:pt x="1313784" y="3910056"/>
                </a:cubicBezTo>
                <a:cubicBezTo>
                  <a:pt x="1315259" y="3910056"/>
                  <a:pt x="1316523" y="3908984"/>
                  <a:pt x="1316754" y="3907489"/>
                </a:cubicBezTo>
                <a:cubicBezTo>
                  <a:pt x="1316984" y="3905840"/>
                  <a:pt x="1315834" y="3904307"/>
                  <a:pt x="1314205" y="3904077"/>
                </a:cubicBezTo>
                <a:close/>
                <a:moveTo>
                  <a:pt x="1088514" y="3986622"/>
                </a:moveTo>
                <a:cubicBezTo>
                  <a:pt x="1087479" y="3986277"/>
                  <a:pt x="1086349" y="3986833"/>
                  <a:pt x="1086003" y="3987868"/>
                </a:cubicBezTo>
                <a:cubicBezTo>
                  <a:pt x="1085640" y="3988903"/>
                  <a:pt x="1086195" y="3990034"/>
                  <a:pt x="1087230" y="3990379"/>
                </a:cubicBezTo>
                <a:cubicBezTo>
                  <a:pt x="1087441" y="3990475"/>
                  <a:pt x="1087672" y="3990475"/>
                  <a:pt x="1087882" y="3990475"/>
                </a:cubicBezTo>
                <a:cubicBezTo>
                  <a:pt x="1088706" y="3990475"/>
                  <a:pt x="1089473" y="3989957"/>
                  <a:pt x="1089741" y="3989133"/>
                </a:cubicBezTo>
                <a:cubicBezTo>
                  <a:pt x="1090105" y="3988098"/>
                  <a:pt x="1089550" y="3986968"/>
                  <a:pt x="1088514" y="3986622"/>
                </a:cubicBezTo>
                <a:close/>
                <a:moveTo>
                  <a:pt x="6026477" y="2058764"/>
                </a:moveTo>
                <a:cubicBezTo>
                  <a:pt x="6018390" y="2061179"/>
                  <a:pt x="6013810" y="2069689"/>
                  <a:pt x="6016225" y="2077777"/>
                </a:cubicBezTo>
                <a:cubicBezTo>
                  <a:pt x="6018218" y="2084388"/>
                  <a:pt x="6024273" y="2088663"/>
                  <a:pt x="6030847" y="2088662"/>
                </a:cubicBezTo>
                <a:cubicBezTo>
                  <a:pt x="6032303" y="2088662"/>
                  <a:pt x="6033779" y="2088471"/>
                  <a:pt x="6035236" y="2088030"/>
                </a:cubicBezTo>
                <a:cubicBezTo>
                  <a:pt x="6043305" y="2085615"/>
                  <a:pt x="6047903" y="2077105"/>
                  <a:pt x="6045489" y="2069018"/>
                </a:cubicBezTo>
                <a:cubicBezTo>
                  <a:pt x="6043073" y="2060950"/>
                  <a:pt x="6034565" y="2056350"/>
                  <a:pt x="6026477" y="2058764"/>
                </a:cubicBezTo>
                <a:close/>
                <a:moveTo>
                  <a:pt x="5177931" y="2389533"/>
                </a:moveTo>
                <a:cubicBezTo>
                  <a:pt x="5175032" y="2391282"/>
                  <a:pt x="5172799" y="2394138"/>
                  <a:pt x="5171917" y="2397684"/>
                </a:cubicBezTo>
                <a:cubicBezTo>
                  <a:pt x="5170173" y="2404774"/>
                  <a:pt x="5174486" y="2411942"/>
                  <a:pt x="5181595" y="2413706"/>
                </a:cubicBezTo>
                <a:cubicBezTo>
                  <a:pt x="5182648" y="2413955"/>
                  <a:pt x="5183723" y="2414089"/>
                  <a:pt x="5184758" y="2414089"/>
                </a:cubicBezTo>
                <a:cubicBezTo>
                  <a:pt x="5190700" y="2414089"/>
                  <a:pt x="5196103" y="2410065"/>
                  <a:pt x="5197597" y="2404027"/>
                </a:cubicBezTo>
                <a:cubicBezTo>
                  <a:pt x="5199343" y="2396937"/>
                  <a:pt x="5195031" y="2389769"/>
                  <a:pt x="5187939" y="2388024"/>
                </a:cubicBezTo>
                <a:cubicBezTo>
                  <a:pt x="5184394" y="2387143"/>
                  <a:pt x="5180829" y="2387785"/>
                  <a:pt x="5177931" y="2389533"/>
                </a:cubicBezTo>
                <a:close/>
                <a:moveTo>
                  <a:pt x="4695851" y="2577569"/>
                </a:moveTo>
                <a:cubicBezTo>
                  <a:pt x="4693589" y="2582706"/>
                  <a:pt x="4695908" y="2588704"/>
                  <a:pt x="4701046" y="2590965"/>
                </a:cubicBezTo>
                <a:lnTo>
                  <a:pt x="4701063" y="2590965"/>
                </a:lnTo>
                <a:cubicBezTo>
                  <a:pt x="4702386" y="2591560"/>
                  <a:pt x="4703785" y="2591847"/>
                  <a:pt x="4705166" y="2591847"/>
                </a:cubicBezTo>
                <a:cubicBezTo>
                  <a:pt x="4709055" y="2591847"/>
                  <a:pt x="4712772" y="2589586"/>
                  <a:pt x="4714459" y="2585791"/>
                </a:cubicBezTo>
                <a:cubicBezTo>
                  <a:pt x="4716721" y="2580655"/>
                  <a:pt x="4714403" y="2574656"/>
                  <a:pt x="4709268" y="2572395"/>
                </a:cubicBezTo>
                <a:cubicBezTo>
                  <a:pt x="4704129" y="2570133"/>
                  <a:pt x="4698132" y="2572452"/>
                  <a:pt x="4695851" y="2577569"/>
                </a:cubicBezTo>
                <a:close/>
                <a:moveTo>
                  <a:pt x="7688895" y="1405956"/>
                </a:moveTo>
                <a:cubicBezTo>
                  <a:pt x="7684401" y="1406032"/>
                  <a:pt x="7680367" y="1407925"/>
                  <a:pt x="7677475" y="1410925"/>
                </a:cubicBezTo>
                <a:lnTo>
                  <a:pt x="7672914" y="1422523"/>
                </a:lnTo>
                <a:lnTo>
                  <a:pt x="7677801" y="1433851"/>
                </a:lnTo>
                <a:cubicBezTo>
                  <a:pt x="7680746" y="1436740"/>
                  <a:pt x="7684775" y="1438518"/>
                  <a:pt x="7689202" y="1438518"/>
                </a:cubicBezTo>
                <a:cubicBezTo>
                  <a:pt x="7689297" y="1438518"/>
                  <a:pt x="7689393" y="1438518"/>
                  <a:pt x="7689508" y="1438518"/>
                </a:cubicBezTo>
                <a:cubicBezTo>
                  <a:pt x="7698497" y="1438364"/>
                  <a:pt x="7705646" y="1430928"/>
                  <a:pt x="7705492" y="1421939"/>
                </a:cubicBezTo>
                <a:cubicBezTo>
                  <a:pt x="7705320" y="1412951"/>
                  <a:pt x="7697902" y="1405783"/>
                  <a:pt x="7688895" y="1405956"/>
                </a:cubicBezTo>
                <a:close/>
                <a:moveTo>
                  <a:pt x="2808583" y="3309838"/>
                </a:moveTo>
                <a:cubicBezTo>
                  <a:pt x="2806628" y="3310911"/>
                  <a:pt x="2805938" y="3313365"/>
                  <a:pt x="2807030" y="3315300"/>
                </a:cubicBezTo>
                <a:cubicBezTo>
                  <a:pt x="2807778" y="3316622"/>
                  <a:pt x="2809138" y="3317370"/>
                  <a:pt x="2810537" y="3317370"/>
                </a:cubicBezTo>
                <a:cubicBezTo>
                  <a:pt x="2811208" y="3317370"/>
                  <a:pt x="2811879" y="3317197"/>
                  <a:pt x="2812512" y="3316852"/>
                </a:cubicBezTo>
                <a:cubicBezTo>
                  <a:pt x="2814448" y="3315760"/>
                  <a:pt x="2815137" y="3313307"/>
                  <a:pt x="2814064" y="3311371"/>
                </a:cubicBezTo>
                <a:cubicBezTo>
                  <a:pt x="2812972" y="3309436"/>
                  <a:pt x="2810518" y="3308746"/>
                  <a:pt x="2808583" y="3309838"/>
                </a:cubicBezTo>
                <a:close/>
                <a:moveTo>
                  <a:pt x="5926129" y="2087072"/>
                </a:moveTo>
                <a:cubicBezTo>
                  <a:pt x="5917964" y="2089218"/>
                  <a:pt x="5913097" y="2097574"/>
                  <a:pt x="5915244" y="2105720"/>
                </a:cubicBezTo>
                <a:cubicBezTo>
                  <a:pt x="5917065" y="2112581"/>
                  <a:pt x="5923237" y="2117103"/>
                  <a:pt x="5930020" y="2117104"/>
                </a:cubicBezTo>
                <a:cubicBezTo>
                  <a:pt x="5931304" y="2117103"/>
                  <a:pt x="5932607" y="2116931"/>
                  <a:pt x="5933910" y="2116586"/>
                </a:cubicBezTo>
                <a:cubicBezTo>
                  <a:pt x="5942076" y="2114440"/>
                  <a:pt x="5946925" y="2106083"/>
                  <a:pt x="5944778" y="2097939"/>
                </a:cubicBezTo>
                <a:cubicBezTo>
                  <a:pt x="5942633" y="2089774"/>
                  <a:pt x="5934275" y="2084906"/>
                  <a:pt x="5926129" y="2087072"/>
                </a:cubicBezTo>
                <a:close/>
                <a:moveTo>
                  <a:pt x="3881897" y="2884023"/>
                </a:moveTo>
                <a:lnTo>
                  <a:pt x="3881898" y="2884042"/>
                </a:lnTo>
                <a:lnTo>
                  <a:pt x="3881906" y="2884032"/>
                </a:lnTo>
                <a:close/>
                <a:moveTo>
                  <a:pt x="2250393" y="3520694"/>
                </a:moveTo>
                <a:cubicBezTo>
                  <a:pt x="2247805" y="3521768"/>
                  <a:pt x="2246579" y="3524720"/>
                  <a:pt x="2247633" y="3527287"/>
                </a:cubicBezTo>
                <a:cubicBezTo>
                  <a:pt x="2248437" y="3529242"/>
                  <a:pt x="2250316" y="3530411"/>
                  <a:pt x="2252309" y="3530411"/>
                </a:cubicBezTo>
                <a:cubicBezTo>
                  <a:pt x="2252941" y="3530411"/>
                  <a:pt x="2253593" y="3530296"/>
                  <a:pt x="2254226" y="3530048"/>
                </a:cubicBezTo>
                <a:cubicBezTo>
                  <a:pt x="2256794" y="3528974"/>
                  <a:pt x="2258039" y="3526022"/>
                  <a:pt x="2256966" y="3523454"/>
                </a:cubicBezTo>
                <a:cubicBezTo>
                  <a:pt x="2255912" y="3520886"/>
                  <a:pt x="2252961" y="3519640"/>
                  <a:pt x="2250393" y="3520694"/>
                </a:cubicBezTo>
                <a:close/>
                <a:moveTo>
                  <a:pt x="2158859" y="3556227"/>
                </a:moveTo>
                <a:cubicBezTo>
                  <a:pt x="2156233" y="3557185"/>
                  <a:pt x="2154892" y="3560079"/>
                  <a:pt x="2155851" y="3562705"/>
                </a:cubicBezTo>
                <a:cubicBezTo>
                  <a:pt x="2156598" y="3564756"/>
                  <a:pt x="2158533" y="3566020"/>
                  <a:pt x="2160584" y="3566020"/>
                </a:cubicBezTo>
                <a:cubicBezTo>
                  <a:pt x="2161159" y="3566020"/>
                  <a:pt x="2161733" y="3565925"/>
                  <a:pt x="2162309" y="3565714"/>
                </a:cubicBezTo>
                <a:cubicBezTo>
                  <a:pt x="2164934" y="3564756"/>
                  <a:pt x="2166276" y="3561861"/>
                  <a:pt x="2165337" y="3559236"/>
                </a:cubicBezTo>
                <a:cubicBezTo>
                  <a:pt x="2164379" y="3556610"/>
                  <a:pt x="2161466" y="3555269"/>
                  <a:pt x="2158859" y="3556227"/>
                </a:cubicBezTo>
                <a:close/>
                <a:moveTo>
                  <a:pt x="8218552" y="1188381"/>
                </a:moveTo>
                <a:cubicBezTo>
                  <a:pt x="8214489" y="1190729"/>
                  <a:pt x="8211322" y="1194629"/>
                  <a:pt x="8210018" y="1199526"/>
                </a:cubicBezTo>
                <a:cubicBezTo>
                  <a:pt x="8207394" y="1209301"/>
                  <a:pt x="8213220" y="1219363"/>
                  <a:pt x="8222994" y="1221968"/>
                </a:cubicBezTo>
                <a:cubicBezTo>
                  <a:pt x="8224584" y="1222390"/>
                  <a:pt x="8226175" y="1222601"/>
                  <a:pt x="8227746" y="1222601"/>
                </a:cubicBezTo>
                <a:cubicBezTo>
                  <a:pt x="8235835" y="1222601"/>
                  <a:pt x="8243251" y="1217197"/>
                  <a:pt x="8245436" y="1208994"/>
                </a:cubicBezTo>
                <a:cubicBezTo>
                  <a:pt x="8248062" y="1199219"/>
                  <a:pt x="8242235" y="1189158"/>
                  <a:pt x="8232462" y="1186551"/>
                </a:cubicBezTo>
                <a:cubicBezTo>
                  <a:pt x="8227574" y="1185238"/>
                  <a:pt x="8222615" y="1186034"/>
                  <a:pt x="8218552" y="1188381"/>
                </a:cubicBezTo>
                <a:close/>
                <a:moveTo>
                  <a:pt x="3886766" y="2878829"/>
                </a:moveTo>
                <a:lnTo>
                  <a:pt x="3881906" y="2884032"/>
                </a:lnTo>
                <a:lnTo>
                  <a:pt x="3886938" y="2888910"/>
                </a:lnTo>
                <a:cubicBezTo>
                  <a:pt x="3886995" y="2888910"/>
                  <a:pt x="3887110" y="2888910"/>
                  <a:pt x="3887110" y="2888910"/>
                </a:cubicBezTo>
                <a:cubicBezTo>
                  <a:pt x="3889908" y="2888814"/>
                  <a:pt x="3892095" y="2886476"/>
                  <a:pt x="3891999" y="2883696"/>
                </a:cubicBezTo>
                <a:cubicBezTo>
                  <a:pt x="3891883" y="2880918"/>
                  <a:pt x="3889544" y="2878733"/>
                  <a:pt x="3886766" y="2878829"/>
                </a:cubicBezTo>
                <a:close/>
                <a:moveTo>
                  <a:pt x="8622370" y="1029750"/>
                </a:moveTo>
                <a:cubicBezTo>
                  <a:pt x="8617622" y="1031916"/>
                  <a:pt x="8613698" y="1035893"/>
                  <a:pt x="8611724" y="1041164"/>
                </a:cubicBezTo>
                <a:cubicBezTo>
                  <a:pt x="8607776" y="1051685"/>
                  <a:pt x="8613123" y="1063433"/>
                  <a:pt x="8623664" y="1067381"/>
                </a:cubicBezTo>
                <a:cubicBezTo>
                  <a:pt x="8626021" y="1068262"/>
                  <a:pt x="8628437" y="1068685"/>
                  <a:pt x="8630813" y="1068685"/>
                </a:cubicBezTo>
                <a:cubicBezTo>
                  <a:pt x="8639054" y="1068685"/>
                  <a:pt x="8646835" y="1063625"/>
                  <a:pt x="8649882" y="1055441"/>
                </a:cubicBezTo>
                <a:cubicBezTo>
                  <a:pt x="8653830" y="1044901"/>
                  <a:pt x="8648483" y="1033152"/>
                  <a:pt x="8637961" y="1029204"/>
                </a:cubicBezTo>
                <a:cubicBezTo>
                  <a:pt x="8632691" y="1027230"/>
                  <a:pt x="8627119" y="1027584"/>
                  <a:pt x="8622370" y="1029750"/>
                </a:cubicBezTo>
                <a:close/>
                <a:moveTo>
                  <a:pt x="2340546" y="3481770"/>
                </a:moveTo>
                <a:cubicBezTo>
                  <a:pt x="2337997" y="3482900"/>
                  <a:pt x="2336867" y="3485891"/>
                  <a:pt x="2338016" y="3488439"/>
                </a:cubicBezTo>
                <a:cubicBezTo>
                  <a:pt x="2338860" y="3490298"/>
                  <a:pt x="2340700" y="3491410"/>
                  <a:pt x="2342616" y="3491410"/>
                </a:cubicBezTo>
                <a:cubicBezTo>
                  <a:pt x="2343326" y="3491410"/>
                  <a:pt x="2344015" y="3491276"/>
                  <a:pt x="2344686" y="3490969"/>
                </a:cubicBezTo>
                <a:cubicBezTo>
                  <a:pt x="2347235" y="3489819"/>
                  <a:pt x="2348366" y="3486830"/>
                  <a:pt x="2347216" y="3484280"/>
                </a:cubicBezTo>
                <a:cubicBezTo>
                  <a:pt x="2346066" y="3481770"/>
                  <a:pt x="2343076" y="3480620"/>
                  <a:pt x="2340546" y="3481770"/>
                </a:cubicBezTo>
                <a:close/>
                <a:moveTo>
                  <a:pt x="4550634" y="2618391"/>
                </a:moveTo>
                <a:cubicBezTo>
                  <a:pt x="4545901" y="2616685"/>
                  <a:pt x="4540668" y="2619158"/>
                  <a:pt x="4538943" y="2623892"/>
                </a:cubicBezTo>
                <a:cubicBezTo>
                  <a:pt x="4537236" y="2628645"/>
                  <a:pt x="4539709" y="2633877"/>
                  <a:pt x="4544443" y="2635583"/>
                </a:cubicBezTo>
                <a:cubicBezTo>
                  <a:pt x="4545479" y="2635946"/>
                  <a:pt x="4546513" y="2636119"/>
                  <a:pt x="4547549" y="2636119"/>
                </a:cubicBezTo>
                <a:cubicBezTo>
                  <a:pt x="4551286" y="2636119"/>
                  <a:pt x="4554792" y="2633800"/>
                  <a:pt x="4556135" y="2630082"/>
                </a:cubicBezTo>
                <a:cubicBezTo>
                  <a:pt x="4557839" y="2625329"/>
                  <a:pt x="4555387" y="2620097"/>
                  <a:pt x="4550634" y="2618391"/>
                </a:cubicBezTo>
                <a:close/>
                <a:moveTo>
                  <a:pt x="1546144" y="3790888"/>
                </a:moveTo>
                <a:cubicBezTo>
                  <a:pt x="1543921" y="3790925"/>
                  <a:pt x="1542158" y="3792765"/>
                  <a:pt x="1542177" y="3794989"/>
                </a:cubicBezTo>
                <a:cubicBezTo>
                  <a:pt x="1542215" y="3797174"/>
                  <a:pt x="1544017" y="3798937"/>
                  <a:pt x="1546221" y="3798937"/>
                </a:cubicBezTo>
                <a:lnTo>
                  <a:pt x="1546278" y="3798937"/>
                </a:lnTo>
                <a:cubicBezTo>
                  <a:pt x="1548501" y="3798898"/>
                  <a:pt x="1550246" y="3797078"/>
                  <a:pt x="1550246" y="3794855"/>
                </a:cubicBezTo>
                <a:cubicBezTo>
                  <a:pt x="1550207" y="3792632"/>
                  <a:pt x="1548368" y="3790888"/>
                  <a:pt x="1546144" y="3790888"/>
                </a:cubicBezTo>
                <a:close/>
                <a:moveTo>
                  <a:pt x="2065927" y="3587849"/>
                </a:moveTo>
                <a:cubicBezTo>
                  <a:pt x="2063263" y="3588693"/>
                  <a:pt x="2061787" y="3591530"/>
                  <a:pt x="2062630" y="3594194"/>
                </a:cubicBezTo>
                <a:cubicBezTo>
                  <a:pt x="2063320" y="3596340"/>
                  <a:pt x="2065294" y="3597720"/>
                  <a:pt x="2067441" y="3597720"/>
                </a:cubicBezTo>
                <a:cubicBezTo>
                  <a:pt x="2067958" y="3597720"/>
                  <a:pt x="2068457" y="3597643"/>
                  <a:pt x="2068973" y="3597490"/>
                </a:cubicBezTo>
                <a:lnTo>
                  <a:pt x="2068955" y="3597490"/>
                </a:lnTo>
                <a:cubicBezTo>
                  <a:pt x="2071619" y="3596647"/>
                  <a:pt x="2073095" y="3593810"/>
                  <a:pt x="2072270" y="3591146"/>
                </a:cubicBezTo>
                <a:cubicBezTo>
                  <a:pt x="2071427" y="3588501"/>
                  <a:pt x="2068591" y="3587025"/>
                  <a:pt x="2065927" y="3587849"/>
                </a:cubicBezTo>
                <a:close/>
                <a:moveTo>
                  <a:pt x="3620885" y="2980348"/>
                </a:moveTo>
                <a:cubicBezTo>
                  <a:pt x="3618700" y="2980751"/>
                  <a:pt x="3617244" y="2982839"/>
                  <a:pt x="3617628" y="2985025"/>
                </a:cubicBezTo>
                <a:cubicBezTo>
                  <a:pt x="3617972" y="2986979"/>
                  <a:pt x="3619678" y="2988340"/>
                  <a:pt x="3621594" y="2988340"/>
                </a:cubicBezTo>
                <a:cubicBezTo>
                  <a:pt x="3621824" y="2988340"/>
                  <a:pt x="3622074" y="2988321"/>
                  <a:pt x="3622304" y="2988282"/>
                </a:cubicBezTo>
                <a:cubicBezTo>
                  <a:pt x="3624488" y="2987880"/>
                  <a:pt x="3625945" y="2985791"/>
                  <a:pt x="3625561" y="2983606"/>
                </a:cubicBezTo>
                <a:cubicBezTo>
                  <a:pt x="3625159" y="2981421"/>
                  <a:pt x="3623071" y="2979964"/>
                  <a:pt x="3620885" y="2980348"/>
                </a:cubicBezTo>
                <a:close/>
                <a:moveTo>
                  <a:pt x="2894156" y="3262519"/>
                </a:moveTo>
                <a:cubicBezTo>
                  <a:pt x="2892202" y="3263593"/>
                  <a:pt x="2891473" y="3266026"/>
                  <a:pt x="2892546" y="3267982"/>
                </a:cubicBezTo>
                <a:cubicBezTo>
                  <a:pt x="2893274" y="3269323"/>
                  <a:pt x="2894655" y="3270089"/>
                  <a:pt x="2896072" y="3270088"/>
                </a:cubicBezTo>
                <a:cubicBezTo>
                  <a:pt x="2896724" y="3270089"/>
                  <a:pt x="2897395" y="3269916"/>
                  <a:pt x="2898008" y="3269591"/>
                </a:cubicBezTo>
                <a:cubicBezTo>
                  <a:pt x="2899944" y="3268517"/>
                  <a:pt x="2900672" y="3266083"/>
                  <a:pt x="2899618" y="3264129"/>
                </a:cubicBezTo>
                <a:cubicBezTo>
                  <a:pt x="2898545" y="3262174"/>
                  <a:pt x="2896092" y="3261464"/>
                  <a:pt x="2894156" y="3262519"/>
                </a:cubicBezTo>
                <a:close/>
                <a:moveTo>
                  <a:pt x="2429550" y="3440162"/>
                </a:moveTo>
                <a:cubicBezTo>
                  <a:pt x="2427039" y="3441369"/>
                  <a:pt x="2425985" y="3444378"/>
                  <a:pt x="2427193" y="3446889"/>
                </a:cubicBezTo>
                <a:cubicBezTo>
                  <a:pt x="2428075" y="3448690"/>
                  <a:pt x="2429876" y="3449744"/>
                  <a:pt x="2431754" y="3449744"/>
                </a:cubicBezTo>
                <a:cubicBezTo>
                  <a:pt x="2432482" y="3449744"/>
                  <a:pt x="2433230" y="3449591"/>
                  <a:pt x="2433939" y="3449246"/>
                </a:cubicBezTo>
                <a:cubicBezTo>
                  <a:pt x="2436449" y="3448039"/>
                  <a:pt x="2437503" y="3445011"/>
                  <a:pt x="2436277" y="3442500"/>
                </a:cubicBezTo>
                <a:cubicBezTo>
                  <a:pt x="2435070" y="3439989"/>
                  <a:pt x="2432060" y="3438935"/>
                  <a:pt x="2429550" y="3440162"/>
                </a:cubicBezTo>
                <a:close/>
                <a:moveTo>
                  <a:pt x="5824919" y="2111737"/>
                </a:moveTo>
                <a:cubicBezTo>
                  <a:pt x="5816675" y="2113577"/>
                  <a:pt x="5811483" y="2121742"/>
                  <a:pt x="5813323" y="2129963"/>
                </a:cubicBezTo>
                <a:cubicBezTo>
                  <a:pt x="5814913" y="2137074"/>
                  <a:pt x="5821218" y="2141922"/>
                  <a:pt x="5828215" y="2141922"/>
                </a:cubicBezTo>
                <a:cubicBezTo>
                  <a:pt x="5829307" y="2141922"/>
                  <a:pt x="5830437" y="2141807"/>
                  <a:pt x="5831551" y="2141559"/>
                </a:cubicBezTo>
                <a:cubicBezTo>
                  <a:pt x="5839791" y="2139719"/>
                  <a:pt x="5844966" y="2131555"/>
                  <a:pt x="5843125" y="2123333"/>
                </a:cubicBezTo>
                <a:cubicBezTo>
                  <a:pt x="5841305" y="2115091"/>
                  <a:pt x="5833140" y="2109916"/>
                  <a:pt x="5824919" y="2111737"/>
                </a:cubicBezTo>
                <a:close/>
                <a:moveTo>
                  <a:pt x="7951979" y="1281072"/>
                </a:moveTo>
                <a:cubicBezTo>
                  <a:pt x="7948445" y="1283744"/>
                  <a:pt x="7945930" y="1287763"/>
                  <a:pt x="7945269" y="1292497"/>
                </a:cubicBezTo>
                <a:cubicBezTo>
                  <a:pt x="7943947" y="1301965"/>
                  <a:pt x="7950558" y="1310723"/>
                  <a:pt x="7960025" y="1312027"/>
                </a:cubicBezTo>
                <a:cubicBezTo>
                  <a:pt x="7960831" y="1312142"/>
                  <a:pt x="7961636" y="1312199"/>
                  <a:pt x="7962441" y="1312199"/>
                </a:cubicBezTo>
                <a:cubicBezTo>
                  <a:pt x="7970931" y="1312199"/>
                  <a:pt x="7978348" y="1305932"/>
                  <a:pt x="7979555" y="1297269"/>
                </a:cubicBezTo>
                <a:cubicBezTo>
                  <a:pt x="7980879" y="1287802"/>
                  <a:pt x="7974266" y="1279062"/>
                  <a:pt x="7964798" y="1277739"/>
                </a:cubicBezTo>
                <a:cubicBezTo>
                  <a:pt x="7960064" y="1277079"/>
                  <a:pt x="7955513" y="1278401"/>
                  <a:pt x="7951979" y="1281072"/>
                </a:cubicBezTo>
                <a:close/>
                <a:moveTo>
                  <a:pt x="1971653" y="3615084"/>
                </a:moveTo>
                <a:cubicBezTo>
                  <a:pt x="1968950" y="3615774"/>
                  <a:pt x="1967340" y="3618534"/>
                  <a:pt x="1968049" y="3621235"/>
                </a:cubicBezTo>
                <a:lnTo>
                  <a:pt x="1968069" y="3621235"/>
                </a:lnTo>
                <a:cubicBezTo>
                  <a:pt x="1968662" y="3623497"/>
                  <a:pt x="1970713" y="3625011"/>
                  <a:pt x="1972956" y="3625011"/>
                </a:cubicBezTo>
                <a:cubicBezTo>
                  <a:pt x="1973378" y="3625011"/>
                  <a:pt x="1973799" y="3624953"/>
                  <a:pt x="1974221" y="3624839"/>
                </a:cubicBezTo>
                <a:cubicBezTo>
                  <a:pt x="1976904" y="3624130"/>
                  <a:pt x="1978513" y="3621370"/>
                  <a:pt x="1977824" y="3618687"/>
                </a:cubicBezTo>
                <a:cubicBezTo>
                  <a:pt x="1977115" y="3615984"/>
                  <a:pt x="1974355" y="3614375"/>
                  <a:pt x="1971653" y="3615084"/>
                </a:cubicBezTo>
                <a:close/>
                <a:moveTo>
                  <a:pt x="4055326" y="2800673"/>
                </a:moveTo>
                <a:cubicBezTo>
                  <a:pt x="4051971" y="2800501"/>
                  <a:pt x="4049135" y="2803088"/>
                  <a:pt x="4048962" y="2806442"/>
                </a:cubicBezTo>
                <a:cubicBezTo>
                  <a:pt x="4048810" y="2809796"/>
                  <a:pt x="4051396" y="2812632"/>
                  <a:pt x="4054731" y="2812786"/>
                </a:cubicBezTo>
                <a:lnTo>
                  <a:pt x="4054731" y="2812805"/>
                </a:lnTo>
                <a:cubicBezTo>
                  <a:pt x="4054828" y="2812805"/>
                  <a:pt x="4055039" y="2812805"/>
                  <a:pt x="4055039" y="2812805"/>
                </a:cubicBezTo>
                <a:cubicBezTo>
                  <a:pt x="4058257" y="2812805"/>
                  <a:pt x="4060940" y="2810275"/>
                  <a:pt x="4061095" y="2807017"/>
                </a:cubicBezTo>
                <a:cubicBezTo>
                  <a:pt x="4061247" y="2803682"/>
                  <a:pt x="4058680" y="2800827"/>
                  <a:pt x="4055326" y="2800673"/>
                </a:cubicBezTo>
                <a:close/>
                <a:moveTo>
                  <a:pt x="4388189" y="2670349"/>
                </a:moveTo>
                <a:cubicBezTo>
                  <a:pt x="4383839" y="2669295"/>
                  <a:pt x="4379451" y="2671978"/>
                  <a:pt x="4378414" y="2676329"/>
                </a:cubicBezTo>
                <a:cubicBezTo>
                  <a:pt x="4377359" y="2680699"/>
                  <a:pt x="4380043" y="2685068"/>
                  <a:pt x="4384393" y="2686122"/>
                </a:cubicBezTo>
                <a:cubicBezTo>
                  <a:pt x="4385046" y="2686275"/>
                  <a:pt x="4385680" y="2686353"/>
                  <a:pt x="4386309" y="2686353"/>
                </a:cubicBezTo>
                <a:cubicBezTo>
                  <a:pt x="4389970" y="2686353"/>
                  <a:pt x="4393287" y="2683841"/>
                  <a:pt x="4394188" y="2680123"/>
                </a:cubicBezTo>
                <a:cubicBezTo>
                  <a:pt x="4395222" y="2675773"/>
                  <a:pt x="4392558" y="2671384"/>
                  <a:pt x="4388189" y="2670349"/>
                </a:cubicBezTo>
                <a:close/>
                <a:moveTo>
                  <a:pt x="2980438" y="3216484"/>
                </a:moveTo>
                <a:cubicBezTo>
                  <a:pt x="2978465" y="3217519"/>
                  <a:pt x="2977717" y="3219934"/>
                  <a:pt x="2978732" y="3221908"/>
                </a:cubicBezTo>
                <a:cubicBezTo>
                  <a:pt x="2979442" y="3223288"/>
                  <a:pt x="2980859" y="3224073"/>
                  <a:pt x="2982298" y="3224073"/>
                </a:cubicBezTo>
                <a:cubicBezTo>
                  <a:pt x="2982930" y="3224073"/>
                  <a:pt x="2983562" y="3223939"/>
                  <a:pt x="2984156" y="3223613"/>
                </a:cubicBezTo>
                <a:cubicBezTo>
                  <a:pt x="2986131" y="3222598"/>
                  <a:pt x="2986897" y="3220164"/>
                  <a:pt x="2985862" y="3218189"/>
                </a:cubicBezTo>
                <a:cubicBezTo>
                  <a:pt x="2984847" y="3216216"/>
                  <a:pt x="2982412" y="3215468"/>
                  <a:pt x="2980438" y="3216484"/>
                </a:cubicBezTo>
                <a:close/>
                <a:moveTo>
                  <a:pt x="4222755" y="2731198"/>
                </a:moveTo>
                <a:cubicBezTo>
                  <a:pt x="4218863" y="2730661"/>
                  <a:pt x="4215280" y="2733364"/>
                  <a:pt x="4214762" y="2737235"/>
                </a:cubicBezTo>
                <a:cubicBezTo>
                  <a:pt x="4214225" y="2741126"/>
                  <a:pt x="4216928" y="2744709"/>
                  <a:pt x="4220799" y="2745246"/>
                </a:cubicBezTo>
                <a:cubicBezTo>
                  <a:pt x="4221126" y="2745285"/>
                  <a:pt x="4221450" y="2745304"/>
                  <a:pt x="4221776" y="2745304"/>
                </a:cubicBezTo>
                <a:cubicBezTo>
                  <a:pt x="4225265" y="2745304"/>
                  <a:pt x="4228311" y="2742736"/>
                  <a:pt x="4228810" y="2739190"/>
                </a:cubicBezTo>
                <a:cubicBezTo>
                  <a:pt x="4229346" y="2735300"/>
                  <a:pt x="4226627" y="2731735"/>
                  <a:pt x="4222755" y="2731198"/>
                </a:cubicBezTo>
                <a:close/>
                <a:moveTo>
                  <a:pt x="2517615" y="3396541"/>
                </a:moveTo>
                <a:cubicBezTo>
                  <a:pt x="2515123" y="3397807"/>
                  <a:pt x="2514127" y="3400835"/>
                  <a:pt x="2515392" y="3403326"/>
                </a:cubicBezTo>
                <a:cubicBezTo>
                  <a:pt x="2516274" y="3405089"/>
                  <a:pt x="2518056" y="3406086"/>
                  <a:pt x="2519896" y="3406086"/>
                </a:cubicBezTo>
                <a:cubicBezTo>
                  <a:pt x="2520662" y="3406086"/>
                  <a:pt x="2521448" y="3405914"/>
                  <a:pt x="2522176" y="3405549"/>
                </a:cubicBezTo>
                <a:cubicBezTo>
                  <a:pt x="2524648" y="3404285"/>
                  <a:pt x="2525645" y="3401237"/>
                  <a:pt x="2524399" y="3398765"/>
                </a:cubicBezTo>
                <a:cubicBezTo>
                  <a:pt x="2523134" y="3396273"/>
                  <a:pt x="2520087" y="3395296"/>
                  <a:pt x="2517615" y="3396541"/>
                </a:cubicBezTo>
                <a:close/>
                <a:moveTo>
                  <a:pt x="873690" y="4038177"/>
                </a:moveTo>
                <a:cubicBezTo>
                  <a:pt x="873441" y="4038637"/>
                  <a:pt x="873614" y="4039231"/>
                  <a:pt x="874074" y="4039480"/>
                </a:cubicBezTo>
                <a:cubicBezTo>
                  <a:pt x="874226" y="4039556"/>
                  <a:pt x="874380" y="4039595"/>
                  <a:pt x="874533" y="4039595"/>
                </a:cubicBezTo>
                <a:cubicBezTo>
                  <a:pt x="874878" y="4039595"/>
                  <a:pt x="875204" y="4039402"/>
                  <a:pt x="875376" y="4039097"/>
                </a:cubicBezTo>
                <a:cubicBezTo>
                  <a:pt x="875626" y="4038618"/>
                  <a:pt x="875454" y="4038042"/>
                  <a:pt x="874993" y="4037794"/>
                </a:cubicBezTo>
                <a:cubicBezTo>
                  <a:pt x="874534" y="4037544"/>
                  <a:pt x="873939" y="4037717"/>
                  <a:pt x="873690" y="4038177"/>
                </a:cubicBezTo>
                <a:close/>
                <a:moveTo>
                  <a:pt x="3524983" y="3000433"/>
                </a:moveTo>
                <a:cubicBezTo>
                  <a:pt x="3522836" y="3000950"/>
                  <a:pt x="3521494" y="3003136"/>
                  <a:pt x="3522011" y="3005282"/>
                </a:cubicBezTo>
                <a:cubicBezTo>
                  <a:pt x="3522452" y="3007141"/>
                  <a:pt x="3524100" y="3008387"/>
                  <a:pt x="3525922" y="3008387"/>
                </a:cubicBezTo>
                <a:cubicBezTo>
                  <a:pt x="3526228" y="3008387"/>
                  <a:pt x="3526554" y="3008348"/>
                  <a:pt x="3526860" y="3008272"/>
                </a:cubicBezTo>
                <a:cubicBezTo>
                  <a:pt x="3529027" y="3007754"/>
                  <a:pt x="3530368" y="3005569"/>
                  <a:pt x="3529850" y="3003423"/>
                </a:cubicBezTo>
                <a:cubicBezTo>
                  <a:pt x="3529333" y="3001257"/>
                  <a:pt x="3527147" y="2999916"/>
                  <a:pt x="3524983" y="3000433"/>
                </a:cubicBezTo>
                <a:close/>
                <a:moveTo>
                  <a:pt x="5342449" y="2288016"/>
                </a:moveTo>
                <a:cubicBezTo>
                  <a:pt x="5339651" y="2290354"/>
                  <a:pt x="5337744" y="2293760"/>
                  <a:pt x="5337389" y="2297680"/>
                </a:cubicBezTo>
                <a:cubicBezTo>
                  <a:pt x="5336681" y="2305518"/>
                  <a:pt x="5342469" y="2312437"/>
                  <a:pt x="5350308" y="2313146"/>
                </a:cubicBezTo>
                <a:cubicBezTo>
                  <a:pt x="5350748" y="2313185"/>
                  <a:pt x="5351171" y="2313203"/>
                  <a:pt x="5351592" y="2313203"/>
                </a:cubicBezTo>
                <a:cubicBezTo>
                  <a:pt x="5358893" y="2313203"/>
                  <a:pt x="5365103" y="2307626"/>
                  <a:pt x="5365774" y="2300228"/>
                </a:cubicBezTo>
                <a:cubicBezTo>
                  <a:pt x="5366464" y="2292371"/>
                  <a:pt x="5360676" y="2285452"/>
                  <a:pt x="5352856" y="2284762"/>
                </a:cubicBezTo>
                <a:cubicBezTo>
                  <a:pt x="5348937" y="2284408"/>
                  <a:pt x="5345247" y="2285677"/>
                  <a:pt x="5342449" y="2288016"/>
                </a:cubicBezTo>
                <a:close/>
                <a:moveTo>
                  <a:pt x="7582546" y="1411399"/>
                </a:moveTo>
                <a:cubicBezTo>
                  <a:pt x="7573596" y="1412184"/>
                  <a:pt x="7566947" y="1420062"/>
                  <a:pt x="7567732" y="1429030"/>
                </a:cubicBezTo>
                <a:lnTo>
                  <a:pt x="7567713" y="1429030"/>
                </a:lnTo>
                <a:cubicBezTo>
                  <a:pt x="7568421" y="1437521"/>
                  <a:pt x="7575551" y="1443922"/>
                  <a:pt x="7583927" y="1443922"/>
                </a:cubicBezTo>
                <a:cubicBezTo>
                  <a:pt x="7584387" y="1443922"/>
                  <a:pt x="7584865" y="1443903"/>
                  <a:pt x="7585325" y="1443864"/>
                </a:cubicBezTo>
                <a:cubicBezTo>
                  <a:pt x="7594295" y="1443097"/>
                  <a:pt x="7600926" y="1435201"/>
                  <a:pt x="7600160" y="1426252"/>
                </a:cubicBezTo>
                <a:cubicBezTo>
                  <a:pt x="7599393" y="1417283"/>
                  <a:pt x="7591497" y="1410632"/>
                  <a:pt x="7582546" y="1411399"/>
                </a:cubicBezTo>
                <a:close/>
                <a:moveTo>
                  <a:pt x="3067716" y="3172270"/>
                </a:moveTo>
                <a:cubicBezTo>
                  <a:pt x="3065725" y="3173266"/>
                  <a:pt x="3064899" y="3175662"/>
                  <a:pt x="3065877" y="3177674"/>
                </a:cubicBezTo>
                <a:cubicBezTo>
                  <a:pt x="3066568" y="3179092"/>
                  <a:pt x="3068005" y="3179916"/>
                  <a:pt x="3069480" y="3179916"/>
                </a:cubicBezTo>
                <a:cubicBezTo>
                  <a:pt x="3070074" y="3179916"/>
                  <a:pt x="3070688" y="3179783"/>
                  <a:pt x="3071262" y="3179495"/>
                </a:cubicBezTo>
                <a:cubicBezTo>
                  <a:pt x="3073256" y="3178517"/>
                  <a:pt x="3074080" y="3176103"/>
                  <a:pt x="3073102" y="3174109"/>
                </a:cubicBezTo>
                <a:cubicBezTo>
                  <a:pt x="3072105" y="3172116"/>
                  <a:pt x="3069710" y="3171292"/>
                  <a:pt x="3067716" y="3172270"/>
                </a:cubicBezTo>
                <a:close/>
                <a:moveTo>
                  <a:pt x="1876114" y="3637316"/>
                </a:moveTo>
                <a:cubicBezTo>
                  <a:pt x="1873391" y="3637872"/>
                  <a:pt x="1871629" y="3640535"/>
                  <a:pt x="1872185" y="3643275"/>
                </a:cubicBezTo>
                <a:cubicBezTo>
                  <a:pt x="1872663" y="3645671"/>
                  <a:pt x="1874771" y="3647320"/>
                  <a:pt x="1877129" y="3647320"/>
                </a:cubicBezTo>
                <a:cubicBezTo>
                  <a:pt x="1877455" y="3647320"/>
                  <a:pt x="1877800" y="3647281"/>
                  <a:pt x="1878126" y="3647205"/>
                </a:cubicBezTo>
                <a:cubicBezTo>
                  <a:pt x="1880866" y="3646649"/>
                  <a:pt x="1882630" y="3643985"/>
                  <a:pt x="1882074" y="3641263"/>
                </a:cubicBezTo>
                <a:cubicBezTo>
                  <a:pt x="1881518" y="3638523"/>
                  <a:pt x="1878854" y="3636760"/>
                  <a:pt x="1876114" y="3637316"/>
                </a:cubicBezTo>
                <a:close/>
                <a:moveTo>
                  <a:pt x="2604931" y="3351426"/>
                </a:moveTo>
                <a:cubicBezTo>
                  <a:pt x="2602459" y="3352710"/>
                  <a:pt x="2601520" y="3355776"/>
                  <a:pt x="2602804" y="3358249"/>
                </a:cubicBezTo>
                <a:cubicBezTo>
                  <a:pt x="2603705" y="3359955"/>
                  <a:pt x="2605468" y="3360932"/>
                  <a:pt x="2607289" y="3360932"/>
                </a:cubicBezTo>
                <a:cubicBezTo>
                  <a:pt x="2608075" y="3360932"/>
                  <a:pt x="2608880" y="3360760"/>
                  <a:pt x="2609627" y="3360358"/>
                </a:cubicBezTo>
                <a:cubicBezTo>
                  <a:pt x="2612100" y="3359073"/>
                  <a:pt x="2613039" y="3356007"/>
                  <a:pt x="2611755" y="3353553"/>
                </a:cubicBezTo>
                <a:cubicBezTo>
                  <a:pt x="2610452" y="3351082"/>
                  <a:pt x="2607404" y="3350123"/>
                  <a:pt x="2604931" y="3351426"/>
                </a:cubicBezTo>
                <a:close/>
                <a:moveTo>
                  <a:pt x="3783753" y="2891095"/>
                </a:moveTo>
                <a:lnTo>
                  <a:pt x="3783753" y="2891114"/>
                </a:lnTo>
                <a:lnTo>
                  <a:pt x="3783763" y="2891103"/>
                </a:lnTo>
                <a:close/>
                <a:moveTo>
                  <a:pt x="5722864" y="2132129"/>
                </a:moveTo>
                <a:cubicBezTo>
                  <a:pt x="5714545" y="2133585"/>
                  <a:pt x="5709007" y="2141501"/>
                  <a:pt x="5710461" y="2149800"/>
                </a:cubicBezTo>
                <a:cubicBezTo>
                  <a:pt x="5711747" y="2157217"/>
                  <a:pt x="5718205" y="2162430"/>
                  <a:pt x="5725468" y="2162429"/>
                </a:cubicBezTo>
                <a:cubicBezTo>
                  <a:pt x="5726351" y="2162429"/>
                  <a:pt x="5727233" y="2162353"/>
                  <a:pt x="5728133" y="2162199"/>
                </a:cubicBezTo>
                <a:cubicBezTo>
                  <a:pt x="5736432" y="2160743"/>
                  <a:pt x="5741990" y="2152828"/>
                  <a:pt x="5740532" y="2144529"/>
                </a:cubicBezTo>
                <a:cubicBezTo>
                  <a:pt x="5739078" y="2136212"/>
                  <a:pt x="5731160" y="2130673"/>
                  <a:pt x="5722864" y="2132129"/>
                </a:cubicBezTo>
                <a:close/>
                <a:moveTo>
                  <a:pt x="3430401" y="3025885"/>
                </a:moveTo>
                <a:cubicBezTo>
                  <a:pt x="3428275" y="3026518"/>
                  <a:pt x="3427047" y="3028760"/>
                  <a:pt x="3427680" y="3030887"/>
                </a:cubicBezTo>
                <a:cubicBezTo>
                  <a:pt x="3428217" y="3032631"/>
                  <a:pt x="3429807" y="3033762"/>
                  <a:pt x="3431552" y="3033762"/>
                </a:cubicBezTo>
                <a:cubicBezTo>
                  <a:pt x="3431934" y="3033762"/>
                  <a:pt x="3432318" y="3033704"/>
                  <a:pt x="3432701" y="3033589"/>
                </a:cubicBezTo>
                <a:cubicBezTo>
                  <a:pt x="3434829" y="3032957"/>
                  <a:pt x="3436036" y="3030714"/>
                  <a:pt x="3435404" y="3028587"/>
                </a:cubicBezTo>
                <a:cubicBezTo>
                  <a:pt x="3434771" y="3026440"/>
                  <a:pt x="3432529" y="3025233"/>
                  <a:pt x="3430401" y="3025885"/>
                </a:cubicBezTo>
                <a:close/>
                <a:moveTo>
                  <a:pt x="3788277" y="2885595"/>
                </a:moveTo>
                <a:lnTo>
                  <a:pt x="3783763" y="2891103"/>
                </a:lnTo>
                <a:lnTo>
                  <a:pt x="3788772" y="2895636"/>
                </a:lnTo>
                <a:cubicBezTo>
                  <a:pt x="3788946" y="2895636"/>
                  <a:pt x="3789120" y="2895636"/>
                  <a:pt x="3789293" y="2895636"/>
                </a:cubicBezTo>
                <a:cubicBezTo>
                  <a:pt x="3792070" y="2895349"/>
                  <a:pt x="3794083" y="2892877"/>
                  <a:pt x="3793796" y="2890098"/>
                </a:cubicBezTo>
                <a:cubicBezTo>
                  <a:pt x="3793527" y="2887338"/>
                  <a:pt x="3791036" y="2885306"/>
                  <a:pt x="3788277" y="2885595"/>
                </a:cubicBezTo>
                <a:close/>
                <a:moveTo>
                  <a:pt x="3156165" y="3130451"/>
                </a:moveTo>
                <a:cubicBezTo>
                  <a:pt x="3154153" y="3131371"/>
                  <a:pt x="3153252" y="3133766"/>
                  <a:pt x="3154153" y="3135779"/>
                </a:cubicBezTo>
                <a:cubicBezTo>
                  <a:pt x="3154843" y="3137273"/>
                  <a:pt x="3156299" y="3138155"/>
                  <a:pt x="3157831" y="3138155"/>
                </a:cubicBezTo>
                <a:cubicBezTo>
                  <a:pt x="3158387" y="3138155"/>
                  <a:pt x="3158944" y="3138021"/>
                  <a:pt x="3159481" y="3137791"/>
                </a:cubicBezTo>
                <a:cubicBezTo>
                  <a:pt x="3161492" y="3136871"/>
                  <a:pt x="3162413" y="3134475"/>
                  <a:pt x="3161493" y="3132463"/>
                </a:cubicBezTo>
                <a:cubicBezTo>
                  <a:pt x="3160573" y="3130431"/>
                  <a:pt x="3158178" y="3129530"/>
                  <a:pt x="3156165" y="3130451"/>
                </a:cubicBezTo>
                <a:close/>
                <a:moveTo>
                  <a:pt x="1219146" y="3885871"/>
                </a:moveTo>
                <a:cubicBezTo>
                  <a:pt x="1217536" y="3885487"/>
                  <a:pt x="1215906" y="3886484"/>
                  <a:pt x="1215523" y="3888093"/>
                </a:cubicBezTo>
                <a:cubicBezTo>
                  <a:pt x="1215140" y="3889703"/>
                  <a:pt x="1216117" y="3891314"/>
                  <a:pt x="1217727" y="3891716"/>
                </a:cubicBezTo>
                <a:cubicBezTo>
                  <a:pt x="1217977" y="3891773"/>
                  <a:pt x="1218206" y="3891792"/>
                  <a:pt x="1218436" y="3891792"/>
                </a:cubicBezTo>
                <a:cubicBezTo>
                  <a:pt x="1219797" y="3891792"/>
                  <a:pt x="1221023" y="3890872"/>
                  <a:pt x="1221349" y="3889492"/>
                </a:cubicBezTo>
                <a:cubicBezTo>
                  <a:pt x="1221752" y="3887883"/>
                  <a:pt x="1220755" y="3886254"/>
                  <a:pt x="1219146" y="3885871"/>
                </a:cubicBezTo>
                <a:close/>
                <a:moveTo>
                  <a:pt x="3337316" y="3056358"/>
                </a:moveTo>
                <a:cubicBezTo>
                  <a:pt x="3335226" y="3057105"/>
                  <a:pt x="3334134" y="3059405"/>
                  <a:pt x="3334881" y="3061494"/>
                </a:cubicBezTo>
                <a:cubicBezTo>
                  <a:pt x="3335476" y="3063142"/>
                  <a:pt x="3337009" y="3064178"/>
                  <a:pt x="3338657" y="3064178"/>
                </a:cubicBezTo>
                <a:cubicBezTo>
                  <a:pt x="3339118" y="3064178"/>
                  <a:pt x="3339577" y="3064100"/>
                  <a:pt x="3340017" y="3063928"/>
                </a:cubicBezTo>
                <a:cubicBezTo>
                  <a:pt x="3342107" y="3063200"/>
                  <a:pt x="3343199" y="3060880"/>
                  <a:pt x="3342471" y="3058792"/>
                </a:cubicBezTo>
                <a:cubicBezTo>
                  <a:pt x="3341705" y="3056703"/>
                  <a:pt x="3339404" y="3055610"/>
                  <a:pt x="3337316" y="3056358"/>
                </a:cubicBezTo>
                <a:close/>
                <a:moveTo>
                  <a:pt x="3245974" y="3091583"/>
                </a:moveTo>
                <a:cubicBezTo>
                  <a:pt x="3243904" y="3092427"/>
                  <a:pt x="3242926" y="3094784"/>
                  <a:pt x="3243770" y="3096834"/>
                </a:cubicBezTo>
                <a:cubicBezTo>
                  <a:pt x="3244422" y="3098387"/>
                  <a:pt x="3245915" y="3099327"/>
                  <a:pt x="3247507" y="3099326"/>
                </a:cubicBezTo>
                <a:cubicBezTo>
                  <a:pt x="3248005" y="3099326"/>
                  <a:pt x="3248523" y="3099231"/>
                  <a:pt x="3249021" y="3099038"/>
                </a:cubicBezTo>
                <a:cubicBezTo>
                  <a:pt x="3251091" y="3098177"/>
                  <a:pt x="3252068" y="3095839"/>
                  <a:pt x="3251225" y="3093769"/>
                </a:cubicBezTo>
                <a:cubicBezTo>
                  <a:pt x="3250362" y="3091717"/>
                  <a:pt x="3248024" y="3090740"/>
                  <a:pt x="3245974" y="3091583"/>
                </a:cubicBezTo>
                <a:close/>
                <a:moveTo>
                  <a:pt x="2691809" y="3305353"/>
                </a:moveTo>
                <a:cubicBezTo>
                  <a:pt x="2689336" y="3306656"/>
                  <a:pt x="2688416" y="3309722"/>
                  <a:pt x="2689719" y="3312175"/>
                </a:cubicBezTo>
                <a:cubicBezTo>
                  <a:pt x="2690639" y="3313882"/>
                  <a:pt x="2692383" y="3314840"/>
                  <a:pt x="2694185" y="3314840"/>
                </a:cubicBezTo>
                <a:cubicBezTo>
                  <a:pt x="2694990" y="3314840"/>
                  <a:pt x="2695794" y="3314648"/>
                  <a:pt x="2696561" y="3314246"/>
                </a:cubicBezTo>
                <a:cubicBezTo>
                  <a:pt x="2699015" y="3312942"/>
                  <a:pt x="2699953" y="3309876"/>
                  <a:pt x="2698632" y="3307423"/>
                </a:cubicBezTo>
                <a:cubicBezTo>
                  <a:pt x="2697309" y="3304970"/>
                  <a:pt x="2694262" y="3304031"/>
                  <a:pt x="2691809" y="3305353"/>
                </a:cubicBezTo>
                <a:close/>
                <a:moveTo>
                  <a:pt x="8372935" y="1087304"/>
                </a:moveTo>
                <a:cubicBezTo>
                  <a:pt x="8368520" y="1089546"/>
                  <a:pt x="8364960" y="1093475"/>
                  <a:pt x="8363302" y="1098563"/>
                </a:cubicBezTo>
                <a:cubicBezTo>
                  <a:pt x="8359987" y="1108721"/>
                  <a:pt x="8365545" y="1119645"/>
                  <a:pt x="8375703" y="1122961"/>
                </a:cubicBezTo>
                <a:lnTo>
                  <a:pt x="8375684" y="1122961"/>
                </a:lnTo>
                <a:cubicBezTo>
                  <a:pt x="8377676" y="1123612"/>
                  <a:pt x="8379689" y="1123919"/>
                  <a:pt x="8381683" y="1123919"/>
                </a:cubicBezTo>
                <a:cubicBezTo>
                  <a:pt x="8389847" y="1123919"/>
                  <a:pt x="8397417" y="1118744"/>
                  <a:pt x="8400081" y="1110561"/>
                </a:cubicBezTo>
                <a:cubicBezTo>
                  <a:pt x="8403397" y="1100403"/>
                  <a:pt x="8397858" y="1089479"/>
                  <a:pt x="8387701" y="1086164"/>
                </a:cubicBezTo>
                <a:cubicBezTo>
                  <a:pt x="8382621" y="1084506"/>
                  <a:pt x="8377351" y="1085061"/>
                  <a:pt x="8372935" y="1087304"/>
                </a:cubicBezTo>
                <a:close/>
                <a:moveTo>
                  <a:pt x="1448804" y="3788491"/>
                </a:moveTo>
                <a:cubicBezTo>
                  <a:pt x="1446580" y="3788338"/>
                  <a:pt x="1444664" y="3790025"/>
                  <a:pt x="1444511" y="3792248"/>
                </a:cubicBezTo>
                <a:cubicBezTo>
                  <a:pt x="1444357" y="3794471"/>
                  <a:pt x="1446044" y="3796388"/>
                  <a:pt x="1448267" y="3796522"/>
                </a:cubicBezTo>
                <a:lnTo>
                  <a:pt x="1448267" y="3796541"/>
                </a:lnTo>
                <a:cubicBezTo>
                  <a:pt x="1448344" y="3796541"/>
                  <a:pt x="1448516" y="3796541"/>
                  <a:pt x="1448516" y="3796541"/>
                </a:cubicBezTo>
                <a:cubicBezTo>
                  <a:pt x="1450624" y="3796541"/>
                  <a:pt x="1452406" y="3794912"/>
                  <a:pt x="1452541" y="3792785"/>
                </a:cubicBezTo>
                <a:cubicBezTo>
                  <a:pt x="1452695" y="3790562"/>
                  <a:pt x="1451007" y="3788645"/>
                  <a:pt x="1448804" y="3788491"/>
                </a:cubicBezTo>
                <a:close/>
                <a:moveTo>
                  <a:pt x="4929610" y="2428962"/>
                </a:moveTo>
                <a:cubicBezTo>
                  <a:pt x="4923344" y="2426509"/>
                  <a:pt x="4916252" y="2429594"/>
                  <a:pt x="4913798" y="2435880"/>
                </a:cubicBezTo>
                <a:cubicBezTo>
                  <a:pt x="4911326" y="2442147"/>
                  <a:pt x="4914432" y="2449220"/>
                  <a:pt x="4920698" y="2451691"/>
                </a:cubicBezTo>
                <a:cubicBezTo>
                  <a:pt x="4922154" y="2452266"/>
                  <a:pt x="4923667" y="2452535"/>
                  <a:pt x="4925145" y="2452535"/>
                </a:cubicBezTo>
                <a:cubicBezTo>
                  <a:pt x="4930013" y="2452535"/>
                  <a:pt x="4934633" y="2449583"/>
                  <a:pt x="4936509" y="2444773"/>
                </a:cubicBezTo>
                <a:cubicBezTo>
                  <a:pt x="4938982" y="2438506"/>
                  <a:pt x="4935877" y="2431433"/>
                  <a:pt x="4929610" y="2428962"/>
                </a:cubicBezTo>
                <a:close/>
                <a:moveTo>
                  <a:pt x="1779482" y="3653970"/>
                </a:moveTo>
                <a:cubicBezTo>
                  <a:pt x="1776723" y="3654354"/>
                  <a:pt x="1774806" y="3656922"/>
                  <a:pt x="1775189" y="3659682"/>
                </a:cubicBezTo>
                <a:cubicBezTo>
                  <a:pt x="1775553" y="3662192"/>
                  <a:pt x="1777700" y="3664013"/>
                  <a:pt x="1780171" y="3664013"/>
                </a:cubicBezTo>
                <a:cubicBezTo>
                  <a:pt x="1780421" y="3664013"/>
                  <a:pt x="1780651" y="3664013"/>
                  <a:pt x="1780881" y="3663974"/>
                </a:cubicBezTo>
                <a:cubicBezTo>
                  <a:pt x="1783660" y="3663572"/>
                  <a:pt x="1785577" y="3661023"/>
                  <a:pt x="1785193" y="3658263"/>
                </a:cubicBezTo>
                <a:cubicBezTo>
                  <a:pt x="1784790" y="3655503"/>
                  <a:pt x="1782241" y="3653587"/>
                  <a:pt x="1779482" y="3653970"/>
                </a:cubicBezTo>
                <a:close/>
                <a:moveTo>
                  <a:pt x="4772109" y="2484235"/>
                </a:moveTo>
                <a:cubicBezTo>
                  <a:pt x="4766380" y="2481915"/>
                  <a:pt x="4759863" y="2484676"/>
                  <a:pt x="4757565" y="2490406"/>
                </a:cubicBezTo>
                <a:cubicBezTo>
                  <a:pt x="4755243" y="2496136"/>
                  <a:pt x="4758023" y="2502652"/>
                  <a:pt x="4763753" y="2504952"/>
                </a:cubicBezTo>
                <a:cubicBezTo>
                  <a:pt x="4765115" y="2505508"/>
                  <a:pt x="4766533" y="2505777"/>
                  <a:pt x="4767931" y="2505777"/>
                </a:cubicBezTo>
                <a:cubicBezTo>
                  <a:pt x="4772358" y="2505777"/>
                  <a:pt x="4776539" y="2503131"/>
                  <a:pt x="4778300" y="2498781"/>
                </a:cubicBezTo>
                <a:cubicBezTo>
                  <a:pt x="4780618" y="2493051"/>
                  <a:pt x="4777840" y="2486534"/>
                  <a:pt x="4772109" y="2484235"/>
                </a:cubicBezTo>
                <a:close/>
                <a:moveTo>
                  <a:pt x="5078917" y="2361349"/>
                </a:moveTo>
                <a:cubicBezTo>
                  <a:pt x="5075927" y="2362937"/>
                  <a:pt x="5073541" y="2365668"/>
                  <a:pt x="5072467" y="2369165"/>
                </a:cubicBezTo>
                <a:cubicBezTo>
                  <a:pt x="5070342" y="2376142"/>
                  <a:pt x="5074270" y="2383540"/>
                  <a:pt x="5081245" y="2385686"/>
                </a:cubicBezTo>
                <a:cubicBezTo>
                  <a:pt x="5082549" y="2386070"/>
                  <a:pt x="5083851" y="2386261"/>
                  <a:pt x="5085117" y="2386261"/>
                </a:cubicBezTo>
                <a:cubicBezTo>
                  <a:pt x="5090789" y="2386261"/>
                  <a:pt x="5096022" y="2382600"/>
                  <a:pt x="5097766" y="2376889"/>
                </a:cubicBezTo>
                <a:cubicBezTo>
                  <a:pt x="5099912" y="2369913"/>
                  <a:pt x="5095965" y="2362516"/>
                  <a:pt x="5088988" y="2360388"/>
                </a:cubicBezTo>
                <a:cubicBezTo>
                  <a:pt x="5085500" y="2359315"/>
                  <a:pt x="5081907" y="2359761"/>
                  <a:pt x="5078917" y="2361349"/>
                </a:cubicBezTo>
                <a:close/>
                <a:moveTo>
                  <a:pt x="3955878" y="2799599"/>
                </a:moveTo>
                <a:cubicBezTo>
                  <a:pt x="3952524" y="2799677"/>
                  <a:pt x="3949878" y="2802474"/>
                  <a:pt x="3949974" y="2805809"/>
                </a:cubicBezTo>
                <a:cubicBezTo>
                  <a:pt x="3950051" y="2809125"/>
                  <a:pt x="3952753" y="2811732"/>
                  <a:pt x="3956030" y="2811732"/>
                </a:cubicBezTo>
                <a:lnTo>
                  <a:pt x="3956182" y="2811732"/>
                </a:lnTo>
                <a:cubicBezTo>
                  <a:pt x="3959538" y="2811636"/>
                  <a:pt x="3962182" y="2808857"/>
                  <a:pt x="3962106" y="2805503"/>
                </a:cubicBezTo>
                <a:cubicBezTo>
                  <a:pt x="3962010" y="2802149"/>
                  <a:pt x="3959230" y="2799504"/>
                  <a:pt x="3955878" y="2799599"/>
                </a:cubicBezTo>
                <a:close/>
                <a:moveTo>
                  <a:pt x="2778512" y="3258896"/>
                </a:moveTo>
                <a:cubicBezTo>
                  <a:pt x="2776040" y="3260219"/>
                  <a:pt x="2775120" y="3263266"/>
                  <a:pt x="2776442" y="3265738"/>
                </a:cubicBezTo>
                <a:cubicBezTo>
                  <a:pt x="2777343" y="3267425"/>
                  <a:pt x="2779087" y="3268402"/>
                  <a:pt x="2780889" y="3268402"/>
                </a:cubicBezTo>
                <a:cubicBezTo>
                  <a:pt x="2781694" y="3268402"/>
                  <a:pt x="2782518" y="3268211"/>
                  <a:pt x="2783265" y="3267809"/>
                </a:cubicBezTo>
                <a:cubicBezTo>
                  <a:pt x="2785718" y="3266486"/>
                  <a:pt x="2786657" y="3263420"/>
                  <a:pt x="2785336" y="3260966"/>
                </a:cubicBezTo>
                <a:cubicBezTo>
                  <a:pt x="2784013" y="3258513"/>
                  <a:pt x="2780966" y="3257573"/>
                  <a:pt x="2778512" y="3258896"/>
                </a:cubicBezTo>
                <a:close/>
                <a:moveTo>
                  <a:pt x="7476870" y="1423991"/>
                </a:moveTo>
                <a:cubicBezTo>
                  <a:pt x="7467957" y="1425332"/>
                  <a:pt x="7461843" y="1433649"/>
                  <a:pt x="7463185" y="1442542"/>
                </a:cubicBezTo>
                <a:cubicBezTo>
                  <a:pt x="7464413" y="1450611"/>
                  <a:pt x="7471369" y="1456399"/>
                  <a:pt x="7479284" y="1456399"/>
                </a:cubicBezTo>
                <a:cubicBezTo>
                  <a:pt x="7480089" y="1456399"/>
                  <a:pt x="7480914" y="1456341"/>
                  <a:pt x="7481737" y="1456208"/>
                </a:cubicBezTo>
                <a:cubicBezTo>
                  <a:pt x="7490630" y="1454865"/>
                  <a:pt x="7496744" y="1446567"/>
                  <a:pt x="7495402" y="1437674"/>
                </a:cubicBezTo>
                <a:cubicBezTo>
                  <a:pt x="7494060" y="1428762"/>
                  <a:pt x="7485762" y="1422649"/>
                  <a:pt x="7476870" y="1423991"/>
                </a:cubicBezTo>
                <a:close/>
                <a:moveTo>
                  <a:pt x="996310" y="3952643"/>
                </a:moveTo>
                <a:cubicBezTo>
                  <a:pt x="995870" y="3953639"/>
                  <a:pt x="996310" y="3954808"/>
                  <a:pt x="997307" y="3955249"/>
                </a:cubicBezTo>
                <a:cubicBezTo>
                  <a:pt x="997576" y="3955364"/>
                  <a:pt x="997843" y="3955422"/>
                  <a:pt x="998111" y="3955422"/>
                </a:cubicBezTo>
                <a:cubicBezTo>
                  <a:pt x="998878" y="3955422"/>
                  <a:pt x="999606" y="3954981"/>
                  <a:pt x="999934" y="3954232"/>
                </a:cubicBezTo>
                <a:cubicBezTo>
                  <a:pt x="1000372" y="3953236"/>
                  <a:pt x="999914" y="3952067"/>
                  <a:pt x="998916" y="3951626"/>
                </a:cubicBezTo>
                <a:cubicBezTo>
                  <a:pt x="997921" y="3951185"/>
                  <a:pt x="996750" y="3951646"/>
                  <a:pt x="996310" y="3952643"/>
                </a:cubicBezTo>
                <a:close/>
                <a:moveTo>
                  <a:pt x="5620060" y="2147347"/>
                </a:moveTo>
                <a:cubicBezTo>
                  <a:pt x="5611684" y="2148362"/>
                  <a:pt x="5605703" y="2155952"/>
                  <a:pt x="5606701" y="2164327"/>
                </a:cubicBezTo>
                <a:cubicBezTo>
                  <a:pt x="5607622" y="2172090"/>
                  <a:pt x="5614215" y="2177781"/>
                  <a:pt x="5621843" y="2177781"/>
                </a:cubicBezTo>
                <a:cubicBezTo>
                  <a:pt x="5622455" y="2177781"/>
                  <a:pt x="5623069" y="2177742"/>
                  <a:pt x="5623681" y="2177666"/>
                </a:cubicBezTo>
                <a:cubicBezTo>
                  <a:pt x="5632057" y="2176669"/>
                  <a:pt x="5638037" y="2169080"/>
                  <a:pt x="5637021" y="2160704"/>
                </a:cubicBezTo>
                <a:cubicBezTo>
                  <a:pt x="5636024" y="2152330"/>
                  <a:pt x="5628433" y="2146350"/>
                  <a:pt x="5620060" y="2147347"/>
                </a:cubicBezTo>
                <a:close/>
                <a:moveTo>
                  <a:pt x="3690437" y="2898588"/>
                </a:moveTo>
                <a:cubicBezTo>
                  <a:pt x="3687676" y="2899049"/>
                  <a:pt x="3685817" y="2901635"/>
                  <a:pt x="3686258" y="2904395"/>
                </a:cubicBezTo>
                <a:cubicBezTo>
                  <a:pt x="3686660" y="2906868"/>
                  <a:pt x="3688807" y="2908631"/>
                  <a:pt x="3691241" y="2908632"/>
                </a:cubicBezTo>
                <a:cubicBezTo>
                  <a:pt x="3691510" y="2908631"/>
                  <a:pt x="3691778" y="2908593"/>
                  <a:pt x="3692065" y="2908554"/>
                </a:cubicBezTo>
                <a:cubicBezTo>
                  <a:pt x="3694806" y="2908113"/>
                  <a:pt x="3696684" y="2905507"/>
                  <a:pt x="3696224" y="2902767"/>
                </a:cubicBezTo>
                <a:cubicBezTo>
                  <a:pt x="3695784" y="2900007"/>
                  <a:pt x="3693177" y="2898148"/>
                  <a:pt x="3690437" y="2898588"/>
                </a:cubicBezTo>
                <a:close/>
                <a:moveTo>
                  <a:pt x="4613938" y="2534965"/>
                </a:moveTo>
                <a:cubicBezTo>
                  <a:pt x="4608629" y="2533144"/>
                  <a:pt x="4602861" y="2535981"/>
                  <a:pt x="4601040" y="2541308"/>
                </a:cubicBezTo>
                <a:cubicBezTo>
                  <a:pt x="4599237" y="2546617"/>
                  <a:pt x="4602073" y="2552386"/>
                  <a:pt x="4607383" y="2554187"/>
                </a:cubicBezTo>
                <a:cubicBezTo>
                  <a:pt x="4608475" y="2554552"/>
                  <a:pt x="4609588" y="2554724"/>
                  <a:pt x="4610662" y="2554724"/>
                </a:cubicBezTo>
                <a:cubicBezTo>
                  <a:pt x="4614896" y="2554743"/>
                  <a:pt x="4618843" y="2552079"/>
                  <a:pt x="4620282" y="2547844"/>
                </a:cubicBezTo>
                <a:cubicBezTo>
                  <a:pt x="4622083" y="2542535"/>
                  <a:pt x="4619247" y="2536767"/>
                  <a:pt x="4613938" y="2534965"/>
                </a:cubicBezTo>
                <a:close/>
                <a:moveTo>
                  <a:pt x="7845794" y="1270160"/>
                </a:moveTo>
                <a:cubicBezTo>
                  <a:pt x="7842423" y="1273035"/>
                  <a:pt x="7840147" y="1277194"/>
                  <a:pt x="7839763" y="1281957"/>
                </a:cubicBezTo>
                <a:cubicBezTo>
                  <a:pt x="7839017" y="1291481"/>
                  <a:pt x="7846127" y="1299837"/>
                  <a:pt x="7855651" y="1300585"/>
                </a:cubicBezTo>
                <a:cubicBezTo>
                  <a:pt x="7856112" y="1300643"/>
                  <a:pt x="7856591" y="1300643"/>
                  <a:pt x="7857050" y="1300643"/>
                </a:cubicBezTo>
                <a:cubicBezTo>
                  <a:pt x="7865982" y="1300643"/>
                  <a:pt x="7873571" y="1293762"/>
                  <a:pt x="7874281" y="1284697"/>
                </a:cubicBezTo>
                <a:cubicBezTo>
                  <a:pt x="7875047" y="1275171"/>
                  <a:pt x="7867917" y="1266816"/>
                  <a:pt x="7858393" y="1266068"/>
                </a:cubicBezTo>
                <a:cubicBezTo>
                  <a:pt x="7853630" y="1265695"/>
                  <a:pt x="7849164" y="1267285"/>
                  <a:pt x="7845794" y="1270160"/>
                </a:cubicBezTo>
                <a:close/>
                <a:moveTo>
                  <a:pt x="4122961" y="2721769"/>
                </a:moveTo>
                <a:cubicBezTo>
                  <a:pt x="4119050" y="2721558"/>
                  <a:pt x="4115716" y="2724567"/>
                  <a:pt x="4115506" y="2728477"/>
                </a:cubicBezTo>
                <a:cubicBezTo>
                  <a:pt x="4115295" y="2732386"/>
                  <a:pt x="4118302" y="2735721"/>
                  <a:pt x="4122194" y="2735932"/>
                </a:cubicBezTo>
                <a:lnTo>
                  <a:pt x="4122576" y="2735932"/>
                </a:lnTo>
                <a:cubicBezTo>
                  <a:pt x="4126334" y="2735932"/>
                  <a:pt x="4129458" y="2732999"/>
                  <a:pt x="4129669" y="2729224"/>
                </a:cubicBezTo>
                <a:cubicBezTo>
                  <a:pt x="4129880" y="2725314"/>
                  <a:pt x="4126870" y="2721980"/>
                  <a:pt x="4122961" y="2721769"/>
                </a:cubicBezTo>
                <a:close/>
                <a:moveTo>
                  <a:pt x="2865350" y="3212631"/>
                </a:moveTo>
                <a:cubicBezTo>
                  <a:pt x="2862878" y="3213935"/>
                  <a:pt x="2861939" y="3216982"/>
                  <a:pt x="2863242" y="3219454"/>
                </a:cubicBezTo>
                <a:cubicBezTo>
                  <a:pt x="2864142" y="3221160"/>
                  <a:pt x="2865887" y="3222137"/>
                  <a:pt x="2867708" y="3222137"/>
                </a:cubicBezTo>
                <a:cubicBezTo>
                  <a:pt x="2868512" y="3222137"/>
                  <a:pt x="2869317" y="3221965"/>
                  <a:pt x="2870065" y="3221562"/>
                </a:cubicBezTo>
                <a:cubicBezTo>
                  <a:pt x="2872518" y="3220259"/>
                  <a:pt x="2873457" y="3217212"/>
                  <a:pt x="2872173" y="3214739"/>
                </a:cubicBezTo>
                <a:cubicBezTo>
                  <a:pt x="2870850" y="3212267"/>
                  <a:pt x="2867803" y="3211328"/>
                  <a:pt x="2865350" y="3212631"/>
                </a:cubicBezTo>
                <a:close/>
                <a:moveTo>
                  <a:pt x="8114319" y="1163318"/>
                </a:moveTo>
                <a:cubicBezTo>
                  <a:pt x="8110359" y="1165833"/>
                  <a:pt x="8107360" y="1169858"/>
                  <a:pt x="8106258" y="1174802"/>
                </a:cubicBezTo>
                <a:cubicBezTo>
                  <a:pt x="8104054" y="1184692"/>
                  <a:pt x="8110282" y="1194486"/>
                  <a:pt x="8120172" y="1196689"/>
                </a:cubicBezTo>
                <a:cubicBezTo>
                  <a:pt x="8121514" y="1196996"/>
                  <a:pt x="8122855" y="1197130"/>
                  <a:pt x="8124178" y="1197130"/>
                </a:cubicBezTo>
                <a:cubicBezTo>
                  <a:pt x="8132572" y="1197130"/>
                  <a:pt x="8140142" y="1191323"/>
                  <a:pt x="8142059" y="1182795"/>
                </a:cubicBezTo>
                <a:cubicBezTo>
                  <a:pt x="8144263" y="1172905"/>
                  <a:pt x="8138034" y="1163112"/>
                  <a:pt x="8128145" y="1160889"/>
                </a:cubicBezTo>
                <a:cubicBezTo>
                  <a:pt x="8123200" y="1159797"/>
                  <a:pt x="8118279" y="1160803"/>
                  <a:pt x="8114319" y="1163318"/>
                </a:cubicBezTo>
                <a:close/>
                <a:moveTo>
                  <a:pt x="4452893" y="2589490"/>
                </a:moveTo>
                <a:cubicBezTo>
                  <a:pt x="4448004" y="2588340"/>
                  <a:pt x="4443059" y="2591368"/>
                  <a:pt x="4441908" y="2596274"/>
                </a:cubicBezTo>
                <a:cubicBezTo>
                  <a:pt x="4440740" y="2601200"/>
                  <a:pt x="4443787" y="2606106"/>
                  <a:pt x="4448694" y="2607275"/>
                </a:cubicBezTo>
                <a:cubicBezTo>
                  <a:pt x="4449403" y="2607448"/>
                  <a:pt x="4450111" y="2607525"/>
                  <a:pt x="4450801" y="2607525"/>
                </a:cubicBezTo>
                <a:cubicBezTo>
                  <a:pt x="4454942" y="2607525"/>
                  <a:pt x="4458697" y="2604688"/>
                  <a:pt x="4459696" y="2600491"/>
                </a:cubicBezTo>
                <a:cubicBezTo>
                  <a:pt x="4460845" y="2595565"/>
                  <a:pt x="4457817" y="2590659"/>
                  <a:pt x="4452893" y="2589490"/>
                </a:cubicBezTo>
                <a:close/>
                <a:moveTo>
                  <a:pt x="4288855" y="2651739"/>
                </a:moveTo>
                <a:cubicBezTo>
                  <a:pt x="4284428" y="2651126"/>
                  <a:pt x="4280327" y="2654231"/>
                  <a:pt x="4279713" y="2658658"/>
                </a:cubicBezTo>
                <a:cubicBezTo>
                  <a:pt x="4279101" y="2663105"/>
                  <a:pt x="4282205" y="2667187"/>
                  <a:pt x="4286632" y="2667819"/>
                </a:cubicBezTo>
                <a:cubicBezTo>
                  <a:pt x="4287015" y="2667858"/>
                  <a:pt x="4287379" y="2667896"/>
                  <a:pt x="4287761" y="2667896"/>
                </a:cubicBezTo>
                <a:cubicBezTo>
                  <a:pt x="4291750" y="2667896"/>
                  <a:pt x="4295216" y="2664944"/>
                  <a:pt x="4295792" y="2660881"/>
                </a:cubicBezTo>
                <a:cubicBezTo>
                  <a:pt x="4296407" y="2656454"/>
                  <a:pt x="4293301" y="2652353"/>
                  <a:pt x="4288855" y="2651739"/>
                </a:cubicBezTo>
                <a:close/>
                <a:moveTo>
                  <a:pt x="1677350" y="3669762"/>
                </a:moveTo>
                <a:lnTo>
                  <a:pt x="1677350" y="3669781"/>
                </a:lnTo>
                <a:lnTo>
                  <a:pt x="1677359" y="3669770"/>
                </a:lnTo>
                <a:close/>
                <a:moveTo>
                  <a:pt x="1682026" y="3664377"/>
                </a:moveTo>
                <a:lnTo>
                  <a:pt x="1677359" y="3669770"/>
                </a:lnTo>
                <a:lnTo>
                  <a:pt x="1682390" y="3674458"/>
                </a:lnTo>
                <a:cubicBezTo>
                  <a:pt x="1682505" y="3674458"/>
                  <a:pt x="1682620" y="3674458"/>
                  <a:pt x="1682754" y="3674458"/>
                </a:cubicBezTo>
                <a:cubicBezTo>
                  <a:pt x="1685533" y="3674247"/>
                  <a:pt x="1687623" y="3671832"/>
                  <a:pt x="1687431" y="3669053"/>
                </a:cubicBezTo>
                <a:cubicBezTo>
                  <a:pt x="1687220" y="3666274"/>
                  <a:pt x="1684806" y="3664186"/>
                  <a:pt x="1682026" y="3664377"/>
                </a:cubicBezTo>
                <a:close/>
                <a:moveTo>
                  <a:pt x="7372245" y="1442906"/>
                </a:moveTo>
                <a:cubicBezTo>
                  <a:pt x="7363430" y="1444746"/>
                  <a:pt x="7357776" y="1453370"/>
                  <a:pt x="7359634" y="1462168"/>
                </a:cubicBezTo>
                <a:cubicBezTo>
                  <a:pt x="7361226" y="1469853"/>
                  <a:pt x="7368010" y="1475142"/>
                  <a:pt x="7375561" y="1475142"/>
                </a:cubicBezTo>
                <a:cubicBezTo>
                  <a:pt x="7376655" y="1475142"/>
                  <a:pt x="7377785" y="1475027"/>
                  <a:pt x="7378896" y="1474778"/>
                </a:cubicBezTo>
                <a:cubicBezTo>
                  <a:pt x="7387713" y="1472939"/>
                  <a:pt x="7393366" y="1464315"/>
                  <a:pt x="7391507" y="1455498"/>
                </a:cubicBezTo>
                <a:cubicBezTo>
                  <a:pt x="7389668" y="1446701"/>
                  <a:pt x="7381043" y="1441047"/>
                  <a:pt x="7372245" y="1442906"/>
                </a:cubicBezTo>
                <a:close/>
                <a:moveTo>
                  <a:pt x="5502268" y="2172434"/>
                </a:moveTo>
                <a:lnTo>
                  <a:pt x="5502268" y="2172453"/>
                </a:lnTo>
                <a:lnTo>
                  <a:pt x="5502274" y="2172442"/>
                </a:lnTo>
                <a:close/>
                <a:moveTo>
                  <a:pt x="3593537" y="2917256"/>
                </a:moveTo>
                <a:cubicBezTo>
                  <a:pt x="3590815" y="2917849"/>
                  <a:pt x="3589109" y="2920552"/>
                  <a:pt x="3589703" y="2923273"/>
                </a:cubicBezTo>
                <a:cubicBezTo>
                  <a:pt x="3590221" y="2925611"/>
                  <a:pt x="3592310" y="2927221"/>
                  <a:pt x="3594629" y="2927221"/>
                </a:cubicBezTo>
                <a:cubicBezTo>
                  <a:pt x="3594993" y="2927221"/>
                  <a:pt x="3595356" y="2927183"/>
                  <a:pt x="3595721" y="2927106"/>
                </a:cubicBezTo>
                <a:cubicBezTo>
                  <a:pt x="3598443" y="2926493"/>
                  <a:pt x="3600167" y="2923810"/>
                  <a:pt x="3599554" y="2921089"/>
                </a:cubicBezTo>
                <a:cubicBezTo>
                  <a:pt x="3598961" y="2918367"/>
                  <a:pt x="3596258" y="2916642"/>
                  <a:pt x="3593537" y="2917256"/>
                </a:cubicBezTo>
                <a:close/>
                <a:moveTo>
                  <a:pt x="2952610" y="3167094"/>
                </a:moveTo>
                <a:cubicBezTo>
                  <a:pt x="2950118" y="3168359"/>
                  <a:pt x="2949141" y="3171406"/>
                  <a:pt x="2950424" y="3173898"/>
                </a:cubicBezTo>
                <a:cubicBezTo>
                  <a:pt x="2951326" y="3175623"/>
                  <a:pt x="2953089" y="3176638"/>
                  <a:pt x="2954909" y="3176638"/>
                </a:cubicBezTo>
                <a:cubicBezTo>
                  <a:pt x="2955696" y="3176638"/>
                  <a:pt x="2956481" y="3176447"/>
                  <a:pt x="2957210" y="3176083"/>
                </a:cubicBezTo>
                <a:cubicBezTo>
                  <a:pt x="2959702" y="3174799"/>
                  <a:pt x="2960678" y="3171751"/>
                  <a:pt x="2959394" y="3169280"/>
                </a:cubicBezTo>
                <a:cubicBezTo>
                  <a:pt x="2958129" y="3166807"/>
                  <a:pt x="2955082" y="3165830"/>
                  <a:pt x="2952610" y="3167094"/>
                </a:cubicBezTo>
                <a:close/>
                <a:moveTo>
                  <a:pt x="5240210" y="2273510"/>
                </a:moveTo>
                <a:cubicBezTo>
                  <a:pt x="5237227" y="2275611"/>
                  <a:pt x="5235047" y="2278849"/>
                  <a:pt x="5234377" y="2282730"/>
                </a:cubicBezTo>
                <a:cubicBezTo>
                  <a:pt x="5233037" y="2290474"/>
                  <a:pt x="5238248" y="2297852"/>
                  <a:pt x="5245990" y="2299194"/>
                </a:cubicBezTo>
                <a:cubicBezTo>
                  <a:pt x="5246814" y="2299328"/>
                  <a:pt x="5247638" y="2299404"/>
                  <a:pt x="5248445" y="2299404"/>
                </a:cubicBezTo>
                <a:cubicBezTo>
                  <a:pt x="5255250" y="2299405"/>
                  <a:pt x="5261264" y="2294518"/>
                  <a:pt x="5262454" y="2287580"/>
                </a:cubicBezTo>
                <a:cubicBezTo>
                  <a:pt x="5263814" y="2279837"/>
                  <a:pt x="5258601" y="2272458"/>
                  <a:pt x="5250860" y="2271116"/>
                </a:cubicBezTo>
                <a:cubicBezTo>
                  <a:pt x="5246978" y="2270446"/>
                  <a:pt x="5243192" y="2271409"/>
                  <a:pt x="5240210" y="2273510"/>
                </a:cubicBezTo>
                <a:close/>
                <a:moveTo>
                  <a:pt x="8521149" y="992047"/>
                </a:moveTo>
                <a:cubicBezTo>
                  <a:pt x="8516415" y="994232"/>
                  <a:pt x="8512515" y="998223"/>
                  <a:pt x="8510570" y="1003503"/>
                </a:cubicBezTo>
                <a:cubicBezTo>
                  <a:pt x="8506679" y="1014064"/>
                  <a:pt x="8512084" y="1025793"/>
                  <a:pt x="8522643" y="1029683"/>
                </a:cubicBezTo>
                <a:cubicBezTo>
                  <a:pt x="8524962" y="1030526"/>
                  <a:pt x="8527358" y="1030929"/>
                  <a:pt x="8529696" y="1030929"/>
                </a:cubicBezTo>
                <a:cubicBezTo>
                  <a:pt x="8537975" y="1030929"/>
                  <a:pt x="8545777" y="1025830"/>
                  <a:pt x="8548804" y="1017590"/>
                </a:cubicBezTo>
                <a:cubicBezTo>
                  <a:pt x="8552695" y="1007030"/>
                  <a:pt x="8547290" y="995319"/>
                  <a:pt x="8536730" y="991429"/>
                </a:cubicBezTo>
                <a:cubicBezTo>
                  <a:pt x="8531450" y="989484"/>
                  <a:pt x="8525883" y="989862"/>
                  <a:pt x="8521149" y="992047"/>
                </a:cubicBezTo>
                <a:close/>
                <a:moveTo>
                  <a:pt x="3851119" y="2812000"/>
                </a:moveTo>
                <a:lnTo>
                  <a:pt x="3851119" y="2812019"/>
                </a:lnTo>
                <a:lnTo>
                  <a:pt x="3851129" y="2812008"/>
                </a:lnTo>
                <a:close/>
                <a:moveTo>
                  <a:pt x="3856620" y="2805426"/>
                </a:moveTo>
                <a:lnTo>
                  <a:pt x="3851129" y="2812008"/>
                </a:lnTo>
                <a:lnTo>
                  <a:pt x="3857156" y="2817519"/>
                </a:lnTo>
                <a:cubicBezTo>
                  <a:pt x="3857348" y="2817519"/>
                  <a:pt x="3857521" y="2817519"/>
                  <a:pt x="3857712" y="2817519"/>
                </a:cubicBezTo>
                <a:cubicBezTo>
                  <a:pt x="3861047" y="2817212"/>
                  <a:pt x="3863500" y="2814261"/>
                  <a:pt x="3863212" y="2810926"/>
                </a:cubicBezTo>
                <a:cubicBezTo>
                  <a:pt x="3862907" y="2807592"/>
                  <a:pt x="3859955" y="2805139"/>
                  <a:pt x="3856620" y="2805426"/>
                </a:cubicBezTo>
                <a:close/>
                <a:moveTo>
                  <a:pt x="5516701" y="2156393"/>
                </a:moveTo>
                <a:cubicBezTo>
                  <a:pt x="5512485" y="2156613"/>
                  <a:pt x="5508760" y="2158525"/>
                  <a:pt x="5506153" y="2161433"/>
                </a:cubicBezTo>
                <a:lnTo>
                  <a:pt x="5502274" y="2172442"/>
                </a:lnTo>
                <a:lnTo>
                  <a:pt x="5507021" y="2182714"/>
                </a:lnTo>
                <a:cubicBezTo>
                  <a:pt x="5509769" y="2185309"/>
                  <a:pt x="5513470" y="2186885"/>
                  <a:pt x="5517504" y="2186885"/>
                </a:cubicBezTo>
                <a:cubicBezTo>
                  <a:pt x="5517774" y="2186885"/>
                  <a:pt x="5518042" y="2186885"/>
                  <a:pt x="5518330" y="2186885"/>
                </a:cubicBezTo>
                <a:cubicBezTo>
                  <a:pt x="5526744" y="2186424"/>
                  <a:pt x="5533205" y="2179237"/>
                  <a:pt x="5532763" y="2170824"/>
                </a:cubicBezTo>
                <a:cubicBezTo>
                  <a:pt x="5532302" y="2162410"/>
                  <a:pt x="5525115" y="2155933"/>
                  <a:pt x="5516701" y="2156393"/>
                </a:cubicBezTo>
                <a:close/>
                <a:moveTo>
                  <a:pt x="3040560" y="3122842"/>
                </a:moveTo>
                <a:cubicBezTo>
                  <a:pt x="3038049" y="3124068"/>
                  <a:pt x="3037013" y="3127096"/>
                  <a:pt x="3038260" y="3129607"/>
                </a:cubicBezTo>
                <a:cubicBezTo>
                  <a:pt x="3039123" y="3131390"/>
                  <a:pt x="3040924" y="3132424"/>
                  <a:pt x="3042783" y="3132424"/>
                </a:cubicBezTo>
                <a:cubicBezTo>
                  <a:pt x="3043530" y="3132424"/>
                  <a:pt x="3044296" y="3132252"/>
                  <a:pt x="3045006" y="3131907"/>
                </a:cubicBezTo>
                <a:cubicBezTo>
                  <a:pt x="3047497" y="3130661"/>
                  <a:pt x="3048532" y="3127652"/>
                  <a:pt x="3047306" y="3125142"/>
                </a:cubicBezTo>
                <a:cubicBezTo>
                  <a:pt x="3046080" y="3122631"/>
                  <a:pt x="3043051" y="3121615"/>
                  <a:pt x="3040560" y="3122842"/>
                </a:cubicBezTo>
                <a:close/>
                <a:moveTo>
                  <a:pt x="2294838" y="3412372"/>
                </a:moveTo>
                <a:cubicBezTo>
                  <a:pt x="2291714" y="3413561"/>
                  <a:pt x="2290142" y="3417067"/>
                  <a:pt x="2291331" y="3420211"/>
                </a:cubicBezTo>
                <a:cubicBezTo>
                  <a:pt x="2292270" y="3422606"/>
                  <a:pt x="2294570" y="3424101"/>
                  <a:pt x="2297005" y="3424101"/>
                </a:cubicBezTo>
                <a:cubicBezTo>
                  <a:pt x="2297733" y="3424101"/>
                  <a:pt x="2298461" y="3423968"/>
                  <a:pt x="2299169" y="3423699"/>
                </a:cubicBezTo>
                <a:cubicBezTo>
                  <a:pt x="2302313" y="3422491"/>
                  <a:pt x="2303865" y="3418984"/>
                  <a:pt x="2302677" y="3415861"/>
                </a:cubicBezTo>
                <a:cubicBezTo>
                  <a:pt x="2301470" y="3412737"/>
                  <a:pt x="2297963" y="3411165"/>
                  <a:pt x="2294838" y="3412372"/>
                </a:cubicBezTo>
                <a:close/>
                <a:moveTo>
                  <a:pt x="2386487" y="3375422"/>
                </a:moveTo>
                <a:cubicBezTo>
                  <a:pt x="2383400" y="3376725"/>
                  <a:pt x="2381945" y="3380270"/>
                  <a:pt x="2383249" y="3383356"/>
                </a:cubicBezTo>
                <a:cubicBezTo>
                  <a:pt x="2384226" y="3385676"/>
                  <a:pt x="2386487" y="3387074"/>
                  <a:pt x="2388844" y="3387074"/>
                </a:cubicBezTo>
                <a:cubicBezTo>
                  <a:pt x="2389630" y="3387074"/>
                  <a:pt x="2390435" y="3386921"/>
                  <a:pt x="2391201" y="3386614"/>
                </a:cubicBezTo>
                <a:cubicBezTo>
                  <a:pt x="2394287" y="3385311"/>
                  <a:pt x="2395743" y="3381746"/>
                  <a:pt x="2394441" y="3378661"/>
                </a:cubicBezTo>
                <a:cubicBezTo>
                  <a:pt x="2393138" y="3375555"/>
                  <a:pt x="2389574" y="3374118"/>
                  <a:pt x="2386487" y="3375422"/>
                </a:cubicBezTo>
                <a:close/>
                <a:moveTo>
                  <a:pt x="3497824" y="2941097"/>
                </a:moveTo>
                <a:cubicBezTo>
                  <a:pt x="3495142" y="2941844"/>
                  <a:pt x="3493551" y="2944623"/>
                  <a:pt x="3494317" y="2947307"/>
                </a:cubicBezTo>
                <a:cubicBezTo>
                  <a:pt x="3494931" y="2949549"/>
                  <a:pt x="3496962" y="2951005"/>
                  <a:pt x="3499167" y="2951005"/>
                </a:cubicBezTo>
                <a:cubicBezTo>
                  <a:pt x="3499607" y="2951005"/>
                  <a:pt x="3500067" y="2950948"/>
                  <a:pt x="3500527" y="2950833"/>
                </a:cubicBezTo>
                <a:cubicBezTo>
                  <a:pt x="3503210" y="2950086"/>
                  <a:pt x="3504782" y="2947307"/>
                  <a:pt x="3504034" y="2944623"/>
                </a:cubicBezTo>
                <a:cubicBezTo>
                  <a:pt x="3503287" y="2941940"/>
                  <a:pt x="3500508" y="2940350"/>
                  <a:pt x="3497824" y="2941097"/>
                </a:cubicBezTo>
                <a:close/>
                <a:moveTo>
                  <a:pt x="1352019" y="3777854"/>
                </a:moveTo>
                <a:cubicBezTo>
                  <a:pt x="1349816" y="3777529"/>
                  <a:pt x="1347764" y="3779024"/>
                  <a:pt x="1347419" y="3781228"/>
                </a:cubicBezTo>
                <a:cubicBezTo>
                  <a:pt x="1347074" y="3783432"/>
                  <a:pt x="1348589" y="3785482"/>
                  <a:pt x="1350792" y="3785828"/>
                </a:cubicBezTo>
                <a:cubicBezTo>
                  <a:pt x="1351003" y="3785866"/>
                  <a:pt x="1351195" y="3785866"/>
                  <a:pt x="1351406" y="3785866"/>
                </a:cubicBezTo>
                <a:cubicBezTo>
                  <a:pt x="1353360" y="3785866"/>
                  <a:pt x="1355066" y="3784448"/>
                  <a:pt x="1355373" y="3782454"/>
                </a:cubicBezTo>
                <a:cubicBezTo>
                  <a:pt x="1355718" y="3780250"/>
                  <a:pt x="1354223" y="3778200"/>
                  <a:pt x="1352019" y="3777854"/>
                </a:cubicBezTo>
                <a:close/>
                <a:moveTo>
                  <a:pt x="2201906" y="3445893"/>
                </a:moveTo>
                <a:cubicBezTo>
                  <a:pt x="2198744" y="3446966"/>
                  <a:pt x="2197038" y="3450397"/>
                  <a:pt x="2198111" y="3453578"/>
                </a:cubicBezTo>
                <a:cubicBezTo>
                  <a:pt x="2198955" y="3456108"/>
                  <a:pt x="2201331" y="3457718"/>
                  <a:pt x="2203861" y="3457718"/>
                </a:cubicBezTo>
                <a:cubicBezTo>
                  <a:pt x="2204493" y="3457718"/>
                  <a:pt x="2205164" y="3457602"/>
                  <a:pt x="2205797" y="3457392"/>
                </a:cubicBezTo>
                <a:cubicBezTo>
                  <a:pt x="2208977" y="3456318"/>
                  <a:pt x="2210684" y="3452869"/>
                  <a:pt x="2209610" y="3449706"/>
                </a:cubicBezTo>
                <a:cubicBezTo>
                  <a:pt x="2208536" y="3446525"/>
                  <a:pt x="2205087" y="3444819"/>
                  <a:pt x="2201906" y="3445893"/>
                </a:cubicBezTo>
                <a:close/>
                <a:moveTo>
                  <a:pt x="7268849" y="1467189"/>
                </a:moveTo>
                <a:cubicBezTo>
                  <a:pt x="7260148" y="1469432"/>
                  <a:pt x="7254916" y="1478343"/>
                  <a:pt x="7257177" y="1487044"/>
                </a:cubicBezTo>
                <a:cubicBezTo>
                  <a:pt x="7259093" y="1494384"/>
                  <a:pt x="7265686" y="1499252"/>
                  <a:pt x="7272931" y="1499252"/>
                </a:cubicBezTo>
                <a:cubicBezTo>
                  <a:pt x="7274292" y="1499253"/>
                  <a:pt x="7275672" y="1499080"/>
                  <a:pt x="7277051" y="1498716"/>
                </a:cubicBezTo>
                <a:cubicBezTo>
                  <a:pt x="7285753" y="1496454"/>
                  <a:pt x="7290966" y="1487562"/>
                  <a:pt x="7288723" y="1478860"/>
                </a:cubicBezTo>
                <a:cubicBezTo>
                  <a:pt x="7286462" y="1470140"/>
                  <a:pt x="7277569" y="1464927"/>
                  <a:pt x="7268849" y="1467189"/>
                </a:cubicBezTo>
                <a:close/>
                <a:moveTo>
                  <a:pt x="2477062" y="3335807"/>
                </a:moveTo>
                <a:cubicBezTo>
                  <a:pt x="2474034" y="3337187"/>
                  <a:pt x="2472653" y="3340790"/>
                  <a:pt x="2474034" y="3343837"/>
                </a:cubicBezTo>
                <a:cubicBezTo>
                  <a:pt x="2475050" y="3346080"/>
                  <a:pt x="2477254" y="3347402"/>
                  <a:pt x="2479572" y="3347402"/>
                </a:cubicBezTo>
                <a:cubicBezTo>
                  <a:pt x="2480416" y="3347402"/>
                  <a:pt x="2481260" y="3347229"/>
                  <a:pt x="2482064" y="3346866"/>
                </a:cubicBezTo>
                <a:cubicBezTo>
                  <a:pt x="2485111" y="3345486"/>
                  <a:pt x="2486473" y="3341882"/>
                  <a:pt x="2485092" y="3338835"/>
                </a:cubicBezTo>
                <a:cubicBezTo>
                  <a:pt x="2483713" y="3335807"/>
                  <a:pt x="2480129" y="3334427"/>
                  <a:pt x="2477062" y="3335807"/>
                </a:cubicBezTo>
                <a:close/>
                <a:moveTo>
                  <a:pt x="3129430" y="3080410"/>
                </a:moveTo>
                <a:cubicBezTo>
                  <a:pt x="3126900" y="3081579"/>
                  <a:pt x="3125788" y="3084569"/>
                  <a:pt x="3126957" y="3087098"/>
                </a:cubicBezTo>
                <a:cubicBezTo>
                  <a:pt x="3127819" y="3088938"/>
                  <a:pt x="3129640" y="3090031"/>
                  <a:pt x="3131556" y="3090031"/>
                </a:cubicBezTo>
                <a:cubicBezTo>
                  <a:pt x="3132246" y="3090031"/>
                  <a:pt x="3132974" y="3089877"/>
                  <a:pt x="3133664" y="3089571"/>
                </a:cubicBezTo>
                <a:cubicBezTo>
                  <a:pt x="3136194" y="3088402"/>
                  <a:pt x="3137287" y="3085393"/>
                  <a:pt x="3136118" y="3082863"/>
                </a:cubicBezTo>
                <a:cubicBezTo>
                  <a:pt x="3134948" y="3080332"/>
                  <a:pt x="3131959" y="3079241"/>
                  <a:pt x="3129430" y="3080410"/>
                </a:cubicBezTo>
                <a:close/>
                <a:moveTo>
                  <a:pt x="3403474" y="2969826"/>
                </a:moveTo>
                <a:cubicBezTo>
                  <a:pt x="3400829" y="2970708"/>
                  <a:pt x="3399392" y="2973563"/>
                  <a:pt x="3400273" y="2976208"/>
                </a:cubicBezTo>
                <a:cubicBezTo>
                  <a:pt x="3400963" y="2978316"/>
                  <a:pt x="3402938" y="2979658"/>
                  <a:pt x="3405064" y="2979658"/>
                </a:cubicBezTo>
                <a:cubicBezTo>
                  <a:pt x="3405582" y="2979658"/>
                  <a:pt x="3406118" y="2979581"/>
                  <a:pt x="3406656" y="2979408"/>
                </a:cubicBezTo>
                <a:cubicBezTo>
                  <a:pt x="3409300" y="2978527"/>
                  <a:pt x="3410738" y="2975671"/>
                  <a:pt x="3409856" y="2973027"/>
                </a:cubicBezTo>
                <a:cubicBezTo>
                  <a:pt x="3408974" y="2970382"/>
                  <a:pt x="3406119" y="2968944"/>
                  <a:pt x="3403474" y="2969826"/>
                </a:cubicBezTo>
                <a:close/>
                <a:moveTo>
                  <a:pt x="791126" y="3989574"/>
                </a:moveTo>
                <a:cubicBezTo>
                  <a:pt x="790838" y="3990015"/>
                  <a:pt x="790972" y="3990608"/>
                  <a:pt x="791413" y="3990896"/>
                </a:cubicBezTo>
                <a:cubicBezTo>
                  <a:pt x="791585" y="3990992"/>
                  <a:pt x="791759" y="3991030"/>
                  <a:pt x="791930" y="3991030"/>
                </a:cubicBezTo>
                <a:cubicBezTo>
                  <a:pt x="792257" y="3991030"/>
                  <a:pt x="792563" y="3990877"/>
                  <a:pt x="792735" y="3990589"/>
                </a:cubicBezTo>
                <a:cubicBezTo>
                  <a:pt x="793023" y="3990148"/>
                  <a:pt x="792888" y="3989554"/>
                  <a:pt x="792448" y="3989267"/>
                </a:cubicBezTo>
                <a:cubicBezTo>
                  <a:pt x="791988" y="3988980"/>
                  <a:pt x="791413" y="3989113"/>
                  <a:pt x="791126" y="3989574"/>
                </a:cubicBezTo>
                <a:close/>
                <a:moveTo>
                  <a:pt x="1126289" y="3858675"/>
                </a:moveTo>
                <a:cubicBezTo>
                  <a:pt x="1124718" y="3858138"/>
                  <a:pt x="1123012" y="3858982"/>
                  <a:pt x="1122475" y="3860533"/>
                </a:cubicBezTo>
                <a:cubicBezTo>
                  <a:pt x="1121920" y="3862106"/>
                  <a:pt x="1122762" y="3863811"/>
                  <a:pt x="1124335" y="3864347"/>
                </a:cubicBezTo>
                <a:cubicBezTo>
                  <a:pt x="1124661" y="3864462"/>
                  <a:pt x="1124987" y="3864519"/>
                  <a:pt x="1125312" y="3864519"/>
                </a:cubicBezTo>
                <a:cubicBezTo>
                  <a:pt x="1126558" y="3864519"/>
                  <a:pt x="1127708" y="3863734"/>
                  <a:pt x="1128148" y="3862489"/>
                </a:cubicBezTo>
                <a:cubicBezTo>
                  <a:pt x="1128685" y="3860916"/>
                  <a:pt x="1127841" y="3859212"/>
                  <a:pt x="1126289" y="3858675"/>
                </a:cubicBezTo>
                <a:close/>
                <a:moveTo>
                  <a:pt x="2107689" y="3475483"/>
                </a:moveTo>
                <a:cubicBezTo>
                  <a:pt x="2104469" y="3476422"/>
                  <a:pt x="2102610" y="3479777"/>
                  <a:pt x="2103550" y="3482997"/>
                </a:cubicBezTo>
                <a:cubicBezTo>
                  <a:pt x="2104316" y="3485641"/>
                  <a:pt x="2106751" y="3487366"/>
                  <a:pt x="2109376" y="3487366"/>
                </a:cubicBezTo>
                <a:cubicBezTo>
                  <a:pt x="2109932" y="3487366"/>
                  <a:pt x="2110506" y="3487290"/>
                  <a:pt x="2111062" y="3487136"/>
                </a:cubicBezTo>
                <a:cubicBezTo>
                  <a:pt x="2114282" y="3486217"/>
                  <a:pt x="2116142" y="3482843"/>
                  <a:pt x="2115221" y="3479624"/>
                </a:cubicBezTo>
                <a:cubicBezTo>
                  <a:pt x="2114282" y="3476404"/>
                  <a:pt x="2110909" y="3474545"/>
                  <a:pt x="2107689" y="3475483"/>
                </a:cubicBezTo>
                <a:close/>
                <a:moveTo>
                  <a:pt x="3219410" y="3040335"/>
                </a:moveTo>
                <a:cubicBezTo>
                  <a:pt x="3216842" y="3041427"/>
                  <a:pt x="3215654" y="3044398"/>
                  <a:pt x="3216747" y="3046967"/>
                </a:cubicBezTo>
                <a:cubicBezTo>
                  <a:pt x="3217570" y="3048883"/>
                  <a:pt x="3219429" y="3050033"/>
                  <a:pt x="3221403" y="3050033"/>
                </a:cubicBezTo>
                <a:cubicBezTo>
                  <a:pt x="3222055" y="3050033"/>
                  <a:pt x="3222726" y="3049899"/>
                  <a:pt x="3223378" y="3049630"/>
                </a:cubicBezTo>
                <a:cubicBezTo>
                  <a:pt x="3225946" y="3048538"/>
                  <a:pt x="3227135" y="3045567"/>
                  <a:pt x="3226041" y="3042999"/>
                </a:cubicBezTo>
                <a:cubicBezTo>
                  <a:pt x="3224949" y="3040431"/>
                  <a:pt x="3221979" y="3039243"/>
                  <a:pt x="3219410" y="3040335"/>
                </a:cubicBezTo>
                <a:close/>
                <a:moveTo>
                  <a:pt x="2566737" y="3294141"/>
                </a:moveTo>
                <a:cubicBezTo>
                  <a:pt x="2563728" y="3295579"/>
                  <a:pt x="2562444" y="3299201"/>
                  <a:pt x="2563881" y="3302229"/>
                </a:cubicBezTo>
                <a:cubicBezTo>
                  <a:pt x="2564915" y="3304414"/>
                  <a:pt x="2567100" y="3305699"/>
                  <a:pt x="2569363" y="3305699"/>
                </a:cubicBezTo>
                <a:cubicBezTo>
                  <a:pt x="2570244" y="3305699"/>
                  <a:pt x="2571126" y="3305506"/>
                  <a:pt x="2571969" y="3305104"/>
                </a:cubicBezTo>
                <a:cubicBezTo>
                  <a:pt x="2574998" y="3303648"/>
                  <a:pt x="2576281" y="3300045"/>
                  <a:pt x="2574824" y="3297016"/>
                </a:cubicBezTo>
                <a:cubicBezTo>
                  <a:pt x="2573386" y="3293988"/>
                  <a:pt x="2569765" y="3292704"/>
                  <a:pt x="2566737" y="3294141"/>
                </a:cubicBezTo>
                <a:close/>
                <a:moveTo>
                  <a:pt x="3310676" y="3003193"/>
                </a:moveTo>
                <a:cubicBezTo>
                  <a:pt x="3308089" y="3004190"/>
                  <a:pt x="3306784" y="3007121"/>
                  <a:pt x="3307781" y="3009709"/>
                </a:cubicBezTo>
                <a:cubicBezTo>
                  <a:pt x="3308568" y="3011721"/>
                  <a:pt x="3310484" y="3012948"/>
                  <a:pt x="3312496" y="3012948"/>
                </a:cubicBezTo>
                <a:cubicBezTo>
                  <a:pt x="3313109" y="3012949"/>
                  <a:pt x="3313723" y="3012833"/>
                  <a:pt x="3314317" y="3012603"/>
                </a:cubicBezTo>
                <a:cubicBezTo>
                  <a:pt x="3316923" y="3011587"/>
                  <a:pt x="3318208" y="3008673"/>
                  <a:pt x="3317211" y="3006067"/>
                </a:cubicBezTo>
                <a:cubicBezTo>
                  <a:pt x="3316195" y="3003461"/>
                  <a:pt x="3313282" y="3002177"/>
                  <a:pt x="3310676" y="3003193"/>
                </a:cubicBezTo>
                <a:close/>
                <a:moveTo>
                  <a:pt x="7166756" y="1495975"/>
                </a:moveTo>
                <a:cubicBezTo>
                  <a:pt x="7158150" y="1498581"/>
                  <a:pt x="7153282" y="1507685"/>
                  <a:pt x="7155888" y="1516290"/>
                </a:cubicBezTo>
                <a:cubicBezTo>
                  <a:pt x="7158035" y="1523324"/>
                  <a:pt x="7164494" y="1527866"/>
                  <a:pt x="7171489" y="1527867"/>
                </a:cubicBezTo>
                <a:cubicBezTo>
                  <a:pt x="7173041" y="1527867"/>
                  <a:pt x="7174633" y="1527637"/>
                  <a:pt x="7176223" y="1527157"/>
                </a:cubicBezTo>
                <a:cubicBezTo>
                  <a:pt x="7184828" y="1524551"/>
                  <a:pt x="7189696" y="1515447"/>
                  <a:pt x="7187070" y="1506842"/>
                </a:cubicBezTo>
                <a:cubicBezTo>
                  <a:pt x="7184464" y="1498218"/>
                  <a:pt x="7175361" y="1493369"/>
                  <a:pt x="7166756" y="1495975"/>
                </a:cubicBezTo>
                <a:close/>
                <a:moveTo>
                  <a:pt x="4022823" y="2720159"/>
                </a:moveTo>
                <a:cubicBezTo>
                  <a:pt x="4018893" y="2720236"/>
                  <a:pt x="4015789" y="2723475"/>
                  <a:pt x="4015865" y="2727384"/>
                </a:cubicBezTo>
                <a:cubicBezTo>
                  <a:pt x="4015942" y="2731255"/>
                  <a:pt x="4019104" y="2734342"/>
                  <a:pt x="4022956" y="2734342"/>
                </a:cubicBezTo>
                <a:lnTo>
                  <a:pt x="4023089" y="2734342"/>
                </a:lnTo>
                <a:cubicBezTo>
                  <a:pt x="4026998" y="2734264"/>
                  <a:pt x="4030124" y="2731026"/>
                  <a:pt x="4030047" y="2727116"/>
                </a:cubicBezTo>
                <a:cubicBezTo>
                  <a:pt x="4029971" y="2723187"/>
                  <a:pt x="4026731" y="2720082"/>
                  <a:pt x="4022823" y="2720159"/>
                </a:cubicBezTo>
                <a:close/>
                <a:moveTo>
                  <a:pt x="6378716" y="1799228"/>
                </a:moveTo>
                <a:cubicBezTo>
                  <a:pt x="6370340" y="1802524"/>
                  <a:pt x="6366220" y="1811992"/>
                  <a:pt x="6369536" y="1820368"/>
                </a:cubicBezTo>
                <a:cubicBezTo>
                  <a:pt x="6372046" y="1826769"/>
                  <a:pt x="6378199" y="1830678"/>
                  <a:pt x="6384696" y="1830678"/>
                </a:cubicBezTo>
                <a:cubicBezTo>
                  <a:pt x="6386669" y="1830678"/>
                  <a:pt x="6388701" y="1830313"/>
                  <a:pt x="6390656" y="1829547"/>
                </a:cubicBezTo>
                <a:cubicBezTo>
                  <a:pt x="6399031" y="1826251"/>
                  <a:pt x="6403133" y="1816783"/>
                  <a:pt x="6399836" y="1808408"/>
                </a:cubicBezTo>
                <a:cubicBezTo>
                  <a:pt x="6396540" y="1800052"/>
                  <a:pt x="6387091" y="1795931"/>
                  <a:pt x="6378716" y="1799228"/>
                </a:cubicBezTo>
                <a:close/>
                <a:moveTo>
                  <a:pt x="6280648" y="1837079"/>
                </a:moveTo>
                <a:cubicBezTo>
                  <a:pt x="6272214" y="1840241"/>
                  <a:pt x="6267940" y="1849632"/>
                  <a:pt x="6271103" y="1858065"/>
                </a:cubicBezTo>
                <a:cubicBezTo>
                  <a:pt x="6273556" y="1864601"/>
                  <a:pt x="6279766" y="1868644"/>
                  <a:pt x="6286378" y="1868644"/>
                </a:cubicBezTo>
                <a:cubicBezTo>
                  <a:pt x="6288256" y="1868644"/>
                  <a:pt x="6290191" y="1868299"/>
                  <a:pt x="6292069" y="1867610"/>
                </a:cubicBezTo>
                <a:cubicBezTo>
                  <a:pt x="6300502" y="1864447"/>
                  <a:pt x="6304776" y="1855056"/>
                  <a:pt x="6301614" y="1846623"/>
                </a:cubicBezTo>
                <a:cubicBezTo>
                  <a:pt x="6298452" y="1838210"/>
                  <a:pt x="6289079" y="1833936"/>
                  <a:pt x="6280648" y="1837079"/>
                </a:cubicBezTo>
                <a:close/>
                <a:moveTo>
                  <a:pt x="6476478" y="1760208"/>
                </a:moveTo>
                <a:cubicBezTo>
                  <a:pt x="6468141" y="1763580"/>
                  <a:pt x="6464097" y="1773067"/>
                  <a:pt x="6467471" y="1781404"/>
                </a:cubicBezTo>
                <a:cubicBezTo>
                  <a:pt x="6470038" y="1787748"/>
                  <a:pt x="6476133" y="1791600"/>
                  <a:pt x="6482573" y="1791599"/>
                </a:cubicBezTo>
                <a:cubicBezTo>
                  <a:pt x="6484604" y="1791600"/>
                  <a:pt x="6486674" y="1791217"/>
                  <a:pt x="6488668" y="1790412"/>
                </a:cubicBezTo>
                <a:cubicBezTo>
                  <a:pt x="6497023" y="1787039"/>
                  <a:pt x="6501048" y="1777552"/>
                  <a:pt x="6497694" y="1769215"/>
                </a:cubicBezTo>
                <a:cubicBezTo>
                  <a:pt x="6494321" y="1760878"/>
                  <a:pt x="6484815" y="1756834"/>
                  <a:pt x="6476478" y="1760208"/>
                </a:cubicBezTo>
                <a:close/>
                <a:moveTo>
                  <a:pt x="2655702" y="3250904"/>
                </a:moveTo>
                <a:cubicBezTo>
                  <a:pt x="2652692" y="3252380"/>
                  <a:pt x="2651467" y="3256022"/>
                  <a:pt x="2652943" y="3259031"/>
                </a:cubicBezTo>
                <a:cubicBezTo>
                  <a:pt x="2654015" y="3261158"/>
                  <a:pt x="2656162" y="3262403"/>
                  <a:pt x="2658405" y="3262403"/>
                </a:cubicBezTo>
                <a:cubicBezTo>
                  <a:pt x="2659306" y="3262403"/>
                  <a:pt x="2660225" y="3262213"/>
                  <a:pt x="2661087" y="3261771"/>
                </a:cubicBezTo>
                <a:cubicBezTo>
                  <a:pt x="2664097" y="3260296"/>
                  <a:pt x="2665324" y="3256654"/>
                  <a:pt x="2663829" y="3253645"/>
                </a:cubicBezTo>
                <a:cubicBezTo>
                  <a:pt x="2662352" y="3250636"/>
                  <a:pt x="2658712" y="3249409"/>
                  <a:pt x="2655702" y="3250904"/>
                </a:cubicBezTo>
                <a:close/>
                <a:moveTo>
                  <a:pt x="7751374" y="1261008"/>
                </a:moveTo>
                <a:cubicBezTo>
                  <a:pt x="7741810" y="1260874"/>
                  <a:pt x="7733933" y="1268502"/>
                  <a:pt x="7733799" y="1278066"/>
                </a:cubicBezTo>
                <a:cubicBezTo>
                  <a:pt x="7733664" y="1287629"/>
                  <a:pt x="7741312" y="1295487"/>
                  <a:pt x="7750857" y="1295621"/>
                </a:cubicBezTo>
                <a:lnTo>
                  <a:pt x="7750857" y="1295640"/>
                </a:lnTo>
                <a:cubicBezTo>
                  <a:pt x="7750951" y="1295640"/>
                  <a:pt x="7751105" y="1295640"/>
                  <a:pt x="7751105" y="1295640"/>
                </a:cubicBezTo>
                <a:cubicBezTo>
                  <a:pt x="7760573" y="1295640"/>
                  <a:pt x="7768296" y="1288051"/>
                  <a:pt x="7768431" y="1278564"/>
                </a:cubicBezTo>
                <a:cubicBezTo>
                  <a:pt x="7768564" y="1269020"/>
                  <a:pt x="7760937" y="1261143"/>
                  <a:pt x="7751374" y="1261008"/>
                </a:cubicBezTo>
                <a:close/>
                <a:moveTo>
                  <a:pt x="6574068" y="1720535"/>
                </a:moveTo>
                <a:cubicBezTo>
                  <a:pt x="6565731" y="1723927"/>
                  <a:pt x="6561744" y="1733453"/>
                  <a:pt x="6565156" y="1741771"/>
                </a:cubicBezTo>
                <a:cubicBezTo>
                  <a:pt x="6567724" y="1748075"/>
                  <a:pt x="6573819" y="1751909"/>
                  <a:pt x="6580239" y="1751909"/>
                </a:cubicBezTo>
                <a:cubicBezTo>
                  <a:pt x="6582290" y="1751909"/>
                  <a:pt x="6584379" y="1751506"/>
                  <a:pt x="6586391" y="1750682"/>
                </a:cubicBezTo>
                <a:cubicBezTo>
                  <a:pt x="6594728" y="1747290"/>
                  <a:pt x="6598715" y="1737784"/>
                  <a:pt x="6595302" y="1729447"/>
                </a:cubicBezTo>
                <a:cubicBezTo>
                  <a:pt x="6591911" y="1721129"/>
                  <a:pt x="6582404" y="1717124"/>
                  <a:pt x="6574068" y="1720535"/>
                </a:cubicBezTo>
                <a:close/>
                <a:moveTo>
                  <a:pt x="7065907" y="1528479"/>
                </a:moveTo>
                <a:cubicBezTo>
                  <a:pt x="7057378" y="1531374"/>
                  <a:pt x="7052837" y="1540630"/>
                  <a:pt x="7055731" y="1549139"/>
                </a:cubicBezTo>
                <a:cubicBezTo>
                  <a:pt x="7058030" y="1555925"/>
                  <a:pt x="7064355" y="1560198"/>
                  <a:pt x="7071139" y="1560198"/>
                </a:cubicBezTo>
                <a:cubicBezTo>
                  <a:pt x="7072884" y="1560198"/>
                  <a:pt x="7074647" y="1559910"/>
                  <a:pt x="7076390" y="1559317"/>
                </a:cubicBezTo>
                <a:cubicBezTo>
                  <a:pt x="7084901" y="1556423"/>
                  <a:pt x="7089462" y="1547166"/>
                  <a:pt x="7086567" y="1538656"/>
                </a:cubicBezTo>
                <a:cubicBezTo>
                  <a:pt x="7083674" y="1530127"/>
                  <a:pt x="7074416" y="1525566"/>
                  <a:pt x="7065907" y="1528479"/>
                </a:cubicBezTo>
                <a:close/>
                <a:moveTo>
                  <a:pt x="1584110" y="3667904"/>
                </a:moveTo>
                <a:cubicBezTo>
                  <a:pt x="1581312" y="3667884"/>
                  <a:pt x="1579051" y="3670146"/>
                  <a:pt x="1579051" y="3672943"/>
                </a:cubicBezTo>
                <a:cubicBezTo>
                  <a:pt x="1579032" y="3675723"/>
                  <a:pt x="1581293" y="3677984"/>
                  <a:pt x="1584091" y="3677984"/>
                </a:cubicBezTo>
                <a:cubicBezTo>
                  <a:pt x="1586870" y="3677984"/>
                  <a:pt x="1589132" y="3675742"/>
                  <a:pt x="1589132" y="3672963"/>
                </a:cubicBezTo>
                <a:cubicBezTo>
                  <a:pt x="1589151" y="3670164"/>
                  <a:pt x="1586890" y="3667904"/>
                  <a:pt x="1584110" y="3667904"/>
                </a:cubicBezTo>
                <a:close/>
                <a:moveTo>
                  <a:pt x="2012227" y="3500629"/>
                </a:moveTo>
                <a:cubicBezTo>
                  <a:pt x="2008969" y="3501395"/>
                  <a:pt x="2006957" y="3504673"/>
                  <a:pt x="2007723" y="3507931"/>
                </a:cubicBezTo>
                <a:cubicBezTo>
                  <a:pt x="2008394" y="3510729"/>
                  <a:pt x="2010885" y="3512607"/>
                  <a:pt x="2013626" y="3512607"/>
                </a:cubicBezTo>
                <a:cubicBezTo>
                  <a:pt x="2014086" y="3512607"/>
                  <a:pt x="2014565" y="3512549"/>
                  <a:pt x="2015045" y="3512435"/>
                </a:cubicBezTo>
                <a:cubicBezTo>
                  <a:pt x="2018302" y="3511668"/>
                  <a:pt x="2020314" y="3508391"/>
                  <a:pt x="2019548" y="3505133"/>
                </a:cubicBezTo>
                <a:cubicBezTo>
                  <a:pt x="2018763" y="3501875"/>
                  <a:pt x="2015504" y="3499862"/>
                  <a:pt x="2012227" y="3500629"/>
                </a:cubicBezTo>
                <a:close/>
                <a:moveTo>
                  <a:pt x="6181926" y="1872938"/>
                </a:moveTo>
                <a:cubicBezTo>
                  <a:pt x="6173436" y="1875928"/>
                  <a:pt x="6168971" y="1885222"/>
                  <a:pt x="6171941" y="1893713"/>
                </a:cubicBezTo>
                <a:cubicBezTo>
                  <a:pt x="6174299" y="1900401"/>
                  <a:pt x="6180585" y="1904599"/>
                  <a:pt x="6187311" y="1904599"/>
                </a:cubicBezTo>
                <a:cubicBezTo>
                  <a:pt x="6189114" y="1904599"/>
                  <a:pt x="6190915" y="1904311"/>
                  <a:pt x="6192717" y="1903678"/>
                </a:cubicBezTo>
                <a:cubicBezTo>
                  <a:pt x="6201206" y="1900689"/>
                  <a:pt x="6205672" y="1891394"/>
                  <a:pt x="6202682" y="1882923"/>
                </a:cubicBezTo>
                <a:cubicBezTo>
                  <a:pt x="6199712" y="1874414"/>
                  <a:pt x="6190398" y="1869948"/>
                  <a:pt x="6181926" y="1872938"/>
                </a:cubicBezTo>
                <a:close/>
                <a:moveTo>
                  <a:pt x="6671638" y="1680633"/>
                </a:moveTo>
                <a:cubicBezTo>
                  <a:pt x="6663321" y="1684025"/>
                  <a:pt x="6659315" y="1693531"/>
                  <a:pt x="6662726" y="1701868"/>
                </a:cubicBezTo>
                <a:cubicBezTo>
                  <a:pt x="6665295" y="1708174"/>
                  <a:pt x="6671389" y="1712007"/>
                  <a:pt x="6677810" y="1712007"/>
                </a:cubicBezTo>
                <a:cubicBezTo>
                  <a:pt x="6679860" y="1712007"/>
                  <a:pt x="6681949" y="1711604"/>
                  <a:pt x="6683962" y="1710779"/>
                </a:cubicBezTo>
                <a:cubicBezTo>
                  <a:pt x="6692299" y="1707387"/>
                  <a:pt x="6696285" y="1697882"/>
                  <a:pt x="6692873" y="1689544"/>
                </a:cubicBezTo>
                <a:cubicBezTo>
                  <a:pt x="6689481" y="1681227"/>
                  <a:pt x="6679975" y="1677222"/>
                  <a:pt x="6671638" y="1680633"/>
                </a:cubicBezTo>
                <a:close/>
                <a:moveTo>
                  <a:pt x="3757939" y="2817423"/>
                </a:moveTo>
                <a:cubicBezTo>
                  <a:pt x="3754622" y="2817922"/>
                  <a:pt x="3752342" y="2821008"/>
                  <a:pt x="3752840" y="2824323"/>
                </a:cubicBezTo>
                <a:cubicBezTo>
                  <a:pt x="3753299" y="2827332"/>
                  <a:pt x="3755888" y="2829498"/>
                  <a:pt x="3758838" y="2829498"/>
                </a:cubicBezTo>
                <a:cubicBezTo>
                  <a:pt x="3759145" y="2829498"/>
                  <a:pt x="3759453" y="2829478"/>
                  <a:pt x="3759758" y="2829421"/>
                </a:cubicBezTo>
                <a:cubicBezTo>
                  <a:pt x="3763073" y="2828923"/>
                  <a:pt x="3765354" y="2825838"/>
                  <a:pt x="3764838" y="2822521"/>
                </a:cubicBezTo>
                <a:cubicBezTo>
                  <a:pt x="3764338" y="2819206"/>
                  <a:pt x="3761254" y="2816925"/>
                  <a:pt x="3757939" y="2817423"/>
                </a:cubicBezTo>
                <a:close/>
                <a:moveTo>
                  <a:pt x="8269943" y="1055729"/>
                </a:moveTo>
                <a:cubicBezTo>
                  <a:pt x="8265598" y="1058105"/>
                  <a:pt x="8262158" y="1062140"/>
                  <a:pt x="8260654" y="1067266"/>
                </a:cubicBezTo>
                <a:cubicBezTo>
                  <a:pt x="8257644" y="1077539"/>
                  <a:pt x="8263528" y="1088291"/>
                  <a:pt x="8273781" y="1091300"/>
                </a:cubicBezTo>
                <a:cubicBezTo>
                  <a:pt x="8275602" y="1091836"/>
                  <a:pt x="8277424" y="1092085"/>
                  <a:pt x="8279225" y="1092085"/>
                </a:cubicBezTo>
                <a:cubicBezTo>
                  <a:pt x="8287599" y="1092085"/>
                  <a:pt x="8295323" y="1086604"/>
                  <a:pt x="8297795" y="1078172"/>
                </a:cubicBezTo>
                <a:cubicBezTo>
                  <a:pt x="8300805" y="1067918"/>
                  <a:pt x="8294940" y="1057166"/>
                  <a:pt x="8284667" y="1054138"/>
                </a:cubicBezTo>
                <a:cubicBezTo>
                  <a:pt x="8279540" y="1052633"/>
                  <a:pt x="8274289" y="1053352"/>
                  <a:pt x="8269943" y="1055729"/>
                </a:cubicBezTo>
                <a:close/>
                <a:moveTo>
                  <a:pt x="6769362" y="1640884"/>
                </a:moveTo>
                <a:cubicBezTo>
                  <a:pt x="6761025" y="1644257"/>
                  <a:pt x="6757001" y="1653763"/>
                  <a:pt x="6760354" y="1662100"/>
                </a:cubicBezTo>
                <a:cubicBezTo>
                  <a:pt x="6762923" y="1668444"/>
                  <a:pt x="6769036" y="1672296"/>
                  <a:pt x="6775476" y="1672296"/>
                </a:cubicBezTo>
                <a:cubicBezTo>
                  <a:pt x="6777508" y="1672296"/>
                  <a:pt x="6779558" y="1671913"/>
                  <a:pt x="6781571" y="1671107"/>
                </a:cubicBezTo>
                <a:cubicBezTo>
                  <a:pt x="6789907" y="1667735"/>
                  <a:pt x="6793952" y="1658229"/>
                  <a:pt x="6790578" y="1649891"/>
                </a:cubicBezTo>
                <a:cubicBezTo>
                  <a:pt x="6787205" y="1641554"/>
                  <a:pt x="6777719" y="1637511"/>
                  <a:pt x="6769362" y="1640884"/>
                </a:cubicBezTo>
                <a:close/>
                <a:moveTo>
                  <a:pt x="6966171" y="1563954"/>
                </a:moveTo>
                <a:cubicBezTo>
                  <a:pt x="6957738" y="1567078"/>
                  <a:pt x="6953426" y="1576450"/>
                  <a:pt x="6956550" y="1584883"/>
                </a:cubicBezTo>
                <a:cubicBezTo>
                  <a:pt x="6958984" y="1591457"/>
                  <a:pt x="6965213" y="1595519"/>
                  <a:pt x="6971825" y="1595520"/>
                </a:cubicBezTo>
                <a:cubicBezTo>
                  <a:pt x="6973703" y="1595520"/>
                  <a:pt x="6975619" y="1595194"/>
                  <a:pt x="6977478" y="1594504"/>
                </a:cubicBezTo>
                <a:cubicBezTo>
                  <a:pt x="6985911" y="1591380"/>
                  <a:pt x="6990223" y="1582008"/>
                  <a:pt x="6987099" y="1573575"/>
                </a:cubicBezTo>
                <a:cubicBezTo>
                  <a:pt x="6983976" y="1565123"/>
                  <a:pt x="6974603" y="1560830"/>
                  <a:pt x="6966171" y="1563954"/>
                </a:cubicBezTo>
                <a:close/>
                <a:moveTo>
                  <a:pt x="6867393" y="1601749"/>
                </a:moveTo>
                <a:cubicBezTo>
                  <a:pt x="6859037" y="1605045"/>
                  <a:pt x="6854916" y="1614493"/>
                  <a:pt x="6858213" y="1622869"/>
                </a:cubicBezTo>
                <a:cubicBezTo>
                  <a:pt x="6860742" y="1629288"/>
                  <a:pt x="6866876" y="1633199"/>
                  <a:pt x="6873373" y="1633199"/>
                </a:cubicBezTo>
                <a:cubicBezTo>
                  <a:pt x="6875366" y="1633199"/>
                  <a:pt x="6877378" y="1632834"/>
                  <a:pt x="6879333" y="1632068"/>
                </a:cubicBezTo>
                <a:cubicBezTo>
                  <a:pt x="6887708" y="1628753"/>
                  <a:pt x="6891829" y="1619304"/>
                  <a:pt x="6888532" y="1610929"/>
                </a:cubicBezTo>
                <a:cubicBezTo>
                  <a:pt x="6885236" y="1602553"/>
                  <a:pt x="6875768" y="1598452"/>
                  <a:pt x="6867393" y="1601749"/>
                </a:cubicBezTo>
                <a:close/>
                <a:moveTo>
                  <a:pt x="8663695" y="900162"/>
                </a:moveTo>
                <a:cubicBezTo>
                  <a:pt x="8658679" y="902364"/>
                  <a:pt x="8654501" y="906480"/>
                  <a:pt x="8652355" y="911990"/>
                </a:cubicBezTo>
                <a:cubicBezTo>
                  <a:pt x="8648061" y="922990"/>
                  <a:pt x="8653504" y="935390"/>
                  <a:pt x="8664525" y="939703"/>
                </a:cubicBezTo>
                <a:cubicBezTo>
                  <a:pt x="8667073" y="940680"/>
                  <a:pt x="8669699" y="941159"/>
                  <a:pt x="8672286" y="941159"/>
                </a:cubicBezTo>
                <a:lnTo>
                  <a:pt x="8679380" y="936314"/>
                </a:lnTo>
                <a:lnTo>
                  <a:pt x="8665256" y="900130"/>
                </a:lnTo>
                <a:close/>
                <a:moveTo>
                  <a:pt x="6082478" y="1906535"/>
                </a:moveTo>
                <a:cubicBezTo>
                  <a:pt x="6073911" y="1909313"/>
                  <a:pt x="6069215" y="1918493"/>
                  <a:pt x="6071994" y="1927060"/>
                </a:cubicBezTo>
                <a:cubicBezTo>
                  <a:pt x="6074236" y="1933941"/>
                  <a:pt x="6080618" y="1938329"/>
                  <a:pt x="6087499" y="1938329"/>
                </a:cubicBezTo>
                <a:cubicBezTo>
                  <a:pt x="6089147" y="1938329"/>
                  <a:pt x="6090853" y="1938061"/>
                  <a:pt x="6092520" y="1937525"/>
                </a:cubicBezTo>
                <a:cubicBezTo>
                  <a:pt x="6101068" y="1934765"/>
                  <a:pt x="6105764" y="1925565"/>
                  <a:pt x="6102984" y="1917017"/>
                </a:cubicBezTo>
                <a:cubicBezTo>
                  <a:pt x="6100224" y="1908451"/>
                  <a:pt x="6091025" y="1903756"/>
                  <a:pt x="6082478" y="1906535"/>
                </a:cubicBezTo>
                <a:close/>
                <a:moveTo>
                  <a:pt x="4833034" y="2392509"/>
                </a:moveTo>
                <a:cubicBezTo>
                  <a:pt x="4826691" y="2390248"/>
                  <a:pt x="4819716" y="2393564"/>
                  <a:pt x="4817455" y="2399907"/>
                </a:cubicBezTo>
                <a:cubicBezTo>
                  <a:pt x="4815195" y="2406251"/>
                  <a:pt x="4818490" y="2413227"/>
                  <a:pt x="4824853" y="2415488"/>
                </a:cubicBezTo>
                <a:cubicBezTo>
                  <a:pt x="4826195" y="2415986"/>
                  <a:pt x="4827574" y="2416197"/>
                  <a:pt x="4828936" y="2416197"/>
                </a:cubicBezTo>
                <a:cubicBezTo>
                  <a:pt x="4833956" y="2416197"/>
                  <a:pt x="4838651" y="2413093"/>
                  <a:pt x="4840434" y="2408090"/>
                </a:cubicBezTo>
                <a:cubicBezTo>
                  <a:pt x="4842697" y="2401747"/>
                  <a:pt x="4839381" y="2394770"/>
                  <a:pt x="4833034" y="2392509"/>
                </a:cubicBezTo>
                <a:close/>
                <a:moveTo>
                  <a:pt x="2744226" y="3206653"/>
                </a:moveTo>
                <a:cubicBezTo>
                  <a:pt x="2741218" y="3208166"/>
                  <a:pt x="2740030" y="3211807"/>
                  <a:pt x="2741524" y="3214797"/>
                </a:cubicBezTo>
                <a:cubicBezTo>
                  <a:pt x="2742597" y="3216924"/>
                  <a:pt x="2744744" y="3218132"/>
                  <a:pt x="2746948" y="3218132"/>
                </a:cubicBezTo>
                <a:cubicBezTo>
                  <a:pt x="2747869" y="3218132"/>
                  <a:pt x="2748808" y="3217940"/>
                  <a:pt x="2749670" y="3217480"/>
                </a:cubicBezTo>
                <a:cubicBezTo>
                  <a:pt x="2752679" y="3215986"/>
                  <a:pt x="2753867" y="3212325"/>
                  <a:pt x="2752372" y="3209335"/>
                </a:cubicBezTo>
                <a:cubicBezTo>
                  <a:pt x="2750858" y="3206345"/>
                  <a:pt x="2747217" y="3205138"/>
                  <a:pt x="2744226" y="3206653"/>
                </a:cubicBezTo>
                <a:close/>
                <a:moveTo>
                  <a:pt x="4188371" y="2642157"/>
                </a:moveTo>
                <a:cubicBezTo>
                  <a:pt x="4183886" y="2641927"/>
                  <a:pt x="4180072" y="2645358"/>
                  <a:pt x="4179824" y="2649823"/>
                </a:cubicBezTo>
                <a:cubicBezTo>
                  <a:pt x="4179573" y="2654308"/>
                  <a:pt x="4183005" y="2658121"/>
                  <a:pt x="4187490" y="2658371"/>
                </a:cubicBezTo>
                <a:lnTo>
                  <a:pt x="4187930" y="2658371"/>
                </a:lnTo>
                <a:cubicBezTo>
                  <a:pt x="4192204" y="2658371"/>
                  <a:pt x="4195788" y="2655036"/>
                  <a:pt x="4196020" y="2650705"/>
                </a:cubicBezTo>
                <a:cubicBezTo>
                  <a:pt x="4196268" y="2646239"/>
                  <a:pt x="4192836" y="2642406"/>
                  <a:pt x="4188371" y="2642157"/>
                </a:cubicBezTo>
                <a:close/>
                <a:moveTo>
                  <a:pt x="4675267" y="2449124"/>
                </a:moveTo>
                <a:cubicBezTo>
                  <a:pt x="4669383" y="2447264"/>
                  <a:pt x="4663096" y="2450523"/>
                  <a:pt x="4661238" y="2456407"/>
                </a:cubicBezTo>
                <a:cubicBezTo>
                  <a:pt x="4659359" y="2462290"/>
                  <a:pt x="4662600" y="2468576"/>
                  <a:pt x="4668502" y="2470435"/>
                </a:cubicBezTo>
                <a:cubicBezTo>
                  <a:pt x="4669612" y="2470800"/>
                  <a:pt x="4670763" y="2470972"/>
                  <a:pt x="4671895" y="2470972"/>
                </a:cubicBezTo>
                <a:cubicBezTo>
                  <a:pt x="4676627" y="2470972"/>
                  <a:pt x="4681017" y="2467925"/>
                  <a:pt x="4682532" y="2463172"/>
                </a:cubicBezTo>
                <a:cubicBezTo>
                  <a:pt x="4684408" y="2457288"/>
                  <a:pt x="4681150" y="2451002"/>
                  <a:pt x="4675267" y="2449124"/>
                </a:cubicBezTo>
                <a:close/>
                <a:moveTo>
                  <a:pt x="4980580" y="2329762"/>
                </a:moveTo>
                <a:cubicBezTo>
                  <a:pt x="4977562" y="2331295"/>
                  <a:pt x="4975128" y="2333978"/>
                  <a:pt x="4973997" y="2337447"/>
                </a:cubicBezTo>
                <a:cubicBezTo>
                  <a:pt x="4971736" y="2344404"/>
                  <a:pt x="4975530" y="2351860"/>
                  <a:pt x="4982466" y="2354121"/>
                </a:cubicBezTo>
                <a:cubicBezTo>
                  <a:pt x="4983830" y="2354561"/>
                  <a:pt x="4985208" y="2354772"/>
                  <a:pt x="4986569" y="2354772"/>
                </a:cubicBezTo>
                <a:cubicBezTo>
                  <a:pt x="4992146" y="2354772"/>
                  <a:pt x="4997321" y="2351227"/>
                  <a:pt x="4999140" y="2345650"/>
                </a:cubicBezTo>
                <a:cubicBezTo>
                  <a:pt x="5001404" y="2338693"/>
                  <a:pt x="4997609" y="2331238"/>
                  <a:pt x="4990671" y="2328976"/>
                </a:cubicBezTo>
                <a:cubicBezTo>
                  <a:pt x="4987201" y="2327845"/>
                  <a:pt x="4983598" y="2328228"/>
                  <a:pt x="4980580" y="2329762"/>
                </a:cubicBezTo>
                <a:close/>
                <a:moveTo>
                  <a:pt x="5982189" y="1937467"/>
                </a:moveTo>
                <a:cubicBezTo>
                  <a:pt x="5973563" y="1939997"/>
                  <a:pt x="5968599" y="1949043"/>
                  <a:pt x="5971129" y="1957667"/>
                </a:cubicBezTo>
                <a:cubicBezTo>
                  <a:pt x="5973198" y="1964777"/>
                  <a:pt x="5979716" y="1969396"/>
                  <a:pt x="5986769" y="1969396"/>
                </a:cubicBezTo>
                <a:cubicBezTo>
                  <a:pt x="5988282" y="1969397"/>
                  <a:pt x="5989815" y="1969186"/>
                  <a:pt x="5991331" y="1968745"/>
                </a:cubicBezTo>
                <a:cubicBezTo>
                  <a:pt x="5999973" y="1966215"/>
                  <a:pt x="6004918" y="1957169"/>
                  <a:pt x="6002406" y="1948526"/>
                </a:cubicBezTo>
                <a:cubicBezTo>
                  <a:pt x="5999877" y="1939902"/>
                  <a:pt x="5990830" y="1934937"/>
                  <a:pt x="5982189" y="1937467"/>
                </a:cubicBezTo>
                <a:close/>
                <a:moveTo>
                  <a:pt x="5402265" y="2162188"/>
                </a:moveTo>
                <a:cubicBezTo>
                  <a:pt x="5399433" y="2164883"/>
                  <a:pt x="5397627" y="2168658"/>
                  <a:pt x="5397513" y="2172875"/>
                </a:cubicBezTo>
                <a:cubicBezTo>
                  <a:pt x="5397300" y="2181288"/>
                  <a:pt x="5403970" y="2188302"/>
                  <a:pt x="5412403" y="2188513"/>
                </a:cubicBezTo>
                <a:lnTo>
                  <a:pt x="5412787" y="2188513"/>
                </a:lnTo>
                <a:cubicBezTo>
                  <a:pt x="5421047" y="2188513"/>
                  <a:pt x="5427831" y="2181940"/>
                  <a:pt x="5428042" y="2173642"/>
                </a:cubicBezTo>
                <a:cubicBezTo>
                  <a:pt x="5428254" y="2165209"/>
                  <a:pt x="5421584" y="2158194"/>
                  <a:pt x="5413172" y="2157984"/>
                </a:cubicBezTo>
                <a:cubicBezTo>
                  <a:pt x="5408954" y="2157878"/>
                  <a:pt x="5405097" y="2159493"/>
                  <a:pt x="5402265" y="2162188"/>
                </a:cubicBezTo>
                <a:close/>
                <a:moveTo>
                  <a:pt x="4352791" y="2571092"/>
                </a:moveTo>
                <a:cubicBezTo>
                  <a:pt x="4347788" y="2570421"/>
                  <a:pt x="4343188" y="2573928"/>
                  <a:pt x="4342518" y="2578910"/>
                </a:cubicBezTo>
                <a:cubicBezTo>
                  <a:pt x="4341828" y="2583912"/>
                  <a:pt x="4345334" y="2588512"/>
                  <a:pt x="4350337" y="2589183"/>
                </a:cubicBezTo>
                <a:cubicBezTo>
                  <a:pt x="4350760" y="2589240"/>
                  <a:pt x="4351161" y="2589279"/>
                  <a:pt x="4351584" y="2589279"/>
                </a:cubicBezTo>
                <a:cubicBezTo>
                  <a:pt x="4356067" y="2589279"/>
                  <a:pt x="4359995" y="2585944"/>
                  <a:pt x="4360629" y="2581364"/>
                </a:cubicBezTo>
                <a:cubicBezTo>
                  <a:pt x="4361300" y="2576362"/>
                  <a:pt x="4357793" y="2571762"/>
                  <a:pt x="4352791" y="2571092"/>
                </a:cubicBezTo>
                <a:close/>
                <a:moveTo>
                  <a:pt x="8008917" y="1143202"/>
                </a:moveTo>
                <a:cubicBezTo>
                  <a:pt x="8005088" y="1145916"/>
                  <a:pt x="8002295" y="1150089"/>
                  <a:pt x="8001443" y="1155082"/>
                </a:cubicBezTo>
                <a:cubicBezTo>
                  <a:pt x="7999737" y="1165067"/>
                  <a:pt x="8006463" y="1174535"/>
                  <a:pt x="8016430" y="1176240"/>
                </a:cubicBezTo>
                <a:cubicBezTo>
                  <a:pt x="8017484" y="1176412"/>
                  <a:pt x="8018518" y="1176490"/>
                  <a:pt x="8019535" y="1176490"/>
                </a:cubicBezTo>
                <a:cubicBezTo>
                  <a:pt x="8028313" y="1176490"/>
                  <a:pt x="8036074" y="1170184"/>
                  <a:pt x="8037589" y="1161234"/>
                </a:cubicBezTo>
                <a:cubicBezTo>
                  <a:pt x="8039294" y="1151248"/>
                  <a:pt x="8032567" y="1141781"/>
                  <a:pt x="8022602" y="1140075"/>
                </a:cubicBezTo>
                <a:cubicBezTo>
                  <a:pt x="8017608" y="1139232"/>
                  <a:pt x="8012745" y="1140487"/>
                  <a:pt x="8008917" y="1143202"/>
                </a:cubicBezTo>
                <a:close/>
                <a:moveTo>
                  <a:pt x="4515275" y="2506888"/>
                </a:moveTo>
                <a:cubicBezTo>
                  <a:pt x="4509813" y="2505641"/>
                  <a:pt x="4504352" y="2509054"/>
                  <a:pt x="4503124" y="2514534"/>
                </a:cubicBezTo>
                <a:cubicBezTo>
                  <a:pt x="4501879" y="2519997"/>
                  <a:pt x="4505289" y="2525440"/>
                  <a:pt x="4510771" y="2526685"/>
                </a:cubicBezTo>
                <a:cubicBezTo>
                  <a:pt x="4511520" y="2526858"/>
                  <a:pt x="4512285" y="2526935"/>
                  <a:pt x="4513031" y="2526935"/>
                </a:cubicBezTo>
                <a:cubicBezTo>
                  <a:pt x="4517669" y="2526935"/>
                  <a:pt x="4521849" y="2523753"/>
                  <a:pt x="4522922" y="2519038"/>
                </a:cubicBezTo>
                <a:cubicBezTo>
                  <a:pt x="4524167" y="2513557"/>
                  <a:pt x="4520736" y="2508114"/>
                  <a:pt x="4515275" y="2506888"/>
                </a:cubicBezTo>
                <a:close/>
                <a:moveTo>
                  <a:pt x="1915634" y="3520791"/>
                </a:moveTo>
                <a:cubicBezTo>
                  <a:pt x="1912337" y="3521385"/>
                  <a:pt x="1910152" y="3524547"/>
                  <a:pt x="1910747" y="3527843"/>
                </a:cubicBezTo>
                <a:cubicBezTo>
                  <a:pt x="1911264" y="3530776"/>
                  <a:pt x="1913833" y="3532846"/>
                  <a:pt x="1916707" y="3532846"/>
                </a:cubicBezTo>
                <a:cubicBezTo>
                  <a:pt x="1917072" y="3532846"/>
                  <a:pt x="1917434" y="3532807"/>
                  <a:pt x="1917800" y="3532749"/>
                </a:cubicBezTo>
                <a:cubicBezTo>
                  <a:pt x="1921076" y="3532156"/>
                  <a:pt x="1923280" y="3528994"/>
                  <a:pt x="1922687" y="3525697"/>
                </a:cubicBezTo>
                <a:cubicBezTo>
                  <a:pt x="1922092" y="3522401"/>
                  <a:pt x="1918930" y="3520196"/>
                  <a:pt x="1915634" y="3520791"/>
                </a:cubicBezTo>
                <a:close/>
                <a:moveTo>
                  <a:pt x="2832559" y="3161997"/>
                </a:moveTo>
                <a:cubicBezTo>
                  <a:pt x="2829570" y="3163511"/>
                  <a:pt x="2828382" y="3167172"/>
                  <a:pt x="2829897" y="3170162"/>
                </a:cubicBezTo>
                <a:cubicBezTo>
                  <a:pt x="2830970" y="3172270"/>
                  <a:pt x="2833096" y="3173496"/>
                  <a:pt x="2835319" y="3173496"/>
                </a:cubicBezTo>
                <a:cubicBezTo>
                  <a:pt x="2836240" y="3173496"/>
                  <a:pt x="2837160" y="3173285"/>
                  <a:pt x="2838042" y="3172825"/>
                </a:cubicBezTo>
                <a:cubicBezTo>
                  <a:pt x="2841031" y="3171330"/>
                  <a:pt x="2842239" y="3167670"/>
                  <a:pt x="2840723" y="3164680"/>
                </a:cubicBezTo>
                <a:cubicBezTo>
                  <a:pt x="2839210" y="3161690"/>
                  <a:pt x="2835549" y="3160482"/>
                  <a:pt x="2832559" y="3161997"/>
                </a:cubicBezTo>
                <a:close/>
                <a:moveTo>
                  <a:pt x="909835" y="3910000"/>
                </a:moveTo>
                <a:cubicBezTo>
                  <a:pt x="909298" y="3910958"/>
                  <a:pt x="909663" y="3912165"/>
                  <a:pt x="910622" y="3912682"/>
                </a:cubicBezTo>
                <a:cubicBezTo>
                  <a:pt x="910929" y="3912836"/>
                  <a:pt x="911255" y="3912912"/>
                  <a:pt x="911561" y="3912912"/>
                </a:cubicBezTo>
                <a:cubicBezTo>
                  <a:pt x="912271" y="3912912"/>
                  <a:pt x="912961" y="3912548"/>
                  <a:pt x="913305" y="3911878"/>
                </a:cubicBezTo>
                <a:cubicBezTo>
                  <a:pt x="913842" y="3910920"/>
                  <a:pt x="913477" y="3909712"/>
                  <a:pt x="912519" y="3909195"/>
                </a:cubicBezTo>
                <a:cubicBezTo>
                  <a:pt x="911542" y="3908677"/>
                  <a:pt x="910354" y="3909022"/>
                  <a:pt x="909835" y="3910000"/>
                </a:cubicBezTo>
                <a:close/>
                <a:moveTo>
                  <a:pt x="3660138" y="2834941"/>
                </a:moveTo>
                <a:cubicBezTo>
                  <a:pt x="3656861" y="2835612"/>
                  <a:pt x="3654732" y="2838812"/>
                  <a:pt x="3655423" y="2842109"/>
                </a:cubicBezTo>
                <a:cubicBezTo>
                  <a:pt x="3656017" y="2844983"/>
                  <a:pt x="3658546" y="2846957"/>
                  <a:pt x="3661364" y="2846957"/>
                </a:cubicBezTo>
                <a:cubicBezTo>
                  <a:pt x="3661767" y="2846957"/>
                  <a:pt x="3662169" y="2846900"/>
                  <a:pt x="3662591" y="2846824"/>
                </a:cubicBezTo>
                <a:cubicBezTo>
                  <a:pt x="3665886" y="2846133"/>
                  <a:pt x="3667995" y="2842933"/>
                  <a:pt x="3667305" y="2839655"/>
                </a:cubicBezTo>
                <a:cubicBezTo>
                  <a:pt x="3666635" y="2836359"/>
                  <a:pt x="3663414" y="2834251"/>
                  <a:pt x="3660138" y="2834941"/>
                </a:cubicBezTo>
                <a:close/>
                <a:moveTo>
                  <a:pt x="5881073" y="1965199"/>
                </a:moveTo>
                <a:cubicBezTo>
                  <a:pt x="5872353" y="1967423"/>
                  <a:pt x="5867101" y="1976296"/>
                  <a:pt x="5869326" y="1985016"/>
                </a:cubicBezTo>
                <a:cubicBezTo>
                  <a:pt x="5871203" y="1992376"/>
                  <a:pt x="5877834" y="1997282"/>
                  <a:pt x="5885098" y="1997282"/>
                </a:cubicBezTo>
                <a:cubicBezTo>
                  <a:pt x="5886438" y="1997283"/>
                  <a:pt x="5887779" y="1997109"/>
                  <a:pt x="5889140" y="1996764"/>
                </a:cubicBezTo>
                <a:cubicBezTo>
                  <a:pt x="5897862" y="1994541"/>
                  <a:pt x="5903113" y="1985668"/>
                  <a:pt x="5900890" y="1976947"/>
                </a:cubicBezTo>
                <a:cubicBezTo>
                  <a:pt x="5898667" y="1968227"/>
                  <a:pt x="5889792" y="1962976"/>
                  <a:pt x="5881073" y="1965199"/>
                </a:cubicBezTo>
                <a:close/>
                <a:moveTo>
                  <a:pt x="5138924" y="2252164"/>
                </a:moveTo>
                <a:cubicBezTo>
                  <a:pt x="5135829" y="2254093"/>
                  <a:pt x="5133472" y="2257203"/>
                  <a:pt x="5132589" y="2261036"/>
                </a:cubicBezTo>
                <a:cubicBezTo>
                  <a:pt x="5130787" y="2268702"/>
                  <a:pt x="5135560" y="2276348"/>
                  <a:pt x="5143228" y="2278131"/>
                </a:cubicBezTo>
                <a:cubicBezTo>
                  <a:pt x="5144318" y="2278380"/>
                  <a:pt x="5145412" y="2278495"/>
                  <a:pt x="5146466" y="2278495"/>
                </a:cubicBezTo>
                <a:cubicBezTo>
                  <a:pt x="5152944" y="2278514"/>
                  <a:pt x="5158808" y="2274068"/>
                  <a:pt x="5160340" y="2267475"/>
                </a:cubicBezTo>
                <a:cubicBezTo>
                  <a:pt x="5162105" y="2259809"/>
                  <a:pt x="5157334" y="2252162"/>
                  <a:pt x="5149686" y="2250380"/>
                </a:cubicBezTo>
                <a:cubicBezTo>
                  <a:pt x="5145852" y="2249488"/>
                  <a:pt x="5142020" y="2250236"/>
                  <a:pt x="5138924" y="2252164"/>
                </a:cubicBezTo>
                <a:close/>
                <a:moveTo>
                  <a:pt x="2921046" y="3117495"/>
                </a:moveTo>
                <a:cubicBezTo>
                  <a:pt x="2918038" y="3118989"/>
                  <a:pt x="2916830" y="3122650"/>
                  <a:pt x="2918324" y="3125640"/>
                </a:cubicBezTo>
                <a:cubicBezTo>
                  <a:pt x="2919378" y="3127767"/>
                  <a:pt x="2921525" y="3128994"/>
                  <a:pt x="2923748" y="3128994"/>
                </a:cubicBezTo>
                <a:cubicBezTo>
                  <a:pt x="2924669" y="3128994"/>
                  <a:pt x="2925589" y="3128802"/>
                  <a:pt x="2926470" y="3128362"/>
                </a:cubicBezTo>
                <a:cubicBezTo>
                  <a:pt x="2929460" y="3126867"/>
                  <a:pt x="2930686" y="3123226"/>
                  <a:pt x="2929192" y="3120216"/>
                </a:cubicBezTo>
                <a:cubicBezTo>
                  <a:pt x="2927696" y="3117227"/>
                  <a:pt x="2924035" y="3116001"/>
                  <a:pt x="2921046" y="3117495"/>
                </a:cubicBezTo>
                <a:close/>
                <a:moveTo>
                  <a:pt x="3922817" y="2725391"/>
                </a:moveTo>
                <a:cubicBezTo>
                  <a:pt x="3918908" y="2725717"/>
                  <a:pt x="3916013" y="2729147"/>
                  <a:pt x="3916338" y="2733058"/>
                </a:cubicBezTo>
                <a:cubicBezTo>
                  <a:pt x="3916646" y="2736756"/>
                  <a:pt x="3919750" y="2739554"/>
                  <a:pt x="3923392" y="2739554"/>
                </a:cubicBezTo>
                <a:cubicBezTo>
                  <a:pt x="3923603" y="2739554"/>
                  <a:pt x="3923795" y="2739535"/>
                  <a:pt x="3924005" y="2739535"/>
                </a:cubicBezTo>
                <a:cubicBezTo>
                  <a:pt x="3927896" y="2739190"/>
                  <a:pt x="3930791" y="2735759"/>
                  <a:pt x="3930465" y="2731869"/>
                </a:cubicBezTo>
                <a:cubicBezTo>
                  <a:pt x="3930138" y="2727959"/>
                  <a:pt x="3926709" y="2725066"/>
                  <a:pt x="3922817" y="2725391"/>
                </a:cubicBezTo>
                <a:close/>
                <a:moveTo>
                  <a:pt x="1256595" y="3758651"/>
                </a:moveTo>
                <a:cubicBezTo>
                  <a:pt x="1254429" y="3758114"/>
                  <a:pt x="1252244" y="3759418"/>
                  <a:pt x="1251707" y="3761583"/>
                </a:cubicBezTo>
                <a:cubicBezTo>
                  <a:pt x="1251170" y="3763749"/>
                  <a:pt x="1252474" y="3765934"/>
                  <a:pt x="1254640" y="3766471"/>
                </a:cubicBezTo>
                <a:cubicBezTo>
                  <a:pt x="1254966" y="3766547"/>
                  <a:pt x="1255291" y="3766586"/>
                  <a:pt x="1255617" y="3766586"/>
                </a:cubicBezTo>
                <a:cubicBezTo>
                  <a:pt x="1257419" y="3766586"/>
                  <a:pt x="1259048" y="3765359"/>
                  <a:pt x="1259508" y="3763538"/>
                </a:cubicBezTo>
                <a:cubicBezTo>
                  <a:pt x="1260063" y="3761373"/>
                  <a:pt x="1258742" y="3759188"/>
                  <a:pt x="1256595" y="3758651"/>
                </a:cubicBezTo>
                <a:close/>
                <a:moveTo>
                  <a:pt x="3009915" y="3073721"/>
                </a:moveTo>
                <a:cubicBezTo>
                  <a:pt x="3006906" y="3075178"/>
                  <a:pt x="3005642" y="3078800"/>
                  <a:pt x="3007099" y="3081828"/>
                </a:cubicBezTo>
                <a:cubicBezTo>
                  <a:pt x="3008152" y="3083975"/>
                  <a:pt x="3010318" y="3085240"/>
                  <a:pt x="3012560" y="3085240"/>
                </a:cubicBezTo>
                <a:cubicBezTo>
                  <a:pt x="3013462" y="3085240"/>
                  <a:pt x="3014363" y="3085048"/>
                  <a:pt x="3015206" y="3084627"/>
                </a:cubicBezTo>
                <a:cubicBezTo>
                  <a:pt x="3018233" y="3083169"/>
                  <a:pt x="3019479" y="3079529"/>
                  <a:pt x="3018022" y="3076520"/>
                </a:cubicBezTo>
                <a:cubicBezTo>
                  <a:pt x="3016547" y="3073511"/>
                  <a:pt x="3012924" y="3072246"/>
                  <a:pt x="3009915" y="3073721"/>
                </a:cubicBezTo>
                <a:close/>
                <a:moveTo>
                  <a:pt x="3563410" y="2857479"/>
                </a:moveTo>
                <a:cubicBezTo>
                  <a:pt x="3560152" y="2858323"/>
                  <a:pt x="3558216" y="2861638"/>
                  <a:pt x="3559060" y="2864877"/>
                </a:cubicBezTo>
                <a:cubicBezTo>
                  <a:pt x="3559769" y="2867618"/>
                  <a:pt x="3562222" y="2869439"/>
                  <a:pt x="3564925" y="2869439"/>
                </a:cubicBezTo>
                <a:cubicBezTo>
                  <a:pt x="3565423" y="2869439"/>
                  <a:pt x="3565939" y="2869381"/>
                  <a:pt x="3566457" y="2869246"/>
                </a:cubicBezTo>
                <a:cubicBezTo>
                  <a:pt x="3569697" y="2868403"/>
                  <a:pt x="3571651" y="2865087"/>
                  <a:pt x="3570807" y="2861830"/>
                </a:cubicBezTo>
                <a:cubicBezTo>
                  <a:pt x="3569964" y="2858590"/>
                  <a:pt x="3566648" y="2856655"/>
                  <a:pt x="3563410" y="2857479"/>
                </a:cubicBezTo>
                <a:close/>
                <a:moveTo>
                  <a:pt x="7644124" y="1263098"/>
                </a:moveTo>
                <a:cubicBezTo>
                  <a:pt x="7634579" y="1263615"/>
                  <a:pt x="7627258" y="1271779"/>
                  <a:pt x="7627776" y="1281324"/>
                </a:cubicBezTo>
                <a:cubicBezTo>
                  <a:pt x="7628294" y="1290542"/>
                  <a:pt x="7635941" y="1297691"/>
                  <a:pt x="7645063" y="1297691"/>
                </a:cubicBezTo>
                <a:cubicBezTo>
                  <a:pt x="7645370" y="1297691"/>
                  <a:pt x="7645696" y="1297691"/>
                  <a:pt x="7646021" y="1297672"/>
                </a:cubicBezTo>
                <a:cubicBezTo>
                  <a:pt x="7655566" y="1297136"/>
                  <a:pt x="7662887" y="1288971"/>
                  <a:pt x="7662370" y="1279427"/>
                </a:cubicBezTo>
                <a:cubicBezTo>
                  <a:pt x="7661833" y="1269882"/>
                  <a:pt x="7653669" y="1262561"/>
                  <a:pt x="7644124" y="1263098"/>
                </a:cubicBezTo>
                <a:close/>
                <a:moveTo>
                  <a:pt x="1818082" y="3535394"/>
                </a:moveTo>
                <a:cubicBezTo>
                  <a:pt x="1814767" y="3535778"/>
                  <a:pt x="1812371" y="3538805"/>
                  <a:pt x="1812774" y="3542140"/>
                </a:cubicBezTo>
                <a:cubicBezTo>
                  <a:pt x="1813137" y="3545208"/>
                  <a:pt x="1815764" y="3547488"/>
                  <a:pt x="1818790" y="3547488"/>
                </a:cubicBezTo>
                <a:cubicBezTo>
                  <a:pt x="1819040" y="3547488"/>
                  <a:pt x="1819271" y="3547449"/>
                  <a:pt x="1819519" y="3547449"/>
                </a:cubicBezTo>
                <a:cubicBezTo>
                  <a:pt x="1822834" y="3547047"/>
                  <a:pt x="1825212" y="3544038"/>
                  <a:pt x="1824829" y="3540704"/>
                </a:cubicBezTo>
                <a:cubicBezTo>
                  <a:pt x="1824425" y="3537369"/>
                  <a:pt x="1821417" y="3534992"/>
                  <a:pt x="1818082" y="3535394"/>
                </a:cubicBezTo>
                <a:close/>
                <a:moveTo>
                  <a:pt x="5779093" y="1989118"/>
                </a:moveTo>
                <a:cubicBezTo>
                  <a:pt x="5770298" y="1990977"/>
                  <a:pt x="5764681" y="1999639"/>
                  <a:pt x="5766542" y="2008436"/>
                </a:cubicBezTo>
                <a:cubicBezTo>
                  <a:pt x="5768169" y="2016083"/>
                  <a:pt x="5774934" y="2021334"/>
                  <a:pt x="5782467" y="2021334"/>
                </a:cubicBezTo>
                <a:cubicBezTo>
                  <a:pt x="5783578" y="2021334"/>
                  <a:pt x="5784728" y="2021219"/>
                  <a:pt x="5785858" y="2020970"/>
                </a:cubicBezTo>
                <a:lnTo>
                  <a:pt x="5785879" y="2020970"/>
                </a:lnTo>
                <a:cubicBezTo>
                  <a:pt x="5794677" y="2019111"/>
                  <a:pt x="5800294" y="2010448"/>
                  <a:pt x="5798413" y="2001652"/>
                </a:cubicBezTo>
                <a:cubicBezTo>
                  <a:pt x="5796554" y="1992855"/>
                  <a:pt x="5787890" y="1987240"/>
                  <a:pt x="5779093" y="1989118"/>
                </a:cubicBezTo>
                <a:close/>
                <a:moveTo>
                  <a:pt x="1486233" y="3663897"/>
                </a:moveTo>
                <a:cubicBezTo>
                  <a:pt x="1483454" y="3663668"/>
                  <a:pt x="1481020" y="3665738"/>
                  <a:pt x="1480790" y="3668517"/>
                </a:cubicBezTo>
                <a:cubicBezTo>
                  <a:pt x="1480560" y="3671296"/>
                  <a:pt x="1482630" y="3673729"/>
                  <a:pt x="1485410" y="3673960"/>
                </a:cubicBezTo>
                <a:lnTo>
                  <a:pt x="1485410" y="3673979"/>
                </a:lnTo>
                <a:cubicBezTo>
                  <a:pt x="1485563" y="3673979"/>
                  <a:pt x="1485697" y="3673979"/>
                  <a:pt x="1485831" y="3673979"/>
                </a:cubicBezTo>
                <a:cubicBezTo>
                  <a:pt x="1488437" y="3673979"/>
                  <a:pt x="1490642" y="3671966"/>
                  <a:pt x="1490852" y="3669340"/>
                </a:cubicBezTo>
                <a:cubicBezTo>
                  <a:pt x="1491083" y="3666561"/>
                  <a:pt x="1489013" y="3664127"/>
                  <a:pt x="1486233" y="3663897"/>
                </a:cubicBezTo>
                <a:close/>
                <a:moveTo>
                  <a:pt x="8419230" y="955688"/>
                </a:moveTo>
                <a:cubicBezTo>
                  <a:pt x="8414532" y="957957"/>
                  <a:pt x="8410699" y="962020"/>
                  <a:pt x="8408840" y="967338"/>
                </a:cubicBezTo>
                <a:cubicBezTo>
                  <a:pt x="8405141" y="977956"/>
                  <a:pt x="8410757" y="989589"/>
                  <a:pt x="8421393" y="993289"/>
                </a:cubicBezTo>
                <a:lnTo>
                  <a:pt x="8421413" y="993289"/>
                </a:lnTo>
                <a:cubicBezTo>
                  <a:pt x="8423616" y="994054"/>
                  <a:pt x="8425878" y="994419"/>
                  <a:pt x="8428101" y="994419"/>
                </a:cubicBezTo>
                <a:cubicBezTo>
                  <a:pt x="8436534" y="994419"/>
                  <a:pt x="8444430" y="989167"/>
                  <a:pt x="8447363" y="980754"/>
                </a:cubicBezTo>
                <a:cubicBezTo>
                  <a:pt x="8451061" y="970117"/>
                  <a:pt x="8445446" y="958503"/>
                  <a:pt x="8434809" y="954804"/>
                </a:cubicBezTo>
                <a:cubicBezTo>
                  <a:pt x="8429490" y="952945"/>
                  <a:pt x="8423928" y="953419"/>
                  <a:pt x="8419230" y="955688"/>
                </a:cubicBezTo>
                <a:close/>
                <a:moveTo>
                  <a:pt x="3099418" y="3031155"/>
                </a:moveTo>
                <a:cubicBezTo>
                  <a:pt x="3096390" y="3032574"/>
                  <a:pt x="3095068" y="3036176"/>
                  <a:pt x="3096465" y="3039223"/>
                </a:cubicBezTo>
                <a:cubicBezTo>
                  <a:pt x="3097501" y="3041447"/>
                  <a:pt x="3099687" y="3042730"/>
                  <a:pt x="3101985" y="3042730"/>
                </a:cubicBezTo>
                <a:cubicBezTo>
                  <a:pt x="3102829" y="3042730"/>
                  <a:pt x="3103711" y="3042558"/>
                  <a:pt x="3104535" y="3042175"/>
                </a:cubicBezTo>
                <a:cubicBezTo>
                  <a:pt x="3107562" y="3040757"/>
                  <a:pt x="3108886" y="3037154"/>
                  <a:pt x="3107486" y="3034106"/>
                </a:cubicBezTo>
                <a:cubicBezTo>
                  <a:pt x="3106067" y="3031079"/>
                  <a:pt x="3102465" y="3029756"/>
                  <a:pt x="3099418" y="3031155"/>
                </a:cubicBezTo>
                <a:close/>
                <a:moveTo>
                  <a:pt x="3467908" y="2884732"/>
                </a:moveTo>
                <a:cubicBezTo>
                  <a:pt x="3464709" y="2885729"/>
                  <a:pt x="3462926" y="2889121"/>
                  <a:pt x="3463923" y="2892322"/>
                </a:cubicBezTo>
                <a:cubicBezTo>
                  <a:pt x="3464727" y="2894928"/>
                  <a:pt x="3467124" y="2896596"/>
                  <a:pt x="3469711" y="2896596"/>
                </a:cubicBezTo>
                <a:cubicBezTo>
                  <a:pt x="3470304" y="2896596"/>
                  <a:pt x="3470918" y="2896500"/>
                  <a:pt x="3471513" y="2896327"/>
                </a:cubicBezTo>
                <a:cubicBezTo>
                  <a:pt x="3474714" y="2895331"/>
                  <a:pt x="3476496" y="2891919"/>
                  <a:pt x="3475499" y="2888719"/>
                </a:cubicBezTo>
                <a:cubicBezTo>
                  <a:pt x="3474500" y="2885518"/>
                  <a:pt x="3471109" y="2883735"/>
                  <a:pt x="3467908" y="2884732"/>
                </a:cubicBezTo>
                <a:close/>
                <a:moveTo>
                  <a:pt x="4087523" y="2640375"/>
                </a:moveTo>
                <a:cubicBezTo>
                  <a:pt x="4083039" y="2640451"/>
                  <a:pt x="4079473" y="2644131"/>
                  <a:pt x="4079550" y="2648615"/>
                </a:cubicBezTo>
                <a:cubicBezTo>
                  <a:pt x="4079627" y="2653100"/>
                  <a:pt x="4083308" y="2656665"/>
                  <a:pt x="4087793" y="2656589"/>
                </a:cubicBezTo>
                <a:lnTo>
                  <a:pt x="4087793" y="2656608"/>
                </a:lnTo>
                <a:cubicBezTo>
                  <a:pt x="4092277" y="2656511"/>
                  <a:pt x="4095841" y="2652813"/>
                  <a:pt x="4095765" y="2648347"/>
                </a:cubicBezTo>
                <a:cubicBezTo>
                  <a:pt x="4095688" y="2643863"/>
                  <a:pt x="4091990" y="2640279"/>
                  <a:pt x="4087523" y="2640375"/>
                </a:cubicBezTo>
                <a:close/>
                <a:moveTo>
                  <a:pt x="3189782" y="2990410"/>
                </a:moveTo>
                <a:cubicBezTo>
                  <a:pt x="3186716" y="2991751"/>
                  <a:pt x="3185316" y="2995335"/>
                  <a:pt x="3186658" y="2998401"/>
                </a:cubicBezTo>
                <a:cubicBezTo>
                  <a:pt x="3187655" y="3000682"/>
                  <a:pt x="3189876" y="3002043"/>
                  <a:pt x="3192216" y="3002043"/>
                </a:cubicBezTo>
                <a:cubicBezTo>
                  <a:pt x="3193041" y="3002043"/>
                  <a:pt x="3193864" y="3001871"/>
                  <a:pt x="3194650" y="3001526"/>
                </a:cubicBezTo>
                <a:cubicBezTo>
                  <a:pt x="3197716" y="3000184"/>
                  <a:pt x="3199115" y="2996600"/>
                  <a:pt x="3197774" y="2993534"/>
                </a:cubicBezTo>
                <a:cubicBezTo>
                  <a:pt x="3196433" y="2990468"/>
                  <a:pt x="3192868" y="2989068"/>
                  <a:pt x="3189782" y="2990410"/>
                </a:cubicBezTo>
                <a:close/>
                <a:moveTo>
                  <a:pt x="3373807" y="2916393"/>
                </a:moveTo>
                <a:cubicBezTo>
                  <a:pt x="3370645" y="2917544"/>
                  <a:pt x="3369017" y="2921012"/>
                  <a:pt x="3370165" y="2924174"/>
                </a:cubicBezTo>
                <a:cubicBezTo>
                  <a:pt x="3371067" y="2926627"/>
                  <a:pt x="3373386" y="2928161"/>
                  <a:pt x="3375876" y="2928161"/>
                </a:cubicBezTo>
                <a:cubicBezTo>
                  <a:pt x="3376567" y="2928180"/>
                  <a:pt x="3377257" y="2928046"/>
                  <a:pt x="3377946" y="2927797"/>
                </a:cubicBezTo>
                <a:cubicBezTo>
                  <a:pt x="3381090" y="2926666"/>
                  <a:pt x="3382719" y="2923178"/>
                  <a:pt x="3381569" y="2920035"/>
                </a:cubicBezTo>
                <a:cubicBezTo>
                  <a:pt x="3380439" y="2916892"/>
                  <a:pt x="3376950" y="2915263"/>
                  <a:pt x="3373807" y="2916393"/>
                </a:cubicBezTo>
                <a:close/>
                <a:moveTo>
                  <a:pt x="3281201" y="2951964"/>
                </a:moveTo>
                <a:cubicBezTo>
                  <a:pt x="3278095" y="2953229"/>
                  <a:pt x="3276581" y="2956756"/>
                  <a:pt x="3277847" y="2959861"/>
                </a:cubicBezTo>
                <a:cubicBezTo>
                  <a:pt x="3278786" y="2962236"/>
                  <a:pt x="3281066" y="2963674"/>
                  <a:pt x="3283482" y="2963674"/>
                </a:cubicBezTo>
                <a:cubicBezTo>
                  <a:pt x="3284229" y="2963674"/>
                  <a:pt x="3284996" y="2963520"/>
                  <a:pt x="3285743" y="2963233"/>
                </a:cubicBezTo>
                <a:cubicBezTo>
                  <a:pt x="3288848" y="2961968"/>
                  <a:pt x="3290342" y="2958442"/>
                  <a:pt x="3289096" y="2955337"/>
                </a:cubicBezTo>
                <a:cubicBezTo>
                  <a:pt x="3287851" y="2952213"/>
                  <a:pt x="3284305" y="2950718"/>
                  <a:pt x="3281201" y="2951964"/>
                </a:cubicBezTo>
                <a:close/>
                <a:moveTo>
                  <a:pt x="3823367" y="2736660"/>
                </a:moveTo>
                <a:cubicBezTo>
                  <a:pt x="3819477" y="2737216"/>
                  <a:pt x="3816775" y="2740800"/>
                  <a:pt x="3817330" y="2744672"/>
                </a:cubicBezTo>
                <a:cubicBezTo>
                  <a:pt x="3817830" y="2748217"/>
                  <a:pt x="3820876" y="2750766"/>
                  <a:pt x="3824347" y="2750766"/>
                </a:cubicBezTo>
                <a:cubicBezTo>
                  <a:pt x="3824672" y="2750766"/>
                  <a:pt x="3825017" y="2750747"/>
                  <a:pt x="3825342" y="2750708"/>
                </a:cubicBezTo>
                <a:lnTo>
                  <a:pt x="3825362" y="2750708"/>
                </a:lnTo>
                <a:cubicBezTo>
                  <a:pt x="3829232" y="2750152"/>
                  <a:pt x="3831935" y="2746569"/>
                  <a:pt x="3831379" y="2742679"/>
                </a:cubicBezTo>
                <a:cubicBezTo>
                  <a:pt x="3830823" y="2738807"/>
                  <a:pt x="3827239" y="2736104"/>
                  <a:pt x="3823367" y="2736660"/>
                </a:cubicBezTo>
                <a:close/>
                <a:moveTo>
                  <a:pt x="1032322" y="3824694"/>
                </a:moveTo>
                <a:cubicBezTo>
                  <a:pt x="1031651" y="3826209"/>
                  <a:pt x="1032341" y="3827972"/>
                  <a:pt x="1033855" y="3828642"/>
                </a:cubicBezTo>
                <a:cubicBezTo>
                  <a:pt x="1034239" y="3828815"/>
                  <a:pt x="1034660" y="3828911"/>
                  <a:pt x="1035063" y="3828911"/>
                </a:cubicBezTo>
                <a:cubicBezTo>
                  <a:pt x="1036213" y="3828911"/>
                  <a:pt x="1037305" y="3828240"/>
                  <a:pt x="1037803" y="3827129"/>
                </a:cubicBezTo>
                <a:cubicBezTo>
                  <a:pt x="1038474" y="3825615"/>
                  <a:pt x="1037803" y="3823832"/>
                  <a:pt x="1036289" y="3823162"/>
                </a:cubicBezTo>
                <a:cubicBezTo>
                  <a:pt x="1034776" y="3822491"/>
                  <a:pt x="1032992" y="3823162"/>
                  <a:pt x="1032322" y="3824694"/>
                </a:cubicBezTo>
                <a:close/>
                <a:moveTo>
                  <a:pt x="5676290" y="2008436"/>
                </a:moveTo>
                <a:cubicBezTo>
                  <a:pt x="5667416" y="2009874"/>
                  <a:pt x="5661380" y="2018249"/>
                  <a:pt x="5662818" y="2027123"/>
                </a:cubicBezTo>
                <a:cubicBezTo>
                  <a:pt x="5664121" y="2035114"/>
                  <a:pt x="5671021" y="2040807"/>
                  <a:pt x="5678878" y="2040807"/>
                </a:cubicBezTo>
                <a:cubicBezTo>
                  <a:pt x="5679741" y="2040807"/>
                  <a:pt x="5680625" y="2040730"/>
                  <a:pt x="5681505" y="2040595"/>
                </a:cubicBezTo>
                <a:cubicBezTo>
                  <a:pt x="5690379" y="2039158"/>
                  <a:pt x="5696416" y="2030802"/>
                  <a:pt x="5694977" y="2021910"/>
                </a:cubicBezTo>
                <a:cubicBezTo>
                  <a:pt x="5693538" y="2013036"/>
                  <a:pt x="5685165" y="2006999"/>
                  <a:pt x="5676290" y="2008436"/>
                </a:cubicBezTo>
                <a:close/>
                <a:moveTo>
                  <a:pt x="5298676" y="2154342"/>
                </a:moveTo>
                <a:cubicBezTo>
                  <a:pt x="5295639" y="2156800"/>
                  <a:pt x="5293540" y="2160417"/>
                  <a:pt x="5293100" y="2164615"/>
                </a:cubicBezTo>
                <a:cubicBezTo>
                  <a:pt x="5292238" y="2173009"/>
                  <a:pt x="5298311" y="2180521"/>
                  <a:pt x="5306707" y="2181403"/>
                </a:cubicBezTo>
                <a:cubicBezTo>
                  <a:pt x="5307244" y="2181479"/>
                  <a:pt x="5307780" y="2181479"/>
                  <a:pt x="5308318" y="2181479"/>
                </a:cubicBezTo>
                <a:cubicBezTo>
                  <a:pt x="5316021" y="2181479"/>
                  <a:pt x="5322651" y="2175654"/>
                  <a:pt x="5323476" y="2167796"/>
                </a:cubicBezTo>
                <a:cubicBezTo>
                  <a:pt x="5324358" y="2159420"/>
                  <a:pt x="5318282" y="2151908"/>
                  <a:pt x="5309887" y="2151026"/>
                </a:cubicBezTo>
                <a:cubicBezTo>
                  <a:pt x="5305690" y="2150585"/>
                  <a:pt x="5301714" y="2151884"/>
                  <a:pt x="5298676" y="2154342"/>
                </a:cubicBezTo>
                <a:close/>
                <a:moveTo>
                  <a:pt x="4251539" y="2561758"/>
                </a:moveTo>
                <a:cubicBezTo>
                  <a:pt x="4246520" y="2561490"/>
                  <a:pt x="4242206" y="2565361"/>
                  <a:pt x="4241958" y="2570401"/>
                </a:cubicBezTo>
                <a:cubicBezTo>
                  <a:pt x="4241689" y="2575442"/>
                  <a:pt x="4245562" y="2579735"/>
                  <a:pt x="4250601" y="2580003"/>
                </a:cubicBezTo>
                <a:lnTo>
                  <a:pt x="4250601" y="2580022"/>
                </a:lnTo>
                <a:cubicBezTo>
                  <a:pt x="4250754" y="2580022"/>
                  <a:pt x="4250928" y="2580022"/>
                  <a:pt x="4251080" y="2580022"/>
                </a:cubicBezTo>
                <a:cubicBezTo>
                  <a:pt x="4255908" y="2580022"/>
                  <a:pt x="4259953" y="2576228"/>
                  <a:pt x="4260202" y="2571359"/>
                </a:cubicBezTo>
                <a:cubicBezTo>
                  <a:pt x="4260451" y="2566319"/>
                  <a:pt x="4256580" y="2562007"/>
                  <a:pt x="4251539" y="2561758"/>
                </a:cubicBezTo>
                <a:close/>
                <a:moveTo>
                  <a:pt x="2431469" y="3270778"/>
                </a:moveTo>
                <a:cubicBezTo>
                  <a:pt x="2427827" y="3272216"/>
                  <a:pt x="2426026" y="3276336"/>
                  <a:pt x="2427443" y="3279978"/>
                </a:cubicBezTo>
                <a:cubicBezTo>
                  <a:pt x="2428555" y="3282776"/>
                  <a:pt x="2431219" y="3284482"/>
                  <a:pt x="2434056" y="3284482"/>
                </a:cubicBezTo>
                <a:cubicBezTo>
                  <a:pt x="2434918" y="3284482"/>
                  <a:pt x="2435800" y="3284328"/>
                  <a:pt x="2436643" y="3284002"/>
                </a:cubicBezTo>
                <a:cubicBezTo>
                  <a:pt x="2440283" y="3282565"/>
                  <a:pt x="2442086" y="3278463"/>
                  <a:pt x="2440667" y="3274803"/>
                </a:cubicBezTo>
                <a:cubicBezTo>
                  <a:pt x="2439230" y="3271162"/>
                  <a:pt x="2435109" y="3269360"/>
                  <a:pt x="2431469" y="3270778"/>
                </a:cubicBezTo>
                <a:close/>
                <a:moveTo>
                  <a:pt x="2523596" y="3233291"/>
                </a:moveTo>
                <a:cubicBezTo>
                  <a:pt x="2519993" y="3234805"/>
                  <a:pt x="2518306" y="3238964"/>
                  <a:pt x="2519820" y="3242567"/>
                </a:cubicBezTo>
                <a:cubicBezTo>
                  <a:pt x="2520970" y="3245288"/>
                  <a:pt x="2523596" y="3246918"/>
                  <a:pt x="2526356" y="3246917"/>
                </a:cubicBezTo>
                <a:cubicBezTo>
                  <a:pt x="2527275" y="3246918"/>
                  <a:pt x="2528216" y="3246726"/>
                  <a:pt x="2529116" y="3246362"/>
                </a:cubicBezTo>
                <a:cubicBezTo>
                  <a:pt x="2532718" y="3244829"/>
                  <a:pt x="2534424" y="3240670"/>
                  <a:pt x="2532891" y="3237066"/>
                </a:cubicBezTo>
                <a:cubicBezTo>
                  <a:pt x="2531377" y="3233445"/>
                  <a:pt x="2527218" y="3231758"/>
                  <a:pt x="2523596" y="3233291"/>
                </a:cubicBezTo>
                <a:close/>
                <a:moveTo>
                  <a:pt x="2338325" y="3305583"/>
                </a:moveTo>
                <a:cubicBezTo>
                  <a:pt x="2334644" y="3306885"/>
                  <a:pt x="2332710" y="3310949"/>
                  <a:pt x="2334013" y="3314628"/>
                </a:cubicBezTo>
                <a:cubicBezTo>
                  <a:pt x="2335048" y="3317542"/>
                  <a:pt x="2337787" y="3319362"/>
                  <a:pt x="2340701" y="3319362"/>
                </a:cubicBezTo>
                <a:cubicBezTo>
                  <a:pt x="2341487" y="3319362"/>
                  <a:pt x="2342292" y="3319228"/>
                  <a:pt x="2343078" y="3318941"/>
                </a:cubicBezTo>
                <a:cubicBezTo>
                  <a:pt x="2346758" y="3317638"/>
                  <a:pt x="2348693" y="3313594"/>
                  <a:pt x="2347390" y="3309894"/>
                </a:cubicBezTo>
                <a:cubicBezTo>
                  <a:pt x="2346086" y="3306196"/>
                  <a:pt x="2342024" y="3304279"/>
                  <a:pt x="2338325" y="3305583"/>
                </a:cubicBezTo>
                <a:close/>
                <a:moveTo>
                  <a:pt x="8165751" y="1027884"/>
                </a:moveTo>
                <a:cubicBezTo>
                  <a:pt x="8161501" y="1030431"/>
                  <a:pt x="8158224" y="1034599"/>
                  <a:pt x="8156930" y="1039784"/>
                </a:cubicBezTo>
                <a:cubicBezTo>
                  <a:pt x="8154324" y="1050151"/>
                  <a:pt x="8160629" y="1060654"/>
                  <a:pt x="8170998" y="1063260"/>
                </a:cubicBezTo>
                <a:cubicBezTo>
                  <a:pt x="8172570" y="1063664"/>
                  <a:pt x="8174160" y="1063855"/>
                  <a:pt x="8175712" y="1063855"/>
                </a:cubicBezTo>
                <a:cubicBezTo>
                  <a:pt x="8184395" y="1063855"/>
                  <a:pt x="8192272" y="1057990"/>
                  <a:pt x="8194475" y="1049193"/>
                </a:cubicBezTo>
                <a:cubicBezTo>
                  <a:pt x="8197081" y="1038825"/>
                  <a:pt x="8190777" y="1028303"/>
                  <a:pt x="8180408" y="1025715"/>
                </a:cubicBezTo>
                <a:cubicBezTo>
                  <a:pt x="8175223" y="1024412"/>
                  <a:pt x="8170001" y="1025337"/>
                  <a:pt x="8165751" y="1027884"/>
                </a:cubicBezTo>
                <a:close/>
                <a:moveTo>
                  <a:pt x="1719840" y="3543789"/>
                </a:moveTo>
                <a:cubicBezTo>
                  <a:pt x="1716506" y="3543961"/>
                  <a:pt x="1713918" y="3546818"/>
                  <a:pt x="1714111" y="3550171"/>
                </a:cubicBezTo>
                <a:cubicBezTo>
                  <a:pt x="1714264" y="3553410"/>
                  <a:pt x="1716947" y="3555921"/>
                  <a:pt x="1720166" y="3555921"/>
                </a:cubicBezTo>
                <a:lnTo>
                  <a:pt x="1720473" y="3555921"/>
                </a:lnTo>
                <a:cubicBezTo>
                  <a:pt x="1723828" y="3555748"/>
                  <a:pt x="1726396" y="3552893"/>
                  <a:pt x="1726223" y="3549539"/>
                </a:cubicBezTo>
                <a:cubicBezTo>
                  <a:pt x="1726050" y="3546184"/>
                  <a:pt x="1723194" y="3543616"/>
                  <a:pt x="1719840" y="3543789"/>
                </a:cubicBezTo>
                <a:close/>
                <a:moveTo>
                  <a:pt x="7537354" y="1272700"/>
                </a:moveTo>
                <a:cubicBezTo>
                  <a:pt x="7527868" y="1273888"/>
                  <a:pt x="7521122" y="1282512"/>
                  <a:pt x="7522291" y="1292018"/>
                </a:cubicBezTo>
                <a:cubicBezTo>
                  <a:pt x="7523382" y="1300776"/>
                  <a:pt x="7530838" y="1307197"/>
                  <a:pt x="7539462" y="1307197"/>
                </a:cubicBezTo>
                <a:cubicBezTo>
                  <a:pt x="7540172" y="1307197"/>
                  <a:pt x="7540881" y="1307158"/>
                  <a:pt x="7541609" y="1307062"/>
                </a:cubicBezTo>
                <a:cubicBezTo>
                  <a:pt x="7551096" y="1305894"/>
                  <a:pt x="7557822" y="1297250"/>
                  <a:pt x="7556654" y="1287745"/>
                </a:cubicBezTo>
                <a:cubicBezTo>
                  <a:pt x="7555484" y="1278258"/>
                  <a:pt x="7546841" y="1271531"/>
                  <a:pt x="7537354" y="1272700"/>
                </a:cubicBezTo>
                <a:close/>
                <a:moveTo>
                  <a:pt x="2614842" y="3193638"/>
                </a:moveTo>
                <a:cubicBezTo>
                  <a:pt x="2611278" y="3195228"/>
                  <a:pt x="2609667" y="3199426"/>
                  <a:pt x="2611258" y="3203010"/>
                </a:cubicBezTo>
                <a:cubicBezTo>
                  <a:pt x="2612447" y="3205635"/>
                  <a:pt x="2615033" y="3207207"/>
                  <a:pt x="2617736" y="3207207"/>
                </a:cubicBezTo>
                <a:cubicBezTo>
                  <a:pt x="2618714" y="3207207"/>
                  <a:pt x="2619690" y="3207015"/>
                  <a:pt x="2620630" y="3206594"/>
                </a:cubicBezTo>
                <a:cubicBezTo>
                  <a:pt x="2624213" y="3205003"/>
                  <a:pt x="2625804" y="3200806"/>
                  <a:pt x="2624213" y="3197222"/>
                </a:cubicBezTo>
                <a:cubicBezTo>
                  <a:pt x="2622604" y="3193638"/>
                  <a:pt x="2618426" y="3192048"/>
                  <a:pt x="2614842" y="3193638"/>
                </a:cubicBezTo>
                <a:close/>
                <a:moveTo>
                  <a:pt x="7902432" y="1128986"/>
                </a:moveTo>
                <a:cubicBezTo>
                  <a:pt x="7898769" y="1131920"/>
                  <a:pt x="7896225" y="1136252"/>
                  <a:pt x="7895669" y="1141283"/>
                </a:cubicBezTo>
                <a:cubicBezTo>
                  <a:pt x="7894558" y="1151344"/>
                  <a:pt x="7901821" y="1160409"/>
                  <a:pt x="7911884" y="1161521"/>
                </a:cubicBezTo>
                <a:cubicBezTo>
                  <a:pt x="7912573" y="1161598"/>
                  <a:pt x="7913244" y="1161636"/>
                  <a:pt x="7913914" y="1161636"/>
                </a:cubicBezTo>
                <a:cubicBezTo>
                  <a:pt x="7923152" y="1161636"/>
                  <a:pt x="7931087" y="1154679"/>
                  <a:pt x="7932121" y="1145307"/>
                </a:cubicBezTo>
                <a:cubicBezTo>
                  <a:pt x="7933233" y="1135245"/>
                  <a:pt x="7925969" y="1126180"/>
                  <a:pt x="7915907" y="1125069"/>
                </a:cubicBezTo>
                <a:cubicBezTo>
                  <a:pt x="7910876" y="1124513"/>
                  <a:pt x="7906095" y="1126051"/>
                  <a:pt x="7902432" y="1128986"/>
                </a:cubicBezTo>
                <a:close/>
                <a:moveTo>
                  <a:pt x="711819" y="3935719"/>
                </a:moveTo>
                <a:cubicBezTo>
                  <a:pt x="711513" y="3936160"/>
                  <a:pt x="711609" y="3936753"/>
                  <a:pt x="712050" y="3937060"/>
                </a:cubicBezTo>
                <a:cubicBezTo>
                  <a:pt x="712203" y="3937195"/>
                  <a:pt x="712414" y="3937253"/>
                  <a:pt x="712606" y="3937252"/>
                </a:cubicBezTo>
                <a:cubicBezTo>
                  <a:pt x="712892" y="3937253"/>
                  <a:pt x="713180" y="3937118"/>
                  <a:pt x="713372" y="3936850"/>
                </a:cubicBezTo>
                <a:cubicBezTo>
                  <a:pt x="713699" y="3936409"/>
                  <a:pt x="713583" y="3935834"/>
                  <a:pt x="713161" y="3935508"/>
                </a:cubicBezTo>
                <a:cubicBezTo>
                  <a:pt x="712740" y="3935202"/>
                  <a:pt x="712127" y="3935297"/>
                  <a:pt x="711819" y="3935719"/>
                </a:cubicBezTo>
                <a:close/>
                <a:moveTo>
                  <a:pt x="2244031" y="3336956"/>
                </a:moveTo>
                <a:cubicBezTo>
                  <a:pt x="2240295" y="3338125"/>
                  <a:pt x="2238205" y="3342093"/>
                  <a:pt x="2239355" y="3345849"/>
                </a:cubicBezTo>
                <a:cubicBezTo>
                  <a:pt x="2240295" y="3348877"/>
                  <a:pt x="2243111" y="3350832"/>
                  <a:pt x="2246140" y="3350832"/>
                </a:cubicBezTo>
                <a:cubicBezTo>
                  <a:pt x="2246829" y="3350832"/>
                  <a:pt x="2247538" y="3350717"/>
                  <a:pt x="2248228" y="3350505"/>
                </a:cubicBezTo>
                <a:cubicBezTo>
                  <a:pt x="2251966" y="3349337"/>
                  <a:pt x="2254073" y="3345370"/>
                  <a:pt x="2252905" y="3341633"/>
                </a:cubicBezTo>
                <a:cubicBezTo>
                  <a:pt x="2251736" y="3337895"/>
                  <a:pt x="2247768" y="3335806"/>
                  <a:pt x="2244031" y="3336956"/>
                </a:cubicBezTo>
                <a:close/>
                <a:moveTo>
                  <a:pt x="4414291" y="2489121"/>
                </a:moveTo>
                <a:cubicBezTo>
                  <a:pt x="4408734" y="2488412"/>
                  <a:pt x="4403636" y="2492360"/>
                  <a:pt x="4402947" y="2497918"/>
                </a:cubicBezTo>
                <a:cubicBezTo>
                  <a:pt x="4402238" y="2503496"/>
                  <a:pt x="4406167" y="2508574"/>
                  <a:pt x="4411744" y="2509283"/>
                </a:cubicBezTo>
                <a:cubicBezTo>
                  <a:pt x="4412165" y="2509360"/>
                  <a:pt x="4412607" y="2509360"/>
                  <a:pt x="4413027" y="2509360"/>
                </a:cubicBezTo>
                <a:cubicBezTo>
                  <a:pt x="4418069" y="2509360"/>
                  <a:pt x="4422437" y="2505604"/>
                  <a:pt x="4423089" y="2500467"/>
                </a:cubicBezTo>
                <a:cubicBezTo>
                  <a:pt x="4423800" y="2494909"/>
                  <a:pt x="4419870" y="2489831"/>
                  <a:pt x="4414291" y="2489121"/>
                </a:cubicBezTo>
                <a:close/>
                <a:moveTo>
                  <a:pt x="4575511" y="2422522"/>
                </a:moveTo>
                <a:cubicBezTo>
                  <a:pt x="4569475" y="2421238"/>
                  <a:pt x="4563533" y="2425072"/>
                  <a:pt x="4562250" y="2431128"/>
                </a:cubicBezTo>
                <a:cubicBezTo>
                  <a:pt x="4560946" y="2437164"/>
                  <a:pt x="4564798" y="2443106"/>
                  <a:pt x="4570834" y="2444390"/>
                </a:cubicBezTo>
                <a:cubicBezTo>
                  <a:pt x="4571622" y="2444563"/>
                  <a:pt x="4572407" y="2444639"/>
                  <a:pt x="4573193" y="2444639"/>
                </a:cubicBezTo>
                <a:cubicBezTo>
                  <a:pt x="4578348" y="2444639"/>
                  <a:pt x="4582987" y="2441055"/>
                  <a:pt x="4584117" y="2435804"/>
                </a:cubicBezTo>
                <a:cubicBezTo>
                  <a:pt x="4585402" y="2429766"/>
                  <a:pt x="4581549" y="2423806"/>
                  <a:pt x="4575511" y="2422522"/>
                </a:cubicBezTo>
                <a:close/>
                <a:moveTo>
                  <a:pt x="2705398" y="3152317"/>
                </a:moveTo>
                <a:cubicBezTo>
                  <a:pt x="2701833" y="3153965"/>
                  <a:pt x="2700301" y="3158182"/>
                  <a:pt x="2701949" y="3161747"/>
                </a:cubicBezTo>
                <a:cubicBezTo>
                  <a:pt x="2703156" y="3164315"/>
                  <a:pt x="2705705" y="3165848"/>
                  <a:pt x="2708388" y="3165848"/>
                </a:cubicBezTo>
                <a:cubicBezTo>
                  <a:pt x="2709385" y="3165848"/>
                  <a:pt x="2710400" y="3165637"/>
                  <a:pt x="2711378" y="3165177"/>
                </a:cubicBezTo>
                <a:cubicBezTo>
                  <a:pt x="2714924" y="3163529"/>
                  <a:pt x="2716457" y="3159313"/>
                  <a:pt x="2714809" y="3155767"/>
                </a:cubicBezTo>
                <a:cubicBezTo>
                  <a:pt x="2713160" y="3152202"/>
                  <a:pt x="2708944" y="3150669"/>
                  <a:pt x="2705398" y="3152317"/>
                </a:cubicBezTo>
                <a:close/>
                <a:moveTo>
                  <a:pt x="3979375" y="2654040"/>
                </a:moveTo>
                <a:lnTo>
                  <a:pt x="3979375" y="2654059"/>
                </a:lnTo>
                <a:lnTo>
                  <a:pt x="3979383" y="2654048"/>
                </a:lnTo>
                <a:close/>
                <a:moveTo>
                  <a:pt x="3724705" y="2753315"/>
                </a:moveTo>
                <a:cubicBezTo>
                  <a:pt x="3720872" y="2754063"/>
                  <a:pt x="3718362" y="2757781"/>
                  <a:pt x="3719109" y="2761633"/>
                </a:cubicBezTo>
                <a:cubicBezTo>
                  <a:pt x="3719780" y="2765006"/>
                  <a:pt x="3722732" y="2767363"/>
                  <a:pt x="3726065" y="2767363"/>
                </a:cubicBezTo>
                <a:cubicBezTo>
                  <a:pt x="3726507" y="2767363"/>
                  <a:pt x="3726967" y="2767324"/>
                  <a:pt x="3727426" y="2767229"/>
                </a:cubicBezTo>
                <a:cubicBezTo>
                  <a:pt x="3731279" y="2766481"/>
                  <a:pt x="3733789" y="2762763"/>
                  <a:pt x="3733042" y="2758911"/>
                </a:cubicBezTo>
                <a:cubicBezTo>
                  <a:pt x="3732276" y="2755078"/>
                  <a:pt x="3728557" y="2752568"/>
                  <a:pt x="3724705" y="2753315"/>
                </a:cubicBezTo>
                <a:close/>
                <a:moveTo>
                  <a:pt x="4725187" y="2361734"/>
                </a:moveTo>
                <a:cubicBezTo>
                  <a:pt x="4722457" y="2363253"/>
                  <a:pt x="4720305" y="2365812"/>
                  <a:pt x="4719386" y="2369050"/>
                </a:cubicBezTo>
                <a:cubicBezTo>
                  <a:pt x="4717526" y="2375529"/>
                  <a:pt x="4721284" y="2382274"/>
                  <a:pt x="4727761" y="2384134"/>
                </a:cubicBezTo>
                <a:cubicBezTo>
                  <a:pt x="4728872" y="2384440"/>
                  <a:pt x="4730004" y="2384594"/>
                  <a:pt x="4731114" y="2384594"/>
                </a:cubicBezTo>
                <a:cubicBezTo>
                  <a:pt x="4736424" y="2384594"/>
                  <a:pt x="4741310" y="2381105"/>
                  <a:pt x="4742843" y="2375758"/>
                </a:cubicBezTo>
                <a:cubicBezTo>
                  <a:pt x="4744702" y="2369261"/>
                  <a:pt x="4740947" y="2362516"/>
                  <a:pt x="4734468" y="2360656"/>
                </a:cubicBezTo>
                <a:cubicBezTo>
                  <a:pt x="4731229" y="2359736"/>
                  <a:pt x="4727918" y="2360215"/>
                  <a:pt x="4725187" y="2361734"/>
                </a:cubicBezTo>
                <a:close/>
                <a:moveTo>
                  <a:pt x="4881739" y="2298510"/>
                </a:moveTo>
                <a:cubicBezTo>
                  <a:pt x="4878754" y="2300104"/>
                  <a:pt x="4876377" y="2302835"/>
                  <a:pt x="4875313" y="2306323"/>
                </a:cubicBezTo>
                <a:cubicBezTo>
                  <a:pt x="4873186" y="2313318"/>
                  <a:pt x="4877136" y="2320697"/>
                  <a:pt x="4884129" y="2322824"/>
                </a:cubicBezTo>
                <a:cubicBezTo>
                  <a:pt x="4885395" y="2323207"/>
                  <a:pt x="4886699" y="2323399"/>
                  <a:pt x="4887965" y="2323398"/>
                </a:cubicBezTo>
                <a:cubicBezTo>
                  <a:pt x="4893637" y="2323398"/>
                  <a:pt x="4898888" y="2319719"/>
                  <a:pt x="4900611" y="2314008"/>
                </a:cubicBezTo>
                <a:cubicBezTo>
                  <a:pt x="4902740" y="2307032"/>
                  <a:pt x="4898794" y="2299634"/>
                  <a:pt x="4891815" y="2297526"/>
                </a:cubicBezTo>
                <a:cubicBezTo>
                  <a:pt x="4888318" y="2296462"/>
                  <a:pt x="4884724" y="2296917"/>
                  <a:pt x="4881739" y="2298510"/>
                </a:cubicBezTo>
                <a:close/>
                <a:moveTo>
                  <a:pt x="8562517" y="860670"/>
                </a:moveTo>
                <a:cubicBezTo>
                  <a:pt x="8557505" y="862883"/>
                  <a:pt x="8553336" y="867009"/>
                  <a:pt x="8551199" y="872528"/>
                </a:cubicBezTo>
                <a:cubicBezTo>
                  <a:pt x="8546945" y="883548"/>
                  <a:pt x="8552407" y="895929"/>
                  <a:pt x="8563428" y="900203"/>
                </a:cubicBezTo>
                <a:cubicBezTo>
                  <a:pt x="8565976" y="901180"/>
                  <a:pt x="8568583" y="901659"/>
                  <a:pt x="8571151" y="901659"/>
                </a:cubicBezTo>
                <a:cubicBezTo>
                  <a:pt x="8579737" y="901659"/>
                  <a:pt x="8587825" y="896466"/>
                  <a:pt x="8591121" y="887976"/>
                </a:cubicBezTo>
                <a:cubicBezTo>
                  <a:pt x="8595376" y="876955"/>
                  <a:pt x="8589913" y="864555"/>
                  <a:pt x="8578894" y="860282"/>
                </a:cubicBezTo>
                <a:cubicBezTo>
                  <a:pt x="8573384" y="858154"/>
                  <a:pt x="8567529" y="858456"/>
                  <a:pt x="8562517" y="860670"/>
                </a:cubicBezTo>
                <a:close/>
                <a:moveTo>
                  <a:pt x="2148531" y="3364362"/>
                </a:moveTo>
                <a:cubicBezTo>
                  <a:pt x="2144736" y="3365359"/>
                  <a:pt x="2142475" y="3369230"/>
                  <a:pt x="2143472" y="3373025"/>
                </a:cubicBezTo>
                <a:cubicBezTo>
                  <a:pt x="2144315" y="3376207"/>
                  <a:pt x="2147189" y="3378315"/>
                  <a:pt x="2150332" y="3378315"/>
                </a:cubicBezTo>
                <a:cubicBezTo>
                  <a:pt x="2150927" y="3378315"/>
                  <a:pt x="2151540" y="3378238"/>
                  <a:pt x="2152134" y="3378066"/>
                </a:cubicBezTo>
                <a:cubicBezTo>
                  <a:pt x="2155929" y="3377088"/>
                  <a:pt x="2158190" y="3373198"/>
                  <a:pt x="2157193" y="3369422"/>
                </a:cubicBezTo>
                <a:cubicBezTo>
                  <a:pt x="2156197" y="3365628"/>
                  <a:pt x="2152326" y="3363366"/>
                  <a:pt x="2148531" y="3364362"/>
                </a:cubicBezTo>
                <a:close/>
                <a:moveTo>
                  <a:pt x="3986810" y="2645319"/>
                </a:moveTo>
                <a:lnTo>
                  <a:pt x="3979383" y="2654048"/>
                </a:lnTo>
                <a:lnTo>
                  <a:pt x="3987443" y="2661495"/>
                </a:lnTo>
                <a:cubicBezTo>
                  <a:pt x="3987672" y="2661495"/>
                  <a:pt x="3987883" y="2661495"/>
                  <a:pt x="3988093" y="2661495"/>
                </a:cubicBezTo>
                <a:cubicBezTo>
                  <a:pt x="3992559" y="2661131"/>
                  <a:pt x="3995894" y="2657221"/>
                  <a:pt x="3995549" y="2652756"/>
                </a:cubicBezTo>
                <a:cubicBezTo>
                  <a:pt x="3995184" y="2648291"/>
                  <a:pt x="3991276" y="2644955"/>
                  <a:pt x="3986810" y="2645319"/>
                </a:cubicBezTo>
                <a:close/>
                <a:moveTo>
                  <a:pt x="2795514" y="3109943"/>
                </a:moveTo>
                <a:cubicBezTo>
                  <a:pt x="2791968" y="3111611"/>
                  <a:pt x="2790453" y="3115846"/>
                  <a:pt x="2792141" y="3119392"/>
                </a:cubicBezTo>
                <a:cubicBezTo>
                  <a:pt x="2793348" y="3121941"/>
                  <a:pt x="2795897" y="3123435"/>
                  <a:pt x="2798561" y="3123435"/>
                </a:cubicBezTo>
                <a:cubicBezTo>
                  <a:pt x="2799577" y="3123435"/>
                  <a:pt x="2800611" y="3123225"/>
                  <a:pt x="2801589" y="3122746"/>
                </a:cubicBezTo>
                <a:cubicBezTo>
                  <a:pt x="2805135" y="3121078"/>
                  <a:pt x="2806630" y="3116843"/>
                  <a:pt x="2804962" y="3113297"/>
                </a:cubicBezTo>
                <a:cubicBezTo>
                  <a:pt x="2803275" y="3109770"/>
                  <a:pt x="2799040" y="3108256"/>
                  <a:pt x="2795514" y="3109943"/>
                </a:cubicBezTo>
                <a:close/>
                <a:moveTo>
                  <a:pt x="5572758" y="2022236"/>
                </a:moveTo>
                <a:cubicBezTo>
                  <a:pt x="5563811" y="2023155"/>
                  <a:pt x="5557294" y="2031166"/>
                  <a:pt x="5558215" y="2040117"/>
                </a:cubicBezTo>
                <a:cubicBezTo>
                  <a:pt x="5559076" y="2048491"/>
                  <a:pt x="5566166" y="2054740"/>
                  <a:pt x="5574408" y="2054740"/>
                </a:cubicBezTo>
                <a:cubicBezTo>
                  <a:pt x="5574966" y="2054740"/>
                  <a:pt x="5575521" y="2054701"/>
                  <a:pt x="5576094" y="2054644"/>
                </a:cubicBezTo>
                <a:cubicBezTo>
                  <a:pt x="5585045" y="2053724"/>
                  <a:pt x="5591543" y="2045732"/>
                  <a:pt x="5590642" y="2036781"/>
                </a:cubicBezTo>
                <a:cubicBezTo>
                  <a:pt x="5589701" y="2027832"/>
                  <a:pt x="5581711" y="2021315"/>
                  <a:pt x="5572758" y="2022236"/>
                </a:cubicBezTo>
                <a:close/>
                <a:moveTo>
                  <a:pt x="1389046" y="3651862"/>
                </a:moveTo>
                <a:cubicBezTo>
                  <a:pt x="1386305" y="3651402"/>
                  <a:pt x="1383698" y="3653261"/>
                  <a:pt x="1383239" y="3656001"/>
                </a:cubicBezTo>
                <a:cubicBezTo>
                  <a:pt x="1382780" y="3658761"/>
                  <a:pt x="1384638" y="3661349"/>
                  <a:pt x="1387379" y="3661828"/>
                </a:cubicBezTo>
                <a:cubicBezTo>
                  <a:pt x="1387666" y="3661866"/>
                  <a:pt x="1387936" y="3661885"/>
                  <a:pt x="1388222" y="3661885"/>
                </a:cubicBezTo>
                <a:cubicBezTo>
                  <a:pt x="1390636" y="3661885"/>
                  <a:pt x="1392783" y="3660141"/>
                  <a:pt x="1393205" y="3657669"/>
                </a:cubicBezTo>
                <a:cubicBezTo>
                  <a:pt x="1393645" y="3654928"/>
                  <a:pt x="1391806" y="3652322"/>
                  <a:pt x="1389046" y="3651862"/>
                </a:cubicBezTo>
                <a:close/>
                <a:moveTo>
                  <a:pt x="5038218" y="2226847"/>
                </a:moveTo>
                <a:cubicBezTo>
                  <a:pt x="5035072" y="2228699"/>
                  <a:pt x="5032633" y="2231751"/>
                  <a:pt x="5031647" y="2235565"/>
                </a:cubicBezTo>
                <a:cubicBezTo>
                  <a:pt x="5029690" y="2243173"/>
                  <a:pt x="5034251" y="2250954"/>
                  <a:pt x="5041880" y="2252929"/>
                </a:cubicBezTo>
                <a:cubicBezTo>
                  <a:pt x="5043069" y="2253235"/>
                  <a:pt x="5044278" y="2253388"/>
                  <a:pt x="5045463" y="2253388"/>
                </a:cubicBezTo>
                <a:cubicBezTo>
                  <a:pt x="5051790" y="2253388"/>
                  <a:pt x="5057576" y="2249115"/>
                  <a:pt x="5059245" y="2242694"/>
                </a:cubicBezTo>
                <a:cubicBezTo>
                  <a:pt x="5061219" y="2235085"/>
                  <a:pt x="5056638" y="2227304"/>
                  <a:pt x="5049031" y="2225331"/>
                </a:cubicBezTo>
                <a:cubicBezTo>
                  <a:pt x="5045217" y="2224344"/>
                  <a:pt x="5041363" y="2224995"/>
                  <a:pt x="5038218" y="2226847"/>
                </a:cubicBezTo>
                <a:close/>
                <a:moveTo>
                  <a:pt x="2885456" y="3067089"/>
                </a:moveTo>
                <a:cubicBezTo>
                  <a:pt x="2881911" y="3068776"/>
                  <a:pt x="2880416" y="3073012"/>
                  <a:pt x="2882102" y="3076538"/>
                </a:cubicBezTo>
                <a:cubicBezTo>
                  <a:pt x="2883310" y="3079087"/>
                  <a:pt x="2885859" y="3080582"/>
                  <a:pt x="2888503" y="3080582"/>
                </a:cubicBezTo>
                <a:cubicBezTo>
                  <a:pt x="2889538" y="3080582"/>
                  <a:pt x="2890573" y="3080352"/>
                  <a:pt x="2891551" y="3079892"/>
                </a:cubicBezTo>
                <a:cubicBezTo>
                  <a:pt x="2895097" y="3078205"/>
                  <a:pt x="2896592" y="3073970"/>
                  <a:pt x="2894905" y="3070443"/>
                </a:cubicBezTo>
                <a:cubicBezTo>
                  <a:pt x="2893218" y="3066898"/>
                  <a:pt x="2888983" y="3065403"/>
                  <a:pt x="2885456" y="3067089"/>
                </a:cubicBezTo>
                <a:close/>
                <a:moveTo>
                  <a:pt x="3627058" y="2774838"/>
                </a:moveTo>
                <a:cubicBezTo>
                  <a:pt x="3623244" y="2775777"/>
                  <a:pt x="3620925" y="2779610"/>
                  <a:pt x="3621845" y="2783423"/>
                </a:cubicBezTo>
                <a:cubicBezTo>
                  <a:pt x="3622650" y="2786643"/>
                  <a:pt x="3625544" y="2788829"/>
                  <a:pt x="3628726" y="2788829"/>
                </a:cubicBezTo>
                <a:cubicBezTo>
                  <a:pt x="3629301" y="2788829"/>
                  <a:pt x="3629855" y="2788751"/>
                  <a:pt x="3630431" y="2788617"/>
                </a:cubicBezTo>
                <a:cubicBezTo>
                  <a:pt x="3634226" y="2787679"/>
                  <a:pt x="3636564" y="2783845"/>
                  <a:pt x="3635626" y="2780031"/>
                </a:cubicBezTo>
                <a:cubicBezTo>
                  <a:pt x="3634705" y="2776237"/>
                  <a:pt x="3630853" y="2773917"/>
                  <a:pt x="3627058" y="2774838"/>
                </a:cubicBezTo>
                <a:close/>
                <a:moveTo>
                  <a:pt x="7431537" y="1289146"/>
                </a:moveTo>
                <a:lnTo>
                  <a:pt x="7420422" y="1296349"/>
                </a:lnTo>
                <a:cubicBezTo>
                  <a:pt x="7417911" y="1300000"/>
                  <a:pt x="7416795" y="1304609"/>
                  <a:pt x="7417667" y="1309305"/>
                </a:cubicBezTo>
                <a:cubicBezTo>
                  <a:pt x="7419220" y="1317642"/>
                  <a:pt x="7426483" y="1323469"/>
                  <a:pt x="7434667" y="1323469"/>
                </a:cubicBezTo>
                <a:cubicBezTo>
                  <a:pt x="7435720" y="1323469"/>
                  <a:pt x="7436774" y="1323372"/>
                  <a:pt x="7437847" y="1323181"/>
                </a:cubicBezTo>
                <a:cubicBezTo>
                  <a:pt x="7447239" y="1321436"/>
                  <a:pt x="7453448" y="1312390"/>
                  <a:pt x="7451704" y="1302999"/>
                </a:cubicBezTo>
                <a:cubicBezTo>
                  <a:pt x="7450832" y="1298295"/>
                  <a:pt x="7448140" y="1294390"/>
                  <a:pt x="7444489" y="1291881"/>
                </a:cubicBezTo>
                <a:close/>
                <a:moveTo>
                  <a:pt x="7431524" y="1289143"/>
                </a:moveTo>
                <a:lnTo>
                  <a:pt x="7431537" y="1289146"/>
                </a:lnTo>
                <a:lnTo>
                  <a:pt x="7431542" y="1289143"/>
                </a:lnTo>
                <a:close/>
                <a:moveTo>
                  <a:pt x="2051899" y="3387285"/>
                </a:moveTo>
                <a:cubicBezTo>
                  <a:pt x="2048066" y="3388089"/>
                  <a:pt x="2045613" y="3391846"/>
                  <a:pt x="2046437" y="3395679"/>
                </a:cubicBezTo>
                <a:cubicBezTo>
                  <a:pt x="2047127" y="3399014"/>
                  <a:pt x="2050078" y="3401313"/>
                  <a:pt x="2053356" y="3401313"/>
                </a:cubicBezTo>
                <a:cubicBezTo>
                  <a:pt x="2053854" y="3401313"/>
                  <a:pt x="2054333" y="3401255"/>
                  <a:pt x="2054832" y="3401160"/>
                </a:cubicBezTo>
                <a:cubicBezTo>
                  <a:pt x="2058665" y="3400336"/>
                  <a:pt x="2061118" y="3396579"/>
                  <a:pt x="2060313" y="3392746"/>
                </a:cubicBezTo>
                <a:cubicBezTo>
                  <a:pt x="2059489" y="3388932"/>
                  <a:pt x="2055732" y="3386479"/>
                  <a:pt x="2051899" y="3387285"/>
                </a:cubicBezTo>
                <a:close/>
                <a:moveTo>
                  <a:pt x="2975495" y="3024351"/>
                </a:moveTo>
                <a:cubicBezTo>
                  <a:pt x="2971949" y="3026018"/>
                  <a:pt x="2970434" y="3030235"/>
                  <a:pt x="2972102" y="3033781"/>
                </a:cubicBezTo>
                <a:cubicBezTo>
                  <a:pt x="2973309" y="3036349"/>
                  <a:pt x="2975860" y="3037844"/>
                  <a:pt x="2978523" y="3037844"/>
                </a:cubicBezTo>
                <a:cubicBezTo>
                  <a:pt x="2979538" y="3037844"/>
                  <a:pt x="2980555" y="3037633"/>
                  <a:pt x="2981531" y="3037172"/>
                </a:cubicBezTo>
                <a:cubicBezTo>
                  <a:pt x="2985078" y="3035504"/>
                  <a:pt x="2986592" y="3031269"/>
                  <a:pt x="2984925" y="3027723"/>
                </a:cubicBezTo>
                <a:cubicBezTo>
                  <a:pt x="2983257" y="3024198"/>
                  <a:pt x="2979021" y="3022664"/>
                  <a:pt x="2975495" y="3024351"/>
                </a:cubicBezTo>
                <a:close/>
                <a:moveTo>
                  <a:pt x="1163375" y="3730689"/>
                </a:moveTo>
                <a:cubicBezTo>
                  <a:pt x="1161285" y="3729961"/>
                  <a:pt x="1158986" y="3731053"/>
                  <a:pt x="1158238" y="3733161"/>
                </a:cubicBezTo>
                <a:cubicBezTo>
                  <a:pt x="1157510" y="3735250"/>
                  <a:pt x="1158621" y="3737550"/>
                  <a:pt x="1160711" y="3738278"/>
                </a:cubicBezTo>
                <a:cubicBezTo>
                  <a:pt x="1161152" y="3738432"/>
                  <a:pt x="1161592" y="3738509"/>
                  <a:pt x="1162034" y="3738509"/>
                </a:cubicBezTo>
                <a:cubicBezTo>
                  <a:pt x="1163701" y="3738509"/>
                  <a:pt x="1165253" y="3737474"/>
                  <a:pt x="1165847" y="3735806"/>
                </a:cubicBezTo>
                <a:cubicBezTo>
                  <a:pt x="1166575" y="3733717"/>
                  <a:pt x="1165483" y="3731417"/>
                  <a:pt x="1163375" y="3730689"/>
                </a:cubicBezTo>
                <a:close/>
                <a:moveTo>
                  <a:pt x="826677" y="3861109"/>
                </a:moveTo>
                <a:cubicBezTo>
                  <a:pt x="826084" y="3862048"/>
                  <a:pt x="826352" y="3863255"/>
                  <a:pt x="827292" y="3863849"/>
                </a:cubicBezTo>
                <a:cubicBezTo>
                  <a:pt x="827616" y="3864060"/>
                  <a:pt x="827981" y="3864156"/>
                  <a:pt x="828345" y="3864156"/>
                </a:cubicBezTo>
                <a:cubicBezTo>
                  <a:pt x="828998" y="3864156"/>
                  <a:pt x="829649" y="3863830"/>
                  <a:pt x="830012" y="3863217"/>
                </a:cubicBezTo>
                <a:cubicBezTo>
                  <a:pt x="830606" y="3862297"/>
                  <a:pt x="830319" y="3861070"/>
                  <a:pt x="829400" y="3860496"/>
                </a:cubicBezTo>
                <a:cubicBezTo>
                  <a:pt x="828480" y="3859901"/>
                  <a:pt x="827252" y="3860189"/>
                  <a:pt x="826677" y="3861109"/>
                </a:cubicBezTo>
                <a:close/>
                <a:moveTo>
                  <a:pt x="4150003" y="2560128"/>
                </a:moveTo>
                <a:cubicBezTo>
                  <a:pt x="4144960" y="2560224"/>
                  <a:pt x="4140937" y="2564383"/>
                  <a:pt x="4141033" y="2569424"/>
                </a:cubicBezTo>
                <a:cubicBezTo>
                  <a:pt x="4141129" y="2574406"/>
                  <a:pt x="4145193" y="2578393"/>
                  <a:pt x="4150174" y="2578393"/>
                </a:cubicBezTo>
                <a:lnTo>
                  <a:pt x="4150329" y="2578393"/>
                </a:lnTo>
                <a:cubicBezTo>
                  <a:pt x="4155370" y="2578298"/>
                  <a:pt x="4159394" y="2574138"/>
                  <a:pt x="4159298" y="2569098"/>
                </a:cubicBezTo>
                <a:cubicBezTo>
                  <a:pt x="4159201" y="2564039"/>
                  <a:pt x="4155041" y="2560033"/>
                  <a:pt x="4150003" y="2560128"/>
                </a:cubicBezTo>
                <a:close/>
                <a:moveTo>
                  <a:pt x="3065878" y="2982245"/>
                </a:moveTo>
                <a:cubicBezTo>
                  <a:pt x="3062314" y="2983874"/>
                  <a:pt x="3060762" y="2988090"/>
                  <a:pt x="3062391" y="2991655"/>
                </a:cubicBezTo>
                <a:cubicBezTo>
                  <a:pt x="3063578" y="2994243"/>
                  <a:pt x="3066166" y="2995775"/>
                  <a:pt x="3068850" y="2995775"/>
                </a:cubicBezTo>
                <a:cubicBezTo>
                  <a:pt x="3069827" y="2995775"/>
                  <a:pt x="3070843" y="2995583"/>
                  <a:pt x="3071801" y="2995143"/>
                </a:cubicBezTo>
                <a:cubicBezTo>
                  <a:pt x="3075365" y="2993494"/>
                  <a:pt x="3076917" y="2989298"/>
                  <a:pt x="3075289" y="2985732"/>
                </a:cubicBezTo>
                <a:cubicBezTo>
                  <a:pt x="3073640" y="2982168"/>
                  <a:pt x="3069443" y="2980615"/>
                  <a:pt x="3065878" y="2982245"/>
                </a:cubicBezTo>
                <a:close/>
                <a:moveTo>
                  <a:pt x="3530522" y="2800864"/>
                </a:moveTo>
                <a:cubicBezTo>
                  <a:pt x="3526766" y="2801957"/>
                  <a:pt x="3524601" y="2805905"/>
                  <a:pt x="3525712" y="2809661"/>
                </a:cubicBezTo>
                <a:cubicBezTo>
                  <a:pt x="3526613" y="2812746"/>
                  <a:pt x="3529449" y="2814759"/>
                  <a:pt x="3532515" y="2814759"/>
                </a:cubicBezTo>
                <a:cubicBezTo>
                  <a:pt x="3533167" y="2814759"/>
                  <a:pt x="3533838" y="2814663"/>
                  <a:pt x="3534509" y="2814471"/>
                </a:cubicBezTo>
                <a:cubicBezTo>
                  <a:pt x="3538266" y="2813360"/>
                  <a:pt x="3540412" y="2809412"/>
                  <a:pt x="3539319" y="2805655"/>
                </a:cubicBezTo>
                <a:cubicBezTo>
                  <a:pt x="3538207" y="2801899"/>
                  <a:pt x="3534279" y="2799752"/>
                  <a:pt x="3530522" y="2800864"/>
                </a:cubicBezTo>
                <a:close/>
                <a:moveTo>
                  <a:pt x="1621293" y="3545399"/>
                </a:moveTo>
                <a:cubicBezTo>
                  <a:pt x="1617939" y="3545341"/>
                  <a:pt x="1615179" y="3548005"/>
                  <a:pt x="1615121" y="3551340"/>
                </a:cubicBezTo>
                <a:cubicBezTo>
                  <a:pt x="1615044" y="3554694"/>
                  <a:pt x="1617708" y="3557472"/>
                  <a:pt x="1621044" y="3557530"/>
                </a:cubicBezTo>
                <a:lnTo>
                  <a:pt x="1621061" y="3557530"/>
                </a:lnTo>
                <a:lnTo>
                  <a:pt x="1621061" y="3557550"/>
                </a:lnTo>
                <a:cubicBezTo>
                  <a:pt x="1621101" y="3557550"/>
                  <a:pt x="1621177" y="3557550"/>
                  <a:pt x="1621177" y="3557550"/>
                </a:cubicBezTo>
                <a:cubicBezTo>
                  <a:pt x="1624474" y="3557550"/>
                  <a:pt x="1627175" y="3554905"/>
                  <a:pt x="1627253" y="3551590"/>
                </a:cubicBezTo>
                <a:cubicBezTo>
                  <a:pt x="1627310" y="3548235"/>
                  <a:pt x="1624646" y="3545475"/>
                  <a:pt x="1621293" y="3545399"/>
                </a:cubicBezTo>
                <a:close/>
                <a:moveTo>
                  <a:pt x="5453016" y="2046153"/>
                </a:moveTo>
                <a:lnTo>
                  <a:pt x="5453016" y="2046173"/>
                </a:lnTo>
                <a:lnTo>
                  <a:pt x="5453020" y="2046163"/>
                </a:lnTo>
                <a:close/>
                <a:moveTo>
                  <a:pt x="3156856" y="2941345"/>
                </a:moveTo>
                <a:cubicBezTo>
                  <a:pt x="3153273" y="2942918"/>
                  <a:pt x="3151643" y="2947095"/>
                  <a:pt x="3153216" y="2950679"/>
                </a:cubicBezTo>
                <a:cubicBezTo>
                  <a:pt x="3154384" y="2953343"/>
                  <a:pt x="3156991" y="2954915"/>
                  <a:pt x="3159711" y="2954915"/>
                </a:cubicBezTo>
                <a:cubicBezTo>
                  <a:pt x="3160670" y="2954915"/>
                  <a:pt x="3161628" y="2954723"/>
                  <a:pt x="3162568" y="2954321"/>
                </a:cubicBezTo>
                <a:cubicBezTo>
                  <a:pt x="3166152" y="2952750"/>
                  <a:pt x="3167781" y="2948571"/>
                  <a:pt x="3166209" y="2944987"/>
                </a:cubicBezTo>
                <a:cubicBezTo>
                  <a:pt x="3164618" y="2941403"/>
                  <a:pt x="3160441" y="2939774"/>
                  <a:pt x="3156856" y="2941345"/>
                </a:cubicBezTo>
                <a:close/>
                <a:moveTo>
                  <a:pt x="3886632" y="2656167"/>
                </a:moveTo>
                <a:cubicBezTo>
                  <a:pt x="3882186" y="2656780"/>
                  <a:pt x="3879063" y="2660863"/>
                  <a:pt x="3879675" y="2665289"/>
                </a:cubicBezTo>
                <a:cubicBezTo>
                  <a:pt x="3880231" y="2669372"/>
                  <a:pt x="3883699" y="2672323"/>
                  <a:pt x="3887706" y="2672323"/>
                </a:cubicBezTo>
                <a:cubicBezTo>
                  <a:pt x="3888070" y="2672323"/>
                  <a:pt x="3888434" y="2672304"/>
                  <a:pt x="3888799" y="2672247"/>
                </a:cubicBezTo>
                <a:cubicBezTo>
                  <a:pt x="3893246" y="2671634"/>
                  <a:pt x="3896349" y="2667551"/>
                  <a:pt x="3895756" y="2663105"/>
                </a:cubicBezTo>
                <a:cubicBezTo>
                  <a:pt x="3895143" y="2658677"/>
                  <a:pt x="3891061" y="2655572"/>
                  <a:pt x="3886632" y="2656167"/>
                </a:cubicBezTo>
                <a:close/>
                <a:moveTo>
                  <a:pt x="3435252" y="2831087"/>
                </a:moveTo>
                <a:cubicBezTo>
                  <a:pt x="3431534" y="2832352"/>
                  <a:pt x="3429560" y="2836378"/>
                  <a:pt x="3430825" y="2840095"/>
                </a:cubicBezTo>
                <a:cubicBezTo>
                  <a:pt x="3431821" y="2843027"/>
                  <a:pt x="3434581" y="2844887"/>
                  <a:pt x="3437533" y="2844887"/>
                </a:cubicBezTo>
                <a:cubicBezTo>
                  <a:pt x="3438299" y="2844887"/>
                  <a:pt x="3439066" y="2844772"/>
                  <a:pt x="3439813" y="2844504"/>
                </a:cubicBezTo>
                <a:cubicBezTo>
                  <a:pt x="3443531" y="2843238"/>
                  <a:pt x="3445506" y="2839214"/>
                  <a:pt x="3444241" y="2835515"/>
                </a:cubicBezTo>
                <a:cubicBezTo>
                  <a:pt x="3442975" y="2831797"/>
                  <a:pt x="3438950" y="2829823"/>
                  <a:pt x="3435252" y="2831087"/>
                </a:cubicBezTo>
                <a:close/>
                <a:moveTo>
                  <a:pt x="7326938" y="1311432"/>
                </a:moveTo>
                <a:cubicBezTo>
                  <a:pt x="7317624" y="1313656"/>
                  <a:pt x="7311894" y="1323009"/>
                  <a:pt x="7314136" y="1332304"/>
                </a:cubicBezTo>
                <a:cubicBezTo>
                  <a:pt x="7316032" y="1340238"/>
                  <a:pt x="7323124" y="1345585"/>
                  <a:pt x="7330963" y="1345585"/>
                </a:cubicBezTo>
                <a:cubicBezTo>
                  <a:pt x="7332304" y="1345585"/>
                  <a:pt x="7333645" y="1345432"/>
                  <a:pt x="7335007" y="1345106"/>
                </a:cubicBezTo>
                <a:cubicBezTo>
                  <a:pt x="7344301" y="1342864"/>
                  <a:pt x="7350032" y="1333530"/>
                  <a:pt x="7347809" y="1324235"/>
                </a:cubicBezTo>
                <a:cubicBezTo>
                  <a:pt x="7345567" y="1314939"/>
                  <a:pt x="7336233" y="1309209"/>
                  <a:pt x="7326938" y="1311432"/>
                </a:cubicBezTo>
                <a:close/>
                <a:moveTo>
                  <a:pt x="3248620" y="2902153"/>
                </a:moveTo>
                <a:cubicBezTo>
                  <a:pt x="3244998" y="2903648"/>
                  <a:pt x="3243292" y="2907787"/>
                  <a:pt x="3244787" y="2911409"/>
                </a:cubicBezTo>
                <a:cubicBezTo>
                  <a:pt x="3245917" y="2914150"/>
                  <a:pt x="3248562" y="2915798"/>
                  <a:pt x="3251341" y="2915798"/>
                </a:cubicBezTo>
                <a:cubicBezTo>
                  <a:pt x="3252242" y="2915798"/>
                  <a:pt x="3253162" y="2915626"/>
                  <a:pt x="3254044" y="2915262"/>
                </a:cubicBezTo>
                <a:cubicBezTo>
                  <a:pt x="3257666" y="2913747"/>
                  <a:pt x="3259391" y="2909608"/>
                  <a:pt x="3257896" y="2905986"/>
                </a:cubicBezTo>
                <a:cubicBezTo>
                  <a:pt x="3256381" y="2902364"/>
                  <a:pt x="3252242" y="2900658"/>
                  <a:pt x="3248620" y="2902153"/>
                </a:cubicBezTo>
                <a:close/>
                <a:moveTo>
                  <a:pt x="3341342" y="2865202"/>
                </a:moveTo>
                <a:cubicBezTo>
                  <a:pt x="3337681" y="2866601"/>
                  <a:pt x="3335860" y="2870683"/>
                  <a:pt x="3337259" y="2874344"/>
                </a:cubicBezTo>
                <a:cubicBezTo>
                  <a:pt x="3338333" y="2877180"/>
                  <a:pt x="3341034" y="2878905"/>
                  <a:pt x="3343890" y="2878905"/>
                </a:cubicBezTo>
                <a:cubicBezTo>
                  <a:pt x="3344734" y="2878905"/>
                  <a:pt x="3345576" y="2878771"/>
                  <a:pt x="3346421" y="2878445"/>
                </a:cubicBezTo>
                <a:cubicBezTo>
                  <a:pt x="3350081" y="2877046"/>
                  <a:pt x="3351901" y="2872945"/>
                  <a:pt x="3350502" y="2869284"/>
                </a:cubicBezTo>
                <a:cubicBezTo>
                  <a:pt x="3349104" y="2865624"/>
                  <a:pt x="3345002" y="2863803"/>
                  <a:pt x="3341342" y="2865202"/>
                </a:cubicBezTo>
                <a:close/>
                <a:moveTo>
                  <a:pt x="8316324" y="921749"/>
                </a:moveTo>
                <a:cubicBezTo>
                  <a:pt x="8311691" y="924149"/>
                  <a:pt x="8307973" y="928318"/>
                  <a:pt x="8306268" y="933684"/>
                </a:cubicBezTo>
                <a:cubicBezTo>
                  <a:pt x="8302875" y="944398"/>
                  <a:pt x="8308796" y="955859"/>
                  <a:pt x="8319530" y="959270"/>
                </a:cubicBezTo>
                <a:cubicBezTo>
                  <a:pt x="8321580" y="959921"/>
                  <a:pt x="8323650" y="960228"/>
                  <a:pt x="8325702" y="960228"/>
                </a:cubicBezTo>
                <a:cubicBezTo>
                  <a:pt x="8334344" y="960228"/>
                  <a:pt x="8342356" y="954689"/>
                  <a:pt x="8345115" y="946007"/>
                </a:cubicBezTo>
                <a:cubicBezTo>
                  <a:pt x="8348527" y="935294"/>
                  <a:pt x="8342586" y="923833"/>
                  <a:pt x="8331872" y="920422"/>
                </a:cubicBezTo>
                <a:cubicBezTo>
                  <a:pt x="8326506" y="918716"/>
                  <a:pt x="8320957" y="919348"/>
                  <a:pt x="8316324" y="921749"/>
                </a:cubicBezTo>
                <a:close/>
                <a:moveTo>
                  <a:pt x="1954271" y="3405204"/>
                </a:moveTo>
                <a:cubicBezTo>
                  <a:pt x="1950400" y="3405798"/>
                  <a:pt x="1947755" y="3409439"/>
                  <a:pt x="1948349" y="3413292"/>
                </a:cubicBezTo>
                <a:cubicBezTo>
                  <a:pt x="1948885" y="3416799"/>
                  <a:pt x="1951914" y="3419310"/>
                  <a:pt x="1955345" y="3419310"/>
                </a:cubicBezTo>
                <a:cubicBezTo>
                  <a:pt x="1955708" y="3419310"/>
                  <a:pt x="1956073" y="3419271"/>
                  <a:pt x="1956456" y="3419213"/>
                </a:cubicBezTo>
                <a:cubicBezTo>
                  <a:pt x="1960308" y="3418620"/>
                  <a:pt x="1962953" y="3414998"/>
                  <a:pt x="1962359" y="3411125"/>
                </a:cubicBezTo>
                <a:cubicBezTo>
                  <a:pt x="1961764" y="3407255"/>
                  <a:pt x="1958142" y="3404610"/>
                  <a:pt x="1954271" y="3405204"/>
                </a:cubicBezTo>
                <a:close/>
                <a:moveTo>
                  <a:pt x="5195588" y="2139759"/>
                </a:moveTo>
                <a:cubicBezTo>
                  <a:pt x="5192418" y="2142047"/>
                  <a:pt x="5190123" y="2145545"/>
                  <a:pt x="5189454" y="2149703"/>
                </a:cubicBezTo>
                <a:cubicBezTo>
                  <a:pt x="5188094" y="2158021"/>
                  <a:pt x="5193747" y="2165860"/>
                  <a:pt x="5202064" y="2167221"/>
                </a:cubicBezTo>
                <a:cubicBezTo>
                  <a:pt x="5202908" y="2167355"/>
                  <a:pt x="5203731" y="2167412"/>
                  <a:pt x="5204538" y="2167412"/>
                </a:cubicBezTo>
                <a:cubicBezTo>
                  <a:pt x="5211895" y="2167412"/>
                  <a:pt x="5218376" y="2162085"/>
                  <a:pt x="5219601" y="2154591"/>
                </a:cubicBezTo>
                <a:cubicBezTo>
                  <a:pt x="5220941" y="2146273"/>
                  <a:pt x="5215288" y="2138435"/>
                  <a:pt x="5206970" y="2137074"/>
                </a:cubicBezTo>
                <a:cubicBezTo>
                  <a:pt x="5202803" y="2136393"/>
                  <a:pt x="5198758" y="2137471"/>
                  <a:pt x="5195588" y="2139759"/>
                </a:cubicBezTo>
                <a:close/>
                <a:moveTo>
                  <a:pt x="7795178" y="1121531"/>
                </a:moveTo>
                <a:cubicBezTo>
                  <a:pt x="7791717" y="1124700"/>
                  <a:pt x="7789465" y="1129190"/>
                  <a:pt x="7789245" y="1134249"/>
                </a:cubicBezTo>
                <a:cubicBezTo>
                  <a:pt x="7788804" y="1144369"/>
                  <a:pt x="7796642" y="1152916"/>
                  <a:pt x="7806742" y="1153376"/>
                </a:cubicBezTo>
                <a:cubicBezTo>
                  <a:pt x="7807029" y="1153376"/>
                  <a:pt x="7807298" y="1153395"/>
                  <a:pt x="7807567" y="1153395"/>
                </a:cubicBezTo>
                <a:cubicBezTo>
                  <a:pt x="7817321" y="1153395"/>
                  <a:pt x="7825447" y="1145691"/>
                  <a:pt x="7825869" y="1135859"/>
                </a:cubicBezTo>
                <a:cubicBezTo>
                  <a:pt x="7826329" y="1125740"/>
                  <a:pt x="7818471" y="1117192"/>
                  <a:pt x="7808371" y="1116732"/>
                </a:cubicBezTo>
                <a:cubicBezTo>
                  <a:pt x="7803311" y="1116512"/>
                  <a:pt x="7798640" y="1118361"/>
                  <a:pt x="7795178" y="1121531"/>
                </a:cubicBezTo>
                <a:close/>
                <a:moveTo>
                  <a:pt x="5468770" y="2029365"/>
                </a:moveTo>
                <a:cubicBezTo>
                  <a:pt x="5464274" y="2029509"/>
                  <a:pt x="5460260" y="2031464"/>
                  <a:pt x="5457407" y="2034506"/>
                </a:cubicBezTo>
                <a:lnTo>
                  <a:pt x="5453020" y="2046163"/>
                </a:lnTo>
                <a:lnTo>
                  <a:pt x="5457965" y="2057347"/>
                </a:lnTo>
                <a:cubicBezTo>
                  <a:pt x="5460906" y="2060187"/>
                  <a:pt x="5464907" y="2061926"/>
                  <a:pt x="5469286" y="2061926"/>
                </a:cubicBezTo>
                <a:cubicBezTo>
                  <a:pt x="5469460" y="2061926"/>
                  <a:pt x="5469633" y="2061926"/>
                  <a:pt x="5469805" y="2061926"/>
                </a:cubicBezTo>
                <a:cubicBezTo>
                  <a:pt x="5478794" y="2061639"/>
                  <a:pt x="5485864" y="2054107"/>
                  <a:pt x="5485577" y="2045119"/>
                </a:cubicBezTo>
                <a:cubicBezTo>
                  <a:pt x="5485271" y="2036130"/>
                  <a:pt x="5477758" y="2029077"/>
                  <a:pt x="5468770" y="2029365"/>
                </a:cubicBezTo>
                <a:close/>
                <a:moveTo>
                  <a:pt x="4312295" y="2480459"/>
                </a:moveTo>
                <a:cubicBezTo>
                  <a:pt x="4306681" y="2480190"/>
                  <a:pt x="4301947" y="2484521"/>
                  <a:pt x="4301677" y="2490137"/>
                </a:cubicBezTo>
                <a:cubicBezTo>
                  <a:pt x="4301428" y="2495734"/>
                  <a:pt x="4305760" y="2500486"/>
                  <a:pt x="4311375" y="2500754"/>
                </a:cubicBezTo>
                <a:lnTo>
                  <a:pt x="4311834" y="2500754"/>
                </a:lnTo>
                <a:cubicBezTo>
                  <a:pt x="4317241" y="2500754"/>
                  <a:pt x="4321724" y="2496500"/>
                  <a:pt x="4321973" y="2491057"/>
                </a:cubicBezTo>
                <a:cubicBezTo>
                  <a:pt x="4322224" y="2485461"/>
                  <a:pt x="4317891" y="2480707"/>
                  <a:pt x="4312295" y="2480459"/>
                </a:cubicBezTo>
                <a:close/>
                <a:moveTo>
                  <a:pt x="7223656" y="1338686"/>
                </a:moveTo>
                <a:cubicBezTo>
                  <a:pt x="7214457" y="1341311"/>
                  <a:pt x="7209148" y="1350893"/>
                  <a:pt x="7211773" y="1360093"/>
                </a:cubicBezTo>
                <a:cubicBezTo>
                  <a:pt x="7213959" y="1367683"/>
                  <a:pt x="7220877" y="1372646"/>
                  <a:pt x="7228410" y="1372646"/>
                </a:cubicBezTo>
                <a:cubicBezTo>
                  <a:pt x="7230000" y="1372646"/>
                  <a:pt x="7231590" y="1372417"/>
                  <a:pt x="7233201" y="1371957"/>
                </a:cubicBezTo>
                <a:cubicBezTo>
                  <a:pt x="7242381" y="1369331"/>
                  <a:pt x="7247708" y="1359729"/>
                  <a:pt x="7245064" y="1350549"/>
                </a:cubicBezTo>
                <a:cubicBezTo>
                  <a:pt x="7242419" y="1341350"/>
                  <a:pt x="7232837" y="1336041"/>
                  <a:pt x="7223656" y="1338686"/>
                </a:cubicBezTo>
                <a:close/>
                <a:moveTo>
                  <a:pt x="6331799" y="1682013"/>
                </a:moveTo>
                <a:cubicBezTo>
                  <a:pt x="6322887" y="1685482"/>
                  <a:pt x="6318498" y="1695525"/>
                  <a:pt x="6321986" y="1704436"/>
                </a:cubicBezTo>
                <a:cubicBezTo>
                  <a:pt x="6324650" y="1711259"/>
                  <a:pt x="6331185" y="1715437"/>
                  <a:pt x="6338104" y="1715437"/>
                </a:cubicBezTo>
                <a:cubicBezTo>
                  <a:pt x="6340212" y="1715438"/>
                  <a:pt x="6342339" y="1715053"/>
                  <a:pt x="6344410" y="1714249"/>
                </a:cubicBezTo>
                <a:cubicBezTo>
                  <a:pt x="6353321" y="1710761"/>
                  <a:pt x="6357710" y="1700719"/>
                  <a:pt x="6354222" y="1691825"/>
                </a:cubicBezTo>
                <a:cubicBezTo>
                  <a:pt x="6350753" y="1682914"/>
                  <a:pt x="6340710" y="1678525"/>
                  <a:pt x="6331799" y="1682013"/>
                </a:cubicBezTo>
                <a:close/>
                <a:moveTo>
                  <a:pt x="6233001" y="1719673"/>
                </a:moveTo>
                <a:cubicBezTo>
                  <a:pt x="6224032" y="1722988"/>
                  <a:pt x="6219451" y="1732935"/>
                  <a:pt x="6222786" y="1741905"/>
                </a:cubicBezTo>
                <a:cubicBezTo>
                  <a:pt x="6225374" y="1748880"/>
                  <a:pt x="6231986" y="1753213"/>
                  <a:pt x="6239019" y="1753213"/>
                </a:cubicBezTo>
                <a:cubicBezTo>
                  <a:pt x="6241012" y="1753212"/>
                  <a:pt x="6243044" y="1752867"/>
                  <a:pt x="6245038" y="1752120"/>
                </a:cubicBezTo>
                <a:cubicBezTo>
                  <a:pt x="6253987" y="1748804"/>
                  <a:pt x="6258568" y="1738838"/>
                  <a:pt x="6255252" y="1729868"/>
                </a:cubicBezTo>
                <a:cubicBezTo>
                  <a:pt x="6251917" y="1720918"/>
                  <a:pt x="6241951" y="1716338"/>
                  <a:pt x="6233001" y="1719673"/>
                </a:cubicBezTo>
                <a:close/>
                <a:moveTo>
                  <a:pt x="6430002" y="1642628"/>
                </a:moveTo>
                <a:cubicBezTo>
                  <a:pt x="6421147" y="1646231"/>
                  <a:pt x="6416873" y="1656331"/>
                  <a:pt x="6420476" y="1665186"/>
                </a:cubicBezTo>
                <a:cubicBezTo>
                  <a:pt x="6423217" y="1671913"/>
                  <a:pt x="6429695" y="1675995"/>
                  <a:pt x="6436537" y="1675995"/>
                </a:cubicBezTo>
                <a:cubicBezTo>
                  <a:pt x="6438703" y="1675995"/>
                  <a:pt x="6440907" y="1675574"/>
                  <a:pt x="6443034" y="1674711"/>
                </a:cubicBezTo>
                <a:cubicBezTo>
                  <a:pt x="6451907" y="1671108"/>
                  <a:pt x="6456162" y="1661007"/>
                  <a:pt x="6452560" y="1652153"/>
                </a:cubicBezTo>
                <a:cubicBezTo>
                  <a:pt x="6448956" y="1643299"/>
                  <a:pt x="6438856" y="1639025"/>
                  <a:pt x="6430002" y="1642628"/>
                </a:cubicBezTo>
                <a:close/>
                <a:moveTo>
                  <a:pt x="4473628" y="2405849"/>
                </a:moveTo>
                <a:cubicBezTo>
                  <a:pt x="4467495" y="2405139"/>
                  <a:pt x="4461956" y="2409528"/>
                  <a:pt x="4461228" y="2415661"/>
                </a:cubicBezTo>
                <a:cubicBezTo>
                  <a:pt x="4460519" y="2421794"/>
                  <a:pt x="4464910" y="2427352"/>
                  <a:pt x="4471044" y="2428061"/>
                </a:cubicBezTo>
                <a:cubicBezTo>
                  <a:pt x="4471482" y="2428138"/>
                  <a:pt x="4471922" y="2428138"/>
                  <a:pt x="4472345" y="2428138"/>
                </a:cubicBezTo>
                <a:cubicBezTo>
                  <a:pt x="4477941" y="2428138"/>
                  <a:pt x="4482771" y="2423941"/>
                  <a:pt x="4483442" y="2418248"/>
                </a:cubicBezTo>
                <a:cubicBezTo>
                  <a:pt x="4484150" y="2412116"/>
                  <a:pt x="4479762" y="2406557"/>
                  <a:pt x="4473628" y="2405849"/>
                </a:cubicBezTo>
                <a:close/>
                <a:moveTo>
                  <a:pt x="8060266" y="1004835"/>
                </a:moveTo>
                <a:cubicBezTo>
                  <a:pt x="8056150" y="1007590"/>
                  <a:pt x="8053083" y="1011917"/>
                  <a:pt x="8052039" y="1017168"/>
                </a:cubicBezTo>
                <a:cubicBezTo>
                  <a:pt x="8049949" y="1027651"/>
                  <a:pt x="8056772" y="1037829"/>
                  <a:pt x="8067256" y="1039917"/>
                </a:cubicBezTo>
                <a:cubicBezTo>
                  <a:pt x="8068540" y="1040166"/>
                  <a:pt x="8069805" y="1040282"/>
                  <a:pt x="8071051" y="1040282"/>
                </a:cubicBezTo>
                <a:cubicBezTo>
                  <a:pt x="8080097" y="1040281"/>
                  <a:pt x="8088185" y="1033900"/>
                  <a:pt x="8090005" y="1024681"/>
                </a:cubicBezTo>
                <a:cubicBezTo>
                  <a:pt x="8092094" y="1014198"/>
                  <a:pt x="8085271" y="1004021"/>
                  <a:pt x="8074788" y="1001932"/>
                </a:cubicBezTo>
                <a:cubicBezTo>
                  <a:pt x="8069546" y="1000897"/>
                  <a:pt x="8064381" y="1002080"/>
                  <a:pt x="8060266" y="1004835"/>
                </a:cubicBezTo>
                <a:close/>
                <a:moveTo>
                  <a:pt x="6528013" y="1602420"/>
                </a:moveTo>
                <a:cubicBezTo>
                  <a:pt x="6519178" y="1606080"/>
                  <a:pt x="6514980" y="1616199"/>
                  <a:pt x="6518641" y="1625035"/>
                </a:cubicBezTo>
                <a:cubicBezTo>
                  <a:pt x="6521382" y="1631704"/>
                  <a:pt x="6527841" y="1635729"/>
                  <a:pt x="6534625" y="1635729"/>
                </a:cubicBezTo>
                <a:cubicBezTo>
                  <a:pt x="6536829" y="1635729"/>
                  <a:pt x="6539071" y="1635307"/>
                  <a:pt x="6541236" y="1634426"/>
                </a:cubicBezTo>
                <a:cubicBezTo>
                  <a:pt x="6550072" y="1630765"/>
                  <a:pt x="6554288" y="1620646"/>
                  <a:pt x="6550628" y="1611811"/>
                </a:cubicBezTo>
                <a:cubicBezTo>
                  <a:pt x="6546987" y="1602975"/>
                  <a:pt x="6536867" y="1598759"/>
                  <a:pt x="6528013" y="1602420"/>
                </a:cubicBezTo>
                <a:close/>
                <a:moveTo>
                  <a:pt x="945369" y="3781573"/>
                </a:moveTo>
                <a:cubicBezTo>
                  <a:pt x="944583" y="3783029"/>
                  <a:pt x="945120" y="3784850"/>
                  <a:pt x="946577" y="3785635"/>
                </a:cubicBezTo>
                <a:cubicBezTo>
                  <a:pt x="947036" y="3785885"/>
                  <a:pt x="947515" y="3786000"/>
                  <a:pt x="947994" y="3786000"/>
                </a:cubicBezTo>
                <a:cubicBezTo>
                  <a:pt x="949068" y="3785999"/>
                  <a:pt x="950103" y="3785425"/>
                  <a:pt x="950658" y="3784409"/>
                </a:cubicBezTo>
                <a:cubicBezTo>
                  <a:pt x="951444" y="3782953"/>
                  <a:pt x="950888" y="3781132"/>
                  <a:pt x="949432" y="3780346"/>
                </a:cubicBezTo>
                <a:cubicBezTo>
                  <a:pt x="947975" y="3779561"/>
                  <a:pt x="946155" y="3780097"/>
                  <a:pt x="945369" y="3781573"/>
                </a:cubicBezTo>
                <a:close/>
                <a:moveTo>
                  <a:pt x="3787184" y="2672227"/>
                </a:moveTo>
                <a:cubicBezTo>
                  <a:pt x="3782795" y="2673051"/>
                  <a:pt x="3779882" y="2677287"/>
                  <a:pt x="3780704" y="2681695"/>
                </a:cubicBezTo>
                <a:cubicBezTo>
                  <a:pt x="3781435" y="2685605"/>
                  <a:pt x="3784846" y="2688326"/>
                  <a:pt x="3788678" y="2688326"/>
                </a:cubicBezTo>
                <a:cubicBezTo>
                  <a:pt x="3789156" y="2688326"/>
                  <a:pt x="3789676" y="2688269"/>
                  <a:pt x="3790175" y="2688192"/>
                </a:cubicBezTo>
                <a:cubicBezTo>
                  <a:pt x="3794581" y="2687368"/>
                  <a:pt x="3797475" y="2683133"/>
                  <a:pt x="3796650" y="2678725"/>
                </a:cubicBezTo>
                <a:cubicBezTo>
                  <a:pt x="3795827" y="2674316"/>
                  <a:pt x="3791593" y="2671403"/>
                  <a:pt x="3787184" y="2672227"/>
                </a:cubicBezTo>
                <a:close/>
                <a:moveTo>
                  <a:pt x="7121658" y="1370040"/>
                </a:moveTo>
                <a:cubicBezTo>
                  <a:pt x="7112574" y="1373011"/>
                  <a:pt x="7107629" y="1382785"/>
                  <a:pt x="7110600" y="1391888"/>
                </a:cubicBezTo>
                <a:cubicBezTo>
                  <a:pt x="7112977" y="1399172"/>
                  <a:pt x="7119762" y="1403809"/>
                  <a:pt x="7127044" y="1403809"/>
                </a:cubicBezTo>
                <a:cubicBezTo>
                  <a:pt x="7128827" y="1403809"/>
                  <a:pt x="7130647" y="1403541"/>
                  <a:pt x="7132430" y="1402947"/>
                </a:cubicBezTo>
                <a:cubicBezTo>
                  <a:pt x="7141513" y="1399976"/>
                  <a:pt x="7146478" y="1390202"/>
                  <a:pt x="7143506" y="1381118"/>
                </a:cubicBezTo>
                <a:cubicBezTo>
                  <a:pt x="7140537" y="1372033"/>
                  <a:pt x="7130762" y="1367070"/>
                  <a:pt x="7121658" y="1370040"/>
                </a:cubicBezTo>
                <a:close/>
                <a:moveTo>
                  <a:pt x="6133572" y="1755340"/>
                </a:moveTo>
                <a:cubicBezTo>
                  <a:pt x="6124544" y="1758463"/>
                  <a:pt x="6119753" y="1768334"/>
                  <a:pt x="6122877" y="1777360"/>
                </a:cubicBezTo>
                <a:cubicBezTo>
                  <a:pt x="6125369" y="1784528"/>
                  <a:pt x="6132077" y="1789013"/>
                  <a:pt x="6139245" y="1789013"/>
                </a:cubicBezTo>
                <a:cubicBezTo>
                  <a:pt x="6141123" y="1789013"/>
                  <a:pt x="6143039" y="1788707"/>
                  <a:pt x="6144917" y="1788055"/>
                </a:cubicBezTo>
                <a:cubicBezTo>
                  <a:pt x="6153945" y="1784931"/>
                  <a:pt x="6158736" y="1775061"/>
                  <a:pt x="6155592" y="1766033"/>
                </a:cubicBezTo>
                <a:cubicBezTo>
                  <a:pt x="6152469" y="1757007"/>
                  <a:pt x="6142598" y="1752216"/>
                  <a:pt x="6133572" y="1755340"/>
                </a:cubicBezTo>
                <a:close/>
                <a:moveTo>
                  <a:pt x="6625986" y="1561846"/>
                </a:moveTo>
                <a:cubicBezTo>
                  <a:pt x="6617151" y="1565507"/>
                  <a:pt x="6612954" y="1575626"/>
                  <a:pt x="6616614" y="1584481"/>
                </a:cubicBezTo>
                <a:lnTo>
                  <a:pt x="6616634" y="1584481"/>
                </a:lnTo>
                <a:cubicBezTo>
                  <a:pt x="6619393" y="1591131"/>
                  <a:pt x="6625852" y="1595156"/>
                  <a:pt x="6632637" y="1595156"/>
                </a:cubicBezTo>
                <a:cubicBezTo>
                  <a:pt x="6634840" y="1595156"/>
                  <a:pt x="6637083" y="1594734"/>
                  <a:pt x="6639249" y="1593833"/>
                </a:cubicBezTo>
                <a:cubicBezTo>
                  <a:pt x="6648064" y="1590173"/>
                  <a:pt x="6652262" y="1580053"/>
                  <a:pt x="6648601" y="1571218"/>
                </a:cubicBezTo>
                <a:cubicBezTo>
                  <a:pt x="6646771" y="1566800"/>
                  <a:pt x="6643327" y="1563543"/>
                  <a:pt x="6639235" y="1561846"/>
                </a:cubicBezTo>
                <a:cubicBezTo>
                  <a:pt x="6635142" y="1560151"/>
                  <a:pt x="6630403" y="1560016"/>
                  <a:pt x="6625986" y="1561846"/>
                </a:cubicBezTo>
                <a:close/>
                <a:moveTo>
                  <a:pt x="6724055" y="1521331"/>
                </a:moveTo>
                <a:cubicBezTo>
                  <a:pt x="6715200" y="1524973"/>
                  <a:pt x="6710984" y="1535072"/>
                  <a:pt x="6714626" y="1543927"/>
                </a:cubicBezTo>
                <a:cubicBezTo>
                  <a:pt x="6717366" y="1550616"/>
                  <a:pt x="6723824" y="1554660"/>
                  <a:pt x="6730647" y="1554660"/>
                </a:cubicBezTo>
                <a:cubicBezTo>
                  <a:pt x="6732833" y="1554660"/>
                  <a:pt x="6735056" y="1554238"/>
                  <a:pt x="6737222" y="1553357"/>
                </a:cubicBezTo>
                <a:cubicBezTo>
                  <a:pt x="6746057" y="1549715"/>
                  <a:pt x="6750273" y="1539615"/>
                  <a:pt x="6746650" y="1530761"/>
                </a:cubicBezTo>
                <a:cubicBezTo>
                  <a:pt x="6743010" y="1521925"/>
                  <a:pt x="6732890" y="1517689"/>
                  <a:pt x="6724055" y="1521331"/>
                </a:cubicBezTo>
                <a:close/>
                <a:moveTo>
                  <a:pt x="4048598" y="2565112"/>
                </a:moveTo>
                <a:cubicBezTo>
                  <a:pt x="4043578" y="2565495"/>
                  <a:pt x="4039821" y="2569903"/>
                  <a:pt x="4040223" y="2574924"/>
                </a:cubicBezTo>
                <a:cubicBezTo>
                  <a:pt x="4040586" y="2579716"/>
                  <a:pt x="4044594" y="2583357"/>
                  <a:pt x="4049326" y="2583357"/>
                </a:cubicBezTo>
                <a:cubicBezTo>
                  <a:pt x="4049558" y="2583357"/>
                  <a:pt x="4049806" y="2583319"/>
                  <a:pt x="4050035" y="2583319"/>
                </a:cubicBezTo>
                <a:cubicBezTo>
                  <a:pt x="4055076" y="2582916"/>
                  <a:pt x="4058833" y="2578527"/>
                  <a:pt x="4058430" y="2573487"/>
                </a:cubicBezTo>
                <a:cubicBezTo>
                  <a:pt x="4058028" y="2568465"/>
                  <a:pt x="4053640" y="2564710"/>
                  <a:pt x="4048598" y="2565112"/>
                </a:cubicBezTo>
                <a:close/>
                <a:moveTo>
                  <a:pt x="7020907" y="1404768"/>
                </a:moveTo>
                <a:cubicBezTo>
                  <a:pt x="7011899" y="1408007"/>
                  <a:pt x="7007242" y="1417915"/>
                  <a:pt x="7010499" y="1426922"/>
                </a:cubicBezTo>
                <a:cubicBezTo>
                  <a:pt x="7013030" y="1433975"/>
                  <a:pt x="7019680" y="1438364"/>
                  <a:pt x="7026771" y="1438364"/>
                </a:cubicBezTo>
                <a:cubicBezTo>
                  <a:pt x="7028726" y="1438364"/>
                  <a:pt x="7030699" y="1438038"/>
                  <a:pt x="7032654" y="1437330"/>
                </a:cubicBezTo>
                <a:cubicBezTo>
                  <a:pt x="7041643" y="1434090"/>
                  <a:pt x="7046300" y="1424163"/>
                  <a:pt x="7043062" y="1415175"/>
                </a:cubicBezTo>
                <a:cubicBezTo>
                  <a:pt x="7039803" y="1406167"/>
                  <a:pt x="7029895" y="1401510"/>
                  <a:pt x="7020907" y="1404768"/>
                </a:cubicBezTo>
                <a:close/>
                <a:moveTo>
                  <a:pt x="6822392" y="1481276"/>
                </a:moveTo>
                <a:cubicBezTo>
                  <a:pt x="6813537" y="1484859"/>
                  <a:pt x="6809245" y="1494941"/>
                  <a:pt x="6812809" y="1503814"/>
                </a:cubicBezTo>
                <a:lnTo>
                  <a:pt x="6812791" y="1503813"/>
                </a:lnTo>
                <a:cubicBezTo>
                  <a:pt x="6815512" y="1510560"/>
                  <a:pt x="6821990" y="1514662"/>
                  <a:pt x="6828851" y="1514662"/>
                </a:cubicBezTo>
                <a:cubicBezTo>
                  <a:pt x="6831016" y="1514662"/>
                  <a:pt x="6833201" y="1514259"/>
                  <a:pt x="6835309" y="1513396"/>
                </a:cubicBezTo>
                <a:cubicBezTo>
                  <a:pt x="6844183" y="1509832"/>
                  <a:pt x="6848476" y="1499750"/>
                  <a:pt x="6844911" y="1490878"/>
                </a:cubicBezTo>
                <a:cubicBezTo>
                  <a:pt x="6841347" y="1482004"/>
                  <a:pt x="6831246" y="1477711"/>
                  <a:pt x="6822392" y="1481276"/>
                </a:cubicBezTo>
                <a:close/>
                <a:moveTo>
                  <a:pt x="6921209" y="1442140"/>
                </a:moveTo>
                <a:cubicBezTo>
                  <a:pt x="6912296" y="1445590"/>
                  <a:pt x="6907870" y="1455613"/>
                  <a:pt x="6911319" y="1464545"/>
                </a:cubicBezTo>
                <a:cubicBezTo>
                  <a:pt x="6913983" y="1471386"/>
                  <a:pt x="6920538" y="1475583"/>
                  <a:pt x="6927476" y="1475583"/>
                </a:cubicBezTo>
                <a:cubicBezTo>
                  <a:pt x="6929546" y="1475583"/>
                  <a:pt x="6931672" y="1475219"/>
                  <a:pt x="6933723" y="1474414"/>
                </a:cubicBezTo>
                <a:cubicBezTo>
                  <a:pt x="6942636" y="1470945"/>
                  <a:pt x="6947062" y="1460922"/>
                  <a:pt x="6943612" y="1452010"/>
                </a:cubicBezTo>
                <a:cubicBezTo>
                  <a:pt x="6940144" y="1443098"/>
                  <a:pt x="6930120" y="1438671"/>
                  <a:pt x="6921209" y="1442140"/>
                </a:cubicBezTo>
                <a:close/>
                <a:moveTo>
                  <a:pt x="6033358" y="1788687"/>
                </a:moveTo>
                <a:cubicBezTo>
                  <a:pt x="6024255" y="1791581"/>
                  <a:pt x="6019214" y="1801317"/>
                  <a:pt x="6022127" y="1810440"/>
                </a:cubicBezTo>
                <a:cubicBezTo>
                  <a:pt x="6024465" y="1817799"/>
                  <a:pt x="6031269" y="1822495"/>
                  <a:pt x="6038608" y="1822495"/>
                </a:cubicBezTo>
                <a:cubicBezTo>
                  <a:pt x="6040353" y="1822495"/>
                  <a:pt x="6042116" y="1822245"/>
                  <a:pt x="6043861" y="1821689"/>
                </a:cubicBezTo>
                <a:cubicBezTo>
                  <a:pt x="6052983" y="1818777"/>
                  <a:pt x="6058003" y="1809040"/>
                  <a:pt x="6055110" y="1799937"/>
                </a:cubicBezTo>
                <a:cubicBezTo>
                  <a:pt x="6052216" y="1790834"/>
                  <a:pt x="6042480" y="1785793"/>
                  <a:pt x="6033358" y="1788687"/>
                </a:cubicBezTo>
                <a:close/>
                <a:moveTo>
                  <a:pt x="4624360" y="2338156"/>
                </a:moveTo>
                <a:cubicBezTo>
                  <a:pt x="4621772" y="2339900"/>
                  <a:pt x="4619851" y="2342631"/>
                  <a:pt x="4619209" y="2345937"/>
                </a:cubicBezTo>
                <a:cubicBezTo>
                  <a:pt x="4617926" y="2352569"/>
                  <a:pt x="4622257" y="2358970"/>
                  <a:pt x="4628867" y="2360254"/>
                </a:cubicBezTo>
                <a:cubicBezTo>
                  <a:pt x="4629654" y="2360407"/>
                  <a:pt x="4630440" y="2360484"/>
                  <a:pt x="4631204" y="2360484"/>
                </a:cubicBezTo>
                <a:cubicBezTo>
                  <a:pt x="4636937" y="2360484"/>
                  <a:pt x="4642034" y="2356421"/>
                  <a:pt x="4643165" y="2350594"/>
                </a:cubicBezTo>
                <a:cubicBezTo>
                  <a:pt x="4644451" y="2343983"/>
                  <a:pt x="4640120" y="2337582"/>
                  <a:pt x="4633504" y="2336298"/>
                </a:cubicBezTo>
                <a:cubicBezTo>
                  <a:pt x="4630200" y="2335656"/>
                  <a:pt x="4626947" y="2336412"/>
                  <a:pt x="4624360" y="2338156"/>
                </a:cubicBezTo>
                <a:close/>
                <a:moveTo>
                  <a:pt x="1855819" y="3417584"/>
                </a:moveTo>
                <a:cubicBezTo>
                  <a:pt x="1851929" y="3417949"/>
                  <a:pt x="1849054" y="3421417"/>
                  <a:pt x="1849437" y="3425308"/>
                </a:cubicBezTo>
                <a:cubicBezTo>
                  <a:pt x="1849783" y="3428987"/>
                  <a:pt x="1852868" y="3431729"/>
                  <a:pt x="1856490" y="3431729"/>
                </a:cubicBezTo>
                <a:cubicBezTo>
                  <a:pt x="1856720" y="3431729"/>
                  <a:pt x="1856931" y="3431729"/>
                  <a:pt x="1857160" y="3431690"/>
                </a:cubicBezTo>
                <a:cubicBezTo>
                  <a:pt x="1861051" y="3431326"/>
                  <a:pt x="1863926" y="3427857"/>
                  <a:pt x="1863543" y="3423967"/>
                </a:cubicBezTo>
                <a:cubicBezTo>
                  <a:pt x="1863178" y="3420057"/>
                  <a:pt x="1859709" y="3417201"/>
                  <a:pt x="1855819" y="3417584"/>
                </a:cubicBezTo>
                <a:close/>
                <a:moveTo>
                  <a:pt x="4781457" y="2271168"/>
                </a:moveTo>
                <a:cubicBezTo>
                  <a:pt x="4778558" y="2272917"/>
                  <a:pt x="4776325" y="2275773"/>
                  <a:pt x="4775443" y="2279319"/>
                </a:cubicBezTo>
                <a:cubicBezTo>
                  <a:pt x="4773700" y="2286410"/>
                  <a:pt x="4778031" y="2293578"/>
                  <a:pt x="4785122" y="2295322"/>
                </a:cubicBezTo>
                <a:cubicBezTo>
                  <a:pt x="4786175" y="2295590"/>
                  <a:pt x="4787251" y="2295724"/>
                  <a:pt x="4788303" y="2295724"/>
                </a:cubicBezTo>
                <a:cubicBezTo>
                  <a:pt x="4794247" y="2295724"/>
                  <a:pt x="4799631" y="2291680"/>
                  <a:pt x="4801125" y="2285662"/>
                </a:cubicBezTo>
                <a:cubicBezTo>
                  <a:pt x="4802871" y="2278571"/>
                  <a:pt x="4798537" y="2271403"/>
                  <a:pt x="4791466" y="2269659"/>
                </a:cubicBezTo>
                <a:cubicBezTo>
                  <a:pt x="4787920" y="2268778"/>
                  <a:pt x="4784355" y="2269420"/>
                  <a:pt x="4781457" y="2271168"/>
                </a:cubicBezTo>
                <a:close/>
                <a:moveTo>
                  <a:pt x="1293277" y="3631508"/>
                </a:moveTo>
                <a:cubicBezTo>
                  <a:pt x="1290594" y="3630799"/>
                  <a:pt x="1287833" y="3632428"/>
                  <a:pt x="1287125" y="3635111"/>
                </a:cubicBezTo>
                <a:cubicBezTo>
                  <a:pt x="1286436" y="3637814"/>
                  <a:pt x="1288045" y="3640574"/>
                  <a:pt x="1290747" y="3641263"/>
                </a:cubicBezTo>
                <a:cubicBezTo>
                  <a:pt x="1291169" y="3641378"/>
                  <a:pt x="1291590" y="3641436"/>
                  <a:pt x="1292012" y="3641436"/>
                </a:cubicBezTo>
                <a:cubicBezTo>
                  <a:pt x="1294255" y="3641436"/>
                  <a:pt x="1296305" y="3639922"/>
                  <a:pt x="1296899" y="3637660"/>
                </a:cubicBezTo>
                <a:cubicBezTo>
                  <a:pt x="1297608" y="3634958"/>
                  <a:pt x="1295979" y="3632198"/>
                  <a:pt x="1293277" y="3631508"/>
                </a:cubicBezTo>
                <a:close/>
                <a:moveTo>
                  <a:pt x="2569036" y="3132502"/>
                </a:moveTo>
                <a:cubicBezTo>
                  <a:pt x="2564858" y="3134131"/>
                  <a:pt x="2562789" y="3138845"/>
                  <a:pt x="2564437" y="3143023"/>
                </a:cubicBezTo>
                <a:cubicBezTo>
                  <a:pt x="2565682" y="3146224"/>
                  <a:pt x="2568749" y="3148179"/>
                  <a:pt x="2571987" y="3148179"/>
                </a:cubicBezTo>
                <a:cubicBezTo>
                  <a:pt x="2572965" y="3148179"/>
                  <a:pt x="2573981" y="3148007"/>
                  <a:pt x="2574939" y="3147623"/>
                </a:cubicBezTo>
                <a:cubicBezTo>
                  <a:pt x="2579117" y="3145994"/>
                  <a:pt x="2581168" y="3141280"/>
                  <a:pt x="2579539" y="3137101"/>
                </a:cubicBezTo>
                <a:cubicBezTo>
                  <a:pt x="2577910" y="3132942"/>
                  <a:pt x="2573195" y="3130872"/>
                  <a:pt x="2569036" y="3132502"/>
                </a:cubicBezTo>
                <a:close/>
                <a:moveTo>
                  <a:pt x="5932358" y="1819218"/>
                </a:moveTo>
                <a:cubicBezTo>
                  <a:pt x="5923161" y="1821843"/>
                  <a:pt x="5917831" y="1831406"/>
                  <a:pt x="5920458" y="1840606"/>
                </a:cubicBezTo>
                <a:cubicBezTo>
                  <a:pt x="5922623" y="1848215"/>
                  <a:pt x="5929560" y="1853178"/>
                  <a:pt x="5937094" y="1853178"/>
                </a:cubicBezTo>
                <a:cubicBezTo>
                  <a:pt x="5938663" y="1853178"/>
                  <a:pt x="5940255" y="1852967"/>
                  <a:pt x="5941846" y="1852508"/>
                </a:cubicBezTo>
                <a:cubicBezTo>
                  <a:pt x="5951045" y="1849882"/>
                  <a:pt x="5956370" y="1840319"/>
                  <a:pt x="5953749" y="1831119"/>
                </a:cubicBezTo>
                <a:cubicBezTo>
                  <a:pt x="5951120" y="1821919"/>
                  <a:pt x="5941540" y="1816591"/>
                  <a:pt x="5932358" y="1819218"/>
                </a:cubicBezTo>
                <a:close/>
                <a:moveTo>
                  <a:pt x="1522937" y="3539650"/>
                </a:moveTo>
                <a:cubicBezTo>
                  <a:pt x="1519601" y="3539324"/>
                  <a:pt x="1516631" y="3541757"/>
                  <a:pt x="1516306" y="3545093"/>
                </a:cubicBezTo>
                <a:cubicBezTo>
                  <a:pt x="1515979" y="3548427"/>
                  <a:pt x="1518433" y="3551398"/>
                  <a:pt x="1521767" y="3551723"/>
                </a:cubicBezTo>
                <a:cubicBezTo>
                  <a:pt x="1521959" y="3551742"/>
                  <a:pt x="1522151" y="3551762"/>
                  <a:pt x="1522361" y="3551762"/>
                </a:cubicBezTo>
                <a:cubicBezTo>
                  <a:pt x="1525447" y="3551762"/>
                  <a:pt x="1528091" y="3549424"/>
                  <a:pt x="1528398" y="3546281"/>
                </a:cubicBezTo>
                <a:cubicBezTo>
                  <a:pt x="1528723" y="3542946"/>
                  <a:pt x="1526270" y="3539975"/>
                  <a:pt x="1522937" y="3539650"/>
                </a:cubicBezTo>
                <a:close/>
                <a:moveTo>
                  <a:pt x="2475395" y="3167804"/>
                </a:moveTo>
                <a:cubicBezTo>
                  <a:pt x="2471178" y="3169317"/>
                  <a:pt x="2468994" y="3173975"/>
                  <a:pt x="2470527" y="3178191"/>
                </a:cubicBezTo>
                <a:cubicBezTo>
                  <a:pt x="2471715" y="3181488"/>
                  <a:pt x="2474839" y="3183538"/>
                  <a:pt x="2478154" y="3183538"/>
                </a:cubicBezTo>
                <a:cubicBezTo>
                  <a:pt x="2479075" y="3183538"/>
                  <a:pt x="2479994" y="3183386"/>
                  <a:pt x="2480914" y="3183060"/>
                </a:cubicBezTo>
                <a:cubicBezTo>
                  <a:pt x="2485111" y="3181546"/>
                  <a:pt x="2487297" y="3176889"/>
                  <a:pt x="2485782" y="3172672"/>
                </a:cubicBezTo>
                <a:cubicBezTo>
                  <a:pt x="2484268" y="3168456"/>
                  <a:pt x="2479611" y="3166271"/>
                  <a:pt x="2475395" y="3167804"/>
                </a:cubicBezTo>
                <a:close/>
                <a:moveTo>
                  <a:pt x="2661796" y="3094937"/>
                </a:moveTo>
                <a:cubicBezTo>
                  <a:pt x="2657657" y="3096662"/>
                  <a:pt x="2655721" y="3101415"/>
                  <a:pt x="2657446" y="3105555"/>
                </a:cubicBezTo>
                <a:cubicBezTo>
                  <a:pt x="2658730" y="3108659"/>
                  <a:pt x="2661759" y="3110538"/>
                  <a:pt x="2664921" y="3110538"/>
                </a:cubicBezTo>
                <a:cubicBezTo>
                  <a:pt x="2665975" y="3110538"/>
                  <a:pt x="2667029" y="3110347"/>
                  <a:pt x="2668045" y="3109905"/>
                </a:cubicBezTo>
                <a:cubicBezTo>
                  <a:pt x="2672184" y="3108181"/>
                  <a:pt x="2674140" y="3103427"/>
                  <a:pt x="2672413" y="3099307"/>
                </a:cubicBezTo>
                <a:cubicBezTo>
                  <a:pt x="2670689" y="3095168"/>
                  <a:pt x="2665936" y="3093212"/>
                  <a:pt x="2661796" y="3094937"/>
                </a:cubicBezTo>
                <a:close/>
                <a:moveTo>
                  <a:pt x="3688673" y="2693002"/>
                </a:moveTo>
                <a:cubicBezTo>
                  <a:pt x="3684304" y="2694019"/>
                  <a:pt x="3681602" y="2698388"/>
                  <a:pt x="3682617" y="2702758"/>
                </a:cubicBezTo>
                <a:cubicBezTo>
                  <a:pt x="3683499" y="2706495"/>
                  <a:pt x="3686834" y="2709005"/>
                  <a:pt x="3690515" y="2709005"/>
                </a:cubicBezTo>
                <a:cubicBezTo>
                  <a:pt x="3691127" y="2709005"/>
                  <a:pt x="3691760" y="2708948"/>
                  <a:pt x="3692373" y="2708795"/>
                </a:cubicBezTo>
                <a:cubicBezTo>
                  <a:pt x="3696743" y="2707779"/>
                  <a:pt x="3699445" y="2703410"/>
                  <a:pt x="3698429" y="2699040"/>
                </a:cubicBezTo>
                <a:cubicBezTo>
                  <a:pt x="3697414" y="2694689"/>
                  <a:pt x="3693043" y="2691968"/>
                  <a:pt x="3688673" y="2693002"/>
                </a:cubicBezTo>
                <a:close/>
                <a:moveTo>
                  <a:pt x="2753904" y="3055591"/>
                </a:moveTo>
                <a:cubicBezTo>
                  <a:pt x="2749784" y="3057373"/>
                  <a:pt x="2747907" y="3062164"/>
                  <a:pt x="2749708" y="3066266"/>
                </a:cubicBezTo>
                <a:cubicBezTo>
                  <a:pt x="2751030" y="3069313"/>
                  <a:pt x="2754020" y="3071153"/>
                  <a:pt x="2757144" y="3071153"/>
                </a:cubicBezTo>
                <a:cubicBezTo>
                  <a:pt x="2758217" y="3071153"/>
                  <a:pt x="2759329" y="3070923"/>
                  <a:pt x="2760383" y="3070464"/>
                </a:cubicBezTo>
                <a:cubicBezTo>
                  <a:pt x="2764484" y="3068681"/>
                  <a:pt x="2766363" y="3063889"/>
                  <a:pt x="2764580" y="3059789"/>
                </a:cubicBezTo>
                <a:cubicBezTo>
                  <a:pt x="2762778" y="3055667"/>
                  <a:pt x="2758006" y="3053809"/>
                  <a:pt x="2753904" y="3055591"/>
                </a:cubicBezTo>
                <a:close/>
                <a:moveTo>
                  <a:pt x="2380794" y="3200308"/>
                </a:moveTo>
                <a:cubicBezTo>
                  <a:pt x="2376520" y="3201707"/>
                  <a:pt x="2374202" y="3206268"/>
                  <a:pt x="2375581" y="3210543"/>
                </a:cubicBezTo>
                <a:cubicBezTo>
                  <a:pt x="2376713" y="3213954"/>
                  <a:pt x="2379894" y="3216140"/>
                  <a:pt x="2383305" y="3216139"/>
                </a:cubicBezTo>
                <a:cubicBezTo>
                  <a:pt x="2384129" y="3216139"/>
                  <a:pt x="2384973" y="3216005"/>
                  <a:pt x="2385816" y="3215737"/>
                </a:cubicBezTo>
                <a:cubicBezTo>
                  <a:pt x="2390070" y="3214356"/>
                  <a:pt x="2392409" y="3209776"/>
                  <a:pt x="2391028" y="3205502"/>
                </a:cubicBezTo>
                <a:cubicBezTo>
                  <a:pt x="2389629" y="3201247"/>
                  <a:pt x="2385049" y="3198928"/>
                  <a:pt x="2380794" y="3200308"/>
                </a:cubicBezTo>
                <a:close/>
                <a:moveTo>
                  <a:pt x="4937241" y="2201063"/>
                </a:moveTo>
                <a:cubicBezTo>
                  <a:pt x="4934119" y="2202946"/>
                  <a:pt x="4931719" y="2206022"/>
                  <a:pt x="4930780" y="2209845"/>
                </a:cubicBezTo>
                <a:cubicBezTo>
                  <a:pt x="4928882" y="2217472"/>
                  <a:pt x="4933540" y="2225196"/>
                  <a:pt x="4941168" y="2227094"/>
                </a:cubicBezTo>
                <a:cubicBezTo>
                  <a:pt x="4942317" y="2227381"/>
                  <a:pt x="4943467" y="2227515"/>
                  <a:pt x="4944616" y="2227515"/>
                </a:cubicBezTo>
                <a:cubicBezTo>
                  <a:pt x="4950999" y="2227515"/>
                  <a:pt x="4956826" y="2223184"/>
                  <a:pt x="4958416" y="2216687"/>
                </a:cubicBezTo>
                <a:cubicBezTo>
                  <a:pt x="4960312" y="2209059"/>
                  <a:pt x="4955655" y="2201336"/>
                  <a:pt x="4948029" y="2199438"/>
                </a:cubicBezTo>
                <a:cubicBezTo>
                  <a:pt x="4944206" y="2198489"/>
                  <a:pt x="4940363" y="2199179"/>
                  <a:pt x="4937241" y="2201063"/>
                </a:cubicBezTo>
                <a:close/>
                <a:moveTo>
                  <a:pt x="2845553" y="3015095"/>
                </a:moveTo>
                <a:cubicBezTo>
                  <a:pt x="2841453" y="3016916"/>
                  <a:pt x="2839631" y="3021727"/>
                  <a:pt x="2841453" y="3025808"/>
                </a:cubicBezTo>
                <a:cubicBezTo>
                  <a:pt x="2842794" y="3028836"/>
                  <a:pt x="2845764" y="3030618"/>
                  <a:pt x="2848869" y="3030618"/>
                </a:cubicBezTo>
                <a:cubicBezTo>
                  <a:pt x="2849962" y="3030618"/>
                  <a:pt x="2851092" y="3030388"/>
                  <a:pt x="2852166" y="3029910"/>
                </a:cubicBezTo>
                <a:cubicBezTo>
                  <a:pt x="2856267" y="3028089"/>
                  <a:pt x="2858088" y="3023278"/>
                  <a:pt x="2856267" y="3019196"/>
                </a:cubicBezTo>
                <a:cubicBezTo>
                  <a:pt x="2854447" y="3015095"/>
                  <a:pt x="2849636" y="3013255"/>
                  <a:pt x="2845553" y="3015095"/>
                </a:cubicBezTo>
                <a:close/>
                <a:moveTo>
                  <a:pt x="635503" y="3877725"/>
                </a:moveTo>
                <a:cubicBezTo>
                  <a:pt x="635177" y="3878127"/>
                  <a:pt x="635235" y="3878740"/>
                  <a:pt x="635657" y="3879066"/>
                </a:cubicBezTo>
                <a:cubicBezTo>
                  <a:pt x="635829" y="3879220"/>
                  <a:pt x="636040" y="3879277"/>
                  <a:pt x="636251" y="3879277"/>
                </a:cubicBezTo>
                <a:cubicBezTo>
                  <a:pt x="636538" y="3879277"/>
                  <a:pt x="636807" y="3879162"/>
                  <a:pt x="636998" y="3878912"/>
                </a:cubicBezTo>
                <a:cubicBezTo>
                  <a:pt x="637324" y="3878510"/>
                  <a:pt x="637266" y="3877897"/>
                  <a:pt x="636845" y="3877571"/>
                </a:cubicBezTo>
                <a:cubicBezTo>
                  <a:pt x="636442" y="3877245"/>
                  <a:pt x="635829" y="3877303"/>
                  <a:pt x="635503" y="3877725"/>
                </a:cubicBezTo>
                <a:close/>
                <a:moveTo>
                  <a:pt x="8460674" y="822286"/>
                </a:moveTo>
                <a:cubicBezTo>
                  <a:pt x="8455698" y="824576"/>
                  <a:pt x="8451597" y="828764"/>
                  <a:pt x="8449546" y="834313"/>
                </a:cubicBezTo>
                <a:cubicBezTo>
                  <a:pt x="8445446" y="845390"/>
                  <a:pt x="8451119" y="857695"/>
                  <a:pt x="8462215" y="861795"/>
                </a:cubicBezTo>
                <a:cubicBezTo>
                  <a:pt x="8464649" y="862696"/>
                  <a:pt x="8467160" y="863137"/>
                  <a:pt x="8469633" y="863137"/>
                </a:cubicBezTo>
                <a:cubicBezTo>
                  <a:pt x="8478333" y="863137"/>
                  <a:pt x="8486498" y="857790"/>
                  <a:pt x="8489698" y="849147"/>
                </a:cubicBezTo>
                <a:cubicBezTo>
                  <a:pt x="8493800" y="838069"/>
                  <a:pt x="8488127" y="825745"/>
                  <a:pt x="8477049" y="821645"/>
                </a:cubicBezTo>
                <a:cubicBezTo>
                  <a:pt x="8471500" y="819603"/>
                  <a:pt x="8465650" y="819996"/>
                  <a:pt x="8460674" y="822286"/>
                </a:cubicBezTo>
                <a:close/>
                <a:moveTo>
                  <a:pt x="4210048" y="2479347"/>
                </a:moveTo>
                <a:cubicBezTo>
                  <a:pt x="4204432" y="2479481"/>
                  <a:pt x="4199986" y="2484119"/>
                  <a:pt x="4200120" y="2489735"/>
                </a:cubicBezTo>
                <a:cubicBezTo>
                  <a:pt x="4200236" y="2495254"/>
                  <a:pt x="4204758" y="2499663"/>
                  <a:pt x="4210279" y="2499663"/>
                </a:cubicBezTo>
                <a:lnTo>
                  <a:pt x="4210507" y="2499663"/>
                </a:lnTo>
                <a:cubicBezTo>
                  <a:pt x="4216105" y="2499528"/>
                  <a:pt x="4220550" y="2494890"/>
                  <a:pt x="4220436" y="2489275"/>
                </a:cubicBezTo>
                <a:cubicBezTo>
                  <a:pt x="4220304" y="2483660"/>
                  <a:pt x="4215662" y="2479213"/>
                  <a:pt x="4210048" y="2479347"/>
                </a:cubicBezTo>
                <a:close/>
                <a:moveTo>
                  <a:pt x="5352906" y="2032908"/>
                </a:moveTo>
                <a:cubicBezTo>
                  <a:pt x="5349835" y="2035728"/>
                  <a:pt x="5347837" y="2039714"/>
                  <a:pt x="5347646" y="2044199"/>
                </a:cubicBezTo>
                <a:cubicBezTo>
                  <a:pt x="5347261" y="2053187"/>
                  <a:pt x="5354237" y="2060796"/>
                  <a:pt x="5363227" y="2061179"/>
                </a:cubicBezTo>
                <a:lnTo>
                  <a:pt x="5363227" y="2061198"/>
                </a:lnTo>
                <a:cubicBezTo>
                  <a:pt x="5363456" y="2061198"/>
                  <a:pt x="5363706" y="2061198"/>
                  <a:pt x="5363936" y="2061198"/>
                </a:cubicBezTo>
                <a:cubicBezTo>
                  <a:pt x="5372597" y="2061198"/>
                  <a:pt x="5379822" y="2054356"/>
                  <a:pt x="5380189" y="2045598"/>
                </a:cubicBezTo>
                <a:cubicBezTo>
                  <a:pt x="5380571" y="2036609"/>
                  <a:pt x="5373594" y="2029020"/>
                  <a:pt x="5364605" y="2028617"/>
                </a:cubicBezTo>
                <a:cubicBezTo>
                  <a:pt x="5360121" y="2028435"/>
                  <a:pt x="5355977" y="2030088"/>
                  <a:pt x="5352906" y="2032908"/>
                </a:cubicBezTo>
                <a:close/>
                <a:moveTo>
                  <a:pt x="5830494" y="1846355"/>
                </a:moveTo>
                <a:cubicBezTo>
                  <a:pt x="5821200" y="1848636"/>
                  <a:pt x="5815525" y="1858027"/>
                  <a:pt x="5817828" y="1867303"/>
                </a:cubicBezTo>
                <a:cubicBezTo>
                  <a:pt x="5819763" y="1875199"/>
                  <a:pt x="5826834" y="1880489"/>
                  <a:pt x="5834617" y="1880489"/>
                </a:cubicBezTo>
                <a:cubicBezTo>
                  <a:pt x="5835998" y="1880489"/>
                  <a:pt x="5837375" y="1880317"/>
                  <a:pt x="5838776" y="1879971"/>
                </a:cubicBezTo>
                <a:cubicBezTo>
                  <a:pt x="5848049" y="1877671"/>
                  <a:pt x="5853721" y="1868299"/>
                  <a:pt x="5851441" y="1859023"/>
                </a:cubicBezTo>
                <a:cubicBezTo>
                  <a:pt x="5849145" y="1849728"/>
                  <a:pt x="5839772" y="1844056"/>
                  <a:pt x="5830494" y="1846355"/>
                </a:cubicBezTo>
                <a:close/>
                <a:moveTo>
                  <a:pt x="7700394" y="1115754"/>
                </a:moveTo>
                <a:cubicBezTo>
                  <a:pt x="7690274" y="1116023"/>
                  <a:pt x="7682282" y="1124437"/>
                  <a:pt x="7682551" y="1134556"/>
                </a:cubicBezTo>
                <a:cubicBezTo>
                  <a:pt x="7682820" y="1144522"/>
                  <a:pt x="7690965" y="1152417"/>
                  <a:pt x="7700853" y="1152417"/>
                </a:cubicBezTo>
                <a:cubicBezTo>
                  <a:pt x="7701026" y="1152418"/>
                  <a:pt x="7701179" y="1152418"/>
                  <a:pt x="7701352" y="1152418"/>
                </a:cubicBezTo>
                <a:cubicBezTo>
                  <a:pt x="7711472" y="1152130"/>
                  <a:pt x="7719483" y="1143717"/>
                  <a:pt x="7719196" y="1133598"/>
                </a:cubicBezTo>
                <a:cubicBezTo>
                  <a:pt x="7718927" y="1123478"/>
                  <a:pt x="7710513" y="1115486"/>
                  <a:pt x="7700394" y="1115754"/>
                </a:cubicBezTo>
                <a:close/>
                <a:moveTo>
                  <a:pt x="2285140" y="3229401"/>
                </a:moveTo>
                <a:cubicBezTo>
                  <a:pt x="2280829" y="3230609"/>
                  <a:pt x="2278317" y="3235094"/>
                  <a:pt x="2279525" y="3239405"/>
                </a:cubicBezTo>
                <a:cubicBezTo>
                  <a:pt x="2280541" y="3242990"/>
                  <a:pt x="2283780" y="3245308"/>
                  <a:pt x="2287326" y="3245308"/>
                </a:cubicBezTo>
                <a:cubicBezTo>
                  <a:pt x="2288053" y="3245308"/>
                  <a:pt x="2288801" y="3245213"/>
                  <a:pt x="2289548" y="3245002"/>
                </a:cubicBezTo>
                <a:lnTo>
                  <a:pt x="2289529" y="3245002"/>
                </a:lnTo>
                <a:cubicBezTo>
                  <a:pt x="2293861" y="3243794"/>
                  <a:pt x="2296371" y="3239309"/>
                  <a:pt x="2295145" y="3234998"/>
                </a:cubicBezTo>
                <a:cubicBezTo>
                  <a:pt x="2293938" y="3230685"/>
                  <a:pt x="2289453" y="3228175"/>
                  <a:pt x="2285140" y="3229401"/>
                </a:cubicBezTo>
                <a:close/>
                <a:moveTo>
                  <a:pt x="2937010" y="2974043"/>
                </a:moveTo>
                <a:cubicBezTo>
                  <a:pt x="2932929" y="2975882"/>
                  <a:pt x="2931107" y="2980693"/>
                  <a:pt x="2932948" y="2984775"/>
                </a:cubicBezTo>
                <a:cubicBezTo>
                  <a:pt x="2934289" y="2987784"/>
                  <a:pt x="2937259" y="2989567"/>
                  <a:pt x="2940364" y="2989566"/>
                </a:cubicBezTo>
                <a:cubicBezTo>
                  <a:pt x="2941457" y="2989566"/>
                  <a:pt x="2942587" y="2989336"/>
                  <a:pt x="2943680" y="2988838"/>
                </a:cubicBezTo>
                <a:cubicBezTo>
                  <a:pt x="2947743" y="2987017"/>
                  <a:pt x="2949583" y="2982207"/>
                  <a:pt x="2947743" y="2978125"/>
                </a:cubicBezTo>
                <a:cubicBezTo>
                  <a:pt x="2945903" y="2974043"/>
                  <a:pt x="2941112" y="2972203"/>
                  <a:pt x="2937010" y="2974043"/>
                </a:cubicBezTo>
                <a:close/>
                <a:moveTo>
                  <a:pt x="3591200" y="2718051"/>
                </a:moveTo>
                <a:cubicBezTo>
                  <a:pt x="3586887" y="2719240"/>
                  <a:pt x="3584358" y="2723724"/>
                  <a:pt x="3585565" y="2728037"/>
                </a:cubicBezTo>
                <a:cubicBezTo>
                  <a:pt x="3586561" y="2731621"/>
                  <a:pt x="3589820" y="2733978"/>
                  <a:pt x="3593384" y="2733978"/>
                </a:cubicBezTo>
                <a:cubicBezTo>
                  <a:pt x="3594094" y="2733978"/>
                  <a:pt x="3594840" y="2733882"/>
                  <a:pt x="3595569" y="2733672"/>
                </a:cubicBezTo>
                <a:cubicBezTo>
                  <a:pt x="3599881" y="2732464"/>
                  <a:pt x="3602391" y="2727998"/>
                  <a:pt x="3601184" y="2723667"/>
                </a:cubicBezTo>
                <a:cubicBezTo>
                  <a:pt x="3599996" y="2719355"/>
                  <a:pt x="3595511" y="2716844"/>
                  <a:pt x="3591200" y="2718051"/>
                </a:cubicBezTo>
                <a:close/>
                <a:moveTo>
                  <a:pt x="3947731" y="2575825"/>
                </a:moveTo>
                <a:cubicBezTo>
                  <a:pt x="3942729" y="2576477"/>
                  <a:pt x="3939202" y="2581076"/>
                  <a:pt x="3939875" y="2586078"/>
                </a:cubicBezTo>
                <a:cubicBezTo>
                  <a:pt x="3940488" y="2590678"/>
                  <a:pt x="3944396" y="2594013"/>
                  <a:pt x="3948920" y="2594013"/>
                </a:cubicBezTo>
                <a:cubicBezTo>
                  <a:pt x="3949322" y="2594013"/>
                  <a:pt x="3949725" y="2593994"/>
                  <a:pt x="3950129" y="2593936"/>
                </a:cubicBezTo>
                <a:cubicBezTo>
                  <a:pt x="3955128" y="2593266"/>
                  <a:pt x="3958636" y="2588666"/>
                  <a:pt x="3957985" y="2583664"/>
                </a:cubicBezTo>
                <a:cubicBezTo>
                  <a:pt x="3957315" y="2578661"/>
                  <a:pt x="3952734" y="2575154"/>
                  <a:pt x="3947731" y="2575825"/>
                </a:cubicBezTo>
                <a:close/>
                <a:moveTo>
                  <a:pt x="3028544" y="2933029"/>
                </a:moveTo>
                <a:cubicBezTo>
                  <a:pt x="3024462" y="2934849"/>
                  <a:pt x="3022622" y="2939641"/>
                  <a:pt x="3024443" y="2943742"/>
                </a:cubicBezTo>
                <a:cubicBezTo>
                  <a:pt x="3025784" y="2946752"/>
                  <a:pt x="3028755" y="2948553"/>
                  <a:pt x="3031860" y="2948553"/>
                </a:cubicBezTo>
                <a:cubicBezTo>
                  <a:pt x="3032952" y="2948553"/>
                  <a:pt x="3034083" y="2948323"/>
                  <a:pt x="3035156" y="2947843"/>
                </a:cubicBezTo>
                <a:cubicBezTo>
                  <a:pt x="3039238" y="2946023"/>
                  <a:pt x="3041079" y="2941231"/>
                  <a:pt x="3039257" y="2937131"/>
                </a:cubicBezTo>
                <a:cubicBezTo>
                  <a:pt x="3037437" y="2933029"/>
                  <a:pt x="3032645" y="2931189"/>
                  <a:pt x="3028544" y="2933029"/>
                </a:cubicBezTo>
                <a:close/>
                <a:moveTo>
                  <a:pt x="1067701" y="3696555"/>
                </a:moveTo>
                <a:cubicBezTo>
                  <a:pt x="1066800" y="3698587"/>
                  <a:pt x="1067701" y="3700964"/>
                  <a:pt x="1069714" y="3701883"/>
                </a:cubicBezTo>
                <a:cubicBezTo>
                  <a:pt x="1070250" y="3702133"/>
                  <a:pt x="1070825" y="3702248"/>
                  <a:pt x="1071362" y="3702248"/>
                </a:cubicBezTo>
                <a:cubicBezTo>
                  <a:pt x="1072914" y="3702248"/>
                  <a:pt x="1074370" y="3701347"/>
                  <a:pt x="1075041" y="3699871"/>
                </a:cubicBezTo>
                <a:cubicBezTo>
                  <a:pt x="1075962" y="3697839"/>
                  <a:pt x="1075061" y="3695463"/>
                  <a:pt x="1073029" y="3694543"/>
                </a:cubicBezTo>
                <a:cubicBezTo>
                  <a:pt x="1070998" y="3693643"/>
                  <a:pt x="1068621" y="3694543"/>
                  <a:pt x="1067701" y="3696555"/>
                </a:cubicBezTo>
                <a:close/>
                <a:moveTo>
                  <a:pt x="3494855" y="2747087"/>
                </a:moveTo>
                <a:cubicBezTo>
                  <a:pt x="3490601" y="2748467"/>
                  <a:pt x="3488262" y="2753028"/>
                  <a:pt x="3489642" y="2757302"/>
                </a:cubicBezTo>
                <a:cubicBezTo>
                  <a:pt x="3490735" y="2760733"/>
                  <a:pt x="3493916" y="2762918"/>
                  <a:pt x="3497347" y="2762918"/>
                </a:cubicBezTo>
                <a:cubicBezTo>
                  <a:pt x="3498171" y="2762918"/>
                  <a:pt x="3499014" y="2762784"/>
                  <a:pt x="3499839" y="2762515"/>
                </a:cubicBezTo>
                <a:cubicBezTo>
                  <a:pt x="3504113" y="2761135"/>
                  <a:pt x="3506451" y="2756574"/>
                  <a:pt x="3505071" y="2752300"/>
                </a:cubicBezTo>
                <a:cubicBezTo>
                  <a:pt x="3503690" y="2748045"/>
                  <a:pt x="3499110" y="2745707"/>
                  <a:pt x="3494855" y="2747087"/>
                </a:cubicBezTo>
                <a:close/>
                <a:moveTo>
                  <a:pt x="3120384" y="2892571"/>
                </a:moveTo>
                <a:cubicBezTo>
                  <a:pt x="3116283" y="2894353"/>
                  <a:pt x="3114386" y="2899125"/>
                  <a:pt x="3116168" y="2903246"/>
                </a:cubicBezTo>
                <a:cubicBezTo>
                  <a:pt x="3117509" y="2906293"/>
                  <a:pt x="3120480" y="2908133"/>
                  <a:pt x="3123624" y="2908133"/>
                </a:cubicBezTo>
                <a:cubicBezTo>
                  <a:pt x="3124696" y="2908133"/>
                  <a:pt x="3125789" y="2907903"/>
                  <a:pt x="3126842" y="2907443"/>
                </a:cubicBezTo>
                <a:cubicBezTo>
                  <a:pt x="3130963" y="2905661"/>
                  <a:pt x="3132841" y="2900889"/>
                  <a:pt x="3131059" y="2896787"/>
                </a:cubicBezTo>
                <a:cubicBezTo>
                  <a:pt x="3129277" y="2892667"/>
                  <a:pt x="3124485" y="2890770"/>
                  <a:pt x="3120384" y="2892571"/>
                </a:cubicBezTo>
                <a:close/>
                <a:moveTo>
                  <a:pt x="1756830" y="3423813"/>
                </a:moveTo>
                <a:cubicBezTo>
                  <a:pt x="1752919" y="3423928"/>
                  <a:pt x="1749835" y="3427205"/>
                  <a:pt x="1749950" y="3431116"/>
                </a:cubicBezTo>
                <a:cubicBezTo>
                  <a:pt x="1750084" y="3434968"/>
                  <a:pt x="1753227" y="3437996"/>
                  <a:pt x="1757040" y="3437996"/>
                </a:cubicBezTo>
                <a:lnTo>
                  <a:pt x="1757251" y="3437996"/>
                </a:lnTo>
                <a:cubicBezTo>
                  <a:pt x="1761181" y="3437881"/>
                  <a:pt x="1764247" y="3434604"/>
                  <a:pt x="1764132" y="3430694"/>
                </a:cubicBezTo>
                <a:cubicBezTo>
                  <a:pt x="1764017" y="3426784"/>
                  <a:pt x="1760740" y="3423698"/>
                  <a:pt x="1756830" y="3423813"/>
                </a:cubicBezTo>
                <a:close/>
                <a:moveTo>
                  <a:pt x="5092893" y="2120934"/>
                </a:moveTo>
                <a:cubicBezTo>
                  <a:pt x="5089656" y="2123126"/>
                  <a:pt x="5087256" y="2126552"/>
                  <a:pt x="5086462" y="2130692"/>
                </a:cubicBezTo>
                <a:cubicBezTo>
                  <a:pt x="5084870" y="2138971"/>
                  <a:pt x="5090292" y="2146982"/>
                  <a:pt x="5098573" y="2148573"/>
                </a:cubicBezTo>
                <a:cubicBezTo>
                  <a:pt x="5099549" y="2148764"/>
                  <a:pt x="5100508" y="2148860"/>
                  <a:pt x="5101465" y="2148860"/>
                </a:cubicBezTo>
                <a:cubicBezTo>
                  <a:pt x="5108653" y="2148860"/>
                  <a:pt x="5115034" y="2143782"/>
                  <a:pt x="5116452" y="2136479"/>
                </a:cubicBezTo>
                <a:cubicBezTo>
                  <a:pt x="5118044" y="2128181"/>
                  <a:pt x="5112620" y="2120189"/>
                  <a:pt x="5104341" y="2118579"/>
                </a:cubicBezTo>
                <a:cubicBezTo>
                  <a:pt x="5100202" y="2117784"/>
                  <a:pt x="5096129" y="2118742"/>
                  <a:pt x="5092893" y="2120934"/>
                </a:cubicBezTo>
                <a:close/>
                <a:moveTo>
                  <a:pt x="2188375" y="3254450"/>
                </a:moveTo>
                <a:cubicBezTo>
                  <a:pt x="2184025" y="3255466"/>
                  <a:pt x="2181303" y="3259836"/>
                  <a:pt x="2182338" y="3264186"/>
                </a:cubicBezTo>
                <a:cubicBezTo>
                  <a:pt x="2183219" y="3267924"/>
                  <a:pt x="2186554" y="3270453"/>
                  <a:pt x="2190233" y="3270453"/>
                </a:cubicBezTo>
                <a:cubicBezTo>
                  <a:pt x="2190847" y="3270453"/>
                  <a:pt x="2191461" y="3270377"/>
                  <a:pt x="2192093" y="3270242"/>
                </a:cubicBezTo>
                <a:cubicBezTo>
                  <a:pt x="2196463" y="3269208"/>
                  <a:pt x="2199164" y="3264838"/>
                  <a:pt x="2198130" y="3260488"/>
                </a:cubicBezTo>
                <a:cubicBezTo>
                  <a:pt x="2197114" y="3256118"/>
                  <a:pt x="2192745" y="3253415"/>
                  <a:pt x="2188375" y="3254450"/>
                </a:cubicBezTo>
                <a:close/>
                <a:moveTo>
                  <a:pt x="3212742" y="2853205"/>
                </a:moveTo>
                <a:cubicBezTo>
                  <a:pt x="3208602" y="2854930"/>
                  <a:pt x="3206648" y="2859683"/>
                  <a:pt x="3208373" y="2863823"/>
                </a:cubicBezTo>
                <a:cubicBezTo>
                  <a:pt x="3209675" y="2866927"/>
                  <a:pt x="3212684" y="2868806"/>
                  <a:pt x="3215866" y="2868806"/>
                </a:cubicBezTo>
                <a:cubicBezTo>
                  <a:pt x="3216901" y="2868806"/>
                  <a:pt x="3217974" y="2868614"/>
                  <a:pt x="3218989" y="2868193"/>
                </a:cubicBezTo>
                <a:cubicBezTo>
                  <a:pt x="3223110" y="2866468"/>
                  <a:pt x="3225085" y="2861715"/>
                  <a:pt x="3223341" y="2857575"/>
                </a:cubicBezTo>
                <a:cubicBezTo>
                  <a:pt x="3221634" y="2853436"/>
                  <a:pt x="3216881" y="2851480"/>
                  <a:pt x="3212742" y="2853205"/>
                </a:cubicBezTo>
                <a:close/>
                <a:moveTo>
                  <a:pt x="3399757" y="2779860"/>
                </a:moveTo>
                <a:cubicBezTo>
                  <a:pt x="3395560" y="2781393"/>
                  <a:pt x="3393375" y="2786050"/>
                  <a:pt x="3394908" y="2790267"/>
                </a:cubicBezTo>
                <a:cubicBezTo>
                  <a:pt x="3396116" y="2793563"/>
                  <a:pt x="3399220" y="2795594"/>
                  <a:pt x="3402536" y="2795594"/>
                </a:cubicBezTo>
                <a:cubicBezTo>
                  <a:pt x="3403455" y="2795594"/>
                  <a:pt x="3404396" y="2795441"/>
                  <a:pt x="3405315" y="2795116"/>
                </a:cubicBezTo>
                <a:cubicBezTo>
                  <a:pt x="3409531" y="2793582"/>
                  <a:pt x="3411697" y="2788925"/>
                  <a:pt x="3410165" y="2784708"/>
                </a:cubicBezTo>
                <a:cubicBezTo>
                  <a:pt x="3408631" y="2780492"/>
                  <a:pt x="3403974" y="2778326"/>
                  <a:pt x="3399757" y="2779860"/>
                </a:cubicBezTo>
                <a:close/>
                <a:moveTo>
                  <a:pt x="3305808" y="2815469"/>
                </a:moveTo>
                <a:cubicBezTo>
                  <a:pt x="3301650" y="2817117"/>
                  <a:pt x="3299599" y="2821832"/>
                  <a:pt x="3301228" y="2825990"/>
                </a:cubicBezTo>
                <a:cubicBezTo>
                  <a:pt x="3302493" y="2829191"/>
                  <a:pt x="3305540" y="2831127"/>
                  <a:pt x="3308779" y="2831127"/>
                </a:cubicBezTo>
                <a:cubicBezTo>
                  <a:pt x="3309776" y="2831127"/>
                  <a:pt x="3310772" y="2830955"/>
                  <a:pt x="3311750" y="2830571"/>
                </a:cubicBezTo>
                <a:cubicBezTo>
                  <a:pt x="3315928" y="2828923"/>
                  <a:pt x="3317978" y="2824228"/>
                  <a:pt x="3316331" y="2820050"/>
                </a:cubicBezTo>
                <a:cubicBezTo>
                  <a:pt x="3314701" y="2815891"/>
                  <a:pt x="3309987" y="2813840"/>
                  <a:pt x="3305808" y="2815469"/>
                </a:cubicBezTo>
                <a:close/>
                <a:moveTo>
                  <a:pt x="5727749" y="1869411"/>
                </a:moveTo>
                <a:cubicBezTo>
                  <a:pt x="5718378" y="1871308"/>
                  <a:pt x="5712301" y="1880432"/>
                  <a:pt x="5714180" y="1889803"/>
                </a:cubicBezTo>
                <a:cubicBezTo>
                  <a:pt x="5715847" y="1898026"/>
                  <a:pt x="5723072" y="1903717"/>
                  <a:pt x="5731142" y="1903717"/>
                </a:cubicBezTo>
                <a:cubicBezTo>
                  <a:pt x="5732275" y="1903717"/>
                  <a:pt x="5733424" y="1903602"/>
                  <a:pt x="5734570" y="1903372"/>
                </a:cubicBezTo>
                <a:cubicBezTo>
                  <a:pt x="5743944" y="1901475"/>
                  <a:pt x="5750021" y="1892352"/>
                  <a:pt x="5748122" y="1882981"/>
                </a:cubicBezTo>
                <a:cubicBezTo>
                  <a:pt x="5746245" y="1873608"/>
                  <a:pt x="5737123" y="1867534"/>
                  <a:pt x="5727749" y="1869411"/>
                </a:cubicBezTo>
                <a:close/>
                <a:moveTo>
                  <a:pt x="4362810" y="2401213"/>
                </a:moveTo>
                <a:cubicBezTo>
                  <a:pt x="4360717" y="2403160"/>
                  <a:pt x="4359365" y="2405906"/>
                  <a:pt x="4359251" y="2408991"/>
                </a:cubicBezTo>
                <a:cubicBezTo>
                  <a:pt x="4359039" y="2415162"/>
                  <a:pt x="4363851" y="2420338"/>
                  <a:pt x="4370021" y="2420568"/>
                </a:cubicBezTo>
                <a:lnTo>
                  <a:pt x="4370424" y="2420568"/>
                </a:lnTo>
                <a:cubicBezTo>
                  <a:pt x="4376421" y="2420568"/>
                  <a:pt x="4381387" y="2415833"/>
                  <a:pt x="4381597" y="2409797"/>
                </a:cubicBezTo>
                <a:cubicBezTo>
                  <a:pt x="4381827" y="2403626"/>
                  <a:pt x="4376996" y="2398451"/>
                  <a:pt x="4370824" y="2398220"/>
                </a:cubicBezTo>
                <a:cubicBezTo>
                  <a:pt x="4367740" y="2398115"/>
                  <a:pt x="4364904" y="2399265"/>
                  <a:pt x="4362810" y="2401213"/>
                </a:cubicBezTo>
                <a:close/>
                <a:moveTo>
                  <a:pt x="746700" y="3807120"/>
                </a:moveTo>
                <a:cubicBezTo>
                  <a:pt x="746068" y="3808001"/>
                  <a:pt x="746280" y="3809247"/>
                  <a:pt x="747161" y="3809880"/>
                </a:cubicBezTo>
                <a:cubicBezTo>
                  <a:pt x="747526" y="3810129"/>
                  <a:pt x="747927" y="3810244"/>
                  <a:pt x="748310" y="3810244"/>
                </a:cubicBezTo>
                <a:cubicBezTo>
                  <a:pt x="748924" y="3810244"/>
                  <a:pt x="749539" y="3809956"/>
                  <a:pt x="749921" y="3809419"/>
                </a:cubicBezTo>
                <a:cubicBezTo>
                  <a:pt x="750553" y="3808538"/>
                  <a:pt x="750361" y="3807293"/>
                  <a:pt x="749479" y="3806660"/>
                </a:cubicBezTo>
                <a:cubicBezTo>
                  <a:pt x="748580" y="3806028"/>
                  <a:pt x="747334" y="3806219"/>
                  <a:pt x="746700" y="3807120"/>
                </a:cubicBezTo>
                <a:close/>
                <a:moveTo>
                  <a:pt x="8212170" y="891343"/>
                </a:moveTo>
                <a:cubicBezTo>
                  <a:pt x="8207633" y="893921"/>
                  <a:pt x="8204078" y="898228"/>
                  <a:pt x="8202583" y="903652"/>
                </a:cubicBezTo>
                <a:cubicBezTo>
                  <a:pt x="8199593" y="914499"/>
                  <a:pt x="8205957" y="925711"/>
                  <a:pt x="8216823" y="928701"/>
                </a:cubicBezTo>
                <a:cubicBezTo>
                  <a:pt x="8218624" y="929218"/>
                  <a:pt x="8220464" y="929448"/>
                  <a:pt x="8222247" y="929448"/>
                </a:cubicBezTo>
                <a:cubicBezTo>
                  <a:pt x="8231177" y="929448"/>
                  <a:pt x="8239381" y="923527"/>
                  <a:pt x="8241871" y="914481"/>
                </a:cubicBezTo>
                <a:cubicBezTo>
                  <a:pt x="8244861" y="903633"/>
                  <a:pt x="8238499" y="892402"/>
                  <a:pt x="8227651" y="889413"/>
                </a:cubicBezTo>
                <a:cubicBezTo>
                  <a:pt x="8222227" y="887918"/>
                  <a:pt x="8216707" y="888766"/>
                  <a:pt x="8212170" y="891343"/>
                </a:cubicBezTo>
                <a:close/>
                <a:moveTo>
                  <a:pt x="4098717" y="2495600"/>
                </a:moveTo>
                <a:lnTo>
                  <a:pt x="4098717" y="2495619"/>
                </a:lnTo>
                <a:lnTo>
                  <a:pt x="4098725" y="2495608"/>
                </a:lnTo>
                <a:close/>
                <a:moveTo>
                  <a:pt x="3847554" y="2591579"/>
                </a:moveTo>
                <a:cubicBezTo>
                  <a:pt x="3842610" y="2592460"/>
                  <a:pt x="3839314" y="2597232"/>
                  <a:pt x="3840213" y="2602177"/>
                </a:cubicBezTo>
                <a:cubicBezTo>
                  <a:pt x="3840999" y="2606605"/>
                  <a:pt x="3844853" y="2609690"/>
                  <a:pt x="3849184" y="2609690"/>
                </a:cubicBezTo>
                <a:cubicBezTo>
                  <a:pt x="3849720" y="2609691"/>
                  <a:pt x="3850277" y="2609652"/>
                  <a:pt x="3850834" y="2609556"/>
                </a:cubicBezTo>
                <a:cubicBezTo>
                  <a:pt x="3855795" y="2608655"/>
                  <a:pt x="3859073" y="2603902"/>
                  <a:pt x="3858192" y="2598920"/>
                </a:cubicBezTo>
                <a:cubicBezTo>
                  <a:pt x="3857291" y="2593955"/>
                  <a:pt x="3852537" y="2590678"/>
                  <a:pt x="3847554" y="2591579"/>
                </a:cubicBezTo>
                <a:close/>
                <a:moveTo>
                  <a:pt x="7953531" y="987663"/>
                </a:moveTo>
                <a:cubicBezTo>
                  <a:pt x="7949585" y="990653"/>
                  <a:pt x="7946782" y="995148"/>
                  <a:pt x="7946054" y="1000437"/>
                </a:cubicBezTo>
                <a:cubicBezTo>
                  <a:pt x="7944598" y="1011035"/>
                  <a:pt x="7951996" y="1020809"/>
                  <a:pt x="7962575" y="1022266"/>
                </a:cubicBezTo>
                <a:cubicBezTo>
                  <a:pt x="7963476" y="1022381"/>
                  <a:pt x="7964357" y="1022458"/>
                  <a:pt x="7965239" y="1022458"/>
                </a:cubicBezTo>
                <a:cubicBezTo>
                  <a:pt x="7974764" y="1022458"/>
                  <a:pt x="7983062" y="1015424"/>
                  <a:pt x="7984404" y="1005727"/>
                </a:cubicBezTo>
                <a:cubicBezTo>
                  <a:pt x="7985861" y="995128"/>
                  <a:pt x="7978444" y="985373"/>
                  <a:pt x="7967865" y="983916"/>
                </a:cubicBezTo>
                <a:cubicBezTo>
                  <a:pt x="7962565" y="983188"/>
                  <a:pt x="7957477" y="984673"/>
                  <a:pt x="7953531" y="987663"/>
                </a:cubicBezTo>
                <a:close/>
                <a:moveTo>
                  <a:pt x="2090612" y="3274977"/>
                </a:moveTo>
                <a:cubicBezTo>
                  <a:pt x="2086205" y="3275781"/>
                  <a:pt x="2083291" y="3280016"/>
                  <a:pt x="2084097" y="3284425"/>
                </a:cubicBezTo>
                <a:cubicBezTo>
                  <a:pt x="2084825" y="3288335"/>
                  <a:pt x="2088236" y="3291075"/>
                  <a:pt x="2092069" y="3291076"/>
                </a:cubicBezTo>
                <a:cubicBezTo>
                  <a:pt x="2092567" y="3291076"/>
                  <a:pt x="2093065" y="3291017"/>
                  <a:pt x="2093564" y="3290922"/>
                </a:cubicBezTo>
                <a:cubicBezTo>
                  <a:pt x="2097972" y="3290117"/>
                  <a:pt x="2100865" y="3285900"/>
                  <a:pt x="2100061" y="3281474"/>
                </a:cubicBezTo>
                <a:cubicBezTo>
                  <a:pt x="2099256" y="3277085"/>
                  <a:pt x="2095021" y="3274172"/>
                  <a:pt x="2090612" y="3274977"/>
                </a:cubicBezTo>
                <a:close/>
                <a:moveTo>
                  <a:pt x="4521721" y="2323950"/>
                </a:moveTo>
                <a:cubicBezTo>
                  <a:pt x="4519304" y="2325924"/>
                  <a:pt x="4517641" y="2328823"/>
                  <a:pt x="4517305" y="2332176"/>
                </a:cubicBezTo>
                <a:cubicBezTo>
                  <a:pt x="4516636" y="2338884"/>
                  <a:pt x="4521524" y="2344864"/>
                  <a:pt x="4528211" y="2345554"/>
                </a:cubicBezTo>
                <a:cubicBezTo>
                  <a:pt x="4528634" y="2345611"/>
                  <a:pt x="4529054" y="2345611"/>
                  <a:pt x="4529458" y="2345611"/>
                </a:cubicBezTo>
                <a:cubicBezTo>
                  <a:pt x="4535647" y="2345611"/>
                  <a:pt x="4540957" y="2340916"/>
                  <a:pt x="4541588" y="2334630"/>
                </a:cubicBezTo>
                <a:cubicBezTo>
                  <a:pt x="4542259" y="2327922"/>
                  <a:pt x="4537373" y="2321942"/>
                  <a:pt x="4530665" y="2321272"/>
                </a:cubicBezTo>
                <a:cubicBezTo>
                  <a:pt x="4527310" y="2320927"/>
                  <a:pt x="4524138" y="2321976"/>
                  <a:pt x="4521721" y="2323950"/>
                </a:cubicBezTo>
                <a:close/>
                <a:moveTo>
                  <a:pt x="4108030" y="2484675"/>
                </a:moveTo>
                <a:lnTo>
                  <a:pt x="4098725" y="2495608"/>
                </a:lnTo>
                <a:lnTo>
                  <a:pt x="4108835" y="2504933"/>
                </a:lnTo>
                <a:cubicBezTo>
                  <a:pt x="4109105" y="2504933"/>
                  <a:pt x="4109391" y="2504933"/>
                  <a:pt x="4109660" y="2504933"/>
                </a:cubicBezTo>
                <a:cubicBezTo>
                  <a:pt x="4115257" y="2504472"/>
                  <a:pt x="4119415" y="2499585"/>
                  <a:pt x="4118974" y="2493989"/>
                </a:cubicBezTo>
                <a:cubicBezTo>
                  <a:pt x="4118515" y="2488393"/>
                  <a:pt x="4113608" y="2484234"/>
                  <a:pt x="4108030" y="2484675"/>
                </a:cubicBezTo>
                <a:close/>
                <a:moveTo>
                  <a:pt x="7592628" y="1122635"/>
                </a:moveTo>
                <a:cubicBezTo>
                  <a:pt x="7582546" y="1123631"/>
                  <a:pt x="7575187" y="1132620"/>
                  <a:pt x="7576184" y="1142701"/>
                </a:cubicBezTo>
                <a:cubicBezTo>
                  <a:pt x="7577122" y="1152150"/>
                  <a:pt x="7585095" y="1159222"/>
                  <a:pt x="7594409" y="1159222"/>
                </a:cubicBezTo>
                <a:cubicBezTo>
                  <a:pt x="7595023" y="1159222"/>
                  <a:pt x="7595636" y="1159183"/>
                  <a:pt x="7596249" y="1159126"/>
                </a:cubicBezTo>
                <a:cubicBezTo>
                  <a:pt x="7606331" y="1158129"/>
                  <a:pt x="7613671" y="1149140"/>
                  <a:pt x="7612675" y="1139060"/>
                </a:cubicBezTo>
                <a:cubicBezTo>
                  <a:pt x="7611678" y="1128978"/>
                  <a:pt x="7602689" y="1121638"/>
                  <a:pt x="7592628" y="1122635"/>
                </a:cubicBezTo>
                <a:close/>
                <a:moveTo>
                  <a:pt x="8598139" y="728194"/>
                </a:moveTo>
                <a:lnTo>
                  <a:pt x="8587096" y="739387"/>
                </a:lnTo>
                <a:cubicBezTo>
                  <a:pt x="8582439" y="750866"/>
                  <a:pt x="8587979" y="763938"/>
                  <a:pt x="8599458" y="768594"/>
                </a:cubicBezTo>
                <a:cubicBezTo>
                  <a:pt x="8602218" y="769725"/>
                  <a:pt x="8605073" y="770261"/>
                  <a:pt x="8607872" y="770262"/>
                </a:cubicBezTo>
                <a:lnTo>
                  <a:pt x="8613856" y="768457"/>
                </a:lnTo>
                <a:close/>
                <a:moveTo>
                  <a:pt x="5624180" y="1887561"/>
                </a:moveTo>
                <a:cubicBezTo>
                  <a:pt x="5614732" y="1888960"/>
                  <a:pt x="5608178" y="1897757"/>
                  <a:pt x="5609594" y="1907224"/>
                </a:cubicBezTo>
                <a:cubicBezTo>
                  <a:pt x="5610860" y="1915830"/>
                  <a:pt x="5618238" y="1922001"/>
                  <a:pt x="5626689" y="1922001"/>
                </a:cubicBezTo>
                <a:cubicBezTo>
                  <a:pt x="5627534" y="1922001"/>
                  <a:pt x="5628376" y="1921943"/>
                  <a:pt x="5629240" y="1921810"/>
                </a:cubicBezTo>
                <a:cubicBezTo>
                  <a:pt x="5638688" y="1920430"/>
                  <a:pt x="5645224" y="1911613"/>
                  <a:pt x="5643843" y="1902165"/>
                </a:cubicBezTo>
                <a:cubicBezTo>
                  <a:pt x="5642445" y="1892698"/>
                  <a:pt x="5633629" y="1886162"/>
                  <a:pt x="5624180" y="1887561"/>
                </a:cubicBezTo>
                <a:close/>
                <a:moveTo>
                  <a:pt x="1425384" y="3526080"/>
                </a:moveTo>
                <a:cubicBezTo>
                  <a:pt x="1422087" y="3525467"/>
                  <a:pt x="1418926" y="3527652"/>
                  <a:pt x="1418332" y="3530967"/>
                </a:cubicBezTo>
                <a:cubicBezTo>
                  <a:pt x="1417738" y="3534263"/>
                  <a:pt x="1419922" y="3537407"/>
                  <a:pt x="1423219" y="3538020"/>
                </a:cubicBezTo>
                <a:cubicBezTo>
                  <a:pt x="1423583" y="3538078"/>
                  <a:pt x="1423947" y="3538116"/>
                  <a:pt x="1424310" y="3538116"/>
                </a:cubicBezTo>
                <a:cubicBezTo>
                  <a:pt x="1427187" y="3538116"/>
                  <a:pt x="1429735" y="3536065"/>
                  <a:pt x="1430273" y="3533133"/>
                </a:cubicBezTo>
                <a:cubicBezTo>
                  <a:pt x="1430865" y="3529837"/>
                  <a:pt x="1428680" y="3526675"/>
                  <a:pt x="1425384" y="3526080"/>
                </a:cubicBezTo>
                <a:close/>
                <a:moveTo>
                  <a:pt x="4679387" y="2250504"/>
                </a:moveTo>
                <a:cubicBezTo>
                  <a:pt x="4676627" y="2252463"/>
                  <a:pt x="4674615" y="2255477"/>
                  <a:pt x="4674001" y="2259080"/>
                </a:cubicBezTo>
                <a:cubicBezTo>
                  <a:pt x="4672795" y="2266286"/>
                  <a:pt x="4677643" y="2273109"/>
                  <a:pt x="4684848" y="2274336"/>
                </a:cubicBezTo>
                <a:cubicBezTo>
                  <a:pt x="4685578" y="2274450"/>
                  <a:pt x="4686326" y="2274508"/>
                  <a:pt x="4687053" y="2274508"/>
                </a:cubicBezTo>
                <a:cubicBezTo>
                  <a:pt x="4693397" y="2274508"/>
                  <a:pt x="4698992" y="2269947"/>
                  <a:pt x="4700085" y="2263488"/>
                </a:cubicBezTo>
                <a:cubicBezTo>
                  <a:pt x="4701292" y="2256282"/>
                  <a:pt x="4696446" y="2249459"/>
                  <a:pt x="4689258" y="2248252"/>
                </a:cubicBezTo>
                <a:cubicBezTo>
                  <a:pt x="4685654" y="2247639"/>
                  <a:pt x="4682147" y="2248544"/>
                  <a:pt x="4679387" y="2250504"/>
                </a:cubicBezTo>
                <a:close/>
                <a:moveTo>
                  <a:pt x="3748259" y="2611818"/>
                </a:moveTo>
                <a:cubicBezTo>
                  <a:pt x="3743352" y="2612929"/>
                  <a:pt x="3740248" y="2617816"/>
                  <a:pt x="3741379" y="2622741"/>
                </a:cubicBezTo>
                <a:cubicBezTo>
                  <a:pt x="3742337" y="2626978"/>
                  <a:pt x="3746093" y="2629871"/>
                  <a:pt x="3750272" y="2629871"/>
                </a:cubicBezTo>
                <a:cubicBezTo>
                  <a:pt x="3750941" y="2629871"/>
                  <a:pt x="3751613" y="2629794"/>
                  <a:pt x="3752283" y="2629642"/>
                </a:cubicBezTo>
                <a:lnTo>
                  <a:pt x="3752303" y="2629642"/>
                </a:lnTo>
                <a:cubicBezTo>
                  <a:pt x="3757209" y="2628529"/>
                  <a:pt x="3760296" y="2623623"/>
                  <a:pt x="3759183" y="2618717"/>
                </a:cubicBezTo>
                <a:cubicBezTo>
                  <a:pt x="3758072" y="2613791"/>
                  <a:pt x="3753184" y="2610706"/>
                  <a:pt x="3748259" y="2611818"/>
                </a:cubicBezTo>
                <a:close/>
                <a:moveTo>
                  <a:pt x="5248459" y="2024863"/>
                </a:moveTo>
                <a:cubicBezTo>
                  <a:pt x="5245240" y="2027515"/>
                  <a:pt x="5243031" y="2031396"/>
                  <a:pt x="5242601" y="2035881"/>
                </a:cubicBezTo>
                <a:cubicBezTo>
                  <a:pt x="5241736" y="2044831"/>
                  <a:pt x="5248310" y="2052785"/>
                  <a:pt x="5257262" y="2053647"/>
                </a:cubicBezTo>
                <a:cubicBezTo>
                  <a:pt x="5257797" y="2053724"/>
                  <a:pt x="5258314" y="2053723"/>
                  <a:pt x="5258850" y="2053724"/>
                </a:cubicBezTo>
                <a:cubicBezTo>
                  <a:pt x="5267130" y="2053724"/>
                  <a:pt x="5274220" y="2047418"/>
                  <a:pt x="5275028" y="2039005"/>
                </a:cubicBezTo>
                <a:cubicBezTo>
                  <a:pt x="5275888" y="2030055"/>
                  <a:pt x="5269335" y="2022082"/>
                  <a:pt x="5260385" y="2021220"/>
                </a:cubicBezTo>
                <a:cubicBezTo>
                  <a:pt x="5255910" y="2020788"/>
                  <a:pt x="5251679" y="2022211"/>
                  <a:pt x="5248459" y="2024863"/>
                </a:cubicBezTo>
                <a:close/>
                <a:moveTo>
                  <a:pt x="1199751" y="3602626"/>
                </a:moveTo>
                <a:cubicBezTo>
                  <a:pt x="1197144" y="3601687"/>
                  <a:pt x="1194249" y="3603048"/>
                  <a:pt x="1193311" y="3605673"/>
                </a:cubicBezTo>
                <a:cubicBezTo>
                  <a:pt x="1192372" y="3608299"/>
                  <a:pt x="1193732" y="3611173"/>
                  <a:pt x="1196358" y="3612113"/>
                </a:cubicBezTo>
                <a:cubicBezTo>
                  <a:pt x="1196914" y="3612324"/>
                  <a:pt x="1197489" y="3612420"/>
                  <a:pt x="1198063" y="3612420"/>
                </a:cubicBezTo>
                <a:cubicBezTo>
                  <a:pt x="1200134" y="3612420"/>
                  <a:pt x="1202069" y="3611136"/>
                  <a:pt x="1202798" y="3609085"/>
                </a:cubicBezTo>
                <a:cubicBezTo>
                  <a:pt x="1203736" y="3606459"/>
                  <a:pt x="1202376" y="3603565"/>
                  <a:pt x="1199751" y="3602626"/>
                </a:cubicBezTo>
                <a:close/>
                <a:moveTo>
                  <a:pt x="1657688" y="3423372"/>
                </a:moveTo>
                <a:cubicBezTo>
                  <a:pt x="1653779" y="3423220"/>
                  <a:pt x="1650482" y="3426266"/>
                  <a:pt x="1650328" y="3430176"/>
                </a:cubicBezTo>
                <a:cubicBezTo>
                  <a:pt x="1650174" y="3434086"/>
                  <a:pt x="1653203" y="3437383"/>
                  <a:pt x="1657132" y="3437536"/>
                </a:cubicBezTo>
                <a:lnTo>
                  <a:pt x="1657132" y="3437555"/>
                </a:lnTo>
                <a:cubicBezTo>
                  <a:pt x="1657228" y="3437555"/>
                  <a:pt x="1657401" y="3437555"/>
                  <a:pt x="1657401" y="3437555"/>
                </a:cubicBezTo>
                <a:cubicBezTo>
                  <a:pt x="1661194" y="3437555"/>
                  <a:pt x="1664338" y="3434546"/>
                  <a:pt x="1664491" y="3430751"/>
                </a:cubicBezTo>
                <a:cubicBezTo>
                  <a:pt x="1664645" y="3426822"/>
                  <a:pt x="1661597" y="3423526"/>
                  <a:pt x="1657688" y="3423372"/>
                </a:cubicBezTo>
                <a:close/>
                <a:moveTo>
                  <a:pt x="861674" y="3732337"/>
                </a:moveTo>
                <a:cubicBezTo>
                  <a:pt x="860792" y="3733736"/>
                  <a:pt x="861214" y="3735595"/>
                  <a:pt x="862613" y="3736477"/>
                </a:cubicBezTo>
                <a:cubicBezTo>
                  <a:pt x="863111" y="3736784"/>
                  <a:pt x="863667" y="3736936"/>
                  <a:pt x="864204" y="3736936"/>
                </a:cubicBezTo>
                <a:cubicBezTo>
                  <a:pt x="865201" y="3736936"/>
                  <a:pt x="866177" y="3736438"/>
                  <a:pt x="866753" y="3735537"/>
                </a:cubicBezTo>
                <a:cubicBezTo>
                  <a:pt x="867633" y="3734139"/>
                  <a:pt x="867213" y="3732280"/>
                  <a:pt x="865814" y="3731398"/>
                </a:cubicBezTo>
                <a:cubicBezTo>
                  <a:pt x="864395" y="3730516"/>
                  <a:pt x="862556" y="3730937"/>
                  <a:pt x="861674" y="3732337"/>
                </a:cubicBezTo>
                <a:close/>
                <a:moveTo>
                  <a:pt x="1991969" y="3290500"/>
                </a:moveTo>
                <a:cubicBezTo>
                  <a:pt x="1987522" y="3291075"/>
                  <a:pt x="1984399" y="3295158"/>
                  <a:pt x="1984973" y="3299604"/>
                </a:cubicBezTo>
                <a:cubicBezTo>
                  <a:pt x="1985491" y="3303686"/>
                  <a:pt x="1988999" y="3306657"/>
                  <a:pt x="1993004" y="3306676"/>
                </a:cubicBezTo>
                <a:cubicBezTo>
                  <a:pt x="1993349" y="3306676"/>
                  <a:pt x="1993713" y="3306637"/>
                  <a:pt x="1994058" y="3306599"/>
                </a:cubicBezTo>
                <a:cubicBezTo>
                  <a:pt x="1998504" y="3306024"/>
                  <a:pt x="2001628" y="3301942"/>
                  <a:pt x="2001053" y="3297515"/>
                </a:cubicBezTo>
                <a:cubicBezTo>
                  <a:pt x="2000478" y="3293068"/>
                  <a:pt x="1996415" y="3289926"/>
                  <a:pt x="1991969" y="3290500"/>
                </a:cubicBezTo>
                <a:close/>
                <a:moveTo>
                  <a:pt x="4835241" y="2178270"/>
                </a:moveTo>
                <a:cubicBezTo>
                  <a:pt x="4832203" y="2180282"/>
                  <a:pt x="4829932" y="2183454"/>
                  <a:pt x="4829145" y="2187306"/>
                </a:cubicBezTo>
                <a:cubicBezTo>
                  <a:pt x="4827575" y="2195030"/>
                  <a:pt x="4832556" y="2202543"/>
                  <a:pt x="4840263" y="2204115"/>
                </a:cubicBezTo>
                <a:cubicBezTo>
                  <a:pt x="4841221" y="2204306"/>
                  <a:pt x="4842178" y="2204402"/>
                  <a:pt x="4843116" y="2204402"/>
                </a:cubicBezTo>
                <a:cubicBezTo>
                  <a:pt x="4849747" y="2204402"/>
                  <a:pt x="4855690" y="2199745"/>
                  <a:pt x="4857070" y="2192999"/>
                </a:cubicBezTo>
                <a:cubicBezTo>
                  <a:pt x="4858642" y="2185275"/>
                  <a:pt x="4853658" y="2177762"/>
                  <a:pt x="4845936" y="2176190"/>
                </a:cubicBezTo>
                <a:cubicBezTo>
                  <a:pt x="4842083" y="2175405"/>
                  <a:pt x="4838279" y="2176257"/>
                  <a:pt x="4835241" y="2178270"/>
                </a:cubicBezTo>
                <a:close/>
                <a:moveTo>
                  <a:pt x="4267891" y="2397990"/>
                </a:moveTo>
                <a:cubicBezTo>
                  <a:pt x="4261719" y="2398183"/>
                  <a:pt x="4256869" y="2403318"/>
                  <a:pt x="4257041" y="2409490"/>
                </a:cubicBezTo>
                <a:cubicBezTo>
                  <a:pt x="4257233" y="2415661"/>
                  <a:pt x="4262389" y="2420529"/>
                  <a:pt x="4268560" y="2420338"/>
                </a:cubicBezTo>
                <a:cubicBezTo>
                  <a:pt x="4274732" y="2420164"/>
                  <a:pt x="4279581" y="2415010"/>
                  <a:pt x="4279407" y="2408839"/>
                </a:cubicBezTo>
                <a:cubicBezTo>
                  <a:pt x="4279216" y="2402667"/>
                  <a:pt x="4274062" y="2397818"/>
                  <a:pt x="4267891" y="2397990"/>
                </a:cubicBezTo>
                <a:close/>
                <a:moveTo>
                  <a:pt x="3649922" y="2636138"/>
                </a:moveTo>
                <a:cubicBezTo>
                  <a:pt x="3645053" y="2637441"/>
                  <a:pt x="3642159" y="2642443"/>
                  <a:pt x="3643463" y="2647312"/>
                </a:cubicBezTo>
                <a:cubicBezTo>
                  <a:pt x="3644555" y="2651394"/>
                  <a:pt x="3648254" y="2654096"/>
                  <a:pt x="3652279" y="2654096"/>
                </a:cubicBezTo>
                <a:cubicBezTo>
                  <a:pt x="3653065" y="2654096"/>
                  <a:pt x="3653870" y="2653981"/>
                  <a:pt x="3654655" y="2653770"/>
                </a:cubicBezTo>
                <a:cubicBezTo>
                  <a:pt x="3659524" y="2652467"/>
                  <a:pt x="3662417" y="2647465"/>
                  <a:pt x="3661115" y="2642578"/>
                </a:cubicBezTo>
                <a:cubicBezTo>
                  <a:pt x="3659791" y="2637710"/>
                  <a:pt x="3654790" y="2634816"/>
                  <a:pt x="3649922" y="2636138"/>
                </a:cubicBezTo>
                <a:close/>
                <a:moveTo>
                  <a:pt x="4006494" y="2495561"/>
                </a:moveTo>
                <a:cubicBezTo>
                  <a:pt x="4000936" y="2496289"/>
                  <a:pt x="3997024" y="2501387"/>
                  <a:pt x="3997753" y="2506945"/>
                </a:cubicBezTo>
                <a:cubicBezTo>
                  <a:pt x="3998426" y="2512062"/>
                  <a:pt x="4002794" y="2515780"/>
                  <a:pt x="4007816" y="2515780"/>
                </a:cubicBezTo>
                <a:cubicBezTo>
                  <a:pt x="4008256" y="2515780"/>
                  <a:pt x="4008698" y="2515761"/>
                  <a:pt x="4009157" y="2515684"/>
                </a:cubicBezTo>
                <a:cubicBezTo>
                  <a:pt x="4014715" y="2514956"/>
                  <a:pt x="4018625" y="2509858"/>
                  <a:pt x="4017896" y="2504281"/>
                </a:cubicBezTo>
                <a:cubicBezTo>
                  <a:pt x="4017149" y="2498723"/>
                  <a:pt x="4012051" y="2494813"/>
                  <a:pt x="4006494" y="2495561"/>
                </a:cubicBezTo>
                <a:close/>
                <a:moveTo>
                  <a:pt x="7485704" y="1136798"/>
                </a:moveTo>
                <a:cubicBezTo>
                  <a:pt x="7475719" y="1138446"/>
                  <a:pt x="7468953" y="1147876"/>
                  <a:pt x="7470583" y="1157860"/>
                </a:cubicBezTo>
                <a:cubicBezTo>
                  <a:pt x="7472058" y="1166849"/>
                  <a:pt x="7479839" y="1173231"/>
                  <a:pt x="7488656" y="1173231"/>
                </a:cubicBezTo>
                <a:cubicBezTo>
                  <a:pt x="7489652" y="1173231"/>
                  <a:pt x="7490649" y="1173155"/>
                  <a:pt x="7491664" y="1172983"/>
                </a:cubicBezTo>
                <a:cubicBezTo>
                  <a:pt x="7501649" y="1171334"/>
                  <a:pt x="7508415" y="1161904"/>
                  <a:pt x="7506766" y="1151920"/>
                </a:cubicBezTo>
                <a:cubicBezTo>
                  <a:pt x="7505138" y="1141935"/>
                  <a:pt x="7495690" y="1135150"/>
                  <a:pt x="7485704" y="1136798"/>
                </a:cubicBezTo>
                <a:close/>
                <a:moveTo>
                  <a:pt x="2707544" y="2997922"/>
                </a:moveTo>
                <a:cubicBezTo>
                  <a:pt x="2702848" y="2999743"/>
                  <a:pt x="2700510" y="3005032"/>
                  <a:pt x="2702350" y="3009727"/>
                </a:cubicBezTo>
                <a:cubicBezTo>
                  <a:pt x="2703750" y="3013350"/>
                  <a:pt x="2707199" y="3015574"/>
                  <a:pt x="2710860" y="3015574"/>
                </a:cubicBezTo>
                <a:cubicBezTo>
                  <a:pt x="2711972" y="3015574"/>
                  <a:pt x="2713083" y="3015363"/>
                  <a:pt x="2714175" y="3014940"/>
                </a:cubicBezTo>
                <a:cubicBezTo>
                  <a:pt x="2718871" y="3013119"/>
                  <a:pt x="2721209" y="3007811"/>
                  <a:pt x="2719369" y="3003115"/>
                </a:cubicBezTo>
                <a:cubicBezTo>
                  <a:pt x="2717548" y="2998420"/>
                  <a:pt x="2712259" y="2996082"/>
                  <a:pt x="2707544" y="2997922"/>
                </a:cubicBezTo>
                <a:close/>
                <a:moveTo>
                  <a:pt x="5519941" y="1899750"/>
                </a:moveTo>
                <a:cubicBezTo>
                  <a:pt x="5510413" y="1900536"/>
                  <a:pt x="5503344" y="1908911"/>
                  <a:pt x="5504148" y="1918455"/>
                </a:cubicBezTo>
                <a:cubicBezTo>
                  <a:pt x="5504915" y="1927482"/>
                  <a:pt x="5512485" y="1934305"/>
                  <a:pt x="5521377" y="1934305"/>
                </a:cubicBezTo>
                <a:cubicBezTo>
                  <a:pt x="5521876" y="1934305"/>
                  <a:pt x="5522355" y="1934286"/>
                  <a:pt x="5522853" y="1934248"/>
                </a:cubicBezTo>
                <a:cubicBezTo>
                  <a:pt x="5532378" y="1933443"/>
                  <a:pt x="5539451" y="1925067"/>
                  <a:pt x="5538647" y="1915542"/>
                </a:cubicBezTo>
                <a:cubicBezTo>
                  <a:pt x="5537838" y="1906018"/>
                  <a:pt x="5529466" y="1898945"/>
                  <a:pt x="5519941" y="1899750"/>
                </a:cubicBezTo>
                <a:close/>
                <a:moveTo>
                  <a:pt x="2801129" y="2960568"/>
                </a:moveTo>
                <a:cubicBezTo>
                  <a:pt x="2796471" y="2962485"/>
                  <a:pt x="2794228" y="2967813"/>
                  <a:pt x="2796126" y="2972489"/>
                </a:cubicBezTo>
                <a:cubicBezTo>
                  <a:pt x="2797583" y="2976015"/>
                  <a:pt x="2800994" y="2978162"/>
                  <a:pt x="2804578" y="2978162"/>
                </a:cubicBezTo>
                <a:cubicBezTo>
                  <a:pt x="2805727" y="2978162"/>
                  <a:pt x="2806896" y="2977951"/>
                  <a:pt x="2808028" y="2977492"/>
                </a:cubicBezTo>
                <a:cubicBezTo>
                  <a:pt x="2812704" y="2975575"/>
                  <a:pt x="2814947" y="2970248"/>
                  <a:pt x="2813049" y="2965570"/>
                </a:cubicBezTo>
                <a:cubicBezTo>
                  <a:pt x="2811133" y="2960914"/>
                  <a:pt x="2805805" y="2958652"/>
                  <a:pt x="2801129" y="2960568"/>
                </a:cubicBezTo>
                <a:close/>
                <a:moveTo>
                  <a:pt x="2613289" y="3033359"/>
                </a:moveTo>
                <a:cubicBezTo>
                  <a:pt x="2608555" y="3035064"/>
                  <a:pt x="2606101" y="3040315"/>
                  <a:pt x="2607807" y="3045049"/>
                </a:cubicBezTo>
                <a:cubicBezTo>
                  <a:pt x="2609148" y="3048767"/>
                  <a:pt x="2612657" y="3051067"/>
                  <a:pt x="2616394" y="3051067"/>
                </a:cubicBezTo>
                <a:cubicBezTo>
                  <a:pt x="2617428" y="3051067"/>
                  <a:pt x="2618482" y="3050895"/>
                  <a:pt x="2619517" y="3050531"/>
                </a:cubicBezTo>
                <a:cubicBezTo>
                  <a:pt x="2624251" y="3048806"/>
                  <a:pt x="2626705" y="3043574"/>
                  <a:pt x="2624999" y="3038821"/>
                </a:cubicBezTo>
                <a:cubicBezTo>
                  <a:pt x="2623274" y="3034087"/>
                  <a:pt x="2618041" y="3031634"/>
                  <a:pt x="2613289" y="3033359"/>
                </a:cubicBezTo>
                <a:close/>
                <a:moveTo>
                  <a:pt x="2894271" y="2921969"/>
                </a:moveTo>
                <a:cubicBezTo>
                  <a:pt x="2889633" y="2923925"/>
                  <a:pt x="2887429" y="2929291"/>
                  <a:pt x="2889385" y="2933929"/>
                </a:cubicBezTo>
                <a:cubicBezTo>
                  <a:pt x="2890860" y="2937436"/>
                  <a:pt x="2894252" y="2939544"/>
                  <a:pt x="2897817" y="2939544"/>
                </a:cubicBezTo>
                <a:cubicBezTo>
                  <a:pt x="2898986" y="2939544"/>
                  <a:pt x="2900193" y="2939315"/>
                  <a:pt x="2901344" y="2938816"/>
                </a:cubicBezTo>
                <a:cubicBezTo>
                  <a:pt x="2906001" y="2936880"/>
                  <a:pt x="2908185" y="2931514"/>
                  <a:pt x="2906231" y="2926856"/>
                </a:cubicBezTo>
                <a:cubicBezTo>
                  <a:pt x="2904275" y="2922219"/>
                  <a:pt x="2898929" y="2920034"/>
                  <a:pt x="2894271" y="2921969"/>
                </a:cubicBezTo>
                <a:close/>
                <a:moveTo>
                  <a:pt x="3552600" y="2664196"/>
                </a:moveTo>
                <a:cubicBezTo>
                  <a:pt x="3547789" y="2665691"/>
                  <a:pt x="3545087" y="2670809"/>
                  <a:pt x="3546583" y="2675618"/>
                </a:cubicBezTo>
                <a:cubicBezTo>
                  <a:pt x="3547789" y="2679547"/>
                  <a:pt x="3551393" y="2682058"/>
                  <a:pt x="3555303" y="2682059"/>
                </a:cubicBezTo>
                <a:cubicBezTo>
                  <a:pt x="3556184" y="2682058"/>
                  <a:pt x="3557104" y="2681943"/>
                  <a:pt x="3557985" y="2681656"/>
                </a:cubicBezTo>
                <a:cubicBezTo>
                  <a:pt x="3562816" y="2680181"/>
                  <a:pt x="3565518" y="2675044"/>
                  <a:pt x="3564022" y="2670233"/>
                </a:cubicBezTo>
                <a:cubicBezTo>
                  <a:pt x="3562547" y="2665423"/>
                  <a:pt x="3557430" y="2662720"/>
                  <a:pt x="3552600" y="2664196"/>
                </a:cubicBezTo>
                <a:close/>
                <a:moveTo>
                  <a:pt x="2518191" y="3066342"/>
                </a:moveTo>
                <a:cubicBezTo>
                  <a:pt x="2513418" y="3067932"/>
                  <a:pt x="2510812" y="3073088"/>
                  <a:pt x="2512403" y="3077879"/>
                </a:cubicBezTo>
                <a:cubicBezTo>
                  <a:pt x="2513667" y="3081712"/>
                  <a:pt x="2517232" y="3084146"/>
                  <a:pt x="2521065" y="3084146"/>
                </a:cubicBezTo>
                <a:cubicBezTo>
                  <a:pt x="2522024" y="3084146"/>
                  <a:pt x="2523001" y="3084013"/>
                  <a:pt x="2523960" y="3083687"/>
                </a:cubicBezTo>
                <a:cubicBezTo>
                  <a:pt x="2528732" y="3082096"/>
                  <a:pt x="2531337" y="3076921"/>
                  <a:pt x="2529747" y="3072149"/>
                </a:cubicBezTo>
                <a:cubicBezTo>
                  <a:pt x="2528156" y="3067358"/>
                  <a:pt x="2522982" y="3064751"/>
                  <a:pt x="2518191" y="3066342"/>
                </a:cubicBezTo>
                <a:close/>
                <a:moveTo>
                  <a:pt x="4990025" y="2101031"/>
                </a:moveTo>
                <a:cubicBezTo>
                  <a:pt x="4986796" y="2103233"/>
                  <a:pt x="4984405" y="2106668"/>
                  <a:pt x="4983619" y="2110817"/>
                </a:cubicBezTo>
                <a:cubicBezTo>
                  <a:pt x="4982048" y="2119096"/>
                  <a:pt x="4987491" y="2127088"/>
                  <a:pt x="4995790" y="2128661"/>
                </a:cubicBezTo>
                <a:cubicBezTo>
                  <a:pt x="4996747" y="2128833"/>
                  <a:pt x="4997704" y="2128928"/>
                  <a:pt x="4998644" y="2128928"/>
                </a:cubicBezTo>
                <a:cubicBezTo>
                  <a:pt x="5005831" y="2128928"/>
                  <a:pt x="5012233" y="2123831"/>
                  <a:pt x="5013631" y="2116490"/>
                </a:cubicBezTo>
                <a:cubicBezTo>
                  <a:pt x="5015182" y="2108210"/>
                  <a:pt x="5009741" y="2100219"/>
                  <a:pt x="5001461" y="2098647"/>
                </a:cubicBezTo>
                <a:cubicBezTo>
                  <a:pt x="4997322" y="2097862"/>
                  <a:pt x="4993254" y="2098830"/>
                  <a:pt x="4990025" y="2101031"/>
                </a:cubicBezTo>
                <a:close/>
                <a:moveTo>
                  <a:pt x="2987204" y="2882719"/>
                </a:moveTo>
                <a:cubicBezTo>
                  <a:pt x="2982566" y="2884693"/>
                  <a:pt x="2980382" y="2890060"/>
                  <a:pt x="2982355" y="2894697"/>
                </a:cubicBezTo>
                <a:cubicBezTo>
                  <a:pt x="2983831" y="2898185"/>
                  <a:pt x="2987223" y="2900275"/>
                  <a:pt x="2990788" y="2900275"/>
                </a:cubicBezTo>
                <a:cubicBezTo>
                  <a:pt x="2991976" y="2900275"/>
                  <a:pt x="2993165" y="2900045"/>
                  <a:pt x="2994334" y="2899546"/>
                </a:cubicBezTo>
                <a:cubicBezTo>
                  <a:pt x="2998972" y="2897572"/>
                  <a:pt x="3001156" y="2892206"/>
                  <a:pt x="2999182" y="2887568"/>
                </a:cubicBezTo>
                <a:cubicBezTo>
                  <a:pt x="2997209" y="2882930"/>
                  <a:pt x="2991842" y="2880745"/>
                  <a:pt x="2987204" y="2882719"/>
                </a:cubicBezTo>
                <a:close/>
                <a:moveTo>
                  <a:pt x="8357862" y="786119"/>
                </a:moveTo>
                <a:cubicBezTo>
                  <a:pt x="8352949" y="788541"/>
                  <a:pt x="8348957" y="792838"/>
                  <a:pt x="8347050" y="798435"/>
                </a:cubicBezTo>
                <a:cubicBezTo>
                  <a:pt x="8343256" y="809609"/>
                  <a:pt x="8349235" y="821779"/>
                  <a:pt x="8360428" y="825573"/>
                </a:cubicBezTo>
                <a:cubicBezTo>
                  <a:pt x="8362709" y="826359"/>
                  <a:pt x="8365029" y="826723"/>
                  <a:pt x="8367327" y="826723"/>
                </a:cubicBezTo>
                <a:cubicBezTo>
                  <a:pt x="8376220" y="826723"/>
                  <a:pt x="8384538" y="821108"/>
                  <a:pt x="8387586" y="812215"/>
                </a:cubicBezTo>
                <a:cubicBezTo>
                  <a:pt x="8391380" y="801022"/>
                  <a:pt x="8385401" y="788871"/>
                  <a:pt x="8374209" y="785058"/>
                </a:cubicBezTo>
                <a:cubicBezTo>
                  <a:pt x="8368612" y="783151"/>
                  <a:pt x="8362776" y="783697"/>
                  <a:pt x="8357862" y="786119"/>
                </a:cubicBezTo>
                <a:close/>
                <a:moveTo>
                  <a:pt x="3080156" y="2843392"/>
                </a:moveTo>
                <a:cubicBezTo>
                  <a:pt x="3075518" y="2845347"/>
                  <a:pt x="3073334" y="2850694"/>
                  <a:pt x="3075289" y="2855351"/>
                </a:cubicBezTo>
                <a:cubicBezTo>
                  <a:pt x="3076764" y="2858839"/>
                  <a:pt x="3080137" y="2860947"/>
                  <a:pt x="3083702" y="2860947"/>
                </a:cubicBezTo>
                <a:cubicBezTo>
                  <a:pt x="3084890" y="2860947"/>
                  <a:pt x="3086097" y="2860718"/>
                  <a:pt x="3087247" y="2860219"/>
                </a:cubicBezTo>
                <a:cubicBezTo>
                  <a:pt x="3091905" y="2858265"/>
                  <a:pt x="3094089" y="2852918"/>
                  <a:pt x="3092114" y="2848260"/>
                </a:cubicBezTo>
                <a:cubicBezTo>
                  <a:pt x="3090160" y="2843622"/>
                  <a:pt x="3084813" y="2841419"/>
                  <a:pt x="3080156" y="2843392"/>
                </a:cubicBezTo>
                <a:close/>
                <a:moveTo>
                  <a:pt x="3456409" y="2695800"/>
                </a:moveTo>
                <a:cubicBezTo>
                  <a:pt x="3451637" y="2697448"/>
                  <a:pt x="3449127" y="2702661"/>
                  <a:pt x="3450774" y="2707433"/>
                </a:cubicBezTo>
                <a:cubicBezTo>
                  <a:pt x="3452098" y="2711209"/>
                  <a:pt x="3455624" y="2713566"/>
                  <a:pt x="3459418" y="2713566"/>
                </a:cubicBezTo>
                <a:cubicBezTo>
                  <a:pt x="3460415" y="2713566"/>
                  <a:pt x="3461412" y="2713393"/>
                  <a:pt x="3462408" y="2713048"/>
                </a:cubicBezTo>
                <a:cubicBezTo>
                  <a:pt x="3467181" y="2711401"/>
                  <a:pt x="3469691" y="2706188"/>
                  <a:pt x="3468043" y="2701415"/>
                </a:cubicBezTo>
                <a:cubicBezTo>
                  <a:pt x="3466376" y="2696662"/>
                  <a:pt x="3461162" y="2694133"/>
                  <a:pt x="3456409" y="2695800"/>
                </a:cubicBezTo>
                <a:close/>
                <a:moveTo>
                  <a:pt x="1885141" y="3309149"/>
                </a:moveTo>
                <a:lnTo>
                  <a:pt x="1885141" y="3309167"/>
                </a:lnTo>
                <a:lnTo>
                  <a:pt x="1885149" y="3309157"/>
                </a:lnTo>
                <a:close/>
                <a:moveTo>
                  <a:pt x="3173357" y="2804506"/>
                </a:moveTo>
                <a:cubicBezTo>
                  <a:pt x="3168700" y="2806442"/>
                  <a:pt x="3166476" y="2811770"/>
                  <a:pt x="3168393" y="2816446"/>
                </a:cubicBezTo>
                <a:cubicBezTo>
                  <a:pt x="3169850" y="2819972"/>
                  <a:pt x="3173261" y="2822099"/>
                  <a:pt x="3176845" y="2822099"/>
                </a:cubicBezTo>
                <a:cubicBezTo>
                  <a:pt x="3177994" y="2822099"/>
                  <a:pt x="3179183" y="2821869"/>
                  <a:pt x="3180314" y="2821409"/>
                </a:cubicBezTo>
                <a:cubicBezTo>
                  <a:pt x="3184971" y="2819493"/>
                  <a:pt x="3187214" y="2814145"/>
                  <a:pt x="3185278" y="2809488"/>
                </a:cubicBezTo>
                <a:cubicBezTo>
                  <a:pt x="3183361" y="2804812"/>
                  <a:pt x="3178014" y="2802589"/>
                  <a:pt x="3173357" y="2804506"/>
                </a:cubicBezTo>
                <a:close/>
                <a:moveTo>
                  <a:pt x="4418365" y="2318435"/>
                </a:moveTo>
                <a:cubicBezTo>
                  <a:pt x="4416109" y="2320591"/>
                  <a:pt x="4414676" y="2323610"/>
                  <a:pt x="4414599" y="2326983"/>
                </a:cubicBezTo>
                <a:cubicBezTo>
                  <a:pt x="4414447" y="2333710"/>
                  <a:pt x="4419774" y="2339307"/>
                  <a:pt x="4426520" y="2339460"/>
                </a:cubicBezTo>
                <a:lnTo>
                  <a:pt x="4426790" y="2339460"/>
                </a:lnTo>
                <a:cubicBezTo>
                  <a:pt x="4433421" y="2339460"/>
                  <a:pt x="4438845" y="2334170"/>
                  <a:pt x="4438996" y="2327539"/>
                </a:cubicBezTo>
                <a:cubicBezTo>
                  <a:pt x="4439148" y="2320793"/>
                  <a:pt x="4433803" y="2315215"/>
                  <a:pt x="4427075" y="2315062"/>
                </a:cubicBezTo>
                <a:cubicBezTo>
                  <a:pt x="4423702" y="2314985"/>
                  <a:pt x="4420622" y="2316279"/>
                  <a:pt x="4418365" y="2318435"/>
                </a:cubicBezTo>
                <a:close/>
                <a:moveTo>
                  <a:pt x="3361311" y="2730220"/>
                </a:moveTo>
                <a:cubicBezTo>
                  <a:pt x="3356596" y="2731984"/>
                  <a:pt x="3354182" y="2737254"/>
                  <a:pt x="3355964" y="2741988"/>
                </a:cubicBezTo>
                <a:cubicBezTo>
                  <a:pt x="3357343" y="2745649"/>
                  <a:pt x="3360813" y="2747910"/>
                  <a:pt x="3364512" y="2747910"/>
                </a:cubicBezTo>
                <a:cubicBezTo>
                  <a:pt x="3365585" y="2747910"/>
                  <a:pt x="3366658" y="2747718"/>
                  <a:pt x="3367712" y="2747336"/>
                </a:cubicBezTo>
                <a:cubicBezTo>
                  <a:pt x="3372446" y="2745553"/>
                  <a:pt x="3374842" y="2740283"/>
                  <a:pt x="3373060" y="2735568"/>
                </a:cubicBezTo>
                <a:cubicBezTo>
                  <a:pt x="3371296" y="2730834"/>
                  <a:pt x="3366026" y="2728458"/>
                  <a:pt x="3361311" y="2730220"/>
                </a:cubicBezTo>
                <a:close/>
                <a:moveTo>
                  <a:pt x="2422191" y="3096451"/>
                </a:moveTo>
                <a:cubicBezTo>
                  <a:pt x="2417342" y="3097869"/>
                  <a:pt x="2414583" y="3102948"/>
                  <a:pt x="2416001" y="3107797"/>
                </a:cubicBezTo>
                <a:cubicBezTo>
                  <a:pt x="2417170" y="3111764"/>
                  <a:pt x="2420812" y="3114351"/>
                  <a:pt x="2424760" y="3114351"/>
                </a:cubicBezTo>
                <a:cubicBezTo>
                  <a:pt x="2425622" y="3114351"/>
                  <a:pt x="2426484" y="3114217"/>
                  <a:pt x="2427347" y="3113968"/>
                </a:cubicBezTo>
                <a:cubicBezTo>
                  <a:pt x="2432196" y="3112549"/>
                  <a:pt x="2434955" y="3107471"/>
                  <a:pt x="2433537" y="3102622"/>
                </a:cubicBezTo>
                <a:cubicBezTo>
                  <a:pt x="2432100" y="3097792"/>
                  <a:pt x="2427022" y="3095014"/>
                  <a:pt x="2422191" y="3096451"/>
                </a:cubicBezTo>
                <a:close/>
                <a:moveTo>
                  <a:pt x="3267017" y="2766616"/>
                </a:moveTo>
                <a:cubicBezTo>
                  <a:pt x="3262322" y="2768475"/>
                  <a:pt x="3260023" y="2773784"/>
                  <a:pt x="3261881" y="2778479"/>
                </a:cubicBezTo>
                <a:cubicBezTo>
                  <a:pt x="3263299" y="2782063"/>
                  <a:pt x="3266749" y="2784248"/>
                  <a:pt x="3270391" y="2784248"/>
                </a:cubicBezTo>
                <a:cubicBezTo>
                  <a:pt x="3271502" y="2784248"/>
                  <a:pt x="3272633" y="2784037"/>
                  <a:pt x="3273745" y="2783596"/>
                </a:cubicBezTo>
                <a:cubicBezTo>
                  <a:pt x="3278441" y="2781756"/>
                  <a:pt x="3280741" y="2776448"/>
                  <a:pt x="3278881" y="2771752"/>
                </a:cubicBezTo>
                <a:cubicBezTo>
                  <a:pt x="3277023" y="2767057"/>
                  <a:pt x="3271714" y="2764757"/>
                  <a:pt x="3267017" y="2766616"/>
                </a:cubicBezTo>
                <a:close/>
                <a:moveTo>
                  <a:pt x="7845815" y="977350"/>
                </a:moveTo>
                <a:cubicBezTo>
                  <a:pt x="7842078" y="980601"/>
                  <a:pt x="7839581" y="985277"/>
                  <a:pt x="7839207" y="990605"/>
                </a:cubicBezTo>
                <a:cubicBezTo>
                  <a:pt x="7838461" y="1001261"/>
                  <a:pt x="7846491" y="1010518"/>
                  <a:pt x="7857166" y="1011265"/>
                </a:cubicBezTo>
                <a:lnTo>
                  <a:pt x="7857147" y="1011265"/>
                </a:lnTo>
                <a:cubicBezTo>
                  <a:pt x="7857606" y="1011285"/>
                  <a:pt x="7858085" y="1011304"/>
                  <a:pt x="7858526" y="1011304"/>
                </a:cubicBezTo>
                <a:cubicBezTo>
                  <a:pt x="7868608" y="1011304"/>
                  <a:pt x="7877097" y="1003523"/>
                  <a:pt x="7877826" y="993307"/>
                </a:cubicBezTo>
                <a:cubicBezTo>
                  <a:pt x="7878573" y="982651"/>
                  <a:pt x="7870524" y="973394"/>
                  <a:pt x="7859868" y="972647"/>
                </a:cubicBezTo>
                <a:cubicBezTo>
                  <a:pt x="7854530" y="972273"/>
                  <a:pt x="7849552" y="974099"/>
                  <a:pt x="7845815" y="977350"/>
                </a:cubicBezTo>
                <a:close/>
                <a:moveTo>
                  <a:pt x="1892654" y="3300505"/>
                </a:moveTo>
                <a:lnTo>
                  <a:pt x="1885149" y="3309157"/>
                </a:lnTo>
                <a:lnTo>
                  <a:pt x="1893229" y="3316680"/>
                </a:lnTo>
                <a:cubicBezTo>
                  <a:pt x="1893421" y="3316680"/>
                  <a:pt x="1893612" y="3316680"/>
                  <a:pt x="1893804" y="3316681"/>
                </a:cubicBezTo>
                <a:cubicBezTo>
                  <a:pt x="1898269" y="3316374"/>
                  <a:pt x="1901643" y="3312483"/>
                  <a:pt x="1901336" y="3308017"/>
                </a:cubicBezTo>
                <a:cubicBezTo>
                  <a:pt x="1901010" y="3303552"/>
                  <a:pt x="1897139" y="3300178"/>
                  <a:pt x="1892654" y="3300505"/>
                </a:cubicBezTo>
                <a:close/>
                <a:moveTo>
                  <a:pt x="7379969" y="1157286"/>
                </a:moveTo>
                <a:cubicBezTo>
                  <a:pt x="7370079" y="1159470"/>
                  <a:pt x="7363851" y="1169265"/>
                  <a:pt x="7366036" y="1179154"/>
                </a:cubicBezTo>
                <a:lnTo>
                  <a:pt x="7366016" y="1179154"/>
                </a:lnTo>
                <a:cubicBezTo>
                  <a:pt x="7367914" y="1187702"/>
                  <a:pt x="7375504" y="1193508"/>
                  <a:pt x="7383898" y="1193508"/>
                </a:cubicBezTo>
                <a:cubicBezTo>
                  <a:pt x="7385220" y="1193508"/>
                  <a:pt x="7386562" y="1193374"/>
                  <a:pt x="7387903" y="1193067"/>
                </a:cubicBezTo>
                <a:cubicBezTo>
                  <a:pt x="7397792" y="1190883"/>
                  <a:pt x="7404041" y="1181089"/>
                  <a:pt x="7401836" y="1171219"/>
                </a:cubicBezTo>
                <a:cubicBezTo>
                  <a:pt x="7399652" y="1161330"/>
                  <a:pt x="7389858" y="1155082"/>
                  <a:pt x="7379969" y="1157286"/>
                </a:cubicBezTo>
                <a:close/>
                <a:moveTo>
                  <a:pt x="3905664" y="2511257"/>
                </a:moveTo>
                <a:cubicBezTo>
                  <a:pt x="3900146" y="2512235"/>
                  <a:pt x="3896466" y="2517505"/>
                  <a:pt x="3897443" y="2523025"/>
                </a:cubicBezTo>
                <a:cubicBezTo>
                  <a:pt x="3898324" y="2527950"/>
                  <a:pt x="3902598" y="2531400"/>
                  <a:pt x="3907428" y="2531400"/>
                </a:cubicBezTo>
                <a:cubicBezTo>
                  <a:pt x="3908022" y="2531400"/>
                  <a:pt x="3908615" y="2531343"/>
                  <a:pt x="3909229" y="2531246"/>
                </a:cubicBezTo>
                <a:cubicBezTo>
                  <a:pt x="3914750" y="2530269"/>
                  <a:pt x="3918429" y="2524979"/>
                  <a:pt x="3917431" y="2519460"/>
                </a:cubicBezTo>
                <a:cubicBezTo>
                  <a:pt x="3916454" y="2513941"/>
                  <a:pt x="3911183" y="2510261"/>
                  <a:pt x="3905664" y="2511257"/>
                </a:cubicBezTo>
                <a:close/>
                <a:moveTo>
                  <a:pt x="561755" y="3816472"/>
                </a:moveTo>
                <a:cubicBezTo>
                  <a:pt x="561411" y="3816875"/>
                  <a:pt x="561448" y="3817469"/>
                  <a:pt x="561851" y="3817814"/>
                </a:cubicBezTo>
                <a:cubicBezTo>
                  <a:pt x="562043" y="3817967"/>
                  <a:pt x="562253" y="3818044"/>
                  <a:pt x="562484" y="3818043"/>
                </a:cubicBezTo>
                <a:cubicBezTo>
                  <a:pt x="562752" y="3818044"/>
                  <a:pt x="563020" y="3817949"/>
                  <a:pt x="563211" y="3817718"/>
                </a:cubicBezTo>
                <a:cubicBezTo>
                  <a:pt x="563557" y="3817315"/>
                  <a:pt x="563499" y="3816722"/>
                  <a:pt x="563116" y="3816377"/>
                </a:cubicBezTo>
                <a:cubicBezTo>
                  <a:pt x="562713" y="3816032"/>
                  <a:pt x="562100" y="3816070"/>
                  <a:pt x="561755" y="3816472"/>
                </a:cubicBezTo>
                <a:close/>
                <a:moveTo>
                  <a:pt x="980308" y="3652878"/>
                </a:moveTo>
                <a:cubicBezTo>
                  <a:pt x="979235" y="3654833"/>
                  <a:pt x="979963" y="3657286"/>
                  <a:pt x="981917" y="3658340"/>
                </a:cubicBezTo>
                <a:cubicBezTo>
                  <a:pt x="982531" y="3658666"/>
                  <a:pt x="983183" y="3658819"/>
                  <a:pt x="983833" y="3658819"/>
                </a:cubicBezTo>
                <a:cubicBezTo>
                  <a:pt x="985271" y="3658819"/>
                  <a:pt x="986651" y="3658072"/>
                  <a:pt x="987379" y="3656711"/>
                </a:cubicBezTo>
                <a:cubicBezTo>
                  <a:pt x="988433" y="3654775"/>
                  <a:pt x="987724" y="3652322"/>
                  <a:pt x="985750" y="3651268"/>
                </a:cubicBezTo>
                <a:cubicBezTo>
                  <a:pt x="983815" y="3650195"/>
                  <a:pt x="981362" y="3650923"/>
                  <a:pt x="980308" y="3652878"/>
                </a:cubicBezTo>
                <a:close/>
                <a:moveTo>
                  <a:pt x="2325195" y="3123090"/>
                </a:moveTo>
                <a:cubicBezTo>
                  <a:pt x="2320308" y="3124336"/>
                  <a:pt x="2317338" y="3129300"/>
                  <a:pt x="2318583" y="3134187"/>
                </a:cubicBezTo>
                <a:cubicBezTo>
                  <a:pt x="2319637" y="3138327"/>
                  <a:pt x="2323356" y="3141086"/>
                  <a:pt x="2327438" y="3141086"/>
                </a:cubicBezTo>
                <a:cubicBezTo>
                  <a:pt x="2328185" y="3141086"/>
                  <a:pt x="2328933" y="3140991"/>
                  <a:pt x="2329681" y="3140799"/>
                </a:cubicBezTo>
                <a:cubicBezTo>
                  <a:pt x="2334568" y="3139573"/>
                  <a:pt x="2337538" y="3134589"/>
                  <a:pt x="2336292" y="3129702"/>
                </a:cubicBezTo>
                <a:cubicBezTo>
                  <a:pt x="2335066" y="3124815"/>
                  <a:pt x="2330083" y="3121863"/>
                  <a:pt x="2325195" y="3123090"/>
                </a:cubicBezTo>
                <a:close/>
                <a:moveTo>
                  <a:pt x="8106605" y="865633"/>
                </a:moveTo>
                <a:cubicBezTo>
                  <a:pt x="8102200" y="868426"/>
                  <a:pt x="8098860" y="872901"/>
                  <a:pt x="8097634" y="878392"/>
                </a:cubicBezTo>
                <a:cubicBezTo>
                  <a:pt x="8095181" y="889374"/>
                  <a:pt x="8102100" y="900279"/>
                  <a:pt x="8113082" y="902732"/>
                </a:cubicBezTo>
                <a:cubicBezTo>
                  <a:pt x="8114576" y="903058"/>
                  <a:pt x="8116071" y="903230"/>
                  <a:pt x="8117546" y="903230"/>
                </a:cubicBezTo>
                <a:cubicBezTo>
                  <a:pt x="8126880" y="903230"/>
                  <a:pt x="8135294" y="896772"/>
                  <a:pt x="8137421" y="887285"/>
                </a:cubicBezTo>
                <a:cubicBezTo>
                  <a:pt x="8139874" y="876303"/>
                  <a:pt x="8132955" y="865417"/>
                  <a:pt x="8121973" y="862964"/>
                </a:cubicBezTo>
                <a:cubicBezTo>
                  <a:pt x="8116482" y="861728"/>
                  <a:pt x="8111010" y="862840"/>
                  <a:pt x="8106605" y="865633"/>
                </a:cubicBezTo>
                <a:close/>
                <a:moveTo>
                  <a:pt x="4165239" y="2403989"/>
                </a:moveTo>
                <a:cubicBezTo>
                  <a:pt x="4159089" y="2404507"/>
                  <a:pt x="4154526" y="2409930"/>
                  <a:pt x="4155045" y="2416083"/>
                </a:cubicBezTo>
                <a:cubicBezTo>
                  <a:pt x="4155542" y="2421909"/>
                  <a:pt x="4160431" y="2426298"/>
                  <a:pt x="4166179" y="2426298"/>
                </a:cubicBezTo>
                <a:cubicBezTo>
                  <a:pt x="4166504" y="2426298"/>
                  <a:pt x="4166810" y="2426298"/>
                  <a:pt x="4167137" y="2426259"/>
                </a:cubicBezTo>
                <a:cubicBezTo>
                  <a:pt x="4173290" y="2425742"/>
                  <a:pt x="4177851" y="2420318"/>
                  <a:pt x="4177334" y="2414166"/>
                </a:cubicBezTo>
                <a:cubicBezTo>
                  <a:pt x="4176797" y="2408014"/>
                  <a:pt x="4171393" y="2403453"/>
                  <a:pt x="4165239" y="2403989"/>
                </a:cubicBezTo>
                <a:close/>
                <a:moveTo>
                  <a:pt x="4575801" y="2238485"/>
                </a:moveTo>
                <a:cubicBezTo>
                  <a:pt x="4573222" y="2240672"/>
                  <a:pt x="4571478" y="2243844"/>
                  <a:pt x="4571181" y="2247485"/>
                </a:cubicBezTo>
                <a:cubicBezTo>
                  <a:pt x="4570587" y="2254768"/>
                  <a:pt x="4576007" y="2261150"/>
                  <a:pt x="4583293" y="2261744"/>
                </a:cubicBezTo>
                <a:cubicBezTo>
                  <a:pt x="4583658" y="2261782"/>
                  <a:pt x="4584021" y="2261782"/>
                  <a:pt x="4584365" y="2261782"/>
                </a:cubicBezTo>
                <a:cubicBezTo>
                  <a:pt x="4591189" y="2261782"/>
                  <a:pt x="4596977" y="2256550"/>
                  <a:pt x="4597551" y="2249631"/>
                </a:cubicBezTo>
                <a:cubicBezTo>
                  <a:pt x="4598145" y="2242348"/>
                  <a:pt x="4592723" y="2235966"/>
                  <a:pt x="4585439" y="2235392"/>
                </a:cubicBezTo>
                <a:cubicBezTo>
                  <a:pt x="4581798" y="2235095"/>
                  <a:pt x="4578382" y="2236297"/>
                  <a:pt x="4575801" y="2238485"/>
                </a:cubicBezTo>
                <a:close/>
                <a:moveTo>
                  <a:pt x="1558891" y="3415726"/>
                </a:moveTo>
                <a:cubicBezTo>
                  <a:pt x="1555000" y="3415265"/>
                  <a:pt x="1551474" y="3418064"/>
                  <a:pt x="1551033" y="3421954"/>
                </a:cubicBezTo>
                <a:cubicBezTo>
                  <a:pt x="1550572" y="3425845"/>
                  <a:pt x="1553371" y="3429352"/>
                  <a:pt x="1557262" y="3429812"/>
                </a:cubicBezTo>
                <a:cubicBezTo>
                  <a:pt x="1557530" y="3429851"/>
                  <a:pt x="1557816" y="3429851"/>
                  <a:pt x="1558086" y="3429851"/>
                </a:cubicBezTo>
                <a:cubicBezTo>
                  <a:pt x="1561632" y="3429851"/>
                  <a:pt x="1564698" y="3427186"/>
                  <a:pt x="1565119" y="3423583"/>
                </a:cubicBezTo>
                <a:cubicBezTo>
                  <a:pt x="1565559" y="3419693"/>
                  <a:pt x="1562780" y="3416167"/>
                  <a:pt x="1558891" y="3415726"/>
                </a:cubicBezTo>
                <a:close/>
                <a:moveTo>
                  <a:pt x="1329308" y="3504423"/>
                </a:moveTo>
                <a:cubicBezTo>
                  <a:pt x="1326071" y="3503542"/>
                  <a:pt x="1322754" y="3505458"/>
                  <a:pt x="1321873" y="3508697"/>
                </a:cubicBezTo>
                <a:cubicBezTo>
                  <a:pt x="1320991" y="3511936"/>
                  <a:pt x="1322907" y="3515271"/>
                  <a:pt x="1326147" y="3516133"/>
                </a:cubicBezTo>
                <a:cubicBezTo>
                  <a:pt x="1326683" y="3516287"/>
                  <a:pt x="1327201" y="3516363"/>
                  <a:pt x="1327737" y="3516363"/>
                </a:cubicBezTo>
                <a:cubicBezTo>
                  <a:pt x="1330401" y="3516363"/>
                  <a:pt x="1332854" y="3514581"/>
                  <a:pt x="1333583" y="3511879"/>
                </a:cubicBezTo>
                <a:cubicBezTo>
                  <a:pt x="1334464" y="3508639"/>
                  <a:pt x="1332548" y="3505305"/>
                  <a:pt x="1329308" y="3504423"/>
                </a:cubicBezTo>
                <a:close/>
                <a:moveTo>
                  <a:pt x="7275557" y="1183121"/>
                </a:moveTo>
                <a:cubicBezTo>
                  <a:pt x="7265783" y="1185785"/>
                  <a:pt x="7260033" y="1195866"/>
                  <a:pt x="7262677" y="1205621"/>
                </a:cubicBezTo>
                <a:lnTo>
                  <a:pt x="7262658" y="1205621"/>
                </a:lnTo>
                <a:cubicBezTo>
                  <a:pt x="7264881" y="1213785"/>
                  <a:pt x="7272280" y="1219152"/>
                  <a:pt x="7280348" y="1219152"/>
                </a:cubicBezTo>
                <a:cubicBezTo>
                  <a:pt x="7281938" y="1219152"/>
                  <a:pt x="7283567" y="1218941"/>
                  <a:pt x="7285178" y="1218500"/>
                </a:cubicBezTo>
                <a:cubicBezTo>
                  <a:pt x="7294951" y="1215856"/>
                  <a:pt x="7300721" y="1205774"/>
                  <a:pt x="7298057" y="1196000"/>
                </a:cubicBezTo>
                <a:cubicBezTo>
                  <a:pt x="7295412" y="1186225"/>
                  <a:pt x="7285331" y="1180457"/>
                  <a:pt x="7275557" y="1183121"/>
                </a:cubicBezTo>
                <a:close/>
                <a:moveTo>
                  <a:pt x="5144181" y="2012597"/>
                </a:moveTo>
                <a:cubicBezTo>
                  <a:pt x="5140885" y="2015149"/>
                  <a:pt x="5138561" y="2018958"/>
                  <a:pt x="5137995" y="2023423"/>
                </a:cubicBezTo>
                <a:cubicBezTo>
                  <a:pt x="5136846" y="2032335"/>
                  <a:pt x="5143151" y="2040499"/>
                  <a:pt x="5152081" y="2041631"/>
                </a:cubicBezTo>
                <a:cubicBezTo>
                  <a:pt x="5152790" y="2041727"/>
                  <a:pt x="5153479" y="2041765"/>
                  <a:pt x="5154170" y="2041765"/>
                </a:cubicBezTo>
                <a:cubicBezTo>
                  <a:pt x="5162240" y="2041765"/>
                  <a:pt x="5169253" y="2035766"/>
                  <a:pt x="5170308" y="2027544"/>
                </a:cubicBezTo>
                <a:cubicBezTo>
                  <a:pt x="5171439" y="2018613"/>
                  <a:pt x="5165131" y="2010448"/>
                  <a:pt x="5156201" y="2009318"/>
                </a:cubicBezTo>
                <a:cubicBezTo>
                  <a:pt x="5151746" y="2008752"/>
                  <a:pt x="5147477" y="2010046"/>
                  <a:pt x="5144181" y="2012597"/>
                </a:cubicBezTo>
                <a:close/>
                <a:moveTo>
                  <a:pt x="6279113" y="1567941"/>
                </a:moveTo>
                <a:cubicBezTo>
                  <a:pt x="6269665" y="1571602"/>
                  <a:pt x="6264989" y="1582239"/>
                  <a:pt x="6268668" y="1591667"/>
                </a:cubicBezTo>
                <a:cubicBezTo>
                  <a:pt x="6271486" y="1598912"/>
                  <a:pt x="6278404" y="1603359"/>
                  <a:pt x="6285744" y="1603359"/>
                </a:cubicBezTo>
                <a:cubicBezTo>
                  <a:pt x="6287967" y="1603359"/>
                  <a:pt x="6290210" y="1602955"/>
                  <a:pt x="6292395" y="1602112"/>
                </a:cubicBezTo>
                <a:cubicBezTo>
                  <a:pt x="6301824" y="1598452"/>
                  <a:pt x="6306501" y="1587815"/>
                  <a:pt x="6302840" y="1578386"/>
                </a:cubicBezTo>
                <a:cubicBezTo>
                  <a:pt x="6299160" y="1568937"/>
                  <a:pt x="6288543" y="1564261"/>
                  <a:pt x="6279113" y="1567941"/>
                </a:cubicBezTo>
                <a:close/>
                <a:moveTo>
                  <a:pt x="5415238" y="1904790"/>
                </a:moveTo>
                <a:cubicBezTo>
                  <a:pt x="5405676" y="1904925"/>
                  <a:pt x="5398029" y="1912802"/>
                  <a:pt x="5398182" y="1922365"/>
                </a:cubicBezTo>
                <a:cubicBezTo>
                  <a:pt x="5398337" y="1931832"/>
                  <a:pt x="5406060" y="1939404"/>
                  <a:pt x="5415507" y="1939404"/>
                </a:cubicBezTo>
                <a:lnTo>
                  <a:pt x="5415756" y="1939404"/>
                </a:lnTo>
                <a:cubicBezTo>
                  <a:pt x="5425321" y="1939269"/>
                  <a:pt x="5432950" y="1931392"/>
                  <a:pt x="5432814" y="1921828"/>
                </a:cubicBezTo>
                <a:cubicBezTo>
                  <a:pt x="5432663" y="1912265"/>
                  <a:pt x="5424803" y="1904638"/>
                  <a:pt x="5415238" y="1904790"/>
                </a:cubicBezTo>
                <a:close/>
                <a:moveTo>
                  <a:pt x="6377930" y="1528632"/>
                </a:moveTo>
                <a:cubicBezTo>
                  <a:pt x="6368557" y="1532465"/>
                  <a:pt x="6364074" y="1543179"/>
                  <a:pt x="6367907" y="1552551"/>
                </a:cubicBezTo>
                <a:cubicBezTo>
                  <a:pt x="6370819" y="1559643"/>
                  <a:pt x="6377661" y="1563935"/>
                  <a:pt x="6384886" y="1563935"/>
                </a:cubicBezTo>
                <a:cubicBezTo>
                  <a:pt x="6387206" y="1563935"/>
                  <a:pt x="6389563" y="1563495"/>
                  <a:pt x="6391825" y="1562555"/>
                </a:cubicBezTo>
                <a:cubicBezTo>
                  <a:pt x="6401196" y="1558722"/>
                  <a:pt x="6405682" y="1548009"/>
                  <a:pt x="6401848" y="1538637"/>
                </a:cubicBezTo>
                <a:cubicBezTo>
                  <a:pt x="6397996" y="1529266"/>
                  <a:pt x="6387302" y="1524781"/>
                  <a:pt x="6377930" y="1528632"/>
                </a:cubicBezTo>
                <a:close/>
                <a:moveTo>
                  <a:pt x="6179684" y="1605562"/>
                </a:moveTo>
                <a:cubicBezTo>
                  <a:pt x="6170178" y="1609050"/>
                  <a:pt x="6165309" y="1619592"/>
                  <a:pt x="6168798" y="1629097"/>
                </a:cubicBezTo>
                <a:cubicBezTo>
                  <a:pt x="6171519" y="1636515"/>
                  <a:pt x="6178534" y="1641114"/>
                  <a:pt x="6186008" y="1641114"/>
                </a:cubicBezTo>
                <a:cubicBezTo>
                  <a:pt x="6188117" y="1641114"/>
                  <a:pt x="6190244" y="1640750"/>
                  <a:pt x="6192333" y="1639983"/>
                </a:cubicBezTo>
                <a:cubicBezTo>
                  <a:pt x="6201839" y="1636476"/>
                  <a:pt x="6206706" y="1625955"/>
                  <a:pt x="6203219" y="1616448"/>
                </a:cubicBezTo>
                <a:cubicBezTo>
                  <a:pt x="6199711" y="1606942"/>
                  <a:pt x="6189190" y="1602074"/>
                  <a:pt x="6179684" y="1605562"/>
                </a:cubicBezTo>
                <a:close/>
                <a:moveTo>
                  <a:pt x="3805642" y="2531209"/>
                </a:moveTo>
                <a:cubicBezTo>
                  <a:pt x="3800161" y="2532415"/>
                  <a:pt x="3796690" y="2537840"/>
                  <a:pt x="3797897" y="2543321"/>
                </a:cubicBezTo>
                <a:cubicBezTo>
                  <a:pt x="3798934" y="2548055"/>
                  <a:pt x="3803149" y="2551294"/>
                  <a:pt x="3807806" y="2551294"/>
                </a:cubicBezTo>
                <a:cubicBezTo>
                  <a:pt x="3808535" y="2551294"/>
                  <a:pt x="3809264" y="2551217"/>
                  <a:pt x="3810011" y="2551064"/>
                </a:cubicBezTo>
                <a:cubicBezTo>
                  <a:pt x="3815494" y="2549856"/>
                  <a:pt x="3818941" y="2544433"/>
                  <a:pt x="3817734" y="2538951"/>
                </a:cubicBezTo>
                <a:cubicBezTo>
                  <a:pt x="3816526" y="2533470"/>
                  <a:pt x="3811103" y="2530001"/>
                  <a:pt x="3805642" y="2531209"/>
                </a:cubicBezTo>
                <a:close/>
                <a:moveTo>
                  <a:pt x="6476362" y="1487830"/>
                </a:moveTo>
                <a:cubicBezTo>
                  <a:pt x="6467010" y="1491739"/>
                  <a:pt x="6462602" y="1502472"/>
                  <a:pt x="6466512" y="1511825"/>
                </a:cubicBezTo>
                <a:cubicBezTo>
                  <a:pt x="6469463" y="1518858"/>
                  <a:pt x="6476266" y="1523095"/>
                  <a:pt x="6483434" y="1523095"/>
                </a:cubicBezTo>
                <a:cubicBezTo>
                  <a:pt x="6485792" y="1523095"/>
                  <a:pt x="6488188" y="1522634"/>
                  <a:pt x="6490507" y="1521657"/>
                </a:cubicBezTo>
                <a:cubicBezTo>
                  <a:pt x="6499840" y="1517748"/>
                  <a:pt x="6504248" y="1507014"/>
                  <a:pt x="6500339" y="1497662"/>
                </a:cubicBezTo>
                <a:cubicBezTo>
                  <a:pt x="6498384" y="1492996"/>
                  <a:pt x="6494724" y="1489560"/>
                  <a:pt x="6490384" y="1487780"/>
                </a:cubicBezTo>
                <a:cubicBezTo>
                  <a:pt x="6486046" y="1486000"/>
                  <a:pt x="6481029" y="1485875"/>
                  <a:pt x="6476362" y="1487830"/>
                </a:cubicBezTo>
                <a:close/>
                <a:moveTo>
                  <a:pt x="2227223" y="3145648"/>
                </a:moveTo>
                <a:cubicBezTo>
                  <a:pt x="2222278" y="3146664"/>
                  <a:pt x="2219116" y="3151494"/>
                  <a:pt x="2220132" y="3156438"/>
                </a:cubicBezTo>
                <a:cubicBezTo>
                  <a:pt x="2221032" y="3160770"/>
                  <a:pt x="2224827" y="3163721"/>
                  <a:pt x="2229082" y="3163721"/>
                </a:cubicBezTo>
                <a:cubicBezTo>
                  <a:pt x="2229676" y="3163721"/>
                  <a:pt x="2230308" y="3163664"/>
                  <a:pt x="2230922" y="3163549"/>
                </a:cubicBezTo>
                <a:cubicBezTo>
                  <a:pt x="2235866" y="3162514"/>
                  <a:pt x="2239047" y="3157684"/>
                  <a:pt x="2238032" y="3152739"/>
                </a:cubicBezTo>
                <a:cubicBezTo>
                  <a:pt x="2236997" y="3147794"/>
                  <a:pt x="2232168" y="3144613"/>
                  <a:pt x="2227223" y="3145648"/>
                </a:cubicBezTo>
                <a:close/>
                <a:moveTo>
                  <a:pt x="6079584" y="1641134"/>
                </a:moveTo>
                <a:cubicBezTo>
                  <a:pt x="6070000" y="1644411"/>
                  <a:pt x="6064903" y="1654836"/>
                  <a:pt x="6068180" y="1664419"/>
                </a:cubicBezTo>
                <a:cubicBezTo>
                  <a:pt x="6070787" y="1672028"/>
                  <a:pt x="6077897" y="1676819"/>
                  <a:pt x="6085525" y="1676819"/>
                </a:cubicBezTo>
                <a:cubicBezTo>
                  <a:pt x="6087498" y="1676819"/>
                  <a:pt x="6089492" y="1676493"/>
                  <a:pt x="6091466" y="1675822"/>
                </a:cubicBezTo>
                <a:cubicBezTo>
                  <a:pt x="6101048" y="1672545"/>
                  <a:pt x="6106146" y="1662120"/>
                  <a:pt x="6102869" y="1652536"/>
                </a:cubicBezTo>
                <a:cubicBezTo>
                  <a:pt x="6099592" y="1642954"/>
                  <a:pt x="6089165" y="1637856"/>
                  <a:pt x="6079584" y="1641134"/>
                </a:cubicBezTo>
                <a:close/>
                <a:moveTo>
                  <a:pt x="7172504" y="1213459"/>
                </a:moveTo>
                <a:cubicBezTo>
                  <a:pt x="7162845" y="1216506"/>
                  <a:pt x="7157479" y="1226799"/>
                  <a:pt x="7160527" y="1236457"/>
                </a:cubicBezTo>
                <a:cubicBezTo>
                  <a:pt x="7162999" y="1244277"/>
                  <a:pt x="7170224" y="1249279"/>
                  <a:pt x="7178024" y="1249279"/>
                </a:cubicBezTo>
                <a:cubicBezTo>
                  <a:pt x="7179844" y="1249279"/>
                  <a:pt x="7181704" y="1249011"/>
                  <a:pt x="7183543" y="1248436"/>
                </a:cubicBezTo>
                <a:cubicBezTo>
                  <a:pt x="7193185" y="1245389"/>
                  <a:pt x="7198550" y="1235077"/>
                  <a:pt x="7195503" y="1225438"/>
                </a:cubicBezTo>
                <a:cubicBezTo>
                  <a:pt x="7192455" y="1215778"/>
                  <a:pt x="7182164" y="1210413"/>
                  <a:pt x="7172504" y="1213459"/>
                </a:cubicBezTo>
                <a:close/>
                <a:moveTo>
                  <a:pt x="6574662" y="1446510"/>
                </a:moveTo>
                <a:cubicBezTo>
                  <a:pt x="6565329" y="1450439"/>
                  <a:pt x="6560940" y="1461190"/>
                  <a:pt x="6564888" y="1470523"/>
                </a:cubicBezTo>
                <a:cubicBezTo>
                  <a:pt x="6567839" y="1477538"/>
                  <a:pt x="6574643" y="1481735"/>
                  <a:pt x="6581791" y="1481735"/>
                </a:cubicBezTo>
                <a:cubicBezTo>
                  <a:pt x="6584168" y="1481735"/>
                  <a:pt x="6586582" y="1481276"/>
                  <a:pt x="6588901" y="1480298"/>
                </a:cubicBezTo>
                <a:cubicBezTo>
                  <a:pt x="6598235" y="1476369"/>
                  <a:pt x="6602604" y="1465599"/>
                  <a:pt x="6598676" y="1456284"/>
                </a:cubicBezTo>
                <a:cubicBezTo>
                  <a:pt x="6596702" y="1451617"/>
                  <a:pt x="6593027" y="1448192"/>
                  <a:pt x="6588681" y="1446423"/>
                </a:cubicBezTo>
                <a:cubicBezTo>
                  <a:pt x="6584335" y="1444656"/>
                  <a:pt x="6579320" y="1444545"/>
                  <a:pt x="6574662" y="1446510"/>
                </a:cubicBezTo>
                <a:close/>
                <a:moveTo>
                  <a:pt x="669638" y="3749030"/>
                </a:moveTo>
                <a:cubicBezTo>
                  <a:pt x="668967" y="3749893"/>
                  <a:pt x="669120" y="3751138"/>
                  <a:pt x="669964" y="3751809"/>
                </a:cubicBezTo>
                <a:cubicBezTo>
                  <a:pt x="670327" y="3752096"/>
                  <a:pt x="670767" y="3752231"/>
                  <a:pt x="671189" y="3752231"/>
                </a:cubicBezTo>
                <a:cubicBezTo>
                  <a:pt x="671785" y="3752231"/>
                  <a:pt x="672360" y="3751981"/>
                  <a:pt x="672743" y="3751483"/>
                </a:cubicBezTo>
                <a:cubicBezTo>
                  <a:pt x="673431" y="3750621"/>
                  <a:pt x="673280" y="3749375"/>
                  <a:pt x="672417" y="3748704"/>
                </a:cubicBezTo>
                <a:cubicBezTo>
                  <a:pt x="671573" y="3748033"/>
                  <a:pt x="670328" y="3748168"/>
                  <a:pt x="669638" y="3749030"/>
                </a:cubicBezTo>
                <a:close/>
                <a:moveTo>
                  <a:pt x="6672998" y="1405093"/>
                </a:moveTo>
                <a:cubicBezTo>
                  <a:pt x="6663665" y="1409003"/>
                  <a:pt x="6659277" y="1419754"/>
                  <a:pt x="6663187" y="1429088"/>
                </a:cubicBezTo>
                <a:cubicBezTo>
                  <a:pt x="6666138" y="1436102"/>
                  <a:pt x="6672960" y="1440338"/>
                  <a:pt x="6680108" y="1440338"/>
                </a:cubicBezTo>
                <a:cubicBezTo>
                  <a:pt x="6682485" y="1440338"/>
                  <a:pt x="6684881" y="1439879"/>
                  <a:pt x="6687200" y="1438901"/>
                </a:cubicBezTo>
                <a:cubicBezTo>
                  <a:pt x="6696534" y="1434972"/>
                  <a:pt x="6700923" y="1424220"/>
                  <a:pt x="6697013" y="1414887"/>
                </a:cubicBezTo>
                <a:cubicBezTo>
                  <a:pt x="6695048" y="1410221"/>
                  <a:pt x="6691378" y="1406790"/>
                  <a:pt x="6687032" y="1405017"/>
                </a:cubicBezTo>
                <a:cubicBezTo>
                  <a:pt x="6682687" y="1403244"/>
                  <a:pt x="6677665" y="1403129"/>
                  <a:pt x="6672998" y="1405093"/>
                </a:cubicBezTo>
                <a:close/>
                <a:moveTo>
                  <a:pt x="4731909" y="2161201"/>
                </a:moveTo>
                <a:cubicBezTo>
                  <a:pt x="4729002" y="2163403"/>
                  <a:pt x="4726937" y="2166714"/>
                  <a:pt x="4726399" y="2170614"/>
                </a:cubicBezTo>
                <a:cubicBezTo>
                  <a:pt x="4725327" y="2178395"/>
                  <a:pt x="4730789" y="2185581"/>
                  <a:pt x="4738570" y="2186655"/>
                </a:cubicBezTo>
                <a:cubicBezTo>
                  <a:pt x="4739240" y="2186750"/>
                  <a:pt x="4739895" y="2186789"/>
                  <a:pt x="4740546" y="2186789"/>
                </a:cubicBezTo>
                <a:cubicBezTo>
                  <a:pt x="4747539" y="2186789"/>
                  <a:pt x="4753654" y="2181633"/>
                  <a:pt x="4754631" y="2174485"/>
                </a:cubicBezTo>
                <a:cubicBezTo>
                  <a:pt x="4755704" y="2166703"/>
                  <a:pt x="4750262" y="2159517"/>
                  <a:pt x="4742461" y="2158444"/>
                </a:cubicBezTo>
                <a:cubicBezTo>
                  <a:pt x="4738561" y="2157907"/>
                  <a:pt x="4734815" y="2158999"/>
                  <a:pt x="4731909" y="2161201"/>
                </a:cubicBezTo>
                <a:close/>
                <a:moveTo>
                  <a:pt x="5978680" y="1674251"/>
                </a:moveTo>
                <a:cubicBezTo>
                  <a:pt x="5969022" y="1677260"/>
                  <a:pt x="5963638" y="1687552"/>
                  <a:pt x="5966664" y="1697231"/>
                </a:cubicBezTo>
                <a:cubicBezTo>
                  <a:pt x="5969116" y="1705069"/>
                  <a:pt x="5976342" y="1710090"/>
                  <a:pt x="5984163" y="1710090"/>
                </a:cubicBezTo>
                <a:cubicBezTo>
                  <a:pt x="5985964" y="1710090"/>
                  <a:pt x="5987802" y="1709821"/>
                  <a:pt x="5989643" y="1709247"/>
                </a:cubicBezTo>
                <a:cubicBezTo>
                  <a:pt x="5999302" y="1706218"/>
                  <a:pt x="6004668" y="1695927"/>
                  <a:pt x="6001659" y="1686267"/>
                </a:cubicBezTo>
                <a:cubicBezTo>
                  <a:pt x="5998630" y="1676608"/>
                  <a:pt x="5988341" y="1671223"/>
                  <a:pt x="5978680" y="1674251"/>
                </a:cubicBezTo>
                <a:close/>
                <a:moveTo>
                  <a:pt x="7070737" y="1247497"/>
                </a:moveTo>
                <a:cubicBezTo>
                  <a:pt x="7061192" y="1250870"/>
                  <a:pt x="7056171" y="1261334"/>
                  <a:pt x="7059544" y="1270878"/>
                </a:cubicBezTo>
                <a:cubicBezTo>
                  <a:pt x="7062189" y="1278411"/>
                  <a:pt x="7069280" y="1283126"/>
                  <a:pt x="7076831" y="1283125"/>
                </a:cubicBezTo>
                <a:cubicBezTo>
                  <a:pt x="7078862" y="1283125"/>
                  <a:pt x="7080913" y="1282800"/>
                  <a:pt x="7082926" y="1282091"/>
                </a:cubicBezTo>
                <a:cubicBezTo>
                  <a:pt x="7092470" y="1278717"/>
                  <a:pt x="7097492" y="1268253"/>
                  <a:pt x="7094118" y="1258690"/>
                </a:cubicBezTo>
                <a:cubicBezTo>
                  <a:pt x="7090764" y="1249145"/>
                  <a:pt x="7080299" y="1244123"/>
                  <a:pt x="7070737" y="1247497"/>
                </a:cubicBezTo>
                <a:close/>
                <a:moveTo>
                  <a:pt x="6771585" y="1363984"/>
                </a:moveTo>
                <a:cubicBezTo>
                  <a:pt x="6762213" y="1367855"/>
                  <a:pt x="6757766" y="1378569"/>
                  <a:pt x="6761638" y="1387940"/>
                </a:cubicBezTo>
                <a:cubicBezTo>
                  <a:pt x="6764551" y="1395012"/>
                  <a:pt x="6771394" y="1399266"/>
                  <a:pt x="6778599" y="1399266"/>
                </a:cubicBezTo>
                <a:cubicBezTo>
                  <a:pt x="6780918" y="1399267"/>
                  <a:pt x="6783295" y="1398826"/>
                  <a:pt x="6785576" y="1397887"/>
                </a:cubicBezTo>
                <a:cubicBezTo>
                  <a:pt x="6794948" y="1394016"/>
                  <a:pt x="6799394" y="1383283"/>
                  <a:pt x="6795522" y="1373930"/>
                </a:cubicBezTo>
                <a:cubicBezTo>
                  <a:pt x="6791671" y="1364578"/>
                  <a:pt x="6780938" y="1360112"/>
                  <a:pt x="6771585" y="1363984"/>
                </a:cubicBezTo>
                <a:close/>
                <a:moveTo>
                  <a:pt x="6870574" y="1323641"/>
                </a:moveTo>
                <a:cubicBezTo>
                  <a:pt x="6861164" y="1327416"/>
                  <a:pt x="6856603" y="1338091"/>
                  <a:pt x="6860378" y="1347482"/>
                </a:cubicBezTo>
                <a:lnTo>
                  <a:pt x="6860397" y="1347482"/>
                </a:lnTo>
                <a:cubicBezTo>
                  <a:pt x="6863272" y="1354650"/>
                  <a:pt x="6870152" y="1359001"/>
                  <a:pt x="6877416" y="1359000"/>
                </a:cubicBezTo>
                <a:cubicBezTo>
                  <a:pt x="6879697" y="1359000"/>
                  <a:pt x="6881997" y="1358579"/>
                  <a:pt x="6884238" y="1357679"/>
                </a:cubicBezTo>
                <a:cubicBezTo>
                  <a:pt x="6893650" y="1353903"/>
                  <a:pt x="6898210" y="1343227"/>
                  <a:pt x="6894434" y="1333837"/>
                </a:cubicBezTo>
                <a:cubicBezTo>
                  <a:pt x="6890659" y="1324426"/>
                  <a:pt x="6879984" y="1319865"/>
                  <a:pt x="6870574" y="1323641"/>
                </a:cubicBezTo>
                <a:close/>
                <a:moveTo>
                  <a:pt x="6970138" y="1284505"/>
                </a:moveTo>
                <a:cubicBezTo>
                  <a:pt x="6960690" y="1288127"/>
                  <a:pt x="6955955" y="1298725"/>
                  <a:pt x="6959578" y="1308194"/>
                </a:cubicBezTo>
                <a:lnTo>
                  <a:pt x="6959558" y="1308194"/>
                </a:lnTo>
                <a:cubicBezTo>
                  <a:pt x="6962356" y="1315495"/>
                  <a:pt x="6969314" y="1319980"/>
                  <a:pt x="6976692" y="1319980"/>
                </a:cubicBezTo>
                <a:cubicBezTo>
                  <a:pt x="6978858" y="1319980"/>
                  <a:pt x="6981081" y="1319578"/>
                  <a:pt x="6983227" y="1318754"/>
                </a:cubicBezTo>
                <a:cubicBezTo>
                  <a:pt x="6992695" y="1315151"/>
                  <a:pt x="6997429" y="1304533"/>
                  <a:pt x="6993807" y="1295084"/>
                </a:cubicBezTo>
                <a:cubicBezTo>
                  <a:pt x="6990184" y="1285617"/>
                  <a:pt x="6979586" y="1280883"/>
                  <a:pt x="6970138" y="1284505"/>
                </a:cubicBezTo>
                <a:close/>
                <a:moveTo>
                  <a:pt x="1792974" y="3304433"/>
                </a:moveTo>
                <a:cubicBezTo>
                  <a:pt x="1788491" y="3304452"/>
                  <a:pt x="1784888" y="3308113"/>
                  <a:pt x="1784925" y="3312598"/>
                </a:cubicBezTo>
                <a:cubicBezTo>
                  <a:pt x="1784945" y="3317063"/>
                  <a:pt x="1788587" y="3320648"/>
                  <a:pt x="1793033" y="3320648"/>
                </a:cubicBezTo>
                <a:lnTo>
                  <a:pt x="1793091" y="3320648"/>
                </a:lnTo>
                <a:cubicBezTo>
                  <a:pt x="1797575" y="3320628"/>
                  <a:pt x="1801178" y="3316968"/>
                  <a:pt x="1801140" y="3312483"/>
                </a:cubicBezTo>
                <a:cubicBezTo>
                  <a:pt x="1801101" y="3307998"/>
                  <a:pt x="1797460" y="3304395"/>
                  <a:pt x="1792974" y="3304433"/>
                </a:cubicBezTo>
                <a:close/>
                <a:moveTo>
                  <a:pt x="8497400" y="686809"/>
                </a:moveTo>
                <a:cubicBezTo>
                  <a:pt x="8492146" y="689116"/>
                  <a:pt x="8487772" y="693428"/>
                  <a:pt x="8485520" y="699197"/>
                </a:cubicBezTo>
                <a:cubicBezTo>
                  <a:pt x="8481017" y="710735"/>
                  <a:pt x="8486728" y="723729"/>
                  <a:pt x="8498265" y="728232"/>
                </a:cubicBezTo>
                <a:cubicBezTo>
                  <a:pt x="8500949" y="729287"/>
                  <a:pt x="8503708" y="729765"/>
                  <a:pt x="8506411" y="729765"/>
                </a:cubicBezTo>
                <a:cubicBezTo>
                  <a:pt x="8515380" y="729765"/>
                  <a:pt x="8523850" y="724361"/>
                  <a:pt x="8527301" y="715487"/>
                </a:cubicBezTo>
                <a:cubicBezTo>
                  <a:pt x="8531804" y="703950"/>
                  <a:pt x="8526093" y="690956"/>
                  <a:pt x="8514556" y="686452"/>
                </a:cubicBezTo>
                <a:cubicBezTo>
                  <a:pt x="8508787" y="684200"/>
                  <a:pt x="8502654" y="684502"/>
                  <a:pt x="8497400" y="686809"/>
                </a:cubicBezTo>
                <a:close/>
                <a:moveTo>
                  <a:pt x="4323468" y="2316059"/>
                </a:moveTo>
                <a:cubicBezTo>
                  <a:pt x="4316741" y="2316327"/>
                  <a:pt x="4311490" y="2322000"/>
                  <a:pt x="4311779" y="2328727"/>
                </a:cubicBezTo>
                <a:cubicBezTo>
                  <a:pt x="4312026" y="2335301"/>
                  <a:pt x="4317431" y="2340437"/>
                  <a:pt x="4323948" y="2340437"/>
                </a:cubicBezTo>
                <a:lnTo>
                  <a:pt x="4324445" y="2340437"/>
                </a:lnTo>
                <a:cubicBezTo>
                  <a:pt x="4331172" y="2340168"/>
                  <a:pt x="4336423" y="2334496"/>
                  <a:pt x="4336157" y="2327750"/>
                </a:cubicBezTo>
                <a:cubicBezTo>
                  <a:pt x="4335889" y="2321023"/>
                  <a:pt x="4330213" y="2315771"/>
                  <a:pt x="4323468" y="2316059"/>
                </a:cubicBezTo>
                <a:close/>
                <a:moveTo>
                  <a:pt x="3706480" y="2555030"/>
                </a:moveTo>
                <a:cubicBezTo>
                  <a:pt x="3701056" y="2556430"/>
                  <a:pt x="3697798" y="2561988"/>
                  <a:pt x="3699216" y="2567411"/>
                </a:cubicBezTo>
                <a:cubicBezTo>
                  <a:pt x="3700403" y="2571973"/>
                  <a:pt x="3704525" y="2575020"/>
                  <a:pt x="3709029" y="2575020"/>
                </a:cubicBezTo>
                <a:cubicBezTo>
                  <a:pt x="3709871" y="2575020"/>
                  <a:pt x="3710734" y="2574905"/>
                  <a:pt x="3711596" y="2574694"/>
                </a:cubicBezTo>
                <a:cubicBezTo>
                  <a:pt x="3717020" y="2573276"/>
                  <a:pt x="3720278" y="2567737"/>
                  <a:pt x="3718878" y="2562314"/>
                </a:cubicBezTo>
                <a:cubicBezTo>
                  <a:pt x="3717462" y="2556871"/>
                  <a:pt x="3711923" y="2553613"/>
                  <a:pt x="3706480" y="2555030"/>
                </a:cubicBezTo>
                <a:close/>
                <a:moveTo>
                  <a:pt x="4063108" y="2415277"/>
                </a:moveTo>
                <a:cubicBezTo>
                  <a:pt x="4056975" y="2416102"/>
                  <a:pt x="4052682" y="2421737"/>
                  <a:pt x="4053507" y="2427850"/>
                </a:cubicBezTo>
                <a:cubicBezTo>
                  <a:pt x="4054271" y="2433466"/>
                  <a:pt x="4059065" y="2437547"/>
                  <a:pt x="4064584" y="2437547"/>
                </a:cubicBezTo>
                <a:cubicBezTo>
                  <a:pt x="4065081" y="2437547"/>
                  <a:pt x="4065581" y="2437510"/>
                  <a:pt x="4066078" y="2437433"/>
                </a:cubicBezTo>
                <a:cubicBezTo>
                  <a:pt x="4072193" y="2436609"/>
                  <a:pt x="4076504" y="2430993"/>
                  <a:pt x="4075681" y="2424879"/>
                </a:cubicBezTo>
                <a:cubicBezTo>
                  <a:pt x="4074837" y="2418747"/>
                  <a:pt x="4069222" y="2414454"/>
                  <a:pt x="4063108" y="2415277"/>
                </a:cubicBezTo>
                <a:close/>
                <a:moveTo>
                  <a:pt x="1102409" y="3568224"/>
                </a:moveTo>
                <a:cubicBezTo>
                  <a:pt x="1101260" y="3570755"/>
                  <a:pt x="1102390" y="3573743"/>
                  <a:pt x="1104920" y="3574894"/>
                </a:cubicBezTo>
                <a:cubicBezTo>
                  <a:pt x="1105592" y="3575220"/>
                  <a:pt x="1106300" y="3575354"/>
                  <a:pt x="1107009" y="3575354"/>
                </a:cubicBezTo>
                <a:cubicBezTo>
                  <a:pt x="1108925" y="3575354"/>
                  <a:pt x="1110766" y="3574262"/>
                  <a:pt x="1111609" y="3572402"/>
                </a:cubicBezTo>
                <a:cubicBezTo>
                  <a:pt x="1112758" y="3569873"/>
                  <a:pt x="1111648" y="3566883"/>
                  <a:pt x="1109100" y="3565714"/>
                </a:cubicBezTo>
                <a:cubicBezTo>
                  <a:pt x="1106568" y="3564564"/>
                  <a:pt x="1103579" y="3565675"/>
                  <a:pt x="1102409" y="3568224"/>
                </a:cubicBezTo>
                <a:close/>
                <a:moveTo>
                  <a:pt x="5876935" y="1704360"/>
                </a:moveTo>
                <a:cubicBezTo>
                  <a:pt x="5867196" y="1707081"/>
                  <a:pt x="5861487" y="1717200"/>
                  <a:pt x="5864207" y="1726956"/>
                </a:cubicBezTo>
                <a:lnTo>
                  <a:pt x="5864187" y="1726956"/>
                </a:lnTo>
                <a:cubicBezTo>
                  <a:pt x="5866430" y="1735063"/>
                  <a:pt x="5873807" y="1740371"/>
                  <a:pt x="5881839" y="1740371"/>
                </a:cubicBezTo>
                <a:cubicBezTo>
                  <a:pt x="5883470" y="1740371"/>
                  <a:pt x="5885117" y="1740160"/>
                  <a:pt x="5886765" y="1739700"/>
                </a:cubicBezTo>
                <a:cubicBezTo>
                  <a:pt x="5896520" y="1736979"/>
                  <a:pt x="5902213" y="1726878"/>
                  <a:pt x="5899510" y="1717124"/>
                </a:cubicBezTo>
                <a:cubicBezTo>
                  <a:pt x="5896789" y="1707368"/>
                  <a:pt x="5886688" y="1701657"/>
                  <a:pt x="5876935" y="1704360"/>
                </a:cubicBezTo>
                <a:close/>
                <a:moveTo>
                  <a:pt x="7751239" y="968948"/>
                </a:moveTo>
                <a:cubicBezTo>
                  <a:pt x="7740545" y="968968"/>
                  <a:pt x="7731920" y="977668"/>
                  <a:pt x="7731920" y="988363"/>
                </a:cubicBezTo>
                <a:cubicBezTo>
                  <a:pt x="7731958" y="999019"/>
                  <a:pt x="7740621" y="1007662"/>
                  <a:pt x="7751277" y="1007662"/>
                </a:cubicBezTo>
                <a:lnTo>
                  <a:pt x="7751335" y="1007662"/>
                </a:lnTo>
                <a:cubicBezTo>
                  <a:pt x="7762029" y="1007624"/>
                  <a:pt x="7770672" y="998942"/>
                  <a:pt x="7770635" y="988248"/>
                </a:cubicBezTo>
                <a:cubicBezTo>
                  <a:pt x="7770614" y="977553"/>
                  <a:pt x="7761915" y="968910"/>
                  <a:pt x="7751239" y="968948"/>
                </a:cubicBezTo>
                <a:close/>
                <a:moveTo>
                  <a:pt x="2128368" y="3163644"/>
                </a:moveTo>
                <a:cubicBezTo>
                  <a:pt x="2123385" y="3164430"/>
                  <a:pt x="2119973" y="3169107"/>
                  <a:pt x="2120760" y="3174089"/>
                </a:cubicBezTo>
                <a:lnTo>
                  <a:pt x="2120779" y="3174090"/>
                </a:lnTo>
                <a:cubicBezTo>
                  <a:pt x="2121488" y="3178593"/>
                  <a:pt x="2125378" y="3181812"/>
                  <a:pt x="2129786" y="3181812"/>
                </a:cubicBezTo>
                <a:cubicBezTo>
                  <a:pt x="2130265" y="3181812"/>
                  <a:pt x="2130725" y="3181774"/>
                  <a:pt x="2131205" y="3181698"/>
                </a:cubicBezTo>
                <a:cubicBezTo>
                  <a:pt x="2136168" y="3180912"/>
                  <a:pt x="2139580" y="3176236"/>
                  <a:pt x="2138813" y="3171252"/>
                </a:cubicBezTo>
                <a:cubicBezTo>
                  <a:pt x="2138028" y="3166270"/>
                  <a:pt x="2133350" y="3162858"/>
                  <a:pt x="2128368" y="3163644"/>
                </a:cubicBezTo>
                <a:close/>
                <a:moveTo>
                  <a:pt x="3608296" y="2582341"/>
                </a:moveTo>
                <a:cubicBezTo>
                  <a:pt x="3602910" y="2583951"/>
                  <a:pt x="3599844" y="2589605"/>
                  <a:pt x="3601434" y="2594972"/>
                </a:cubicBezTo>
                <a:cubicBezTo>
                  <a:pt x="3602738" y="2599380"/>
                  <a:pt x="3606801" y="2602255"/>
                  <a:pt x="3611170" y="2602255"/>
                </a:cubicBezTo>
                <a:cubicBezTo>
                  <a:pt x="3612129" y="2602255"/>
                  <a:pt x="3613106" y="2602120"/>
                  <a:pt x="3614065" y="2601833"/>
                </a:cubicBezTo>
                <a:cubicBezTo>
                  <a:pt x="3619450" y="2600222"/>
                  <a:pt x="3622516" y="2594569"/>
                  <a:pt x="3620907" y="2589203"/>
                </a:cubicBezTo>
                <a:cubicBezTo>
                  <a:pt x="3619315" y="2583817"/>
                  <a:pt x="3613662" y="2580751"/>
                  <a:pt x="3608296" y="2582341"/>
                </a:cubicBezTo>
                <a:close/>
                <a:moveTo>
                  <a:pt x="4886419" y="2083294"/>
                </a:moveTo>
                <a:cubicBezTo>
                  <a:pt x="4883265" y="2085601"/>
                  <a:pt x="4880989" y="2089113"/>
                  <a:pt x="4880336" y="2093281"/>
                </a:cubicBezTo>
                <a:cubicBezTo>
                  <a:pt x="4879033" y="2101599"/>
                  <a:pt x="4884744" y="2109418"/>
                  <a:pt x="4893064" y="2110702"/>
                </a:cubicBezTo>
                <a:cubicBezTo>
                  <a:pt x="4893867" y="2110837"/>
                  <a:pt x="4894652" y="2110894"/>
                  <a:pt x="4895440" y="2110894"/>
                </a:cubicBezTo>
                <a:cubicBezTo>
                  <a:pt x="4902836" y="2110894"/>
                  <a:pt x="4909334" y="2105509"/>
                  <a:pt x="4910504" y="2097976"/>
                </a:cubicBezTo>
                <a:cubicBezTo>
                  <a:pt x="4911809" y="2089640"/>
                  <a:pt x="4906095" y="2081840"/>
                  <a:pt x="4897777" y="2080536"/>
                </a:cubicBezTo>
                <a:cubicBezTo>
                  <a:pt x="4893608" y="2079884"/>
                  <a:pt x="4889574" y="2080986"/>
                  <a:pt x="4886419" y="2083294"/>
                </a:cubicBezTo>
                <a:close/>
                <a:moveTo>
                  <a:pt x="5774321" y="1730885"/>
                </a:moveTo>
                <a:cubicBezTo>
                  <a:pt x="5764471" y="1733223"/>
                  <a:pt x="5758395" y="1743112"/>
                  <a:pt x="5760733" y="1752963"/>
                </a:cubicBezTo>
                <a:cubicBezTo>
                  <a:pt x="5762725" y="1761376"/>
                  <a:pt x="5770258" y="1767050"/>
                  <a:pt x="5778558" y="1767049"/>
                </a:cubicBezTo>
                <a:cubicBezTo>
                  <a:pt x="5779956" y="1767050"/>
                  <a:pt x="5781375" y="1766896"/>
                  <a:pt x="5782793" y="1766551"/>
                </a:cubicBezTo>
                <a:cubicBezTo>
                  <a:pt x="5792665" y="1764212"/>
                  <a:pt x="5798736" y="1754343"/>
                  <a:pt x="5796401" y="1744492"/>
                </a:cubicBezTo>
                <a:cubicBezTo>
                  <a:pt x="5794061" y="1734641"/>
                  <a:pt x="5784193" y="1728547"/>
                  <a:pt x="5774321" y="1730885"/>
                </a:cubicBezTo>
                <a:close/>
                <a:moveTo>
                  <a:pt x="3511070" y="2612948"/>
                </a:moveTo>
                <a:cubicBezTo>
                  <a:pt x="3505762" y="2614712"/>
                  <a:pt x="3502867" y="2620461"/>
                  <a:pt x="3504648" y="2625789"/>
                </a:cubicBezTo>
                <a:cubicBezTo>
                  <a:pt x="3506069" y="2630044"/>
                  <a:pt x="3510035" y="2632747"/>
                  <a:pt x="3514290" y="2632747"/>
                </a:cubicBezTo>
                <a:cubicBezTo>
                  <a:pt x="3515344" y="2632747"/>
                  <a:pt x="3516417" y="2632573"/>
                  <a:pt x="3517491" y="2632228"/>
                </a:cubicBezTo>
                <a:cubicBezTo>
                  <a:pt x="3522819" y="2630446"/>
                  <a:pt x="3525693" y="2624697"/>
                  <a:pt x="3523911" y="2619369"/>
                </a:cubicBezTo>
                <a:cubicBezTo>
                  <a:pt x="3522148" y="2614041"/>
                  <a:pt x="3516398" y="2611166"/>
                  <a:pt x="3511070" y="2612948"/>
                </a:cubicBezTo>
                <a:close/>
                <a:moveTo>
                  <a:pt x="781084" y="3678118"/>
                </a:moveTo>
                <a:cubicBezTo>
                  <a:pt x="780126" y="3679460"/>
                  <a:pt x="780451" y="3681338"/>
                  <a:pt x="781793" y="3682297"/>
                </a:cubicBezTo>
                <a:cubicBezTo>
                  <a:pt x="782330" y="3682680"/>
                  <a:pt x="782923" y="3682852"/>
                  <a:pt x="783537" y="3682852"/>
                </a:cubicBezTo>
                <a:cubicBezTo>
                  <a:pt x="784476" y="3682852"/>
                  <a:pt x="785396" y="3682412"/>
                  <a:pt x="785990" y="3681587"/>
                </a:cubicBezTo>
                <a:cubicBezTo>
                  <a:pt x="786949" y="3680246"/>
                  <a:pt x="786623" y="3678367"/>
                  <a:pt x="785281" y="3677409"/>
                </a:cubicBezTo>
                <a:cubicBezTo>
                  <a:pt x="783921" y="3676450"/>
                  <a:pt x="782043" y="3676757"/>
                  <a:pt x="781084" y="3678118"/>
                </a:cubicBezTo>
                <a:close/>
                <a:moveTo>
                  <a:pt x="4481064" y="2230984"/>
                </a:moveTo>
                <a:cubicBezTo>
                  <a:pt x="4473765" y="2230927"/>
                  <a:pt x="4467801" y="2236829"/>
                  <a:pt x="4467764" y="2244131"/>
                </a:cubicBezTo>
                <a:cubicBezTo>
                  <a:pt x="4467723" y="2251433"/>
                  <a:pt x="4473588" y="2257393"/>
                  <a:pt x="4480912" y="2257432"/>
                </a:cubicBezTo>
                <a:lnTo>
                  <a:pt x="4480988" y="2257432"/>
                </a:lnTo>
                <a:cubicBezTo>
                  <a:pt x="4488252" y="2257432"/>
                  <a:pt x="4494172" y="2251567"/>
                  <a:pt x="4494212" y="2244284"/>
                </a:cubicBezTo>
                <a:cubicBezTo>
                  <a:pt x="4494249" y="2236983"/>
                  <a:pt x="4488366" y="2231022"/>
                  <a:pt x="4481064" y="2230984"/>
                </a:cubicBezTo>
                <a:close/>
                <a:moveTo>
                  <a:pt x="3414917" y="2646296"/>
                </a:moveTo>
                <a:cubicBezTo>
                  <a:pt x="3409647" y="2648194"/>
                  <a:pt x="3406888" y="2654000"/>
                  <a:pt x="3408785" y="2659271"/>
                </a:cubicBezTo>
                <a:cubicBezTo>
                  <a:pt x="3410280" y="2663430"/>
                  <a:pt x="3414190" y="2666018"/>
                  <a:pt x="3418348" y="2666018"/>
                </a:cubicBezTo>
                <a:cubicBezTo>
                  <a:pt x="3419498" y="2666018"/>
                  <a:pt x="3420648" y="2665826"/>
                  <a:pt x="3421780" y="2665404"/>
                </a:cubicBezTo>
                <a:cubicBezTo>
                  <a:pt x="3427068" y="2663526"/>
                  <a:pt x="3429809" y="2657699"/>
                  <a:pt x="3427912" y="2652429"/>
                </a:cubicBezTo>
                <a:cubicBezTo>
                  <a:pt x="3426014" y="2647140"/>
                  <a:pt x="3420208" y="2644398"/>
                  <a:pt x="3414917" y="2646296"/>
                </a:cubicBezTo>
                <a:close/>
                <a:moveTo>
                  <a:pt x="2941477" y="2830513"/>
                </a:moveTo>
                <a:cubicBezTo>
                  <a:pt x="2936265" y="2832564"/>
                  <a:pt x="2933696" y="2838466"/>
                  <a:pt x="2935747" y="2843680"/>
                </a:cubicBezTo>
                <a:cubicBezTo>
                  <a:pt x="2937318" y="2847685"/>
                  <a:pt x="2941151" y="2850119"/>
                  <a:pt x="2945195" y="2850119"/>
                </a:cubicBezTo>
                <a:cubicBezTo>
                  <a:pt x="2946442" y="2850119"/>
                  <a:pt x="2947706" y="2849889"/>
                  <a:pt x="2948913" y="2849410"/>
                </a:cubicBezTo>
                <a:cubicBezTo>
                  <a:pt x="2954144" y="2847359"/>
                  <a:pt x="2956714" y="2841456"/>
                  <a:pt x="2954643" y="2836243"/>
                </a:cubicBezTo>
                <a:cubicBezTo>
                  <a:pt x="2952593" y="2831030"/>
                  <a:pt x="2946690" y="2828462"/>
                  <a:pt x="2941477" y="2830513"/>
                </a:cubicBezTo>
                <a:close/>
                <a:moveTo>
                  <a:pt x="2846916" y="2867195"/>
                </a:moveTo>
                <a:cubicBezTo>
                  <a:pt x="2841663" y="2869188"/>
                  <a:pt x="2839038" y="2875053"/>
                  <a:pt x="2841032" y="2880304"/>
                </a:cubicBezTo>
                <a:cubicBezTo>
                  <a:pt x="2842564" y="2884348"/>
                  <a:pt x="2846435" y="2886840"/>
                  <a:pt x="2850519" y="2886840"/>
                </a:cubicBezTo>
                <a:cubicBezTo>
                  <a:pt x="2851725" y="2886840"/>
                  <a:pt x="2852952" y="2886629"/>
                  <a:pt x="2854141" y="2886169"/>
                </a:cubicBezTo>
                <a:cubicBezTo>
                  <a:pt x="2859373" y="2884176"/>
                  <a:pt x="2862017" y="2878311"/>
                  <a:pt x="2860005" y="2873060"/>
                </a:cubicBezTo>
                <a:cubicBezTo>
                  <a:pt x="2858012" y="2867828"/>
                  <a:pt x="2852146" y="2865202"/>
                  <a:pt x="2846916" y="2867195"/>
                </a:cubicBezTo>
                <a:close/>
                <a:moveTo>
                  <a:pt x="3035807" y="2793045"/>
                </a:moveTo>
                <a:cubicBezTo>
                  <a:pt x="3030596" y="2795115"/>
                  <a:pt x="3028066" y="2801036"/>
                  <a:pt x="3030137" y="2806249"/>
                </a:cubicBezTo>
                <a:cubicBezTo>
                  <a:pt x="3031727" y="2810217"/>
                  <a:pt x="3035541" y="2812632"/>
                  <a:pt x="3039584" y="2812632"/>
                </a:cubicBezTo>
                <a:cubicBezTo>
                  <a:pt x="3040830" y="2812632"/>
                  <a:pt x="3042114" y="2812402"/>
                  <a:pt x="3043341" y="2811904"/>
                </a:cubicBezTo>
                <a:cubicBezTo>
                  <a:pt x="3048554" y="2809814"/>
                  <a:pt x="3051083" y="2803911"/>
                  <a:pt x="3049014" y="2798698"/>
                </a:cubicBezTo>
                <a:cubicBezTo>
                  <a:pt x="3046925" y="2793485"/>
                  <a:pt x="3041022" y="2790956"/>
                  <a:pt x="3035807" y="2793045"/>
                </a:cubicBezTo>
                <a:close/>
                <a:moveTo>
                  <a:pt x="3961646" y="2431166"/>
                </a:moveTo>
                <a:cubicBezTo>
                  <a:pt x="3955572" y="2432239"/>
                  <a:pt x="3951507" y="2438047"/>
                  <a:pt x="3952602" y="2444122"/>
                </a:cubicBezTo>
                <a:cubicBezTo>
                  <a:pt x="3953558" y="2449545"/>
                  <a:pt x="3958273" y="2453359"/>
                  <a:pt x="3963603" y="2453359"/>
                </a:cubicBezTo>
                <a:cubicBezTo>
                  <a:pt x="3964254" y="2453359"/>
                  <a:pt x="3964903" y="2453302"/>
                  <a:pt x="3965556" y="2453168"/>
                </a:cubicBezTo>
                <a:cubicBezTo>
                  <a:pt x="3971631" y="2452094"/>
                  <a:pt x="3975695" y="2446287"/>
                  <a:pt x="3974602" y="2440211"/>
                </a:cubicBezTo>
                <a:cubicBezTo>
                  <a:pt x="3973530" y="2434136"/>
                  <a:pt x="3967723" y="2430074"/>
                  <a:pt x="3961646" y="2431166"/>
                </a:cubicBezTo>
                <a:close/>
                <a:moveTo>
                  <a:pt x="3319493" y="2681465"/>
                </a:moveTo>
                <a:cubicBezTo>
                  <a:pt x="3314243" y="2683458"/>
                  <a:pt x="3311598" y="2689322"/>
                  <a:pt x="3313570" y="2694554"/>
                </a:cubicBezTo>
                <a:cubicBezTo>
                  <a:pt x="3315105" y="2698637"/>
                  <a:pt x="3318976" y="2701128"/>
                  <a:pt x="3323076" y="2701128"/>
                </a:cubicBezTo>
                <a:cubicBezTo>
                  <a:pt x="3324266" y="2701128"/>
                  <a:pt x="3325493" y="2700917"/>
                  <a:pt x="3326662" y="2700476"/>
                </a:cubicBezTo>
                <a:cubicBezTo>
                  <a:pt x="3331914" y="2698502"/>
                  <a:pt x="3334556" y="2692638"/>
                  <a:pt x="3332582" y="2687386"/>
                </a:cubicBezTo>
                <a:cubicBezTo>
                  <a:pt x="3330590" y="2682135"/>
                  <a:pt x="3324745" y="2679490"/>
                  <a:pt x="3319493" y="2681465"/>
                </a:cubicBezTo>
                <a:close/>
                <a:moveTo>
                  <a:pt x="3130121" y="2755347"/>
                </a:moveTo>
                <a:cubicBezTo>
                  <a:pt x="3124908" y="2757435"/>
                  <a:pt x="3122359" y="2763339"/>
                  <a:pt x="3124429" y="2768551"/>
                </a:cubicBezTo>
                <a:cubicBezTo>
                  <a:pt x="3126020" y="2772538"/>
                  <a:pt x="3129854" y="2774953"/>
                  <a:pt x="3133877" y="2774953"/>
                </a:cubicBezTo>
                <a:cubicBezTo>
                  <a:pt x="3135123" y="2774953"/>
                  <a:pt x="3136408" y="2774723"/>
                  <a:pt x="3137634" y="2774225"/>
                </a:cubicBezTo>
                <a:cubicBezTo>
                  <a:pt x="3142848" y="2772154"/>
                  <a:pt x="3145396" y="2766252"/>
                  <a:pt x="3143306" y="2761038"/>
                </a:cubicBezTo>
                <a:cubicBezTo>
                  <a:pt x="3141237" y="2755826"/>
                  <a:pt x="3135334" y="2753277"/>
                  <a:pt x="3130121" y="2755347"/>
                </a:cubicBezTo>
                <a:close/>
                <a:moveTo>
                  <a:pt x="3224606" y="2717994"/>
                </a:moveTo>
                <a:cubicBezTo>
                  <a:pt x="3219393" y="2720025"/>
                  <a:pt x="3216806" y="2725928"/>
                  <a:pt x="3218857" y="2731141"/>
                </a:cubicBezTo>
                <a:cubicBezTo>
                  <a:pt x="3220429" y="2735165"/>
                  <a:pt x="3224262" y="2737619"/>
                  <a:pt x="3228325" y="2737619"/>
                </a:cubicBezTo>
                <a:cubicBezTo>
                  <a:pt x="3229552" y="2737619"/>
                  <a:pt x="3230797" y="2737389"/>
                  <a:pt x="3232004" y="2736910"/>
                </a:cubicBezTo>
                <a:cubicBezTo>
                  <a:pt x="3237236" y="2734878"/>
                  <a:pt x="3239823" y="2728975"/>
                  <a:pt x="3237772" y="2723743"/>
                </a:cubicBezTo>
                <a:cubicBezTo>
                  <a:pt x="3235722" y="2718530"/>
                  <a:pt x="3229838" y="2715942"/>
                  <a:pt x="3224606" y="2717994"/>
                </a:cubicBezTo>
                <a:close/>
                <a:moveTo>
                  <a:pt x="2751875" y="2902479"/>
                </a:moveTo>
                <a:cubicBezTo>
                  <a:pt x="2746604" y="2904376"/>
                  <a:pt x="2743863" y="2910203"/>
                  <a:pt x="2745761" y="2915492"/>
                </a:cubicBezTo>
                <a:cubicBezTo>
                  <a:pt x="2747255" y="2919631"/>
                  <a:pt x="2751166" y="2922200"/>
                  <a:pt x="2755324" y="2922200"/>
                </a:cubicBezTo>
                <a:cubicBezTo>
                  <a:pt x="2756475" y="2922200"/>
                  <a:pt x="2757624" y="2922008"/>
                  <a:pt x="2758774" y="2921587"/>
                </a:cubicBezTo>
                <a:cubicBezTo>
                  <a:pt x="2764045" y="2919689"/>
                  <a:pt x="2766784" y="2913863"/>
                  <a:pt x="2764888" y="2908593"/>
                </a:cubicBezTo>
                <a:cubicBezTo>
                  <a:pt x="2762971" y="2903322"/>
                  <a:pt x="2757164" y="2900581"/>
                  <a:pt x="2751875" y="2902479"/>
                </a:cubicBezTo>
                <a:close/>
                <a:moveTo>
                  <a:pt x="5297665" y="1908308"/>
                </a:moveTo>
                <a:cubicBezTo>
                  <a:pt x="5294427" y="1911331"/>
                  <a:pt x="5292342" y="1915590"/>
                  <a:pt x="5292180" y="1920372"/>
                </a:cubicBezTo>
                <a:cubicBezTo>
                  <a:pt x="5291854" y="1929916"/>
                  <a:pt x="5299328" y="1937927"/>
                  <a:pt x="5308892" y="1938253"/>
                </a:cubicBezTo>
                <a:cubicBezTo>
                  <a:pt x="5309102" y="1938272"/>
                  <a:pt x="5309293" y="1938272"/>
                  <a:pt x="5309505" y="1938272"/>
                </a:cubicBezTo>
                <a:cubicBezTo>
                  <a:pt x="5318780" y="1938272"/>
                  <a:pt x="5326465" y="1930912"/>
                  <a:pt x="5326793" y="1921541"/>
                </a:cubicBezTo>
                <a:cubicBezTo>
                  <a:pt x="5327098" y="1911997"/>
                  <a:pt x="5319623" y="1903986"/>
                  <a:pt x="5310080" y="1903660"/>
                </a:cubicBezTo>
                <a:cubicBezTo>
                  <a:pt x="5305298" y="1903497"/>
                  <a:pt x="5300904" y="1905284"/>
                  <a:pt x="5297665" y="1908308"/>
                </a:cubicBezTo>
                <a:close/>
                <a:moveTo>
                  <a:pt x="8253732" y="753358"/>
                </a:moveTo>
                <a:cubicBezTo>
                  <a:pt x="8248915" y="755960"/>
                  <a:pt x="8245091" y="760401"/>
                  <a:pt x="8243405" y="766065"/>
                </a:cubicBezTo>
                <a:cubicBezTo>
                  <a:pt x="8240013" y="777392"/>
                  <a:pt x="8246452" y="789312"/>
                  <a:pt x="8257779" y="792704"/>
                </a:cubicBezTo>
                <a:cubicBezTo>
                  <a:pt x="8259830" y="793318"/>
                  <a:pt x="8261880" y="793606"/>
                  <a:pt x="8263911" y="793606"/>
                </a:cubicBezTo>
                <a:cubicBezTo>
                  <a:pt x="8273130" y="793605"/>
                  <a:pt x="8281639" y="787607"/>
                  <a:pt x="8284418" y="778311"/>
                </a:cubicBezTo>
                <a:cubicBezTo>
                  <a:pt x="8287791" y="767004"/>
                  <a:pt x="8281352" y="755064"/>
                  <a:pt x="8270025" y="751691"/>
                </a:cubicBezTo>
                <a:cubicBezTo>
                  <a:pt x="8264362" y="749995"/>
                  <a:pt x="8258550" y="750757"/>
                  <a:pt x="8253732" y="753358"/>
                </a:cubicBezTo>
                <a:close/>
                <a:moveTo>
                  <a:pt x="2656201" y="2935730"/>
                </a:moveTo>
                <a:cubicBezTo>
                  <a:pt x="2650874" y="2937513"/>
                  <a:pt x="2647999" y="2943263"/>
                  <a:pt x="2649762" y="2948591"/>
                </a:cubicBezTo>
                <a:cubicBezTo>
                  <a:pt x="2651180" y="2952845"/>
                  <a:pt x="2655148" y="2955529"/>
                  <a:pt x="2659402" y="2955529"/>
                </a:cubicBezTo>
                <a:cubicBezTo>
                  <a:pt x="2660474" y="2955529"/>
                  <a:pt x="2661548" y="2955356"/>
                  <a:pt x="2662602" y="2955010"/>
                </a:cubicBezTo>
                <a:cubicBezTo>
                  <a:pt x="2667931" y="2953228"/>
                  <a:pt x="2670805" y="2947479"/>
                  <a:pt x="2669042" y="2942151"/>
                </a:cubicBezTo>
                <a:cubicBezTo>
                  <a:pt x="2667279" y="2936842"/>
                  <a:pt x="2661509" y="2933967"/>
                  <a:pt x="2656201" y="2935730"/>
                </a:cubicBezTo>
                <a:close/>
                <a:moveTo>
                  <a:pt x="1460995" y="3400470"/>
                </a:moveTo>
                <a:cubicBezTo>
                  <a:pt x="1457162" y="3399703"/>
                  <a:pt x="1453422" y="3402214"/>
                  <a:pt x="1452657" y="3406047"/>
                </a:cubicBezTo>
                <a:cubicBezTo>
                  <a:pt x="1451910" y="3409899"/>
                  <a:pt x="1454420" y="3413618"/>
                  <a:pt x="1458253" y="3414384"/>
                </a:cubicBezTo>
                <a:cubicBezTo>
                  <a:pt x="1458714" y="3414480"/>
                  <a:pt x="1459174" y="3414518"/>
                  <a:pt x="1459633" y="3414518"/>
                </a:cubicBezTo>
                <a:cubicBezTo>
                  <a:pt x="1462949" y="3414518"/>
                  <a:pt x="1465920" y="3412179"/>
                  <a:pt x="1466591" y="3408788"/>
                </a:cubicBezTo>
                <a:cubicBezTo>
                  <a:pt x="1467338" y="3404955"/>
                  <a:pt x="1464827" y="3401217"/>
                  <a:pt x="1460995" y="3400470"/>
                </a:cubicBezTo>
                <a:close/>
                <a:moveTo>
                  <a:pt x="4220206" y="2322996"/>
                </a:moveTo>
                <a:cubicBezTo>
                  <a:pt x="4213499" y="2323629"/>
                  <a:pt x="4208571" y="2329570"/>
                  <a:pt x="4209187" y="2336278"/>
                </a:cubicBezTo>
                <a:cubicBezTo>
                  <a:pt x="4209780" y="2342603"/>
                  <a:pt x="4215108" y="2347336"/>
                  <a:pt x="4221337" y="2347336"/>
                </a:cubicBezTo>
                <a:cubicBezTo>
                  <a:pt x="4221700" y="2347336"/>
                  <a:pt x="4222085" y="2347336"/>
                  <a:pt x="4222467" y="2347298"/>
                </a:cubicBezTo>
                <a:cubicBezTo>
                  <a:pt x="4229175" y="2346665"/>
                  <a:pt x="4234120" y="2340724"/>
                  <a:pt x="4233488" y="2334017"/>
                </a:cubicBezTo>
                <a:cubicBezTo>
                  <a:pt x="4232874" y="2327309"/>
                  <a:pt x="4226914" y="2322364"/>
                  <a:pt x="4220206" y="2322996"/>
                </a:cubicBezTo>
                <a:close/>
                <a:moveTo>
                  <a:pt x="2028766" y="3176619"/>
                </a:moveTo>
                <a:cubicBezTo>
                  <a:pt x="2023744" y="3177136"/>
                  <a:pt x="2020084" y="3181621"/>
                  <a:pt x="2020602" y="3186642"/>
                </a:cubicBezTo>
                <a:cubicBezTo>
                  <a:pt x="2021100" y="3191357"/>
                  <a:pt x="2025067" y="3194845"/>
                  <a:pt x="2029686" y="3194845"/>
                </a:cubicBezTo>
                <a:cubicBezTo>
                  <a:pt x="2030011" y="3194845"/>
                  <a:pt x="2030319" y="3194826"/>
                  <a:pt x="2030644" y="3194788"/>
                </a:cubicBezTo>
                <a:lnTo>
                  <a:pt x="2030625" y="3194788"/>
                </a:lnTo>
                <a:cubicBezTo>
                  <a:pt x="2035647" y="3194271"/>
                  <a:pt x="2039307" y="3189786"/>
                  <a:pt x="2038789" y="3184784"/>
                </a:cubicBezTo>
                <a:cubicBezTo>
                  <a:pt x="2038272" y="3179762"/>
                  <a:pt x="2033787" y="3176102"/>
                  <a:pt x="2028766" y="3176619"/>
                </a:cubicBezTo>
                <a:close/>
                <a:moveTo>
                  <a:pt x="7999637" y="845816"/>
                </a:moveTo>
                <a:cubicBezTo>
                  <a:pt x="7995406" y="848868"/>
                  <a:pt x="7992339" y="853535"/>
                  <a:pt x="7991439" y="859093"/>
                </a:cubicBezTo>
                <a:cubicBezTo>
                  <a:pt x="7989637" y="870190"/>
                  <a:pt x="7997188" y="880654"/>
                  <a:pt x="8008304" y="882455"/>
                </a:cubicBezTo>
                <a:cubicBezTo>
                  <a:pt x="8009397" y="882647"/>
                  <a:pt x="8010489" y="882723"/>
                  <a:pt x="8011581" y="882723"/>
                </a:cubicBezTo>
                <a:cubicBezTo>
                  <a:pt x="8021394" y="882723"/>
                  <a:pt x="8030057" y="875613"/>
                  <a:pt x="8031667" y="865609"/>
                </a:cubicBezTo>
                <a:cubicBezTo>
                  <a:pt x="8033468" y="854493"/>
                  <a:pt x="8025936" y="844029"/>
                  <a:pt x="8014821" y="842227"/>
                </a:cubicBezTo>
                <a:cubicBezTo>
                  <a:pt x="8009263" y="841326"/>
                  <a:pt x="8003868" y="842764"/>
                  <a:pt x="7999637" y="845816"/>
                </a:cubicBezTo>
                <a:close/>
                <a:moveTo>
                  <a:pt x="5670829" y="1753020"/>
                </a:moveTo>
                <a:cubicBezTo>
                  <a:pt x="5660884" y="1754899"/>
                  <a:pt x="5654349" y="1764501"/>
                  <a:pt x="5656225" y="1774447"/>
                </a:cubicBezTo>
                <a:lnTo>
                  <a:pt x="5656205" y="1774447"/>
                </a:lnTo>
                <a:cubicBezTo>
                  <a:pt x="5657874" y="1783244"/>
                  <a:pt x="5665579" y="1789377"/>
                  <a:pt x="5674201" y="1789376"/>
                </a:cubicBezTo>
                <a:cubicBezTo>
                  <a:pt x="5675333" y="1789377"/>
                  <a:pt x="5676484" y="1789262"/>
                  <a:pt x="5677632" y="1789051"/>
                </a:cubicBezTo>
                <a:cubicBezTo>
                  <a:pt x="5687578" y="1787173"/>
                  <a:pt x="5694117" y="1777571"/>
                  <a:pt x="5692238" y="1767624"/>
                </a:cubicBezTo>
                <a:cubicBezTo>
                  <a:pt x="5690361" y="1757678"/>
                  <a:pt x="5680776" y="1751142"/>
                  <a:pt x="5670829" y="1753020"/>
                </a:cubicBezTo>
                <a:close/>
                <a:moveTo>
                  <a:pt x="5039728" y="1998846"/>
                </a:moveTo>
                <a:cubicBezTo>
                  <a:pt x="5036425" y="2001388"/>
                  <a:pt x="5034091" y="2005188"/>
                  <a:pt x="5033508" y="2009644"/>
                </a:cubicBezTo>
                <a:cubicBezTo>
                  <a:pt x="5032354" y="2018575"/>
                  <a:pt x="5038644" y="2026758"/>
                  <a:pt x="5047553" y="2027908"/>
                </a:cubicBezTo>
                <a:cubicBezTo>
                  <a:pt x="5048282" y="2028005"/>
                  <a:pt x="5048990" y="2028042"/>
                  <a:pt x="5049682" y="2028042"/>
                </a:cubicBezTo>
                <a:cubicBezTo>
                  <a:pt x="5057750" y="2028042"/>
                  <a:pt x="5064747" y="2022062"/>
                  <a:pt x="5065820" y="2013860"/>
                </a:cubicBezTo>
                <a:cubicBezTo>
                  <a:pt x="5066988" y="2004929"/>
                  <a:pt x="5060683" y="1996764"/>
                  <a:pt x="5051773" y="1995595"/>
                </a:cubicBezTo>
                <a:cubicBezTo>
                  <a:pt x="5047307" y="1995020"/>
                  <a:pt x="5043032" y="1996304"/>
                  <a:pt x="5039728" y="1998846"/>
                </a:cubicBezTo>
                <a:close/>
                <a:moveTo>
                  <a:pt x="2559685" y="2966357"/>
                </a:moveTo>
                <a:cubicBezTo>
                  <a:pt x="2554300" y="2967986"/>
                  <a:pt x="2551271" y="2973640"/>
                  <a:pt x="2552880" y="2979025"/>
                </a:cubicBezTo>
                <a:lnTo>
                  <a:pt x="2552900" y="2979025"/>
                </a:lnTo>
                <a:cubicBezTo>
                  <a:pt x="2554221" y="2983414"/>
                  <a:pt x="2558247" y="2986251"/>
                  <a:pt x="2562618" y="2986251"/>
                </a:cubicBezTo>
                <a:cubicBezTo>
                  <a:pt x="2563593" y="2986251"/>
                  <a:pt x="2564571" y="2986097"/>
                  <a:pt x="2565549" y="2985810"/>
                </a:cubicBezTo>
                <a:cubicBezTo>
                  <a:pt x="2570934" y="2984200"/>
                  <a:pt x="2573962" y="2978527"/>
                  <a:pt x="2572353" y="2973160"/>
                </a:cubicBezTo>
                <a:cubicBezTo>
                  <a:pt x="2570722" y="2967775"/>
                  <a:pt x="2565071" y="2964747"/>
                  <a:pt x="2559685" y="2966357"/>
                </a:cubicBezTo>
                <a:close/>
                <a:moveTo>
                  <a:pt x="1693277" y="3301770"/>
                </a:moveTo>
                <a:cubicBezTo>
                  <a:pt x="1688813" y="3301501"/>
                  <a:pt x="1684960" y="3304893"/>
                  <a:pt x="1684691" y="3309378"/>
                </a:cubicBezTo>
                <a:cubicBezTo>
                  <a:pt x="1684404" y="3313843"/>
                  <a:pt x="1687815" y="3317696"/>
                  <a:pt x="1692281" y="3317965"/>
                </a:cubicBezTo>
                <a:lnTo>
                  <a:pt x="1692281" y="3317983"/>
                </a:lnTo>
                <a:cubicBezTo>
                  <a:pt x="1692453" y="3317983"/>
                  <a:pt x="1692626" y="3317983"/>
                  <a:pt x="1692798" y="3317983"/>
                </a:cubicBezTo>
                <a:cubicBezTo>
                  <a:pt x="1697052" y="3317983"/>
                  <a:pt x="1700618" y="3314668"/>
                  <a:pt x="1700886" y="3310375"/>
                </a:cubicBezTo>
                <a:cubicBezTo>
                  <a:pt x="1701154" y="3305890"/>
                  <a:pt x="1697762" y="3302038"/>
                  <a:pt x="1693277" y="3301770"/>
                </a:cubicBezTo>
                <a:close/>
                <a:moveTo>
                  <a:pt x="3860951" y="2451079"/>
                </a:moveTo>
                <a:cubicBezTo>
                  <a:pt x="3854914" y="2452381"/>
                  <a:pt x="3851082" y="2458342"/>
                  <a:pt x="3852386" y="2464379"/>
                </a:cubicBezTo>
                <a:cubicBezTo>
                  <a:pt x="3853535" y="2469612"/>
                  <a:pt x="3858173" y="2473176"/>
                  <a:pt x="3863310" y="2473176"/>
                </a:cubicBezTo>
                <a:cubicBezTo>
                  <a:pt x="3864096" y="2473176"/>
                  <a:pt x="3864901" y="2473099"/>
                  <a:pt x="3865686" y="2472927"/>
                </a:cubicBezTo>
                <a:cubicBezTo>
                  <a:pt x="3871722" y="2471605"/>
                  <a:pt x="3875556" y="2465664"/>
                  <a:pt x="3874254" y="2459626"/>
                </a:cubicBezTo>
                <a:cubicBezTo>
                  <a:pt x="3872930" y="2453589"/>
                  <a:pt x="3866988" y="2449756"/>
                  <a:pt x="3860951" y="2451079"/>
                </a:cubicBezTo>
                <a:close/>
                <a:moveTo>
                  <a:pt x="4627426" y="2151846"/>
                </a:moveTo>
                <a:cubicBezTo>
                  <a:pt x="4624705" y="2154270"/>
                  <a:pt x="4622908" y="2157734"/>
                  <a:pt x="4622677" y="2161664"/>
                </a:cubicBezTo>
                <a:cubicBezTo>
                  <a:pt x="4622237" y="2169521"/>
                  <a:pt x="4628236" y="2176248"/>
                  <a:pt x="4636093" y="2176708"/>
                </a:cubicBezTo>
                <a:cubicBezTo>
                  <a:pt x="4636362" y="2176727"/>
                  <a:pt x="4636649" y="2176727"/>
                  <a:pt x="4636918" y="2176727"/>
                </a:cubicBezTo>
                <a:cubicBezTo>
                  <a:pt x="4644410" y="2176727"/>
                  <a:pt x="4650697" y="2170863"/>
                  <a:pt x="4651139" y="2163292"/>
                </a:cubicBezTo>
                <a:cubicBezTo>
                  <a:pt x="4651579" y="2155435"/>
                  <a:pt x="4645580" y="2148707"/>
                  <a:pt x="4637722" y="2148266"/>
                </a:cubicBezTo>
                <a:cubicBezTo>
                  <a:pt x="4633794" y="2148037"/>
                  <a:pt x="4630148" y="2149421"/>
                  <a:pt x="4627426" y="2151846"/>
                </a:cubicBezTo>
                <a:close/>
                <a:moveTo>
                  <a:pt x="1235513" y="3474525"/>
                </a:moveTo>
                <a:cubicBezTo>
                  <a:pt x="1232370" y="3473375"/>
                  <a:pt x="1228882" y="3474985"/>
                  <a:pt x="1227714" y="3478129"/>
                </a:cubicBezTo>
                <a:cubicBezTo>
                  <a:pt x="1226564" y="3481272"/>
                  <a:pt x="1228174" y="3484759"/>
                  <a:pt x="1231316" y="3485929"/>
                </a:cubicBezTo>
                <a:cubicBezTo>
                  <a:pt x="1232007" y="3486178"/>
                  <a:pt x="1232715" y="3486293"/>
                  <a:pt x="1233425" y="3486293"/>
                </a:cubicBezTo>
                <a:cubicBezTo>
                  <a:pt x="1235896" y="3486293"/>
                  <a:pt x="1238216" y="3484779"/>
                  <a:pt x="1239116" y="3482326"/>
                </a:cubicBezTo>
                <a:cubicBezTo>
                  <a:pt x="1240266" y="3479164"/>
                  <a:pt x="1238657" y="3475694"/>
                  <a:pt x="1235513" y="3474525"/>
                </a:cubicBezTo>
                <a:close/>
                <a:moveTo>
                  <a:pt x="7642572" y="973433"/>
                </a:moveTo>
                <a:cubicBezTo>
                  <a:pt x="7631916" y="974257"/>
                  <a:pt x="7623943" y="983572"/>
                  <a:pt x="7624786" y="994227"/>
                </a:cubicBezTo>
                <a:cubicBezTo>
                  <a:pt x="7625572" y="1004385"/>
                  <a:pt x="7634062" y="1012070"/>
                  <a:pt x="7644067" y="1012089"/>
                </a:cubicBezTo>
                <a:cubicBezTo>
                  <a:pt x="7644565" y="1012089"/>
                  <a:pt x="7645082" y="1012051"/>
                  <a:pt x="7645600" y="1012013"/>
                </a:cubicBezTo>
                <a:cubicBezTo>
                  <a:pt x="7656256" y="1011189"/>
                  <a:pt x="7664210" y="1001874"/>
                  <a:pt x="7663386" y="991218"/>
                </a:cubicBezTo>
                <a:cubicBezTo>
                  <a:pt x="7662543" y="980543"/>
                  <a:pt x="7653227" y="972590"/>
                  <a:pt x="7642572" y="973433"/>
                </a:cubicBezTo>
                <a:close/>
                <a:moveTo>
                  <a:pt x="2462286" y="2993955"/>
                </a:moveTo>
                <a:cubicBezTo>
                  <a:pt x="2456863" y="2995392"/>
                  <a:pt x="2453623" y="3000970"/>
                  <a:pt x="2455061" y="3006374"/>
                </a:cubicBezTo>
                <a:cubicBezTo>
                  <a:pt x="2456268" y="3010935"/>
                  <a:pt x="2460389" y="3013944"/>
                  <a:pt x="2464874" y="3013944"/>
                </a:cubicBezTo>
                <a:cubicBezTo>
                  <a:pt x="2465736" y="3013944"/>
                  <a:pt x="2466618" y="3013829"/>
                  <a:pt x="2467480" y="3013599"/>
                </a:cubicBezTo>
                <a:cubicBezTo>
                  <a:pt x="2472903" y="3012162"/>
                  <a:pt x="2476143" y="3006604"/>
                  <a:pt x="2474705" y="3001180"/>
                </a:cubicBezTo>
                <a:cubicBezTo>
                  <a:pt x="2473268" y="2995756"/>
                  <a:pt x="2467711" y="2992518"/>
                  <a:pt x="2462286" y="2993955"/>
                </a:cubicBezTo>
                <a:close/>
                <a:moveTo>
                  <a:pt x="896095" y="3603240"/>
                </a:moveTo>
                <a:cubicBezTo>
                  <a:pt x="894926" y="3605118"/>
                  <a:pt x="895482" y="3607610"/>
                  <a:pt x="897359" y="3608797"/>
                </a:cubicBezTo>
                <a:cubicBezTo>
                  <a:pt x="898031" y="3609219"/>
                  <a:pt x="898778" y="3609411"/>
                  <a:pt x="899506" y="3609411"/>
                </a:cubicBezTo>
                <a:cubicBezTo>
                  <a:pt x="900849" y="3609411"/>
                  <a:pt x="902151" y="3608740"/>
                  <a:pt x="902918" y="3607533"/>
                </a:cubicBezTo>
                <a:cubicBezTo>
                  <a:pt x="904106" y="3605655"/>
                  <a:pt x="903532" y="3603163"/>
                  <a:pt x="901653" y="3601975"/>
                </a:cubicBezTo>
                <a:cubicBezTo>
                  <a:pt x="899775" y="3600786"/>
                  <a:pt x="897283" y="3601362"/>
                  <a:pt x="896095" y="3603240"/>
                </a:cubicBezTo>
                <a:close/>
                <a:moveTo>
                  <a:pt x="4364328" y="2247408"/>
                </a:moveTo>
                <a:lnTo>
                  <a:pt x="4364328" y="2247427"/>
                </a:lnTo>
                <a:lnTo>
                  <a:pt x="4364333" y="2247417"/>
                </a:lnTo>
                <a:close/>
                <a:moveTo>
                  <a:pt x="490134" y="3752767"/>
                </a:moveTo>
                <a:cubicBezTo>
                  <a:pt x="489770" y="3753150"/>
                  <a:pt x="489808" y="3753763"/>
                  <a:pt x="490192" y="3754128"/>
                </a:cubicBezTo>
                <a:cubicBezTo>
                  <a:pt x="490384" y="3754282"/>
                  <a:pt x="490614" y="3754376"/>
                  <a:pt x="490843" y="3754376"/>
                </a:cubicBezTo>
                <a:cubicBezTo>
                  <a:pt x="491092" y="3754376"/>
                  <a:pt x="491361" y="3754262"/>
                  <a:pt x="491552" y="3754051"/>
                </a:cubicBezTo>
                <a:cubicBezTo>
                  <a:pt x="491898" y="3753668"/>
                  <a:pt x="491878" y="3753055"/>
                  <a:pt x="491476" y="3752709"/>
                </a:cubicBezTo>
                <a:cubicBezTo>
                  <a:pt x="491093" y="3752345"/>
                  <a:pt x="490480" y="3752365"/>
                  <a:pt x="490134" y="3752767"/>
                </a:cubicBezTo>
                <a:close/>
                <a:moveTo>
                  <a:pt x="1919926" y="3193619"/>
                </a:moveTo>
                <a:lnTo>
                  <a:pt x="1919926" y="3193638"/>
                </a:lnTo>
                <a:lnTo>
                  <a:pt x="1919935" y="3193628"/>
                </a:lnTo>
                <a:close/>
                <a:moveTo>
                  <a:pt x="5566531" y="1769848"/>
                </a:moveTo>
                <a:cubicBezTo>
                  <a:pt x="5556509" y="1771170"/>
                  <a:pt x="5549436" y="1780369"/>
                  <a:pt x="5550758" y="1790412"/>
                </a:cubicBezTo>
                <a:cubicBezTo>
                  <a:pt x="5551968" y="1799649"/>
                  <a:pt x="5559845" y="1806357"/>
                  <a:pt x="5568908" y="1806357"/>
                </a:cubicBezTo>
                <a:cubicBezTo>
                  <a:pt x="5569714" y="1806357"/>
                  <a:pt x="5570518" y="1806300"/>
                  <a:pt x="5571322" y="1806204"/>
                </a:cubicBezTo>
                <a:cubicBezTo>
                  <a:pt x="5581364" y="1804882"/>
                  <a:pt x="5588438" y="1795663"/>
                  <a:pt x="5587115" y="1785621"/>
                </a:cubicBezTo>
                <a:cubicBezTo>
                  <a:pt x="5585793" y="1775578"/>
                  <a:pt x="5576575" y="1768525"/>
                  <a:pt x="5566531" y="1769848"/>
                </a:cubicBezTo>
                <a:close/>
                <a:moveTo>
                  <a:pt x="3761080" y="2474578"/>
                </a:moveTo>
                <a:lnTo>
                  <a:pt x="3752975" y="2488164"/>
                </a:lnTo>
                <a:cubicBezTo>
                  <a:pt x="3754259" y="2493223"/>
                  <a:pt x="3758820" y="2496596"/>
                  <a:pt x="3763803" y="2496596"/>
                </a:cubicBezTo>
                <a:cubicBezTo>
                  <a:pt x="3764722" y="2496596"/>
                  <a:pt x="3765642" y="2496481"/>
                  <a:pt x="3766563" y="2496271"/>
                </a:cubicBezTo>
                <a:cubicBezTo>
                  <a:pt x="3772542" y="2494737"/>
                  <a:pt x="3776166" y="2488662"/>
                  <a:pt x="3774649" y="2482682"/>
                </a:cubicBezTo>
                <a:cubicBezTo>
                  <a:pt x="3773894" y="2479683"/>
                  <a:pt x="3771997" y="2477278"/>
                  <a:pt x="3769538" y="2475811"/>
                </a:cubicBezTo>
                <a:close/>
                <a:moveTo>
                  <a:pt x="3761063" y="2474575"/>
                </a:moveTo>
                <a:lnTo>
                  <a:pt x="3761080" y="2474578"/>
                </a:lnTo>
                <a:lnTo>
                  <a:pt x="3761082" y="2474575"/>
                </a:lnTo>
                <a:close/>
                <a:moveTo>
                  <a:pt x="4117500" y="2334975"/>
                </a:moveTo>
                <a:cubicBezTo>
                  <a:pt x="4110829" y="2335894"/>
                  <a:pt x="4106173" y="2342066"/>
                  <a:pt x="4107091" y="2348736"/>
                </a:cubicBezTo>
                <a:cubicBezTo>
                  <a:pt x="4107934" y="2354850"/>
                  <a:pt x="4113169" y="2359257"/>
                  <a:pt x="4119165" y="2359257"/>
                </a:cubicBezTo>
                <a:cubicBezTo>
                  <a:pt x="4119722" y="2359257"/>
                  <a:pt x="4120297" y="2359219"/>
                  <a:pt x="4120854" y="2359142"/>
                </a:cubicBezTo>
                <a:cubicBezTo>
                  <a:pt x="4127542" y="2358222"/>
                  <a:pt x="4132200" y="2352051"/>
                  <a:pt x="4131260" y="2345381"/>
                </a:cubicBezTo>
                <a:cubicBezTo>
                  <a:pt x="4130340" y="2338693"/>
                  <a:pt x="4124167" y="2334036"/>
                  <a:pt x="4117500" y="2334975"/>
                </a:cubicBezTo>
                <a:close/>
                <a:moveTo>
                  <a:pt x="4376823" y="2233513"/>
                </a:moveTo>
                <a:cubicBezTo>
                  <a:pt x="4373181" y="2233715"/>
                  <a:pt x="4369964" y="2235373"/>
                  <a:pt x="4367701" y="2237890"/>
                </a:cubicBezTo>
                <a:lnTo>
                  <a:pt x="4364333" y="2247417"/>
                </a:lnTo>
                <a:lnTo>
                  <a:pt x="4368442" y="2256321"/>
                </a:lnTo>
                <a:cubicBezTo>
                  <a:pt x="4370821" y="2258573"/>
                  <a:pt x="4374027" y="2259943"/>
                  <a:pt x="4377515" y="2259943"/>
                </a:cubicBezTo>
                <a:cubicBezTo>
                  <a:pt x="4377762" y="2259943"/>
                  <a:pt x="4377994" y="2259943"/>
                  <a:pt x="4378226" y="2259943"/>
                </a:cubicBezTo>
                <a:cubicBezTo>
                  <a:pt x="4385525" y="2259540"/>
                  <a:pt x="4391122" y="2253312"/>
                  <a:pt x="4390738" y="2246029"/>
                </a:cubicBezTo>
                <a:cubicBezTo>
                  <a:pt x="4390355" y="2238745"/>
                  <a:pt x="4384126" y="2233150"/>
                  <a:pt x="4376823" y="2233513"/>
                </a:cubicBezTo>
                <a:close/>
                <a:moveTo>
                  <a:pt x="2364006" y="3018027"/>
                </a:moveTo>
                <a:cubicBezTo>
                  <a:pt x="2358545" y="3019253"/>
                  <a:pt x="2355096" y="3024677"/>
                  <a:pt x="2356321" y="3030158"/>
                </a:cubicBezTo>
                <a:cubicBezTo>
                  <a:pt x="2357375" y="3034873"/>
                  <a:pt x="2361573" y="3038093"/>
                  <a:pt x="2366230" y="3038093"/>
                </a:cubicBezTo>
                <a:cubicBezTo>
                  <a:pt x="2366958" y="3038093"/>
                  <a:pt x="2367704" y="3038016"/>
                  <a:pt x="2368434" y="3037844"/>
                </a:cubicBezTo>
                <a:cubicBezTo>
                  <a:pt x="2373914" y="3036636"/>
                  <a:pt x="2377365" y="3031193"/>
                  <a:pt x="2376137" y="3025730"/>
                </a:cubicBezTo>
                <a:cubicBezTo>
                  <a:pt x="2374912" y="3020250"/>
                  <a:pt x="2369489" y="3016800"/>
                  <a:pt x="2364006" y="3018027"/>
                </a:cubicBezTo>
                <a:close/>
                <a:moveTo>
                  <a:pt x="4781899" y="2070355"/>
                </a:moveTo>
                <a:cubicBezTo>
                  <a:pt x="4778871" y="2072827"/>
                  <a:pt x="4776786" y="2076454"/>
                  <a:pt x="4776365" y="2080651"/>
                </a:cubicBezTo>
                <a:cubicBezTo>
                  <a:pt x="4775521" y="2089045"/>
                  <a:pt x="4781636" y="2096520"/>
                  <a:pt x="4790029" y="2097363"/>
                </a:cubicBezTo>
                <a:cubicBezTo>
                  <a:pt x="4790546" y="2097421"/>
                  <a:pt x="4791064" y="2097440"/>
                  <a:pt x="4791582" y="2097440"/>
                </a:cubicBezTo>
                <a:cubicBezTo>
                  <a:pt x="4799325" y="2097440"/>
                  <a:pt x="4805955" y="2091576"/>
                  <a:pt x="4806761" y="2083698"/>
                </a:cubicBezTo>
                <a:cubicBezTo>
                  <a:pt x="4807604" y="2075323"/>
                  <a:pt x="4801470" y="2067829"/>
                  <a:pt x="4793095" y="2066986"/>
                </a:cubicBezTo>
                <a:cubicBezTo>
                  <a:pt x="4788899" y="2066565"/>
                  <a:pt x="4784927" y="2067882"/>
                  <a:pt x="4781899" y="2070355"/>
                </a:cubicBezTo>
                <a:close/>
                <a:moveTo>
                  <a:pt x="1928646" y="3184093"/>
                </a:moveTo>
                <a:lnTo>
                  <a:pt x="1919935" y="3193628"/>
                </a:lnTo>
                <a:lnTo>
                  <a:pt x="1929048" y="3202339"/>
                </a:lnTo>
                <a:cubicBezTo>
                  <a:pt x="1929183" y="3202339"/>
                  <a:pt x="1929317" y="3202339"/>
                  <a:pt x="1929470" y="3202339"/>
                </a:cubicBezTo>
                <a:cubicBezTo>
                  <a:pt x="1934511" y="3202109"/>
                  <a:pt x="1938402" y="3197835"/>
                  <a:pt x="1938191" y="3192794"/>
                </a:cubicBezTo>
                <a:cubicBezTo>
                  <a:pt x="1937961" y="3187755"/>
                  <a:pt x="1933687" y="3183864"/>
                  <a:pt x="1928646" y="3184093"/>
                </a:cubicBezTo>
                <a:close/>
                <a:moveTo>
                  <a:pt x="3662055" y="2501349"/>
                </a:moveTo>
                <a:cubicBezTo>
                  <a:pt x="3656113" y="2503055"/>
                  <a:pt x="3652684" y="2509245"/>
                  <a:pt x="3654389" y="2515186"/>
                </a:cubicBezTo>
                <a:cubicBezTo>
                  <a:pt x="3655806" y="2520092"/>
                  <a:pt x="3660273" y="2523275"/>
                  <a:pt x="3665141" y="2523275"/>
                </a:cubicBezTo>
                <a:cubicBezTo>
                  <a:pt x="3666156" y="2523275"/>
                  <a:pt x="3667191" y="2523140"/>
                  <a:pt x="3668226" y="2522834"/>
                </a:cubicBezTo>
                <a:cubicBezTo>
                  <a:pt x="3674148" y="2521128"/>
                  <a:pt x="3677578" y="2514938"/>
                  <a:pt x="3675873" y="2509015"/>
                </a:cubicBezTo>
                <a:cubicBezTo>
                  <a:pt x="3674187" y="2503074"/>
                  <a:pt x="3667977" y="2499643"/>
                  <a:pt x="3662055" y="2501349"/>
                </a:cubicBezTo>
                <a:close/>
                <a:moveTo>
                  <a:pt x="5192171" y="1902524"/>
                </a:moveTo>
                <a:cubicBezTo>
                  <a:pt x="5188841" y="1905447"/>
                  <a:pt x="5186627" y="1909639"/>
                  <a:pt x="5186311" y="1914411"/>
                </a:cubicBezTo>
                <a:cubicBezTo>
                  <a:pt x="5185698" y="1923956"/>
                  <a:pt x="5192943" y="1932197"/>
                  <a:pt x="5202485" y="1932810"/>
                </a:cubicBezTo>
                <a:cubicBezTo>
                  <a:pt x="5202850" y="1932829"/>
                  <a:pt x="5203232" y="1932848"/>
                  <a:pt x="5203618" y="1932848"/>
                </a:cubicBezTo>
                <a:cubicBezTo>
                  <a:pt x="5212663" y="1932849"/>
                  <a:pt x="5220272" y="1925815"/>
                  <a:pt x="5220886" y="1916654"/>
                </a:cubicBezTo>
                <a:cubicBezTo>
                  <a:pt x="5221499" y="1907110"/>
                  <a:pt x="5214253" y="1898869"/>
                  <a:pt x="5204728" y="1898256"/>
                </a:cubicBezTo>
                <a:cubicBezTo>
                  <a:pt x="5199947" y="1897949"/>
                  <a:pt x="5195501" y="1899601"/>
                  <a:pt x="5192171" y="1902524"/>
                </a:cubicBezTo>
                <a:close/>
                <a:moveTo>
                  <a:pt x="7534652" y="985603"/>
                </a:moveTo>
                <a:cubicBezTo>
                  <a:pt x="7524073" y="987136"/>
                  <a:pt x="7516751" y="996968"/>
                  <a:pt x="7518304" y="1007547"/>
                </a:cubicBezTo>
                <a:cubicBezTo>
                  <a:pt x="7519703" y="1017188"/>
                  <a:pt x="7527983" y="1024106"/>
                  <a:pt x="7537430" y="1024106"/>
                </a:cubicBezTo>
                <a:cubicBezTo>
                  <a:pt x="7538351" y="1024106"/>
                  <a:pt x="7539290" y="1024048"/>
                  <a:pt x="7540248" y="1023914"/>
                </a:cubicBezTo>
                <a:cubicBezTo>
                  <a:pt x="7550827" y="1022362"/>
                  <a:pt x="7558148" y="1012530"/>
                  <a:pt x="7556596" y="1001951"/>
                </a:cubicBezTo>
                <a:cubicBezTo>
                  <a:pt x="7555063" y="991372"/>
                  <a:pt x="7545232" y="984050"/>
                  <a:pt x="7534652" y="985603"/>
                </a:cubicBezTo>
                <a:close/>
                <a:moveTo>
                  <a:pt x="8394660" y="648550"/>
                </a:moveTo>
                <a:cubicBezTo>
                  <a:pt x="8389463" y="650986"/>
                  <a:pt x="8385199" y="655404"/>
                  <a:pt x="8383100" y="661230"/>
                </a:cubicBezTo>
                <a:cubicBezTo>
                  <a:pt x="8378884" y="672882"/>
                  <a:pt x="8384922" y="685724"/>
                  <a:pt x="8396575" y="689940"/>
                </a:cubicBezTo>
                <a:cubicBezTo>
                  <a:pt x="8399085" y="690841"/>
                  <a:pt x="8401653" y="691282"/>
                  <a:pt x="8404183" y="691282"/>
                </a:cubicBezTo>
                <a:cubicBezTo>
                  <a:pt x="8413363" y="691282"/>
                  <a:pt x="8421987" y="685589"/>
                  <a:pt x="8425284" y="676467"/>
                </a:cubicBezTo>
                <a:cubicBezTo>
                  <a:pt x="8429481" y="664814"/>
                  <a:pt x="8423444" y="651974"/>
                  <a:pt x="8411810" y="647757"/>
                </a:cubicBezTo>
                <a:cubicBezTo>
                  <a:pt x="8405984" y="645658"/>
                  <a:pt x="8399856" y="646113"/>
                  <a:pt x="8394660" y="648550"/>
                </a:cubicBezTo>
                <a:close/>
                <a:moveTo>
                  <a:pt x="3563909" y="2531132"/>
                </a:moveTo>
                <a:cubicBezTo>
                  <a:pt x="3558025" y="2533010"/>
                  <a:pt x="3554787" y="2539296"/>
                  <a:pt x="3556665" y="2545180"/>
                </a:cubicBezTo>
                <a:cubicBezTo>
                  <a:pt x="3558179" y="2549933"/>
                  <a:pt x="3562588" y="2552961"/>
                  <a:pt x="3567321" y="2552961"/>
                </a:cubicBezTo>
                <a:cubicBezTo>
                  <a:pt x="3568451" y="2552961"/>
                  <a:pt x="3569582" y="2552789"/>
                  <a:pt x="3570714" y="2552425"/>
                </a:cubicBezTo>
                <a:cubicBezTo>
                  <a:pt x="3576597" y="2550547"/>
                  <a:pt x="3579855" y="2544261"/>
                  <a:pt x="3577957" y="2538376"/>
                </a:cubicBezTo>
                <a:cubicBezTo>
                  <a:pt x="3576098" y="2532493"/>
                  <a:pt x="3569793" y="2529235"/>
                  <a:pt x="3563909" y="2531132"/>
                </a:cubicBezTo>
                <a:close/>
                <a:moveTo>
                  <a:pt x="2264865" y="3037920"/>
                </a:moveTo>
                <a:cubicBezTo>
                  <a:pt x="2259345" y="3038897"/>
                  <a:pt x="2255665" y="3044187"/>
                  <a:pt x="2256643" y="3049707"/>
                </a:cubicBezTo>
                <a:cubicBezTo>
                  <a:pt x="2257525" y="3054632"/>
                  <a:pt x="2261799" y="3058082"/>
                  <a:pt x="2266628" y="3058082"/>
                </a:cubicBezTo>
                <a:cubicBezTo>
                  <a:pt x="2267222" y="3058082"/>
                  <a:pt x="2267815" y="3058043"/>
                  <a:pt x="2268428" y="3057929"/>
                </a:cubicBezTo>
                <a:cubicBezTo>
                  <a:pt x="2273950" y="3056951"/>
                  <a:pt x="2277628" y="3051681"/>
                  <a:pt x="2276652" y="3046161"/>
                </a:cubicBezTo>
                <a:cubicBezTo>
                  <a:pt x="2275674" y="3040623"/>
                  <a:pt x="2270384" y="3036942"/>
                  <a:pt x="2264865" y="3037920"/>
                </a:cubicBezTo>
                <a:close/>
                <a:moveTo>
                  <a:pt x="595065" y="3687777"/>
                </a:moveTo>
                <a:cubicBezTo>
                  <a:pt x="594356" y="3688621"/>
                  <a:pt x="594471" y="3689867"/>
                  <a:pt x="595295" y="3690576"/>
                </a:cubicBezTo>
                <a:cubicBezTo>
                  <a:pt x="595677" y="3690882"/>
                  <a:pt x="596119" y="3691036"/>
                  <a:pt x="596579" y="3691036"/>
                </a:cubicBezTo>
                <a:cubicBezTo>
                  <a:pt x="597136" y="3691035"/>
                  <a:pt x="597690" y="3690806"/>
                  <a:pt x="598094" y="3690346"/>
                </a:cubicBezTo>
                <a:cubicBezTo>
                  <a:pt x="598801" y="3689522"/>
                  <a:pt x="598707" y="3688257"/>
                  <a:pt x="597863" y="3687547"/>
                </a:cubicBezTo>
                <a:cubicBezTo>
                  <a:pt x="597039" y="3686838"/>
                  <a:pt x="595775" y="3686954"/>
                  <a:pt x="595065" y="3687777"/>
                </a:cubicBezTo>
                <a:close/>
                <a:moveTo>
                  <a:pt x="1014651" y="3523838"/>
                </a:moveTo>
                <a:cubicBezTo>
                  <a:pt x="1013310" y="3526272"/>
                  <a:pt x="1014211" y="3529338"/>
                  <a:pt x="1016663" y="3530679"/>
                </a:cubicBezTo>
                <a:cubicBezTo>
                  <a:pt x="1017430" y="3531101"/>
                  <a:pt x="1018255" y="3531293"/>
                  <a:pt x="1019079" y="3531293"/>
                </a:cubicBezTo>
                <a:cubicBezTo>
                  <a:pt x="1020861" y="3531293"/>
                  <a:pt x="1022586" y="3530354"/>
                  <a:pt x="1023506" y="3528667"/>
                </a:cubicBezTo>
                <a:cubicBezTo>
                  <a:pt x="1024848" y="3526215"/>
                  <a:pt x="1023947" y="3523167"/>
                  <a:pt x="1021513" y="3521826"/>
                </a:cubicBezTo>
                <a:cubicBezTo>
                  <a:pt x="1019059" y="3520484"/>
                  <a:pt x="1015993" y="3521385"/>
                  <a:pt x="1014651" y="3523838"/>
                </a:cubicBezTo>
                <a:close/>
                <a:moveTo>
                  <a:pt x="4015425" y="2351285"/>
                </a:moveTo>
                <a:cubicBezTo>
                  <a:pt x="4008794" y="2352473"/>
                  <a:pt x="4004384" y="2358816"/>
                  <a:pt x="4005593" y="2365447"/>
                </a:cubicBezTo>
                <a:cubicBezTo>
                  <a:pt x="4006646" y="2371351"/>
                  <a:pt x="4011781" y="2375490"/>
                  <a:pt x="4017572" y="2375490"/>
                </a:cubicBezTo>
                <a:cubicBezTo>
                  <a:pt x="4018298" y="2375490"/>
                  <a:pt x="4019009" y="2375414"/>
                  <a:pt x="4019757" y="2375299"/>
                </a:cubicBezTo>
                <a:cubicBezTo>
                  <a:pt x="4026388" y="2374110"/>
                  <a:pt x="4030794" y="2367767"/>
                  <a:pt x="4029606" y="2361136"/>
                </a:cubicBezTo>
                <a:cubicBezTo>
                  <a:pt x="4028401" y="2354504"/>
                  <a:pt x="4022075" y="2350078"/>
                  <a:pt x="4015425" y="2351285"/>
                </a:cubicBezTo>
                <a:close/>
                <a:moveTo>
                  <a:pt x="3466722" y="2563521"/>
                </a:moveTo>
                <a:cubicBezTo>
                  <a:pt x="3460876" y="2565534"/>
                  <a:pt x="3457772" y="2571897"/>
                  <a:pt x="3459785" y="2577742"/>
                </a:cubicBezTo>
                <a:cubicBezTo>
                  <a:pt x="3461375" y="2582360"/>
                  <a:pt x="3465706" y="2585274"/>
                  <a:pt x="3470363" y="2585274"/>
                </a:cubicBezTo>
                <a:cubicBezTo>
                  <a:pt x="3471571" y="2585274"/>
                  <a:pt x="3472779" y="2585082"/>
                  <a:pt x="3473985" y="2584661"/>
                </a:cubicBezTo>
                <a:cubicBezTo>
                  <a:pt x="3479831" y="2582649"/>
                  <a:pt x="3482937" y="2576285"/>
                  <a:pt x="3480923" y="2570459"/>
                </a:cubicBezTo>
                <a:cubicBezTo>
                  <a:pt x="3478911" y="2564614"/>
                  <a:pt x="3472548" y="2561509"/>
                  <a:pt x="3466722" y="2563521"/>
                </a:cubicBezTo>
                <a:close/>
                <a:moveTo>
                  <a:pt x="4532620" y="2146063"/>
                </a:moveTo>
                <a:cubicBezTo>
                  <a:pt x="4524762" y="2146159"/>
                  <a:pt x="4518476" y="2152636"/>
                  <a:pt x="4518571" y="2160495"/>
                </a:cubicBezTo>
                <a:cubicBezTo>
                  <a:pt x="4518666" y="2168294"/>
                  <a:pt x="4525032" y="2174562"/>
                  <a:pt x="4532813" y="2174562"/>
                </a:cubicBezTo>
                <a:lnTo>
                  <a:pt x="4533002" y="2174562"/>
                </a:lnTo>
                <a:cubicBezTo>
                  <a:pt x="4540880" y="2174447"/>
                  <a:pt x="4547166" y="2167988"/>
                  <a:pt x="4547070" y="2160111"/>
                </a:cubicBezTo>
                <a:cubicBezTo>
                  <a:pt x="4546956" y="2152253"/>
                  <a:pt x="4540496" y="2145967"/>
                  <a:pt x="4532620" y="2146063"/>
                </a:cubicBezTo>
                <a:close/>
                <a:moveTo>
                  <a:pt x="1594058" y="3292091"/>
                </a:moveTo>
                <a:cubicBezTo>
                  <a:pt x="1589631" y="3291497"/>
                  <a:pt x="1585550" y="3294602"/>
                  <a:pt x="1584936" y="3299048"/>
                </a:cubicBezTo>
                <a:cubicBezTo>
                  <a:pt x="1584342" y="3303494"/>
                  <a:pt x="1587466" y="3307576"/>
                  <a:pt x="1591893" y="3308171"/>
                </a:cubicBezTo>
                <a:cubicBezTo>
                  <a:pt x="1592276" y="3308248"/>
                  <a:pt x="1592640" y="3308248"/>
                  <a:pt x="1592985" y="3308248"/>
                </a:cubicBezTo>
                <a:cubicBezTo>
                  <a:pt x="1596991" y="3308248"/>
                  <a:pt x="1600479" y="3305296"/>
                  <a:pt x="1601016" y="3301214"/>
                </a:cubicBezTo>
                <a:cubicBezTo>
                  <a:pt x="1601629" y="3296767"/>
                  <a:pt x="1598505" y="3292685"/>
                  <a:pt x="1594058" y="3292091"/>
                </a:cubicBezTo>
                <a:close/>
                <a:moveTo>
                  <a:pt x="7891479" y="832968"/>
                </a:moveTo>
                <a:cubicBezTo>
                  <a:pt x="7887466" y="836300"/>
                  <a:pt x="7884725" y="841163"/>
                  <a:pt x="7884208" y="846769"/>
                </a:cubicBezTo>
                <a:cubicBezTo>
                  <a:pt x="7883175" y="857962"/>
                  <a:pt x="7891415" y="867889"/>
                  <a:pt x="7902627" y="868944"/>
                </a:cubicBezTo>
                <a:cubicBezTo>
                  <a:pt x="7903259" y="869020"/>
                  <a:pt x="7903891" y="869020"/>
                  <a:pt x="7904524" y="869020"/>
                </a:cubicBezTo>
                <a:cubicBezTo>
                  <a:pt x="7914930" y="869040"/>
                  <a:pt x="7923804" y="861105"/>
                  <a:pt x="7924801" y="850525"/>
                </a:cubicBezTo>
                <a:cubicBezTo>
                  <a:pt x="7925836" y="839314"/>
                  <a:pt x="7917595" y="829386"/>
                  <a:pt x="7906383" y="828351"/>
                </a:cubicBezTo>
                <a:cubicBezTo>
                  <a:pt x="7900777" y="827834"/>
                  <a:pt x="7895492" y="829636"/>
                  <a:pt x="7891479" y="832968"/>
                </a:cubicBezTo>
                <a:close/>
                <a:moveTo>
                  <a:pt x="3370206" y="2597597"/>
                </a:moveTo>
                <a:cubicBezTo>
                  <a:pt x="3364399" y="2599686"/>
                  <a:pt x="3361389" y="2606088"/>
                  <a:pt x="3363479" y="2611914"/>
                </a:cubicBezTo>
                <a:cubicBezTo>
                  <a:pt x="3365127" y="2616456"/>
                  <a:pt x="3369419" y="2619293"/>
                  <a:pt x="3374000" y="2619292"/>
                </a:cubicBezTo>
                <a:cubicBezTo>
                  <a:pt x="3375265" y="2619292"/>
                  <a:pt x="3376549" y="2619082"/>
                  <a:pt x="3377795" y="2618621"/>
                </a:cubicBezTo>
                <a:cubicBezTo>
                  <a:pt x="3383602" y="2616533"/>
                  <a:pt x="3386611" y="2610131"/>
                  <a:pt x="3384522" y="2604324"/>
                </a:cubicBezTo>
                <a:cubicBezTo>
                  <a:pt x="3382413" y="2598498"/>
                  <a:pt x="3376012" y="2595489"/>
                  <a:pt x="3370206" y="2597597"/>
                </a:cubicBezTo>
                <a:close/>
                <a:moveTo>
                  <a:pt x="4934761" y="1986559"/>
                </a:moveTo>
                <a:cubicBezTo>
                  <a:pt x="4931518" y="1989180"/>
                  <a:pt x="4929275" y="1993037"/>
                  <a:pt x="4928806" y="1997512"/>
                </a:cubicBezTo>
                <a:cubicBezTo>
                  <a:pt x="4927867" y="2006463"/>
                  <a:pt x="4934364" y="2014473"/>
                  <a:pt x="4943297" y="2015431"/>
                </a:cubicBezTo>
                <a:cubicBezTo>
                  <a:pt x="4943889" y="2015489"/>
                  <a:pt x="4944463" y="2015508"/>
                  <a:pt x="4945018" y="2015508"/>
                </a:cubicBezTo>
                <a:cubicBezTo>
                  <a:pt x="4953262" y="2015508"/>
                  <a:pt x="4960334" y="2009299"/>
                  <a:pt x="4961215" y="2000923"/>
                </a:cubicBezTo>
                <a:cubicBezTo>
                  <a:pt x="4962154" y="1991973"/>
                  <a:pt x="4955656" y="1983963"/>
                  <a:pt x="4946727" y="1983023"/>
                </a:cubicBezTo>
                <a:cubicBezTo>
                  <a:pt x="4942251" y="1982553"/>
                  <a:pt x="4938005" y="1983938"/>
                  <a:pt x="4934761" y="1986559"/>
                </a:cubicBezTo>
                <a:close/>
                <a:moveTo>
                  <a:pt x="5461524" y="1780254"/>
                </a:moveTo>
                <a:cubicBezTo>
                  <a:pt x="5451424" y="1780963"/>
                  <a:pt x="5443796" y="1789722"/>
                  <a:pt x="5444487" y="1799822"/>
                </a:cubicBezTo>
                <a:cubicBezTo>
                  <a:pt x="5445159" y="1809482"/>
                  <a:pt x="5453226" y="1816879"/>
                  <a:pt x="5462770" y="1816879"/>
                </a:cubicBezTo>
                <a:cubicBezTo>
                  <a:pt x="5463192" y="1816879"/>
                  <a:pt x="5463615" y="1816879"/>
                  <a:pt x="5464054" y="1816841"/>
                </a:cubicBezTo>
                <a:cubicBezTo>
                  <a:pt x="5474153" y="1816150"/>
                  <a:pt x="5481764" y="1807392"/>
                  <a:pt x="5481072" y="1797292"/>
                </a:cubicBezTo>
                <a:cubicBezTo>
                  <a:pt x="5480383" y="1787192"/>
                  <a:pt x="5471624" y="1779564"/>
                  <a:pt x="5461524" y="1780254"/>
                </a:cubicBezTo>
                <a:close/>
                <a:moveTo>
                  <a:pt x="3274168" y="2632842"/>
                </a:moveTo>
                <a:cubicBezTo>
                  <a:pt x="3268381" y="2634989"/>
                  <a:pt x="3265447" y="2641409"/>
                  <a:pt x="3267595" y="2647216"/>
                </a:cubicBezTo>
                <a:cubicBezTo>
                  <a:pt x="3269262" y="2651701"/>
                  <a:pt x="3273536" y="2654499"/>
                  <a:pt x="3278077" y="2654499"/>
                </a:cubicBezTo>
                <a:cubicBezTo>
                  <a:pt x="3279363" y="2654499"/>
                  <a:pt x="3280684" y="2654269"/>
                  <a:pt x="3281968" y="2653790"/>
                </a:cubicBezTo>
                <a:cubicBezTo>
                  <a:pt x="3287756" y="2651644"/>
                  <a:pt x="3290708" y="2645204"/>
                  <a:pt x="3288542" y="2639416"/>
                </a:cubicBezTo>
                <a:cubicBezTo>
                  <a:pt x="3286396" y="2633629"/>
                  <a:pt x="3279956" y="2630676"/>
                  <a:pt x="3274168" y="2632842"/>
                </a:cubicBezTo>
                <a:close/>
                <a:moveTo>
                  <a:pt x="1364670" y="3377395"/>
                </a:moveTo>
                <a:cubicBezTo>
                  <a:pt x="1360893" y="3376321"/>
                  <a:pt x="1356965" y="3378526"/>
                  <a:pt x="1355911" y="3382283"/>
                </a:cubicBezTo>
                <a:cubicBezTo>
                  <a:pt x="1354837" y="3386058"/>
                  <a:pt x="1357022" y="3389986"/>
                  <a:pt x="1360798" y="3391041"/>
                </a:cubicBezTo>
                <a:cubicBezTo>
                  <a:pt x="1361429" y="3391233"/>
                  <a:pt x="1362082" y="3391328"/>
                  <a:pt x="1362733" y="3391328"/>
                </a:cubicBezTo>
                <a:cubicBezTo>
                  <a:pt x="1365819" y="3391328"/>
                  <a:pt x="1368655" y="3389278"/>
                  <a:pt x="1369557" y="3386153"/>
                </a:cubicBezTo>
                <a:cubicBezTo>
                  <a:pt x="1370610" y="3382378"/>
                  <a:pt x="1368426" y="3378468"/>
                  <a:pt x="1364670" y="3377395"/>
                </a:cubicBezTo>
                <a:close/>
                <a:moveTo>
                  <a:pt x="4273005" y="2241698"/>
                </a:moveTo>
                <a:cubicBezTo>
                  <a:pt x="4265741" y="2242445"/>
                  <a:pt x="4260453" y="2248942"/>
                  <a:pt x="4261200" y="2256205"/>
                </a:cubicBezTo>
                <a:cubicBezTo>
                  <a:pt x="4261909" y="2263029"/>
                  <a:pt x="4267659" y="2268088"/>
                  <a:pt x="4274346" y="2268088"/>
                </a:cubicBezTo>
                <a:cubicBezTo>
                  <a:pt x="4274808" y="2268088"/>
                  <a:pt x="4275248" y="2268068"/>
                  <a:pt x="4275708" y="2268011"/>
                </a:cubicBezTo>
                <a:cubicBezTo>
                  <a:pt x="4282972" y="2267264"/>
                  <a:pt x="4288263" y="2260767"/>
                  <a:pt x="4287513" y="2253503"/>
                </a:cubicBezTo>
                <a:cubicBezTo>
                  <a:pt x="4286766" y="2246239"/>
                  <a:pt x="4280270" y="2240950"/>
                  <a:pt x="4273005" y="2241698"/>
                </a:cubicBezTo>
                <a:close/>
                <a:moveTo>
                  <a:pt x="3178457" y="2668739"/>
                </a:moveTo>
                <a:cubicBezTo>
                  <a:pt x="3172668" y="2670924"/>
                  <a:pt x="3169755" y="2677363"/>
                  <a:pt x="3171941" y="2683151"/>
                </a:cubicBezTo>
                <a:cubicBezTo>
                  <a:pt x="3173627" y="2687636"/>
                  <a:pt x="3177882" y="2690395"/>
                  <a:pt x="3182405" y="2690395"/>
                </a:cubicBezTo>
                <a:cubicBezTo>
                  <a:pt x="3183707" y="2690395"/>
                  <a:pt x="3185049" y="2690147"/>
                  <a:pt x="3186333" y="2689668"/>
                </a:cubicBezTo>
                <a:cubicBezTo>
                  <a:pt x="3192122" y="2687483"/>
                  <a:pt x="3195034" y="2681043"/>
                  <a:pt x="3192850" y="2675255"/>
                </a:cubicBezTo>
                <a:cubicBezTo>
                  <a:pt x="3190684" y="2669486"/>
                  <a:pt x="3184225" y="2666554"/>
                  <a:pt x="3178457" y="2668739"/>
                </a:cubicBezTo>
                <a:close/>
                <a:moveTo>
                  <a:pt x="3082859" y="2704827"/>
                </a:moveTo>
                <a:cubicBezTo>
                  <a:pt x="3077072" y="2706993"/>
                  <a:pt x="3074140" y="2713432"/>
                  <a:pt x="3076323" y="2719220"/>
                </a:cubicBezTo>
                <a:cubicBezTo>
                  <a:pt x="3078012" y="2723705"/>
                  <a:pt x="3082266" y="2726465"/>
                  <a:pt x="3086790" y="2726465"/>
                </a:cubicBezTo>
                <a:cubicBezTo>
                  <a:pt x="3088092" y="2726465"/>
                  <a:pt x="3089434" y="2726235"/>
                  <a:pt x="3090717" y="2725737"/>
                </a:cubicBezTo>
                <a:cubicBezTo>
                  <a:pt x="3096505" y="2723571"/>
                  <a:pt x="3099418" y="2717113"/>
                  <a:pt x="3097253" y="2711344"/>
                </a:cubicBezTo>
                <a:cubicBezTo>
                  <a:pt x="3095087" y="2705575"/>
                  <a:pt x="3088629" y="2702643"/>
                  <a:pt x="3082859" y="2704827"/>
                </a:cubicBezTo>
                <a:close/>
                <a:moveTo>
                  <a:pt x="2987186" y="2740513"/>
                </a:moveTo>
                <a:cubicBezTo>
                  <a:pt x="2981379" y="2742659"/>
                  <a:pt x="2978429" y="2749080"/>
                  <a:pt x="2980574" y="2754887"/>
                </a:cubicBezTo>
                <a:cubicBezTo>
                  <a:pt x="2982223" y="2759391"/>
                  <a:pt x="2986497" y="2762189"/>
                  <a:pt x="2991058" y="2762189"/>
                </a:cubicBezTo>
                <a:cubicBezTo>
                  <a:pt x="2992342" y="2762189"/>
                  <a:pt x="2993646" y="2761959"/>
                  <a:pt x="2994929" y="2761499"/>
                </a:cubicBezTo>
                <a:cubicBezTo>
                  <a:pt x="3000717" y="2759353"/>
                  <a:pt x="3003688" y="2752932"/>
                  <a:pt x="3001541" y="2747144"/>
                </a:cubicBezTo>
                <a:cubicBezTo>
                  <a:pt x="2999395" y="2741337"/>
                  <a:pt x="2992974" y="2738385"/>
                  <a:pt x="2987186" y="2740513"/>
                </a:cubicBezTo>
                <a:close/>
                <a:moveTo>
                  <a:pt x="8148091" y="725266"/>
                </a:moveTo>
                <a:cubicBezTo>
                  <a:pt x="8143405" y="728103"/>
                  <a:pt x="8139796" y="732727"/>
                  <a:pt x="8138378" y="738467"/>
                </a:cubicBezTo>
                <a:cubicBezTo>
                  <a:pt x="8135562" y="749947"/>
                  <a:pt x="8142576" y="761523"/>
                  <a:pt x="8154056" y="764359"/>
                </a:cubicBezTo>
                <a:cubicBezTo>
                  <a:pt x="8155781" y="764781"/>
                  <a:pt x="8157487" y="764972"/>
                  <a:pt x="8159192" y="764972"/>
                </a:cubicBezTo>
                <a:cubicBezTo>
                  <a:pt x="8168794" y="764972"/>
                  <a:pt x="8177553" y="758456"/>
                  <a:pt x="8179948" y="748682"/>
                </a:cubicBezTo>
                <a:cubicBezTo>
                  <a:pt x="8182766" y="737202"/>
                  <a:pt x="8175751" y="725606"/>
                  <a:pt x="8164271" y="722790"/>
                </a:cubicBezTo>
                <a:cubicBezTo>
                  <a:pt x="8158541" y="721381"/>
                  <a:pt x="8152777" y="722430"/>
                  <a:pt x="8148091" y="725266"/>
                </a:cubicBezTo>
                <a:close/>
                <a:moveTo>
                  <a:pt x="7427844" y="1004481"/>
                </a:moveTo>
                <a:cubicBezTo>
                  <a:pt x="7417380" y="1006646"/>
                  <a:pt x="7410652" y="1016880"/>
                  <a:pt x="7412818" y="1027345"/>
                </a:cubicBezTo>
                <a:cubicBezTo>
                  <a:pt x="7414696" y="1036505"/>
                  <a:pt x="7422746" y="1042811"/>
                  <a:pt x="7431734" y="1042811"/>
                </a:cubicBezTo>
                <a:cubicBezTo>
                  <a:pt x="7433038" y="1042811"/>
                  <a:pt x="7434360" y="1042677"/>
                  <a:pt x="7435682" y="1042409"/>
                </a:cubicBezTo>
                <a:cubicBezTo>
                  <a:pt x="7446147" y="1040243"/>
                  <a:pt x="7452874" y="1029989"/>
                  <a:pt x="7450708" y="1019526"/>
                </a:cubicBezTo>
                <a:cubicBezTo>
                  <a:pt x="7448561" y="1009061"/>
                  <a:pt x="7438327" y="1002334"/>
                  <a:pt x="7427844" y="1004481"/>
                </a:cubicBezTo>
                <a:close/>
                <a:moveTo>
                  <a:pt x="2891245" y="2775279"/>
                </a:moveTo>
                <a:cubicBezTo>
                  <a:pt x="2885419" y="2777329"/>
                  <a:pt x="2882371" y="2783731"/>
                  <a:pt x="2884442" y="2789557"/>
                </a:cubicBezTo>
                <a:cubicBezTo>
                  <a:pt x="2886071" y="2794138"/>
                  <a:pt x="2890383" y="2796993"/>
                  <a:pt x="2894982" y="2796993"/>
                </a:cubicBezTo>
                <a:cubicBezTo>
                  <a:pt x="2896208" y="2796993"/>
                  <a:pt x="2897474" y="2796783"/>
                  <a:pt x="2898719" y="2796361"/>
                </a:cubicBezTo>
                <a:cubicBezTo>
                  <a:pt x="2904527" y="2794291"/>
                  <a:pt x="2907574" y="2787890"/>
                  <a:pt x="2905503" y="2782082"/>
                </a:cubicBezTo>
                <a:cubicBezTo>
                  <a:pt x="2903454" y="2776256"/>
                  <a:pt x="2897052" y="2773209"/>
                  <a:pt x="2891245" y="2775279"/>
                </a:cubicBezTo>
                <a:close/>
                <a:moveTo>
                  <a:pt x="2794824" y="2808492"/>
                </a:moveTo>
                <a:cubicBezTo>
                  <a:pt x="2788960" y="2810428"/>
                  <a:pt x="2785797" y="2816772"/>
                  <a:pt x="2787753" y="2822617"/>
                </a:cubicBezTo>
                <a:cubicBezTo>
                  <a:pt x="2789305" y="2827312"/>
                  <a:pt x="2793674" y="2830284"/>
                  <a:pt x="2798351" y="2830284"/>
                </a:cubicBezTo>
                <a:cubicBezTo>
                  <a:pt x="2799539" y="2830284"/>
                  <a:pt x="2800727" y="2830091"/>
                  <a:pt x="2801896" y="2829708"/>
                </a:cubicBezTo>
                <a:cubicBezTo>
                  <a:pt x="2807742" y="2827753"/>
                  <a:pt x="2810923" y="2821410"/>
                  <a:pt x="2808968" y="2815565"/>
                </a:cubicBezTo>
                <a:cubicBezTo>
                  <a:pt x="2807013" y="2809700"/>
                  <a:pt x="2800689" y="2806537"/>
                  <a:pt x="2794824" y="2808492"/>
                </a:cubicBezTo>
                <a:close/>
                <a:moveTo>
                  <a:pt x="3914097" y="2371351"/>
                </a:moveTo>
                <a:cubicBezTo>
                  <a:pt x="3907505" y="2372769"/>
                  <a:pt x="3903326" y="2379266"/>
                  <a:pt x="3904744" y="2385859"/>
                </a:cubicBezTo>
                <a:cubicBezTo>
                  <a:pt x="3905991" y="2391570"/>
                  <a:pt x="3911030" y="2395480"/>
                  <a:pt x="3916666" y="2395480"/>
                </a:cubicBezTo>
                <a:cubicBezTo>
                  <a:pt x="3917511" y="2395480"/>
                  <a:pt x="3918370" y="2395383"/>
                  <a:pt x="3919252" y="2395192"/>
                </a:cubicBezTo>
                <a:cubicBezTo>
                  <a:pt x="3925846" y="2393774"/>
                  <a:pt x="3930026" y="2387296"/>
                  <a:pt x="3928606" y="2380703"/>
                </a:cubicBezTo>
                <a:cubicBezTo>
                  <a:pt x="3927187" y="2374110"/>
                  <a:pt x="3920689" y="2369932"/>
                  <a:pt x="3914097" y="2371351"/>
                </a:cubicBezTo>
                <a:close/>
                <a:moveTo>
                  <a:pt x="1828297" y="3185551"/>
                </a:moveTo>
                <a:cubicBezTo>
                  <a:pt x="1823256" y="3185473"/>
                  <a:pt x="1819098" y="3189498"/>
                  <a:pt x="1819001" y="3194539"/>
                </a:cubicBezTo>
                <a:cubicBezTo>
                  <a:pt x="1818926" y="3199579"/>
                  <a:pt x="1822950" y="3203738"/>
                  <a:pt x="1827990" y="3203815"/>
                </a:cubicBezTo>
                <a:cubicBezTo>
                  <a:pt x="1828047" y="3203834"/>
                  <a:pt x="1828144" y="3203834"/>
                  <a:pt x="1828144" y="3203834"/>
                </a:cubicBezTo>
                <a:cubicBezTo>
                  <a:pt x="1833107" y="3203834"/>
                  <a:pt x="1837190" y="3199829"/>
                  <a:pt x="1837285" y="3194845"/>
                </a:cubicBezTo>
                <a:cubicBezTo>
                  <a:pt x="1837362" y="3189786"/>
                  <a:pt x="1833337" y="3185645"/>
                  <a:pt x="1828297" y="3185551"/>
                </a:cubicBezTo>
                <a:close/>
                <a:moveTo>
                  <a:pt x="2164955" y="3053252"/>
                </a:moveTo>
                <a:cubicBezTo>
                  <a:pt x="2159398" y="3053942"/>
                  <a:pt x="2155469" y="3059040"/>
                  <a:pt x="2156178" y="3064618"/>
                </a:cubicBezTo>
                <a:cubicBezTo>
                  <a:pt x="2156830" y="3069735"/>
                  <a:pt x="2161200" y="3073472"/>
                  <a:pt x="2166240" y="3073472"/>
                </a:cubicBezTo>
                <a:cubicBezTo>
                  <a:pt x="2166661" y="3073472"/>
                  <a:pt x="2167103" y="3073453"/>
                  <a:pt x="2167542" y="3073395"/>
                </a:cubicBezTo>
                <a:cubicBezTo>
                  <a:pt x="2173101" y="3072667"/>
                  <a:pt x="2177049" y="3067588"/>
                  <a:pt x="2176321" y="3062030"/>
                </a:cubicBezTo>
                <a:cubicBezTo>
                  <a:pt x="2175612" y="3056453"/>
                  <a:pt x="2170514" y="3052524"/>
                  <a:pt x="2164955" y="3053252"/>
                </a:cubicBezTo>
                <a:close/>
                <a:moveTo>
                  <a:pt x="703311" y="3619913"/>
                </a:moveTo>
                <a:cubicBezTo>
                  <a:pt x="702296" y="3621216"/>
                  <a:pt x="702525" y="3623113"/>
                  <a:pt x="703829" y="3624130"/>
                </a:cubicBezTo>
                <a:cubicBezTo>
                  <a:pt x="704385" y="3624551"/>
                  <a:pt x="705036" y="3624762"/>
                  <a:pt x="705668" y="3624762"/>
                </a:cubicBezTo>
                <a:cubicBezTo>
                  <a:pt x="706569" y="3624762"/>
                  <a:pt x="707451" y="3624379"/>
                  <a:pt x="708045" y="3623612"/>
                </a:cubicBezTo>
                <a:cubicBezTo>
                  <a:pt x="709061" y="3622309"/>
                  <a:pt x="708830" y="3620412"/>
                  <a:pt x="707527" y="3619395"/>
                </a:cubicBezTo>
                <a:cubicBezTo>
                  <a:pt x="706225" y="3618380"/>
                  <a:pt x="704327" y="3618610"/>
                  <a:pt x="703311" y="3619913"/>
                </a:cubicBezTo>
                <a:close/>
                <a:moveTo>
                  <a:pt x="2697752" y="2839502"/>
                </a:moveTo>
                <a:cubicBezTo>
                  <a:pt x="2691849" y="2841303"/>
                  <a:pt x="2688534" y="2847552"/>
                  <a:pt x="2690334" y="2853454"/>
                </a:cubicBezTo>
                <a:cubicBezTo>
                  <a:pt x="2691791" y="2858265"/>
                  <a:pt x="2696219" y="2861369"/>
                  <a:pt x="2701030" y="2861369"/>
                </a:cubicBezTo>
                <a:cubicBezTo>
                  <a:pt x="2702102" y="2861369"/>
                  <a:pt x="2703195" y="2861217"/>
                  <a:pt x="2704269" y="2860890"/>
                </a:cubicBezTo>
                <a:cubicBezTo>
                  <a:pt x="2710171" y="2859089"/>
                  <a:pt x="2713506" y="2852841"/>
                  <a:pt x="2711723" y="2846938"/>
                </a:cubicBezTo>
                <a:cubicBezTo>
                  <a:pt x="2709922" y="2841035"/>
                  <a:pt x="2703674" y="2837700"/>
                  <a:pt x="2697752" y="2839502"/>
                </a:cubicBezTo>
                <a:close/>
                <a:moveTo>
                  <a:pt x="4676587" y="2064152"/>
                </a:moveTo>
                <a:cubicBezTo>
                  <a:pt x="4673744" y="2066828"/>
                  <a:pt x="4671923" y="2070589"/>
                  <a:pt x="4671799" y="2074806"/>
                </a:cubicBezTo>
                <a:cubicBezTo>
                  <a:pt x="4671530" y="2083239"/>
                  <a:pt x="4678163" y="2090272"/>
                  <a:pt x="4686595" y="2090540"/>
                </a:cubicBezTo>
                <a:lnTo>
                  <a:pt x="4687054" y="2090540"/>
                </a:lnTo>
                <a:cubicBezTo>
                  <a:pt x="4695276" y="2090540"/>
                  <a:pt x="4702061" y="2084005"/>
                  <a:pt x="4702309" y="2075726"/>
                </a:cubicBezTo>
                <a:cubicBezTo>
                  <a:pt x="4702557" y="2067293"/>
                  <a:pt x="4695929" y="2060259"/>
                  <a:pt x="4687514" y="2060010"/>
                </a:cubicBezTo>
                <a:cubicBezTo>
                  <a:pt x="4683297" y="2059885"/>
                  <a:pt x="4679431" y="2061476"/>
                  <a:pt x="4676587" y="2064152"/>
                </a:cubicBezTo>
                <a:close/>
                <a:moveTo>
                  <a:pt x="7322377" y="1029108"/>
                </a:moveTo>
                <a:cubicBezTo>
                  <a:pt x="7312027" y="1031792"/>
                  <a:pt x="7305818" y="1042370"/>
                  <a:pt x="7308502" y="1052720"/>
                </a:cubicBezTo>
                <a:cubicBezTo>
                  <a:pt x="7310762" y="1061440"/>
                  <a:pt x="7318620" y="1067208"/>
                  <a:pt x="7327245" y="1067208"/>
                </a:cubicBezTo>
                <a:cubicBezTo>
                  <a:pt x="7328854" y="1067208"/>
                  <a:pt x="7330484" y="1067017"/>
                  <a:pt x="7332113" y="1066576"/>
                </a:cubicBezTo>
                <a:cubicBezTo>
                  <a:pt x="7342462" y="1063894"/>
                  <a:pt x="7348672" y="1053333"/>
                  <a:pt x="7345989" y="1042984"/>
                </a:cubicBezTo>
                <a:cubicBezTo>
                  <a:pt x="7343305" y="1032635"/>
                  <a:pt x="7332726" y="1026425"/>
                  <a:pt x="7322377" y="1029108"/>
                </a:cubicBezTo>
                <a:close/>
                <a:moveTo>
                  <a:pt x="6220850" y="1457491"/>
                </a:moveTo>
                <a:cubicBezTo>
                  <a:pt x="6210885" y="1461343"/>
                  <a:pt x="6205940" y="1472555"/>
                  <a:pt x="6209792" y="1482521"/>
                </a:cubicBezTo>
                <a:cubicBezTo>
                  <a:pt x="6212763" y="1490187"/>
                  <a:pt x="6220083" y="1494902"/>
                  <a:pt x="6227846" y="1494902"/>
                </a:cubicBezTo>
                <a:cubicBezTo>
                  <a:pt x="6230184" y="1494902"/>
                  <a:pt x="6232542" y="1494480"/>
                  <a:pt x="6234841" y="1493579"/>
                </a:cubicBezTo>
                <a:cubicBezTo>
                  <a:pt x="6244806" y="1489708"/>
                  <a:pt x="6249751" y="1478515"/>
                  <a:pt x="6245899" y="1468530"/>
                </a:cubicBezTo>
                <a:cubicBezTo>
                  <a:pt x="6242028" y="1458565"/>
                  <a:pt x="6230817" y="1453620"/>
                  <a:pt x="6220850" y="1457491"/>
                </a:cubicBezTo>
                <a:close/>
                <a:moveTo>
                  <a:pt x="6320299" y="1418030"/>
                </a:moveTo>
                <a:cubicBezTo>
                  <a:pt x="6310372" y="1422035"/>
                  <a:pt x="6305619" y="1433323"/>
                  <a:pt x="6309624" y="1443232"/>
                </a:cubicBezTo>
                <a:cubicBezTo>
                  <a:pt x="6312671" y="1450765"/>
                  <a:pt x="6319916" y="1455326"/>
                  <a:pt x="6327563" y="1455326"/>
                </a:cubicBezTo>
                <a:cubicBezTo>
                  <a:pt x="6329997" y="1455326"/>
                  <a:pt x="6332470" y="1454865"/>
                  <a:pt x="6334846" y="1453888"/>
                </a:cubicBezTo>
                <a:cubicBezTo>
                  <a:pt x="6344754" y="1449883"/>
                  <a:pt x="6349527" y="1438595"/>
                  <a:pt x="6345501" y="1428686"/>
                </a:cubicBezTo>
                <a:cubicBezTo>
                  <a:pt x="6341477" y="1418778"/>
                  <a:pt x="6330189" y="1414005"/>
                  <a:pt x="6320299" y="1418030"/>
                </a:cubicBezTo>
                <a:close/>
                <a:moveTo>
                  <a:pt x="6120807" y="1495170"/>
                </a:moveTo>
                <a:cubicBezTo>
                  <a:pt x="6110765" y="1498850"/>
                  <a:pt x="6105609" y="1509965"/>
                  <a:pt x="6109270" y="1519990"/>
                </a:cubicBezTo>
                <a:cubicBezTo>
                  <a:pt x="6112145" y="1527847"/>
                  <a:pt x="6119562" y="1532715"/>
                  <a:pt x="6127458" y="1532715"/>
                </a:cubicBezTo>
                <a:cubicBezTo>
                  <a:pt x="6129662" y="1532715"/>
                  <a:pt x="6131904" y="1532332"/>
                  <a:pt x="6134108" y="1531546"/>
                </a:cubicBezTo>
                <a:cubicBezTo>
                  <a:pt x="6144151" y="1527866"/>
                  <a:pt x="6149306" y="1516750"/>
                  <a:pt x="6145645" y="1506708"/>
                </a:cubicBezTo>
                <a:cubicBezTo>
                  <a:pt x="6141966" y="1496665"/>
                  <a:pt x="6130850" y="1491509"/>
                  <a:pt x="6120807" y="1495170"/>
                </a:cubicBezTo>
                <a:close/>
                <a:moveTo>
                  <a:pt x="1136524" y="3439759"/>
                </a:moveTo>
                <a:cubicBezTo>
                  <a:pt x="1135107" y="3442788"/>
                  <a:pt x="1136448" y="3446410"/>
                  <a:pt x="1139476" y="3447809"/>
                </a:cubicBezTo>
                <a:cubicBezTo>
                  <a:pt x="1140300" y="3448192"/>
                  <a:pt x="1141183" y="3448365"/>
                  <a:pt x="1142026" y="3448365"/>
                </a:cubicBezTo>
                <a:cubicBezTo>
                  <a:pt x="1144325" y="3448365"/>
                  <a:pt x="1146509" y="3447062"/>
                  <a:pt x="1147545" y="3444857"/>
                </a:cubicBezTo>
                <a:cubicBezTo>
                  <a:pt x="1148945" y="3441810"/>
                  <a:pt x="1147622" y="3438207"/>
                  <a:pt x="1144575" y="3436789"/>
                </a:cubicBezTo>
                <a:cubicBezTo>
                  <a:pt x="1141526" y="3435390"/>
                  <a:pt x="1137924" y="3436712"/>
                  <a:pt x="1136524" y="3439759"/>
                </a:cubicBezTo>
                <a:close/>
                <a:moveTo>
                  <a:pt x="3813536" y="2394751"/>
                </a:moveTo>
                <a:cubicBezTo>
                  <a:pt x="3807000" y="2396380"/>
                  <a:pt x="3803017" y="2402992"/>
                  <a:pt x="3804644" y="2409528"/>
                </a:cubicBezTo>
                <a:cubicBezTo>
                  <a:pt x="3806024" y="2415086"/>
                  <a:pt x="3811006" y="2418785"/>
                  <a:pt x="3816469" y="2418785"/>
                </a:cubicBezTo>
                <a:cubicBezTo>
                  <a:pt x="3817447" y="2418785"/>
                  <a:pt x="3818443" y="2418670"/>
                  <a:pt x="3819420" y="2418420"/>
                </a:cubicBezTo>
                <a:cubicBezTo>
                  <a:pt x="3825975" y="2416792"/>
                  <a:pt x="3829962" y="2410180"/>
                  <a:pt x="3828313" y="2403644"/>
                </a:cubicBezTo>
                <a:cubicBezTo>
                  <a:pt x="3826684" y="2397108"/>
                  <a:pt x="3820071" y="2393123"/>
                  <a:pt x="3813536" y="2394751"/>
                </a:cubicBezTo>
                <a:close/>
                <a:moveTo>
                  <a:pt x="6419193" y="1377131"/>
                </a:moveTo>
                <a:cubicBezTo>
                  <a:pt x="6409342" y="1381309"/>
                  <a:pt x="6404742" y="1392655"/>
                  <a:pt x="6408920" y="1402506"/>
                </a:cubicBezTo>
                <a:cubicBezTo>
                  <a:pt x="6412043" y="1409884"/>
                  <a:pt x="6419211" y="1414312"/>
                  <a:pt x="6426763" y="1414312"/>
                </a:cubicBezTo>
                <a:cubicBezTo>
                  <a:pt x="6429273" y="1414312"/>
                  <a:pt x="6431842" y="1413813"/>
                  <a:pt x="6434295" y="1412759"/>
                </a:cubicBezTo>
                <a:cubicBezTo>
                  <a:pt x="6444145" y="1408600"/>
                  <a:pt x="6448745" y="1397236"/>
                  <a:pt x="6444568" y="1387385"/>
                </a:cubicBezTo>
                <a:cubicBezTo>
                  <a:pt x="6442478" y="1382469"/>
                  <a:pt x="6438593" y="1378860"/>
                  <a:pt x="6434000" y="1377004"/>
                </a:cubicBezTo>
                <a:cubicBezTo>
                  <a:pt x="6429408" y="1375147"/>
                  <a:pt x="6424108" y="1375042"/>
                  <a:pt x="6419193" y="1377131"/>
                </a:cubicBezTo>
                <a:close/>
                <a:moveTo>
                  <a:pt x="2599874" y="2867694"/>
                </a:moveTo>
                <a:cubicBezTo>
                  <a:pt x="2593933" y="2869304"/>
                  <a:pt x="2590407" y="2875437"/>
                  <a:pt x="2592016" y="2881416"/>
                </a:cubicBezTo>
                <a:cubicBezTo>
                  <a:pt x="2593377" y="2886381"/>
                  <a:pt x="2597881" y="2889658"/>
                  <a:pt x="2602807" y="2889658"/>
                </a:cubicBezTo>
                <a:cubicBezTo>
                  <a:pt x="2603785" y="2889658"/>
                  <a:pt x="2604762" y="2889543"/>
                  <a:pt x="2605740" y="2889274"/>
                </a:cubicBezTo>
                <a:cubicBezTo>
                  <a:pt x="2611699" y="2887645"/>
                  <a:pt x="2615227" y="2881512"/>
                  <a:pt x="2613597" y="2875552"/>
                </a:cubicBezTo>
                <a:cubicBezTo>
                  <a:pt x="2611987" y="2869591"/>
                  <a:pt x="2605835" y="2866065"/>
                  <a:pt x="2599874" y="2867694"/>
                </a:cubicBezTo>
                <a:close/>
                <a:moveTo>
                  <a:pt x="4169743" y="2254614"/>
                </a:moveTo>
                <a:cubicBezTo>
                  <a:pt x="4162515" y="2255669"/>
                  <a:pt x="4157517" y="2262377"/>
                  <a:pt x="4158571" y="2269602"/>
                </a:cubicBezTo>
                <a:cubicBezTo>
                  <a:pt x="4159529" y="2276175"/>
                  <a:pt x="4165181" y="2280909"/>
                  <a:pt x="4171642" y="2280909"/>
                </a:cubicBezTo>
                <a:cubicBezTo>
                  <a:pt x="4172273" y="2280909"/>
                  <a:pt x="4172926" y="2280871"/>
                  <a:pt x="4173577" y="2280775"/>
                </a:cubicBezTo>
                <a:cubicBezTo>
                  <a:pt x="4180800" y="2279721"/>
                  <a:pt x="4185805" y="2273013"/>
                  <a:pt x="4184749" y="2265788"/>
                </a:cubicBezTo>
                <a:cubicBezTo>
                  <a:pt x="4183697" y="2258563"/>
                  <a:pt x="4176968" y="2253560"/>
                  <a:pt x="4169743" y="2254614"/>
                </a:cubicBezTo>
                <a:close/>
                <a:moveTo>
                  <a:pt x="6020020" y="1530722"/>
                </a:moveTo>
                <a:cubicBezTo>
                  <a:pt x="6009901" y="1534153"/>
                  <a:pt x="6004476" y="1545153"/>
                  <a:pt x="6007906" y="1555273"/>
                </a:cubicBezTo>
                <a:cubicBezTo>
                  <a:pt x="6010647" y="1563341"/>
                  <a:pt x="6018178" y="1568420"/>
                  <a:pt x="6026247" y="1568420"/>
                </a:cubicBezTo>
                <a:cubicBezTo>
                  <a:pt x="6028298" y="1568420"/>
                  <a:pt x="6030407" y="1568075"/>
                  <a:pt x="6032458" y="1567385"/>
                </a:cubicBezTo>
                <a:cubicBezTo>
                  <a:pt x="6042575" y="1563954"/>
                  <a:pt x="6048000" y="1552953"/>
                  <a:pt x="6044569" y="1542834"/>
                </a:cubicBezTo>
                <a:cubicBezTo>
                  <a:pt x="6041139" y="1532715"/>
                  <a:pt x="6030138" y="1527291"/>
                  <a:pt x="6020020" y="1530722"/>
                </a:cubicBezTo>
                <a:close/>
                <a:moveTo>
                  <a:pt x="5086495" y="1895059"/>
                </a:moveTo>
                <a:cubicBezTo>
                  <a:pt x="5083149" y="1897963"/>
                  <a:pt x="5080911" y="1902146"/>
                  <a:pt x="5080575" y="1906918"/>
                </a:cubicBezTo>
                <a:cubicBezTo>
                  <a:pt x="5079885" y="1916443"/>
                  <a:pt x="5087071" y="1924722"/>
                  <a:pt x="5096616" y="1925412"/>
                </a:cubicBezTo>
                <a:cubicBezTo>
                  <a:pt x="5097020" y="1925450"/>
                  <a:pt x="5097441" y="1925450"/>
                  <a:pt x="5097844" y="1925450"/>
                </a:cubicBezTo>
                <a:cubicBezTo>
                  <a:pt x="5106851" y="1925450"/>
                  <a:pt x="5114459" y="1918475"/>
                  <a:pt x="5115112" y="1909351"/>
                </a:cubicBezTo>
                <a:cubicBezTo>
                  <a:pt x="5115782" y="1899827"/>
                  <a:pt x="5108595" y="1891547"/>
                  <a:pt x="5099070" y="1890877"/>
                </a:cubicBezTo>
                <a:cubicBezTo>
                  <a:pt x="5094298" y="1890532"/>
                  <a:pt x="5089842" y="1892156"/>
                  <a:pt x="5086495" y="1895059"/>
                </a:cubicBezTo>
                <a:close/>
                <a:moveTo>
                  <a:pt x="8528623" y="550109"/>
                </a:moveTo>
                <a:lnTo>
                  <a:pt x="8517009" y="561820"/>
                </a:lnTo>
                <a:cubicBezTo>
                  <a:pt x="8512103" y="573798"/>
                  <a:pt x="8517834" y="587501"/>
                  <a:pt x="8529812" y="592408"/>
                </a:cubicBezTo>
                <a:cubicBezTo>
                  <a:pt x="8532725" y="593596"/>
                  <a:pt x="8535734" y="594151"/>
                  <a:pt x="8538704" y="594151"/>
                </a:cubicBezTo>
                <a:lnTo>
                  <a:pt x="8545069" y="592240"/>
                </a:lnTo>
                <a:close/>
                <a:moveTo>
                  <a:pt x="6517798" y="1335005"/>
                </a:moveTo>
                <a:cubicBezTo>
                  <a:pt x="6507966" y="1339222"/>
                  <a:pt x="6503424" y="1350607"/>
                  <a:pt x="6507640" y="1360438"/>
                </a:cubicBezTo>
                <a:cubicBezTo>
                  <a:pt x="6510802" y="1367759"/>
                  <a:pt x="6517932" y="1372148"/>
                  <a:pt x="6525445" y="1372148"/>
                </a:cubicBezTo>
                <a:cubicBezTo>
                  <a:pt x="6527994" y="1372148"/>
                  <a:pt x="6530581" y="1371650"/>
                  <a:pt x="6533073" y="1370577"/>
                </a:cubicBezTo>
                <a:cubicBezTo>
                  <a:pt x="6542904" y="1366360"/>
                  <a:pt x="6547447" y="1354976"/>
                  <a:pt x="6543230" y="1345144"/>
                </a:cubicBezTo>
                <a:cubicBezTo>
                  <a:pt x="6541113" y="1340238"/>
                  <a:pt x="6537208" y="1336649"/>
                  <a:pt x="6532605" y="1334814"/>
                </a:cubicBezTo>
                <a:cubicBezTo>
                  <a:pt x="6528004" y="1332979"/>
                  <a:pt x="6522704" y="1332897"/>
                  <a:pt x="6517798" y="1335005"/>
                </a:cubicBezTo>
                <a:close/>
                <a:moveTo>
                  <a:pt x="4427806" y="2150490"/>
                </a:moveTo>
                <a:cubicBezTo>
                  <a:pt x="4419946" y="2151026"/>
                  <a:pt x="4414025" y="2157811"/>
                  <a:pt x="4414561" y="2165669"/>
                </a:cubicBezTo>
                <a:cubicBezTo>
                  <a:pt x="4415080" y="2173182"/>
                  <a:pt x="4421346" y="2178931"/>
                  <a:pt x="4428765" y="2178931"/>
                </a:cubicBezTo>
                <a:cubicBezTo>
                  <a:pt x="4429088" y="2178931"/>
                  <a:pt x="4429434" y="2178931"/>
                  <a:pt x="4429760" y="2178893"/>
                </a:cubicBezTo>
                <a:cubicBezTo>
                  <a:pt x="4437617" y="2178356"/>
                  <a:pt x="4443540" y="2171572"/>
                  <a:pt x="4443003" y="2163714"/>
                </a:cubicBezTo>
                <a:cubicBezTo>
                  <a:pt x="4442447" y="2155856"/>
                  <a:pt x="4435644" y="2149934"/>
                  <a:pt x="4427806" y="2150490"/>
                </a:cubicBezTo>
                <a:close/>
                <a:moveTo>
                  <a:pt x="7218309" y="1058584"/>
                </a:moveTo>
                <a:cubicBezTo>
                  <a:pt x="7208094" y="1061708"/>
                  <a:pt x="7202326" y="1072537"/>
                  <a:pt x="7205468" y="1082752"/>
                </a:cubicBezTo>
                <a:cubicBezTo>
                  <a:pt x="7208018" y="1091089"/>
                  <a:pt x="7215684" y="1096455"/>
                  <a:pt x="7223963" y="1096455"/>
                </a:cubicBezTo>
                <a:cubicBezTo>
                  <a:pt x="7225841" y="1096455"/>
                  <a:pt x="7227739" y="1096187"/>
                  <a:pt x="7229637" y="1095612"/>
                </a:cubicBezTo>
                <a:cubicBezTo>
                  <a:pt x="7239851" y="1092469"/>
                  <a:pt x="7245600" y="1081659"/>
                  <a:pt x="7242476" y="1071445"/>
                </a:cubicBezTo>
                <a:cubicBezTo>
                  <a:pt x="7239353" y="1061210"/>
                  <a:pt x="7228525" y="1055461"/>
                  <a:pt x="7218309" y="1058584"/>
                </a:cubicBezTo>
                <a:close/>
                <a:moveTo>
                  <a:pt x="5355769" y="1785122"/>
                </a:moveTo>
                <a:cubicBezTo>
                  <a:pt x="5345652" y="1785371"/>
                  <a:pt x="5337659" y="1793785"/>
                  <a:pt x="5337908" y="1803904"/>
                </a:cubicBezTo>
                <a:lnTo>
                  <a:pt x="5337889" y="1803885"/>
                </a:lnTo>
                <a:cubicBezTo>
                  <a:pt x="5338140" y="1813851"/>
                  <a:pt x="5346303" y="1821767"/>
                  <a:pt x="5356211" y="1821767"/>
                </a:cubicBezTo>
                <a:cubicBezTo>
                  <a:pt x="5356366" y="1821767"/>
                  <a:pt x="5356517" y="1821767"/>
                  <a:pt x="5356672" y="1821767"/>
                </a:cubicBezTo>
                <a:cubicBezTo>
                  <a:pt x="5366792" y="1821517"/>
                  <a:pt x="5374803" y="1813104"/>
                  <a:pt x="5374553" y="1802984"/>
                </a:cubicBezTo>
                <a:cubicBezTo>
                  <a:pt x="5374304" y="1792865"/>
                  <a:pt x="5365890" y="1784854"/>
                  <a:pt x="5355769" y="1785122"/>
                </a:cubicBezTo>
                <a:close/>
                <a:moveTo>
                  <a:pt x="6616384" y="1292593"/>
                </a:moveTo>
                <a:cubicBezTo>
                  <a:pt x="6606552" y="1296809"/>
                  <a:pt x="6602009" y="1308194"/>
                  <a:pt x="6606226" y="1318025"/>
                </a:cubicBezTo>
                <a:cubicBezTo>
                  <a:pt x="6609388" y="1325346"/>
                  <a:pt x="6616518" y="1329736"/>
                  <a:pt x="6624031" y="1329736"/>
                </a:cubicBezTo>
                <a:cubicBezTo>
                  <a:pt x="6626581" y="1329736"/>
                  <a:pt x="6629168" y="1329237"/>
                  <a:pt x="6631678" y="1328163"/>
                </a:cubicBezTo>
                <a:cubicBezTo>
                  <a:pt x="6641490" y="1323947"/>
                  <a:pt x="6646033" y="1312544"/>
                  <a:pt x="6641798" y="1302732"/>
                </a:cubicBezTo>
                <a:cubicBezTo>
                  <a:pt x="6639690" y="1297825"/>
                  <a:pt x="6635789" y="1294237"/>
                  <a:pt x="6631190" y="1292401"/>
                </a:cubicBezTo>
                <a:cubicBezTo>
                  <a:pt x="6626590" y="1290566"/>
                  <a:pt x="6621290" y="1290485"/>
                  <a:pt x="6616384" y="1292593"/>
                </a:cubicBezTo>
                <a:close/>
                <a:moveTo>
                  <a:pt x="5918446" y="1563648"/>
                </a:moveTo>
                <a:cubicBezTo>
                  <a:pt x="5908229" y="1566791"/>
                  <a:pt x="5902499" y="1577619"/>
                  <a:pt x="5905640" y="1587834"/>
                </a:cubicBezTo>
                <a:cubicBezTo>
                  <a:pt x="5908209" y="1596152"/>
                  <a:pt x="5915858" y="1601499"/>
                  <a:pt x="5924137" y="1601499"/>
                </a:cubicBezTo>
                <a:cubicBezTo>
                  <a:pt x="5926015" y="1601499"/>
                  <a:pt x="5927952" y="1601231"/>
                  <a:pt x="5929848" y="1600637"/>
                </a:cubicBezTo>
                <a:cubicBezTo>
                  <a:pt x="5940063" y="1597494"/>
                  <a:pt x="5945793" y="1586646"/>
                  <a:pt x="5942630" y="1576431"/>
                </a:cubicBezTo>
                <a:cubicBezTo>
                  <a:pt x="5939488" y="1566216"/>
                  <a:pt x="5928659" y="1560486"/>
                  <a:pt x="5918446" y="1563648"/>
                </a:cubicBezTo>
                <a:close/>
                <a:moveTo>
                  <a:pt x="6715124" y="1250333"/>
                </a:moveTo>
                <a:cubicBezTo>
                  <a:pt x="6705292" y="1254511"/>
                  <a:pt x="6700692" y="1265876"/>
                  <a:pt x="6704889" y="1275727"/>
                </a:cubicBezTo>
                <a:cubicBezTo>
                  <a:pt x="6708013" y="1283087"/>
                  <a:pt x="6715161" y="1287514"/>
                  <a:pt x="6722694" y="1287515"/>
                </a:cubicBezTo>
                <a:cubicBezTo>
                  <a:pt x="6725224" y="1287515"/>
                  <a:pt x="6727792" y="1287015"/>
                  <a:pt x="6730264" y="1285961"/>
                </a:cubicBezTo>
                <a:cubicBezTo>
                  <a:pt x="6740115" y="1281783"/>
                  <a:pt x="6744696" y="1270419"/>
                  <a:pt x="6740499" y="1260568"/>
                </a:cubicBezTo>
                <a:cubicBezTo>
                  <a:pt x="6738410" y="1255652"/>
                  <a:pt x="6734524" y="1252048"/>
                  <a:pt x="6729932" y="1250197"/>
                </a:cubicBezTo>
                <a:cubicBezTo>
                  <a:pt x="6725340" y="1248345"/>
                  <a:pt x="6720040" y="1248244"/>
                  <a:pt x="6715124" y="1250333"/>
                </a:cubicBezTo>
                <a:close/>
                <a:moveTo>
                  <a:pt x="3713743" y="2421142"/>
                </a:moveTo>
                <a:cubicBezTo>
                  <a:pt x="3707266" y="2422963"/>
                  <a:pt x="3703470" y="2429690"/>
                  <a:pt x="3705292" y="2436187"/>
                </a:cubicBezTo>
                <a:cubicBezTo>
                  <a:pt x="3706805" y="2441573"/>
                  <a:pt x="3711692" y="2445098"/>
                  <a:pt x="3717040" y="2445098"/>
                </a:cubicBezTo>
                <a:cubicBezTo>
                  <a:pt x="3718113" y="2445098"/>
                  <a:pt x="3719224" y="2444946"/>
                  <a:pt x="3720317" y="2444639"/>
                </a:cubicBezTo>
                <a:cubicBezTo>
                  <a:pt x="3726814" y="2442837"/>
                  <a:pt x="3730610" y="2436091"/>
                  <a:pt x="3728788" y="2429614"/>
                </a:cubicBezTo>
                <a:cubicBezTo>
                  <a:pt x="3726967" y="2423117"/>
                  <a:pt x="3720241" y="2419321"/>
                  <a:pt x="3713743" y="2421142"/>
                </a:cubicBezTo>
                <a:close/>
                <a:moveTo>
                  <a:pt x="7115603" y="1092066"/>
                </a:moveTo>
                <a:cubicBezTo>
                  <a:pt x="7105503" y="1095555"/>
                  <a:pt x="7100135" y="1106574"/>
                  <a:pt x="7103624" y="1116675"/>
                </a:cubicBezTo>
                <a:cubicBezTo>
                  <a:pt x="7106384" y="1124685"/>
                  <a:pt x="7113897" y="1129726"/>
                  <a:pt x="7121927" y="1129726"/>
                </a:cubicBezTo>
                <a:cubicBezTo>
                  <a:pt x="7124015" y="1129726"/>
                  <a:pt x="7126144" y="1129381"/>
                  <a:pt x="7128232" y="1128653"/>
                </a:cubicBezTo>
                <a:cubicBezTo>
                  <a:pt x="7138351" y="1125165"/>
                  <a:pt x="7143699" y="1114144"/>
                  <a:pt x="7140211" y="1104044"/>
                </a:cubicBezTo>
                <a:cubicBezTo>
                  <a:pt x="7136722" y="1093945"/>
                  <a:pt x="7125702" y="1088578"/>
                  <a:pt x="7115603" y="1092066"/>
                </a:cubicBezTo>
                <a:close/>
                <a:moveTo>
                  <a:pt x="2064452" y="3063506"/>
                </a:moveTo>
                <a:cubicBezTo>
                  <a:pt x="2058857" y="3063927"/>
                  <a:pt x="2054660" y="3068814"/>
                  <a:pt x="2055081" y="3074411"/>
                </a:cubicBezTo>
                <a:cubicBezTo>
                  <a:pt x="2055483" y="3079739"/>
                  <a:pt x="2059948" y="3083802"/>
                  <a:pt x="2065200" y="3083802"/>
                </a:cubicBezTo>
                <a:cubicBezTo>
                  <a:pt x="2065468" y="3083802"/>
                  <a:pt x="2065718" y="3083763"/>
                  <a:pt x="2065987" y="3083763"/>
                </a:cubicBezTo>
                <a:cubicBezTo>
                  <a:pt x="2071564" y="3083342"/>
                  <a:pt x="2075760" y="3078474"/>
                  <a:pt x="2075339" y="3072877"/>
                </a:cubicBezTo>
                <a:cubicBezTo>
                  <a:pt x="2074917" y="3067281"/>
                  <a:pt x="2070030" y="3063084"/>
                  <a:pt x="2064452" y="3063506"/>
                </a:cubicBezTo>
                <a:close/>
                <a:moveTo>
                  <a:pt x="2501173" y="2892685"/>
                </a:moveTo>
                <a:cubicBezTo>
                  <a:pt x="2495174" y="2894104"/>
                  <a:pt x="2491437" y="2900103"/>
                  <a:pt x="2492856" y="2906121"/>
                </a:cubicBezTo>
                <a:cubicBezTo>
                  <a:pt x="2494063" y="2911276"/>
                  <a:pt x="2498644" y="2914745"/>
                  <a:pt x="2503722" y="2914745"/>
                </a:cubicBezTo>
                <a:cubicBezTo>
                  <a:pt x="2504565" y="2914745"/>
                  <a:pt x="2505428" y="2914649"/>
                  <a:pt x="2506291" y="2914457"/>
                </a:cubicBezTo>
                <a:cubicBezTo>
                  <a:pt x="2512290" y="2913058"/>
                  <a:pt x="2516026" y="2907041"/>
                  <a:pt x="2514608" y="2901022"/>
                </a:cubicBezTo>
                <a:cubicBezTo>
                  <a:pt x="2513209" y="2895005"/>
                  <a:pt x="2507192" y="2891286"/>
                  <a:pt x="2501173" y="2892685"/>
                </a:cubicBezTo>
                <a:close/>
                <a:moveTo>
                  <a:pt x="6814209" y="1208649"/>
                </a:moveTo>
                <a:cubicBezTo>
                  <a:pt x="6804338" y="1212750"/>
                  <a:pt x="6799662" y="1224076"/>
                  <a:pt x="6803763" y="1233947"/>
                </a:cubicBezTo>
                <a:cubicBezTo>
                  <a:pt x="6806849" y="1241402"/>
                  <a:pt x="6814055" y="1245887"/>
                  <a:pt x="6821644" y="1245887"/>
                </a:cubicBezTo>
                <a:cubicBezTo>
                  <a:pt x="6824117" y="1245887"/>
                  <a:pt x="6826627" y="1245408"/>
                  <a:pt x="6829061" y="1244412"/>
                </a:cubicBezTo>
                <a:cubicBezTo>
                  <a:pt x="6838932" y="1240310"/>
                  <a:pt x="6843608" y="1228983"/>
                  <a:pt x="6839507" y="1219113"/>
                </a:cubicBezTo>
                <a:cubicBezTo>
                  <a:pt x="6837456" y="1214169"/>
                  <a:pt x="6833599" y="1210528"/>
                  <a:pt x="6829021" y="1208635"/>
                </a:cubicBezTo>
                <a:cubicBezTo>
                  <a:pt x="6824443" y="1206741"/>
                  <a:pt x="6819143" y="1206598"/>
                  <a:pt x="6814209" y="1208649"/>
                </a:cubicBezTo>
                <a:close/>
                <a:moveTo>
                  <a:pt x="7014160" y="1128826"/>
                </a:moveTo>
                <a:cubicBezTo>
                  <a:pt x="7004155" y="1132601"/>
                  <a:pt x="6999115" y="1143774"/>
                  <a:pt x="7002910" y="1153779"/>
                </a:cubicBezTo>
                <a:cubicBezTo>
                  <a:pt x="7005823" y="1161521"/>
                  <a:pt x="7013182" y="1166293"/>
                  <a:pt x="7021002" y="1166293"/>
                </a:cubicBezTo>
                <a:cubicBezTo>
                  <a:pt x="7023283" y="1166293"/>
                  <a:pt x="7025601" y="1165872"/>
                  <a:pt x="7027845" y="1165028"/>
                </a:cubicBezTo>
                <a:cubicBezTo>
                  <a:pt x="7037848" y="1161234"/>
                  <a:pt x="7042889" y="1150079"/>
                  <a:pt x="7039114" y="1140075"/>
                </a:cubicBezTo>
                <a:cubicBezTo>
                  <a:pt x="7035318" y="1130071"/>
                  <a:pt x="7024145" y="1125030"/>
                  <a:pt x="7014160" y="1128826"/>
                </a:cubicBezTo>
                <a:close/>
                <a:moveTo>
                  <a:pt x="814929" y="3548734"/>
                </a:moveTo>
                <a:cubicBezTo>
                  <a:pt x="813646" y="3550555"/>
                  <a:pt x="814086" y="3553065"/>
                  <a:pt x="815907" y="3554349"/>
                </a:cubicBezTo>
                <a:cubicBezTo>
                  <a:pt x="816598" y="3554847"/>
                  <a:pt x="817422" y="3555097"/>
                  <a:pt x="818227" y="3555097"/>
                </a:cubicBezTo>
                <a:cubicBezTo>
                  <a:pt x="819472" y="3555097"/>
                  <a:pt x="820718" y="3554503"/>
                  <a:pt x="821504" y="3553391"/>
                </a:cubicBezTo>
                <a:cubicBezTo>
                  <a:pt x="822788" y="3551570"/>
                  <a:pt x="822366" y="3549060"/>
                  <a:pt x="820545" y="3547776"/>
                </a:cubicBezTo>
                <a:cubicBezTo>
                  <a:pt x="818725" y="3546491"/>
                  <a:pt x="816214" y="3546932"/>
                  <a:pt x="814929" y="3548734"/>
                </a:cubicBezTo>
                <a:close/>
                <a:moveTo>
                  <a:pt x="6913811" y="1167980"/>
                </a:moveTo>
                <a:cubicBezTo>
                  <a:pt x="6903901" y="1171947"/>
                  <a:pt x="6899071" y="1183216"/>
                  <a:pt x="6903040" y="1193145"/>
                </a:cubicBezTo>
                <a:cubicBezTo>
                  <a:pt x="6906068" y="1200714"/>
                  <a:pt x="6913332" y="1205314"/>
                  <a:pt x="6921016" y="1205314"/>
                </a:cubicBezTo>
                <a:cubicBezTo>
                  <a:pt x="6923413" y="1205314"/>
                  <a:pt x="6925846" y="1204874"/>
                  <a:pt x="6928204" y="1203914"/>
                </a:cubicBezTo>
                <a:cubicBezTo>
                  <a:pt x="6938132" y="1199948"/>
                  <a:pt x="6942961" y="1188678"/>
                  <a:pt x="6938975" y="1178750"/>
                </a:cubicBezTo>
                <a:cubicBezTo>
                  <a:pt x="6935006" y="1168842"/>
                  <a:pt x="6923738" y="1164013"/>
                  <a:pt x="6913811" y="1167980"/>
                </a:cubicBezTo>
                <a:close/>
                <a:moveTo>
                  <a:pt x="7797102" y="822276"/>
                </a:moveTo>
                <a:cubicBezTo>
                  <a:pt x="7785853" y="822084"/>
                  <a:pt x="7776577" y="831035"/>
                  <a:pt x="7776365" y="842285"/>
                </a:cubicBezTo>
                <a:cubicBezTo>
                  <a:pt x="7776174" y="853535"/>
                  <a:pt x="7785124" y="862830"/>
                  <a:pt x="7796393" y="863021"/>
                </a:cubicBezTo>
                <a:lnTo>
                  <a:pt x="7796757" y="863021"/>
                </a:lnTo>
                <a:cubicBezTo>
                  <a:pt x="7807835" y="863021"/>
                  <a:pt x="7816919" y="854148"/>
                  <a:pt x="7817111" y="843013"/>
                </a:cubicBezTo>
                <a:cubicBezTo>
                  <a:pt x="7817321" y="831763"/>
                  <a:pt x="7808372" y="822467"/>
                  <a:pt x="7797102" y="822276"/>
                </a:cubicBezTo>
                <a:close/>
                <a:moveTo>
                  <a:pt x="5816006" y="1593373"/>
                </a:moveTo>
                <a:cubicBezTo>
                  <a:pt x="5805677" y="1596171"/>
                  <a:pt x="5799581" y="1606808"/>
                  <a:pt x="5802380" y="1617120"/>
                </a:cubicBezTo>
                <a:lnTo>
                  <a:pt x="5802397" y="1617120"/>
                </a:lnTo>
                <a:cubicBezTo>
                  <a:pt x="5804737" y="1625744"/>
                  <a:pt x="5812558" y="1631416"/>
                  <a:pt x="5821066" y="1631416"/>
                </a:cubicBezTo>
                <a:cubicBezTo>
                  <a:pt x="5822753" y="1631416"/>
                  <a:pt x="5824459" y="1631187"/>
                  <a:pt x="5826147" y="1630726"/>
                </a:cubicBezTo>
                <a:cubicBezTo>
                  <a:pt x="5836474" y="1627928"/>
                  <a:pt x="5842568" y="1617311"/>
                  <a:pt x="5839772" y="1606981"/>
                </a:cubicBezTo>
                <a:cubicBezTo>
                  <a:pt x="5836973" y="1596669"/>
                  <a:pt x="5826337" y="1590575"/>
                  <a:pt x="5816006" y="1593373"/>
                </a:cubicBezTo>
                <a:close/>
                <a:moveTo>
                  <a:pt x="4829204" y="1978189"/>
                </a:moveTo>
                <a:cubicBezTo>
                  <a:pt x="4826085" y="1980953"/>
                  <a:pt x="4824021" y="1984911"/>
                  <a:pt x="4823744" y="1989405"/>
                </a:cubicBezTo>
                <a:cubicBezTo>
                  <a:pt x="4823204" y="1998393"/>
                  <a:pt x="4830048" y="2006098"/>
                  <a:pt x="4839017" y="2006654"/>
                </a:cubicBezTo>
                <a:lnTo>
                  <a:pt x="4839017" y="2006673"/>
                </a:lnTo>
                <a:cubicBezTo>
                  <a:pt x="4839360" y="2006673"/>
                  <a:pt x="4839686" y="2006673"/>
                  <a:pt x="4840030" y="2006673"/>
                </a:cubicBezTo>
                <a:cubicBezTo>
                  <a:pt x="4848580" y="2006673"/>
                  <a:pt x="4855747" y="2000023"/>
                  <a:pt x="4856266" y="1991379"/>
                </a:cubicBezTo>
                <a:cubicBezTo>
                  <a:pt x="4856822" y="1982390"/>
                  <a:pt x="4849978" y="1974667"/>
                  <a:pt x="4840991" y="1974131"/>
                </a:cubicBezTo>
                <a:cubicBezTo>
                  <a:pt x="4836497" y="1973853"/>
                  <a:pt x="4832323" y="1975424"/>
                  <a:pt x="4829204" y="1978189"/>
                </a:cubicBezTo>
                <a:close/>
                <a:moveTo>
                  <a:pt x="3614774" y="2450274"/>
                </a:moveTo>
                <a:cubicBezTo>
                  <a:pt x="3608334" y="2452247"/>
                  <a:pt x="3604712" y="2459089"/>
                  <a:pt x="3606704" y="2465529"/>
                </a:cubicBezTo>
                <a:cubicBezTo>
                  <a:pt x="3608334" y="2470761"/>
                  <a:pt x="3613144" y="2474134"/>
                  <a:pt x="3618358" y="2474134"/>
                </a:cubicBezTo>
                <a:cubicBezTo>
                  <a:pt x="3619546" y="2474134"/>
                  <a:pt x="3620754" y="2473962"/>
                  <a:pt x="3621961" y="2473597"/>
                </a:cubicBezTo>
                <a:cubicBezTo>
                  <a:pt x="3628400" y="2471605"/>
                  <a:pt x="3632003" y="2464782"/>
                  <a:pt x="3630030" y="2458322"/>
                </a:cubicBezTo>
                <a:cubicBezTo>
                  <a:pt x="3628036" y="2451883"/>
                  <a:pt x="3621213" y="2448281"/>
                  <a:pt x="3614774" y="2450274"/>
                </a:cubicBezTo>
                <a:close/>
                <a:moveTo>
                  <a:pt x="4067114" y="2271538"/>
                </a:moveTo>
                <a:cubicBezTo>
                  <a:pt x="4059946" y="2272860"/>
                  <a:pt x="4055173" y="2279760"/>
                  <a:pt x="4056496" y="2286927"/>
                </a:cubicBezTo>
                <a:cubicBezTo>
                  <a:pt x="4057663" y="2293310"/>
                  <a:pt x="4063224" y="2297775"/>
                  <a:pt x="4069489" y="2297775"/>
                </a:cubicBezTo>
                <a:cubicBezTo>
                  <a:pt x="4070274" y="2297775"/>
                  <a:pt x="4071080" y="2297717"/>
                  <a:pt x="4071885" y="2297564"/>
                </a:cubicBezTo>
                <a:cubicBezTo>
                  <a:pt x="4079072" y="2296242"/>
                  <a:pt x="4083826" y="2289362"/>
                  <a:pt x="4082503" y="2282174"/>
                </a:cubicBezTo>
                <a:cubicBezTo>
                  <a:pt x="4081199" y="2274987"/>
                  <a:pt x="4074299" y="2270234"/>
                  <a:pt x="4067114" y="2271538"/>
                </a:cubicBezTo>
                <a:close/>
                <a:moveTo>
                  <a:pt x="1495880" y="3275043"/>
                </a:moveTo>
                <a:lnTo>
                  <a:pt x="1486254" y="3281263"/>
                </a:lnTo>
                <a:cubicBezTo>
                  <a:pt x="1485315" y="3285652"/>
                  <a:pt x="1488112" y="3289963"/>
                  <a:pt x="1492501" y="3290903"/>
                </a:cubicBezTo>
                <a:cubicBezTo>
                  <a:pt x="1493057" y="3291017"/>
                  <a:pt x="1493632" y="3291075"/>
                  <a:pt x="1494188" y="3291075"/>
                </a:cubicBezTo>
                <a:cubicBezTo>
                  <a:pt x="1497944" y="3291075"/>
                  <a:pt x="1501318" y="3288468"/>
                  <a:pt x="1502122" y="3284655"/>
                </a:cubicBezTo>
                <a:close/>
                <a:moveTo>
                  <a:pt x="4567041" y="2076186"/>
                </a:moveTo>
                <a:lnTo>
                  <a:pt x="4567041" y="2076205"/>
                </a:lnTo>
                <a:lnTo>
                  <a:pt x="4567045" y="2076195"/>
                </a:lnTo>
                <a:close/>
                <a:moveTo>
                  <a:pt x="1495875" y="3275034"/>
                </a:moveTo>
                <a:lnTo>
                  <a:pt x="1495880" y="3275043"/>
                </a:lnTo>
                <a:lnTo>
                  <a:pt x="1495894" y="3275034"/>
                </a:lnTo>
                <a:close/>
                <a:moveTo>
                  <a:pt x="1728120" y="3180567"/>
                </a:moveTo>
                <a:cubicBezTo>
                  <a:pt x="1723079" y="3180145"/>
                  <a:pt x="1718671" y="3183883"/>
                  <a:pt x="1718249" y="3188904"/>
                </a:cubicBezTo>
                <a:cubicBezTo>
                  <a:pt x="1717828" y="3193925"/>
                  <a:pt x="1721565" y="3198353"/>
                  <a:pt x="1726586" y="3198775"/>
                </a:cubicBezTo>
                <a:cubicBezTo>
                  <a:pt x="1726836" y="3198812"/>
                  <a:pt x="1727104" y="3198812"/>
                  <a:pt x="1727353" y="3198812"/>
                </a:cubicBezTo>
                <a:cubicBezTo>
                  <a:pt x="1732049" y="3198812"/>
                  <a:pt x="1736054" y="3195210"/>
                  <a:pt x="1736457" y="3190418"/>
                </a:cubicBezTo>
                <a:cubicBezTo>
                  <a:pt x="1736879" y="3185397"/>
                  <a:pt x="1733141" y="3180989"/>
                  <a:pt x="1728120" y="3180567"/>
                </a:cubicBezTo>
                <a:close/>
                <a:moveTo>
                  <a:pt x="3516627" y="2481819"/>
                </a:moveTo>
                <a:cubicBezTo>
                  <a:pt x="3510226" y="2483947"/>
                  <a:pt x="3506758" y="2490846"/>
                  <a:pt x="3508886" y="2497247"/>
                </a:cubicBezTo>
                <a:cubicBezTo>
                  <a:pt x="3510591" y="2502364"/>
                  <a:pt x="3515344" y="2505604"/>
                  <a:pt x="3520461" y="2505604"/>
                </a:cubicBezTo>
                <a:cubicBezTo>
                  <a:pt x="3521745" y="2505604"/>
                  <a:pt x="3523029" y="2505412"/>
                  <a:pt x="3524314" y="2504991"/>
                </a:cubicBezTo>
                <a:cubicBezTo>
                  <a:pt x="3530695" y="2502863"/>
                  <a:pt x="3534165" y="2495963"/>
                  <a:pt x="3532037" y="2489562"/>
                </a:cubicBezTo>
                <a:cubicBezTo>
                  <a:pt x="3529929" y="2483161"/>
                  <a:pt x="3523010" y="2479692"/>
                  <a:pt x="3516627" y="2481819"/>
                </a:cubicBezTo>
                <a:close/>
                <a:moveTo>
                  <a:pt x="2401667" y="2914036"/>
                </a:moveTo>
                <a:cubicBezTo>
                  <a:pt x="2395611" y="2915205"/>
                  <a:pt x="2391643" y="2921069"/>
                  <a:pt x="2392813" y="2927125"/>
                </a:cubicBezTo>
                <a:lnTo>
                  <a:pt x="2392793" y="2927125"/>
                </a:lnTo>
                <a:cubicBezTo>
                  <a:pt x="2393829" y="2932473"/>
                  <a:pt x="2398524" y="2936190"/>
                  <a:pt x="2403756" y="2936190"/>
                </a:cubicBezTo>
                <a:cubicBezTo>
                  <a:pt x="2404465" y="2936190"/>
                  <a:pt x="2405193" y="2936133"/>
                  <a:pt x="2405902" y="2935980"/>
                </a:cubicBezTo>
                <a:cubicBezTo>
                  <a:pt x="2411959" y="2934811"/>
                  <a:pt x="2415926" y="2928946"/>
                  <a:pt x="2414756" y="2922890"/>
                </a:cubicBezTo>
                <a:cubicBezTo>
                  <a:pt x="2413588" y="2916815"/>
                  <a:pt x="2407723" y="2912867"/>
                  <a:pt x="2401667" y="2914036"/>
                </a:cubicBezTo>
                <a:close/>
                <a:moveTo>
                  <a:pt x="420143" y="3687317"/>
                </a:moveTo>
                <a:cubicBezTo>
                  <a:pt x="419759" y="3687701"/>
                  <a:pt x="419759" y="3688295"/>
                  <a:pt x="420143" y="3688659"/>
                </a:cubicBezTo>
                <a:lnTo>
                  <a:pt x="420161" y="3688659"/>
                </a:lnTo>
                <a:cubicBezTo>
                  <a:pt x="420354" y="3688831"/>
                  <a:pt x="420583" y="3688927"/>
                  <a:pt x="420833" y="3688927"/>
                </a:cubicBezTo>
                <a:cubicBezTo>
                  <a:pt x="421082" y="3688927"/>
                  <a:pt x="421331" y="3688831"/>
                  <a:pt x="421523" y="3688621"/>
                </a:cubicBezTo>
                <a:cubicBezTo>
                  <a:pt x="421886" y="3688238"/>
                  <a:pt x="421867" y="3687644"/>
                  <a:pt x="421484" y="3687279"/>
                </a:cubicBezTo>
                <a:cubicBezTo>
                  <a:pt x="421101" y="3686915"/>
                  <a:pt x="420507" y="3686915"/>
                  <a:pt x="420143" y="3687317"/>
                </a:cubicBezTo>
                <a:close/>
                <a:moveTo>
                  <a:pt x="8290539" y="613636"/>
                </a:moveTo>
                <a:cubicBezTo>
                  <a:pt x="8285439" y="616269"/>
                  <a:pt x="8281342" y="620849"/>
                  <a:pt x="8279454" y="626752"/>
                </a:cubicBezTo>
                <a:cubicBezTo>
                  <a:pt x="8275698" y="638539"/>
                  <a:pt x="8282195" y="651168"/>
                  <a:pt x="8294001" y="654925"/>
                </a:cubicBezTo>
                <a:cubicBezTo>
                  <a:pt x="8296263" y="655653"/>
                  <a:pt x="8298562" y="655998"/>
                  <a:pt x="8300825" y="655998"/>
                </a:cubicBezTo>
                <a:cubicBezTo>
                  <a:pt x="8310330" y="655998"/>
                  <a:pt x="8319126" y="649923"/>
                  <a:pt x="8322174" y="640397"/>
                </a:cubicBezTo>
                <a:cubicBezTo>
                  <a:pt x="8325950" y="628592"/>
                  <a:pt x="8319434" y="615981"/>
                  <a:pt x="8307648" y="612206"/>
                </a:cubicBezTo>
                <a:cubicBezTo>
                  <a:pt x="8301744" y="610318"/>
                  <a:pt x="8295640" y="611003"/>
                  <a:pt x="8290539" y="613636"/>
                </a:cubicBezTo>
                <a:close/>
                <a:moveTo>
                  <a:pt x="3419096" y="2514880"/>
                </a:moveTo>
                <a:cubicBezTo>
                  <a:pt x="3412732" y="2517083"/>
                  <a:pt x="3409360" y="2524041"/>
                  <a:pt x="3411564" y="2530403"/>
                </a:cubicBezTo>
                <a:cubicBezTo>
                  <a:pt x="3413308" y="2535444"/>
                  <a:pt x="3418023" y="2538625"/>
                  <a:pt x="3423083" y="2538625"/>
                </a:cubicBezTo>
                <a:cubicBezTo>
                  <a:pt x="3424405" y="2538625"/>
                  <a:pt x="3425746" y="2538395"/>
                  <a:pt x="3427069" y="2537954"/>
                </a:cubicBezTo>
                <a:cubicBezTo>
                  <a:pt x="3433451" y="2535750"/>
                  <a:pt x="3436824" y="2528794"/>
                  <a:pt x="3434620" y="2522431"/>
                </a:cubicBezTo>
                <a:cubicBezTo>
                  <a:pt x="3432416" y="2516068"/>
                  <a:pt x="3425478" y="2512676"/>
                  <a:pt x="3419096" y="2514880"/>
                </a:cubicBezTo>
                <a:close/>
                <a:moveTo>
                  <a:pt x="5712648" y="1619227"/>
                </a:moveTo>
                <a:cubicBezTo>
                  <a:pt x="5702223" y="1621603"/>
                  <a:pt x="5695707" y="1631972"/>
                  <a:pt x="5698081" y="1642398"/>
                </a:cubicBezTo>
                <a:cubicBezTo>
                  <a:pt x="5700134" y="1651367"/>
                  <a:pt x="5708106" y="1657462"/>
                  <a:pt x="5716941" y="1657462"/>
                </a:cubicBezTo>
                <a:cubicBezTo>
                  <a:pt x="5718359" y="1657462"/>
                  <a:pt x="5719815" y="1657309"/>
                  <a:pt x="5721253" y="1656964"/>
                </a:cubicBezTo>
                <a:cubicBezTo>
                  <a:pt x="5731677" y="1654587"/>
                  <a:pt x="5738194" y="1644219"/>
                  <a:pt x="5735820" y="1633792"/>
                </a:cubicBezTo>
                <a:cubicBezTo>
                  <a:pt x="5733441" y="1623367"/>
                  <a:pt x="5723075" y="1616850"/>
                  <a:pt x="5712648" y="1619227"/>
                </a:cubicBezTo>
                <a:close/>
                <a:moveTo>
                  <a:pt x="4581739" y="2060394"/>
                </a:moveTo>
                <a:cubicBezTo>
                  <a:pt x="4577534" y="2060547"/>
                  <a:pt x="4573782" y="2062397"/>
                  <a:pt x="4571121" y="2065260"/>
                </a:cubicBezTo>
                <a:lnTo>
                  <a:pt x="4567045" y="2076195"/>
                </a:lnTo>
                <a:lnTo>
                  <a:pt x="4571708" y="2086645"/>
                </a:lnTo>
                <a:cubicBezTo>
                  <a:pt x="4574462" y="2089300"/>
                  <a:pt x="4578205" y="2090923"/>
                  <a:pt x="4582295" y="2090923"/>
                </a:cubicBezTo>
                <a:cubicBezTo>
                  <a:pt x="4582469" y="2090923"/>
                  <a:pt x="4582660" y="2090923"/>
                  <a:pt x="4582853" y="2090923"/>
                </a:cubicBezTo>
                <a:cubicBezTo>
                  <a:pt x="4591267" y="2090618"/>
                  <a:pt x="4597858" y="2083545"/>
                  <a:pt x="4597551" y="2075113"/>
                </a:cubicBezTo>
                <a:cubicBezTo>
                  <a:pt x="4597246" y="2066680"/>
                  <a:pt x="4590173" y="2060107"/>
                  <a:pt x="4581739" y="2060394"/>
                </a:cubicBezTo>
                <a:close/>
                <a:moveTo>
                  <a:pt x="4323451" y="2160169"/>
                </a:moveTo>
                <a:cubicBezTo>
                  <a:pt x="4315631" y="2161069"/>
                  <a:pt x="4310035" y="2168122"/>
                  <a:pt x="4310936" y="2175942"/>
                </a:cubicBezTo>
                <a:cubicBezTo>
                  <a:pt x="4311778" y="2183205"/>
                  <a:pt x="4317931" y="2188553"/>
                  <a:pt x="4325078" y="2188553"/>
                </a:cubicBezTo>
                <a:cubicBezTo>
                  <a:pt x="4325617" y="2188553"/>
                  <a:pt x="4326172" y="2188533"/>
                  <a:pt x="4326729" y="2188456"/>
                </a:cubicBezTo>
                <a:cubicBezTo>
                  <a:pt x="4334546" y="2187556"/>
                  <a:pt x="4340143" y="2180503"/>
                  <a:pt x="4339242" y="2172683"/>
                </a:cubicBezTo>
                <a:cubicBezTo>
                  <a:pt x="4338340" y="2164864"/>
                  <a:pt x="4331269" y="2159268"/>
                  <a:pt x="4323451" y="2160169"/>
                </a:cubicBezTo>
                <a:close/>
                <a:moveTo>
                  <a:pt x="3321985" y="2548918"/>
                </a:moveTo>
                <a:cubicBezTo>
                  <a:pt x="3315622" y="2551160"/>
                  <a:pt x="3312287" y="2558135"/>
                  <a:pt x="3314549" y="2564480"/>
                </a:cubicBezTo>
                <a:cubicBezTo>
                  <a:pt x="3316332" y="2569501"/>
                  <a:pt x="3321028" y="2572625"/>
                  <a:pt x="3326048" y="2572625"/>
                </a:cubicBezTo>
                <a:cubicBezTo>
                  <a:pt x="3327409" y="2572625"/>
                  <a:pt x="3328789" y="2572395"/>
                  <a:pt x="3330130" y="2571915"/>
                </a:cubicBezTo>
                <a:cubicBezTo>
                  <a:pt x="3336474" y="2569673"/>
                  <a:pt x="3339809" y="2562697"/>
                  <a:pt x="3337547" y="2556353"/>
                </a:cubicBezTo>
                <a:cubicBezTo>
                  <a:pt x="3335306" y="2549991"/>
                  <a:pt x="3328329" y="2546675"/>
                  <a:pt x="3321985" y="2548918"/>
                </a:cubicBezTo>
                <a:close/>
                <a:moveTo>
                  <a:pt x="1270624" y="3346385"/>
                </a:moveTo>
                <a:cubicBezTo>
                  <a:pt x="1266965" y="3345005"/>
                  <a:pt x="1262864" y="3346845"/>
                  <a:pt x="1261483" y="3350505"/>
                </a:cubicBezTo>
                <a:cubicBezTo>
                  <a:pt x="1260103" y="3354166"/>
                  <a:pt x="1261942" y="3358268"/>
                  <a:pt x="1265604" y="3359648"/>
                </a:cubicBezTo>
                <a:cubicBezTo>
                  <a:pt x="1266428" y="3359954"/>
                  <a:pt x="1267271" y="3360107"/>
                  <a:pt x="1268115" y="3360107"/>
                </a:cubicBezTo>
                <a:cubicBezTo>
                  <a:pt x="1270971" y="3360107"/>
                  <a:pt x="1273671" y="3358364"/>
                  <a:pt x="1274746" y="3355528"/>
                </a:cubicBezTo>
                <a:cubicBezTo>
                  <a:pt x="1276124" y="3351848"/>
                  <a:pt x="1274285" y="3347765"/>
                  <a:pt x="1270624" y="3346385"/>
                </a:cubicBezTo>
                <a:close/>
                <a:moveTo>
                  <a:pt x="3225085" y="2583434"/>
                </a:moveTo>
                <a:cubicBezTo>
                  <a:pt x="3218742" y="2585696"/>
                  <a:pt x="3215426" y="2592671"/>
                  <a:pt x="3217706" y="2599035"/>
                </a:cubicBezTo>
                <a:cubicBezTo>
                  <a:pt x="3219489" y="2604017"/>
                  <a:pt x="3224185" y="2607122"/>
                  <a:pt x="3229186" y="2607122"/>
                </a:cubicBezTo>
                <a:cubicBezTo>
                  <a:pt x="3230548" y="2607122"/>
                  <a:pt x="3231947" y="2606892"/>
                  <a:pt x="3233288" y="2606413"/>
                </a:cubicBezTo>
                <a:cubicBezTo>
                  <a:pt x="3239652" y="2604152"/>
                  <a:pt x="3242948" y="2597156"/>
                  <a:pt x="3240686" y="2590813"/>
                </a:cubicBezTo>
                <a:cubicBezTo>
                  <a:pt x="3238424" y="2584468"/>
                  <a:pt x="3231430" y="2581153"/>
                  <a:pt x="3225085" y="2583434"/>
                </a:cubicBezTo>
                <a:close/>
                <a:moveTo>
                  <a:pt x="8040866" y="703102"/>
                </a:moveTo>
                <a:cubicBezTo>
                  <a:pt x="8036357" y="706216"/>
                  <a:pt x="8033037" y="711050"/>
                  <a:pt x="8031973" y="716867"/>
                </a:cubicBezTo>
                <a:cubicBezTo>
                  <a:pt x="8029845" y="728481"/>
                  <a:pt x="8037550" y="739636"/>
                  <a:pt x="8049164" y="741763"/>
                </a:cubicBezTo>
                <a:cubicBezTo>
                  <a:pt x="8050468" y="742013"/>
                  <a:pt x="8051771" y="742128"/>
                  <a:pt x="8053055" y="742128"/>
                </a:cubicBezTo>
                <a:cubicBezTo>
                  <a:pt x="8063194" y="742128"/>
                  <a:pt x="8072182" y="734902"/>
                  <a:pt x="8074080" y="724572"/>
                </a:cubicBezTo>
                <a:cubicBezTo>
                  <a:pt x="8076207" y="712939"/>
                  <a:pt x="8068502" y="701804"/>
                  <a:pt x="8056888" y="699657"/>
                </a:cubicBezTo>
                <a:cubicBezTo>
                  <a:pt x="8051071" y="698594"/>
                  <a:pt x="8045375" y="699988"/>
                  <a:pt x="8040866" y="703102"/>
                </a:cubicBezTo>
                <a:close/>
                <a:moveTo>
                  <a:pt x="3965192" y="2291968"/>
                </a:moveTo>
                <a:cubicBezTo>
                  <a:pt x="3958044" y="2293520"/>
                  <a:pt x="3953522" y="2300554"/>
                  <a:pt x="3955075" y="2307683"/>
                </a:cubicBezTo>
                <a:cubicBezTo>
                  <a:pt x="3956395" y="2313893"/>
                  <a:pt x="3961878" y="2318129"/>
                  <a:pt x="3967970" y="2318129"/>
                </a:cubicBezTo>
                <a:cubicBezTo>
                  <a:pt x="3968912" y="2318129"/>
                  <a:pt x="3969848" y="2318013"/>
                  <a:pt x="3970787" y="2317822"/>
                </a:cubicBezTo>
                <a:cubicBezTo>
                  <a:pt x="3977917" y="2316269"/>
                  <a:pt x="3982460" y="2309235"/>
                  <a:pt x="3980907" y="2302087"/>
                </a:cubicBezTo>
                <a:cubicBezTo>
                  <a:pt x="3979356" y="2294957"/>
                  <a:pt x="3972322" y="2290416"/>
                  <a:pt x="3965192" y="2291968"/>
                </a:cubicBezTo>
                <a:close/>
                <a:moveTo>
                  <a:pt x="7668465" y="846251"/>
                </a:moveTo>
                <a:lnTo>
                  <a:pt x="7668465" y="846271"/>
                </a:lnTo>
                <a:lnTo>
                  <a:pt x="7668469" y="846260"/>
                </a:lnTo>
                <a:close/>
                <a:moveTo>
                  <a:pt x="3128262" y="2617931"/>
                </a:moveTo>
                <a:cubicBezTo>
                  <a:pt x="3121900" y="2620174"/>
                  <a:pt x="3118584" y="2627150"/>
                  <a:pt x="3120826" y="2633512"/>
                </a:cubicBezTo>
                <a:cubicBezTo>
                  <a:pt x="3122609" y="2638515"/>
                  <a:pt x="3127304" y="2641639"/>
                  <a:pt x="3132325" y="2641639"/>
                </a:cubicBezTo>
                <a:cubicBezTo>
                  <a:pt x="3133685" y="2641639"/>
                  <a:pt x="3135066" y="2641409"/>
                  <a:pt x="3136407" y="2640930"/>
                </a:cubicBezTo>
                <a:cubicBezTo>
                  <a:pt x="3142751" y="2638668"/>
                  <a:pt x="3146086" y="2631711"/>
                  <a:pt x="3143824" y="2625348"/>
                </a:cubicBezTo>
                <a:cubicBezTo>
                  <a:pt x="3141582" y="2619005"/>
                  <a:pt x="3134606" y="2615670"/>
                  <a:pt x="3128262" y="2617931"/>
                </a:cubicBezTo>
                <a:close/>
                <a:moveTo>
                  <a:pt x="930037" y="3473643"/>
                </a:moveTo>
                <a:cubicBezTo>
                  <a:pt x="928542" y="3476001"/>
                  <a:pt x="929251" y="3479125"/>
                  <a:pt x="931608" y="3480601"/>
                </a:cubicBezTo>
                <a:cubicBezTo>
                  <a:pt x="932451" y="3481137"/>
                  <a:pt x="933372" y="3481387"/>
                  <a:pt x="934291" y="3481387"/>
                </a:cubicBezTo>
                <a:cubicBezTo>
                  <a:pt x="935978" y="3481387"/>
                  <a:pt x="937607" y="3480543"/>
                  <a:pt x="938566" y="3479029"/>
                </a:cubicBezTo>
                <a:cubicBezTo>
                  <a:pt x="940060" y="3476672"/>
                  <a:pt x="939351" y="3473548"/>
                  <a:pt x="936994" y="3472072"/>
                </a:cubicBezTo>
                <a:cubicBezTo>
                  <a:pt x="934637" y="3470577"/>
                  <a:pt x="931513" y="3471286"/>
                  <a:pt x="930037" y="3473643"/>
                </a:cubicBezTo>
                <a:close/>
                <a:moveTo>
                  <a:pt x="5249633" y="1786061"/>
                </a:moveTo>
                <a:cubicBezTo>
                  <a:pt x="5239514" y="1786023"/>
                  <a:pt x="5231273" y="1794207"/>
                  <a:pt x="5231235" y="1804326"/>
                </a:cubicBezTo>
                <a:cubicBezTo>
                  <a:pt x="5231197" y="1814464"/>
                  <a:pt x="5239378" y="1822705"/>
                  <a:pt x="5249498" y="1822725"/>
                </a:cubicBezTo>
                <a:cubicBezTo>
                  <a:pt x="5259616" y="1822782"/>
                  <a:pt x="5267860" y="1814598"/>
                  <a:pt x="5267898" y="1804479"/>
                </a:cubicBezTo>
                <a:cubicBezTo>
                  <a:pt x="5267937" y="1794341"/>
                  <a:pt x="5259772" y="1786100"/>
                  <a:pt x="5249633" y="1786061"/>
                </a:cubicBezTo>
                <a:close/>
                <a:moveTo>
                  <a:pt x="3031305" y="2651873"/>
                </a:moveTo>
                <a:cubicBezTo>
                  <a:pt x="3024922" y="2654078"/>
                  <a:pt x="3021550" y="2661015"/>
                  <a:pt x="3023753" y="2667378"/>
                </a:cubicBezTo>
                <a:cubicBezTo>
                  <a:pt x="3025498" y="2672438"/>
                  <a:pt x="3030213" y="2675619"/>
                  <a:pt x="3035291" y="2675619"/>
                </a:cubicBezTo>
                <a:cubicBezTo>
                  <a:pt x="3036595" y="2675619"/>
                  <a:pt x="3037936" y="2675409"/>
                  <a:pt x="3039259" y="2674948"/>
                </a:cubicBezTo>
                <a:cubicBezTo>
                  <a:pt x="3045641" y="2672745"/>
                  <a:pt x="3049014" y="2665807"/>
                  <a:pt x="3046810" y="2659424"/>
                </a:cubicBezTo>
                <a:cubicBezTo>
                  <a:pt x="3044625" y="2653061"/>
                  <a:pt x="3037668" y="2649669"/>
                  <a:pt x="3031305" y="2651873"/>
                </a:cubicBezTo>
                <a:close/>
                <a:moveTo>
                  <a:pt x="1963567" y="3068297"/>
                </a:moveTo>
                <a:cubicBezTo>
                  <a:pt x="1957970" y="3068412"/>
                  <a:pt x="1953505" y="3073031"/>
                  <a:pt x="1953601" y="3078646"/>
                </a:cubicBezTo>
                <a:cubicBezTo>
                  <a:pt x="1953716" y="3084185"/>
                  <a:pt x="1958238" y="3088612"/>
                  <a:pt x="1963759" y="3088612"/>
                </a:cubicBezTo>
                <a:lnTo>
                  <a:pt x="1963950" y="3088612"/>
                </a:lnTo>
                <a:cubicBezTo>
                  <a:pt x="1969565" y="3088498"/>
                  <a:pt x="1974030" y="3083859"/>
                  <a:pt x="1973916" y="3078263"/>
                </a:cubicBezTo>
                <a:cubicBezTo>
                  <a:pt x="1973820" y="3072647"/>
                  <a:pt x="1969183" y="3068182"/>
                  <a:pt x="1963567" y="3068297"/>
                </a:cubicBezTo>
                <a:close/>
                <a:moveTo>
                  <a:pt x="4980446" y="1888490"/>
                </a:moveTo>
                <a:cubicBezTo>
                  <a:pt x="4977150" y="1891451"/>
                  <a:pt x="4974984" y="1895667"/>
                  <a:pt x="4974727" y="1900440"/>
                </a:cubicBezTo>
                <a:cubicBezTo>
                  <a:pt x="4974208" y="1909985"/>
                  <a:pt x="4981545" y="1918149"/>
                  <a:pt x="4991094" y="1918647"/>
                </a:cubicBezTo>
                <a:cubicBezTo>
                  <a:pt x="4991418" y="1918685"/>
                  <a:pt x="4991726" y="1918685"/>
                  <a:pt x="4992033" y="1918685"/>
                </a:cubicBezTo>
                <a:cubicBezTo>
                  <a:pt x="5001173" y="1918685"/>
                  <a:pt x="5008821" y="1911517"/>
                  <a:pt x="5009300" y="1902280"/>
                </a:cubicBezTo>
                <a:cubicBezTo>
                  <a:pt x="5009817" y="1892735"/>
                  <a:pt x="5002497" y="1884591"/>
                  <a:pt x="4992951" y="1884073"/>
                </a:cubicBezTo>
                <a:cubicBezTo>
                  <a:pt x="4988170" y="1883824"/>
                  <a:pt x="4983743" y="1885529"/>
                  <a:pt x="4980446" y="1888490"/>
                </a:cubicBezTo>
                <a:close/>
                <a:moveTo>
                  <a:pt x="2934041" y="2684704"/>
                </a:moveTo>
                <a:cubicBezTo>
                  <a:pt x="2927640" y="2686812"/>
                  <a:pt x="2924151" y="2693692"/>
                  <a:pt x="2926260" y="2700093"/>
                </a:cubicBezTo>
                <a:cubicBezTo>
                  <a:pt x="2927947" y="2705229"/>
                  <a:pt x="2932738" y="2708487"/>
                  <a:pt x="2937854" y="2708487"/>
                </a:cubicBezTo>
                <a:cubicBezTo>
                  <a:pt x="2939120" y="2708487"/>
                  <a:pt x="2940404" y="2708296"/>
                  <a:pt x="2941669" y="2707874"/>
                </a:cubicBezTo>
                <a:cubicBezTo>
                  <a:pt x="2948070" y="2705766"/>
                  <a:pt x="2951558" y="2698886"/>
                  <a:pt x="2949450" y="2692484"/>
                </a:cubicBezTo>
                <a:cubicBezTo>
                  <a:pt x="2947342" y="2686064"/>
                  <a:pt x="2940441" y="2682595"/>
                  <a:pt x="2934041" y="2684704"/>
                </a:cubicBezTo>
                <a:close/>
                <a:moveTo>
                  <a:pt x="5608407" y="1640347"/>
                </a:moveTo>
                <a:cubicBezTo>
                  <a:pt x="5597886" y="1642206"/>
                  <a:pt x="5590853" y="1652249"/>
                  <a:pt x="5592711" y="1662771"/>
                </a:cubicBezTo>
                <a:cubicBezTo>
                  <a:pt x="5594359" y="1672162"/>
                  <a:pt x="5602545" y="1678774"/>
                  <a:pt x="5611763" y="1678774"/>
                </a:cubicBezTo>
                <a:cubicBezTo>
                  <a:pt x="5612871" y="1678774"/>
                  <a:pt x="5614003" y="1678678"/>
                  <a:pt x="5615136" y="1678486"/>
                </a:cubicBezTo>
                <a:cubicBezTo>
                  <a:pt x="5625657" y="1676628"/>
                  <a:pt x="5632691" y="1666585"/>
                  <a:pt x="5630851" y="1656063"/>
                </a:cubicBezTo>
                <a:cubicBezTo>
                  <a:pt x="5628991" y="1645522"/>
                  <a:pt x="5618948" y="1638488"/>
                  <a:pt x="5608407" y="1640347"/>
                </a:cubicBezTo>
                <a:close/>
                <a:moveTo>
                  <a:pt x="2301413" y="2931170"/>
                </a:moveTo>
                <a:cubicBezTo>
                  <a:pt x="2295300" y="2932070"/>
                  <a:pt x="2291082" y="2937743"/>
                  <a:pt x="2291984" y="2943858"/>
                </a:cubicBezTo>
                <a:cubicBezTo>
                  <a:pt x="2292808" y="2949415"/>
                  <a:pt x="2297580" y="2953401"/>
                  <a:pt x="2303042" y="2953401"/>
                </a:cubicBezTo>
                <a:cubicBezTo>
                  <a:pt x="2303579" y="2953401"/>
                  <a:pt x="2304135" y="2953363"/>
                  <a:pt x="2304672" y="2953286"/>
                </a:cubicBezTo>
                <a:cubicBezTo>
                  <a:pt x="2310785" y="2952385"/>
                  <a:pt x="2315002" y="2946694"/>
                  <a:pt x="2314101" y="2940599"/>
                </a:cubicBezTo>
                <a:cubicBezTo>
                  <a:pt x="2313200" y="2934485"/>
                  <a:pt x="2307508" y="2930249"/>
                  <a:pt x="2301413" y="2931170"/>
                </a:cubicBezTo>
                <a:close/>
                <a:moveTo>
                  <a:pt x="522525" y="3624148"/>
                </a:moveTo>
                <a:cubicBezTo>
                  <a:pt x="521795" y="3624953"/>
                  <a:pt x="521874" y="3626200"/>
                  <a:pt x="522678" y="3626947"/>
                </a:cubicBezTo>
                <a:cubicBezTo>
                  <a:pt x="523060" y="3627273"/>
                  <a:pt x="523541" y="3627445"/>
                  <a:pt x="524001" y="3627445"/>
                </a:cubicBezTo>
                <a:cubicBezTo>
                  <a:pt x="524536" y="3627445"/>
                  <a:pt x="525091" y="3627234"/>
                  <a:pt x="525475" y="3626793"/>
                </a:cubicBezTo>
                <a:cubicBezTo>
                  <a:pt x="526205" y="3625989"/>
                  <a:pt x="526147" y="3624724"/>
                  <a:pt x="525321" y="3623995"/>
                </a:cubicBezTo>
                <a:cubicBezTo>
                  <a:pt x="524518" y="3623267"/>
                  <a:pt x="523253" y="3623325"/>
                  <a:pt x="522525" y="3624148"/>
                </a:cubicBezTo>
                <a:close/>
                <a:moveTo>
                  <a:pt x="7687573" y="824710"/>
                </a:moveTo>
                <a:cubicBezTo>
                  <a:pt x="7681957" y="825046"/>
                  <a:pt x="7677012" y="827628"/>
                  <a:pt x="7673556" y="831531"/>
                </a:cubicBezTo>
                <a:lnTo>
                  <a:pt x="7668469" y="846260"/>
                </a:lnTo>
                <a:lnTo>
                  <a:pt x="7674874" y="859886"/>
                </a:lnTo>
                <a:cubicBezTo>
                  <a:pt x="7678537" y="863319"/>
                  <a:pt x="7683452" y="865398"/>
                  <a:pt x="7688799" y="865398"/>
                </a:cubicBezTo>
                <a:cubicBezTo>
                  <a:pt x="7689202" y="865398"/>
                  <a:pt x="7689623" y="865398"/>
                  <a:pt x="7690046" y="865398"/>
                </a:cubicBezTo>
                <a:cubicBezTo>
                  <a:pt x="7701276" y="864708"/>
                  <a:pt x="7709842" y="855049"/>
                  <a:pt x="7709153" y="843818"/>
                </a:cubicBezTo>
                <a:cubicBezTo>
                  <a:pt x="7708482" y="832588"/>
                  <a:pt x="7698823" y="824020"/>
                  <a:pt x="7687573" y="824710"/>
                </a:cubicBezTo>
                <a:close/>
                <a:moveTo>
                  <a:pt x="3863980" y="2315445"/>
                </a:moveTo>
                <a:cubicBezTo>
                  <a:pt x="3856890" y="2317190"/>
                  <a:pt x="3852556" y="2324358"/>
                  <a:pt x="3854301" y="2331448"/>
                </a:cubicBezTo>
                <a:cubicBezTo>
                  <a:pt x="3855797" y="2337467"/>
                  <a:pt x="3861202" y="2341510"/>
                  <a:pt x="3867140" y="2341510"/>
                </a:cubicBezTo>
                <a:cubicBezTo>
                  <a:pt x="3868177" y="2341510"/>
                  <a:pt x="3869251" y="2341376"/>
                  <a:pt x="3870306" y="2341107"/>
                </a:cubicBezTo>
                <a:lnTo>
                  <a:pt x="3870324" y="2341107"/>
                </a:lnTo>
                <a:cubicBezTo>
                  <a:pt x="3877396" y="2339364"/>
                  <a:pt x="3881727" y="2332196"/>
                  <a:pt x="3879984" y="2325105"/>
                </a:cubicBezTo>
                <a:cubicBezTo>
                  <a:pt x="3878239" y="2318013"/>
                  <a:pt x="3871072" y="2313682"/>
                  <a:pt x="3863980" y="2315445"/>
                </a:cubicBezTo>
                <a:close/>
                <a:moveTo>
                  <a:pt x="2836298" y="2715790"/>
                </a:moveTo>
                <a:cubicBezTo>
                  <a:pt x="2829859" y="2717764"/>
                  <a:pt x="2826236" y="2724586"/>
                  <a:pt x="2828210" y="2731026"/>
                </a:cubicBezTo>
                <a:cubicBezTo>
                  <a:pt x="2829801" y="2736297"/>
                  <a:pt x="2834631" y="2739670"/>
                  <a:pt x="2839863" y="2739670"/>
                </a:cubicBezTo>
                <a:cubicBezTo>
                  <a:pt x="2841050" y="2739670"/>
                  <a:pt x="2842258" y="2739497"/>
                  <a:pt x="2843446" y="2739133"/>
                </a:cubicBezTo>
                <a:cubicBezTo>
                  <a:pt x="2849887" y="2737159"/>
                  <a:pt x="2853508" y="2730336"/>
                  <a:pt x="2851534" y="2723897"/>
                </a:cubicBezTo>
                <a:cubicBezTo>
                  <a:pt x="2849561" y="2717437"/>
                  <a:pt x="2842737" y="2713815"/>
                  <a:pt x="2836298" y="2715790"/>
                </a:cubicBezTo>
                <a:close/>
                <a:moveTo>
                  <a:pt x="4219709" y="2174217"/>
                </a:moveTo>
                <a:cubicBezTo>
                  <a:pt x="4211946" y="2175424"/>
                  <a:pt x="4206617" y="2182707"/>
                  <a:pt x="4207806" y="2190488"/>
                </a:cubicBezTo>
                <a:cubicBezTo>
                  <a:pt x="4208898" y="2197521"/>
                  <a:pt x="4214972" y="2202543"/>
                  <a:pt x="4221874" y="2202543"/>
                </a:cubicBezTo>
                <a:cubicBezTo>
                  <a:pt x="4222602" y="2202543"/>
                  <a:pt x="4223331" y="2202505"/>
                  <a:pt x="4224078" y="2202390"/>
                </a:cubicBezTo>
                <a:cubicBezTo>
                  <a:pt x="4231840" y="2201182"/>
                  <a:pt x="4237187" y="2193899"/>
                  <a:pt x="4235981" y="2186118"/>
                </a:cubicBezTo>
                <a:cubicBezTo>
                  <a:pt x="4234773" y="2178337"/>
                  <a:pt x="4227487" y="2173009"/>
                  <a:pt x="4219709" y="2174217"/>
                </a:cubicBezTo>
                <a:close/>
                <a:moveTo>
                  <a:pt x="4734661" y="1970815"/>
                </a:moveTo>
                <a:cubicBezTo>
                  <a:pt x="4725673" y="1970815"/>
                  <a:pt x="4718390" y="1978116"/>
                  <a:pt x="4718389" y="1987124"/>
                </a:cubicBezTo>
                <a:cubicBezTo>
                  <a:pt x="4718389" y="1996113"/>
                  <a:pt x="4725693" y="2003395"/>
                  <a:pt x="4734700" y="2003395"/>
                </a:cubicBezTo>
                <a:cubicBezTo>
                  <a:pt x="4743688" y="2003395"/>
                  <a:pt x="4750973" y="1996094"/>
                  <a:pt x="4750973" y="1987086"/>
                </a:cubicBezTo>
                <a:cubicBezTo>
                  <a:pt x="4750973" y="1978097"/>
                  <a:pt x="4743669" y="1970815"/>
                  <a:pt x="4734661" y="1970815"/>
                </a:cubicBezTo>
                <a:close/>
                <a:moveTo>
                  <a:pt x="4476408" y="2066986"/>
                </a:moveTo>
                <a:cubicBezTo>
                  <a:pt x="4467996" y="2067714"/>
                  <a:pt x="4461784" y="2075132"/>
                  <a:pt x="4462514" y="2083526"/>
                </a:cubicBezTo>
                <a:cubicBezTo>
                  <a:pt x="4463223" y="2091479"/>
                  <a:pt x="4469873" y="2097478"/>
                  <a:pt x="4477712" y="2097478"/>
                </a:cubicBezTo>
                <a:cubicBezTo>
                  <a:pt x="4478153" y="2097478"/>
                  <a:pt x="4478614" y="2097459"/>
                  <a:pt x="4479052" y="2097402"/>
                </a:cubicBezTo>
                <a:cubicBezTo>
                  <a:pt x="4487447" y="2096674"/>
                  <a:pt x="4493675" y="2089275"/>
                  <a:pt x="4492951" y="2080881"/>
                </a:cubicBezTo>
                <a:cubicBezTo>
                  <a:pt x="4492199" y="2072468"/>
                  <a:pt x="4484803" y="2066258"/>
                  <a:pt x="4476408" y="2066986"/>
                </a:cubicBezTo>
                <a:close/>
                <a:moveTo>
                  <a:pt x="2737903" y="2744519"/>
                </a:moveTo>
                <a:cubicBezTo>
                  <a:pt x="2731425" y="2746301"/>
                  <a:pt x="2727611" y="2753028"/>
                  <a:pt x="2729394" y="2759525"/>
                </a:cubicBezTo>
                <a:cubicBezTo>
                  <a:pt x="2730888" y="2764929"/>
                  <a:pt x="2735814" y="2768475"/>
                  <a:pt x="2741161" y="2768475"/>
                </a:cubicBezTo>
                <a:cubicBezTo>
                  <a:pt x="2742234" y="2768475"/>
                  <a:pt x="2743327" y="2768321"/>
                  <a:pt x="2744420" y="2768034"/>
                </a:cubicBezTo>
                <a:cubicBezTo>
                  <a:pt x="2750917" y="2766233"/>
                  <a:pt x="2754711" y="2759506"/>
                  <a:pt x="2752929" y="2753028"/>
                </a:cubicBezTo>
                <a:cubicBezTo>
                  <a:pt x="2751127" y="2746531"/>
                  <a:pt x="2744400" y="2742717"/>
                  <a:pt x="2737903" y="2744519"/>
                </a:cubicBezTo>
                <a:close/>
                <a:moveTo>
                  <a:pt x="3763477" y="2341626"/>
                </a:moveTo>
                <a:cubicBezTo>
                  <a:pt x="3756444" y="2343542"/>
                  <a:pt x="3752304" y="2350824"/>
                  <a:pt x="3754221" y="2357877"/>
                </a:cubicBezTo>
                <a:cubicBezTo>
                  <a:pt x="3755830" y="2363742"/>
                  <a:pt x="3761157" y="2367594"/>
                  <a:pt x="3766966" y="2367594"/>
                </a:cubicBezTo>
                <a:cubicBezTo>
                  <a:pt x="3768133" y="2367594"/>
                  <a:pt x="3769303" y="2367440"/>
                  <a:pt x="3770472" y="2367134"/>
                </a:cubicBezTo>
                <a:cubicBezTo>
                  <a:pt x="3777526" y="2365198"/>
                  <a:pt x="3781664" y="2357916"/>
                  <a:pt x="3779729" y="2350882"/>
                </a:cubicBezTo>
                <a:cubicBezTo>
                  <a:pt x="3777812" y="2343829"/>
                  <a:pt x="3770529" y="2339690"/>
                  <a:pt x="3763477" y="2341626"/>
                </a:cubicBezTo>
                <a:close/>
                <a:moveTo>
                  <a:pt x="1628536" y="3168723"/>
                </a:moveTo>
                <a:cubicBezTo>
                  <a:pt x="1623553" y="3167956"/>
                  <a:pt x="1618877" y="3171367"/>
                  <a:pt x="1618111" y="3176351"/>
                </a:cubicBezTo>
                <a:cubicBezTo>
                  <a:pt x="1617344" y="3181334"/>
                  <a:pt x="1620756" y="3186010"/>
                  <a:pt x="1625740" y="3186777"/>
                </a:cubicBezTo>
                <a:cubicBezTo>
                  <a:pt x="1626217" y="3186853"/>
                  <a:pt x="1626678" y="3186892"/>
                  <a:pt x="1627156" y="3186892"/>
                </a:cubicBezTo>
                <a:cubicBezTo>
                  <a:pt x="1631584" y="3186892"/>
                  <a:pt x="1635456" y="3183653"/>
                  <a:pt x="1636165" y="3179149"/>
                </a:cubicBezTo>
                <a:cubicBezTo>
                  <a:pt x="1636931" y="3174166"/>
                  <a:pt x="1633520" y="3169490"/>
                  <a:pt x="1628536" y="3168723"/>
                </a:cubicBezTo>
                <a:close/>
                <a:moveTo>
                  <a:pt x="5503306" y="1655795"/>
                </a:moveTo>
                <a:cubicBezTo>
                  <a:pt x="5492687" y="1657060"/>
                  <a:pt x="5485117" y="1666681"/>
                  <a:pt x="5486380" y="1677298"/>
                </a:cubicBezTo>
                <a:cubicBezTo>
                  <a:pt x="5487572" y="1687130"/>
                  <a:pt x="5495926" y="1694355"/>
                  <a:pt x="5505586" y="1694355"/>
                </a:cubicBezTo>
                <a:cubicBezTo>
                  <a:pt x="5506353" y="1694355"/>
                  <a:pt x="5507118" y="1694317"/>
                  <a:pt x="5507905" y="1694221"/>
                </a:cubicBezTo>
                <a:cubicBezTo>
                  <a:pt x="5518522" y="1692957"/>
                  <a:pt x="5526092" y="1683316"/>
                  <a:pt x="5524827" y="1672698"/>
                </a:cubicBezTo>
                <a:cubicBezTo>
                  <a:pt x="5523543" y="1662081"/>
                  <a:pt x="5513923" y="1654510"/>
                  <a:pt x="5503306" y="1655795"/>
                </a:cubicBezTo>
                <a:close/>
                <a:moveTo>
                  <a:pt x="1048403" y="3394626"/>
                </a:moveTo>
                <a:cubicBezTo>
                  <a:pt x="1046793" y="3397558"/>
                  <a:pt x="1047866" y="3401256"/>
                  <a:pt x="1050799" y="3402885"/>
                </a:cubicBezTo>
                <a:cubicBezTo>
                  <a:pt x="1051718" y="3403384"/>
                  <a:pt x="1052734" y="3403633"/>
                  <a:pt x="1053712" y="3403633"/>
                </a:cubicBezTo>
                <a:cubicBezTo>
                  <a:pt x="1055859" y="3403633"/>
                  <a:pt x="1057927" y="3402503"/>
                  <a:pt x="1059040" y="3400490"/>
                </a:cubicBezTo>
                <a:cubicBezTo>
                  <a:pt x="1060650" y="3397558"/>
                  <a:pt x="1059595" y="3393859"/>
                  <a:pt x="1056644" y="3392249"/>
                </a:cubicBezTo>
                <a:cubicBezTo>
                  <a:pt x="1053712" y="3390620"/>
                  <a:pt x="1050031" y="3391693"/>
                  <a:pt x="1048403" y="3394626"/>
                </a:cubicBezTo>
                <a:close/>
                <a:moveTo>
                  <a:pt x="627934" y="3558642"/>
                </a:moveTo>
                <a:cubicBezTo>
                  <a:pt x="626880" y="3559906"/>
                  <a:pt x="627032" y="3561804"/>
                  <a:pt x="628317" y="3562857"/>
                </a:cubicBezTo>
                <a:cubicBezTo>
                  <a:pt x="628873" y="3563337"/>
                  <a:pt x="629563" y="3563567"/>
                  <a:pt x="630233" y="3563567"/>
                </a:cubicBezTo>
                <a:cubicBezTo>
                  <a:pt x="631096" y="3563567"/>
                  <a:pt x="631939" y="3563203"/>
                  <a:pt x="632534" y="3562494"/>
                </a:cubicBezTo>
                <a:cubicBezTo>
                  <a:pt x="633608" y="3561229"/>
                  <a:pt x="633435" y="3559331"/>
                  <a:pt x="632169" y="3558259"/>
                </a:cubicBezTo>
                <a:cubicBezTo>
                  <a:pt x="630905" y="3557185"/>
                  <a:pt x="629008" y="3557357"/>
                  <a:pt x="627934" y="3558642"/>
                </a:cubicBezTo>
                <a:close/>
                <a:moveTo>
                  <a:pt x="2200508" y="2943647"/>
                </a:moveTo>
                <a:cubicBezTo>
                  <a:pt x="2194355" y="2944260"/>
                  <a:pt x="2189871" y="2949722"/>
                  <a:pt x="2190485" y="2955874"/>
                </a:cubicBezTo>
                <a:cubicBezTo>
                  <a:pt x="2191059" y="2961643"/>
                  <a:pt x="2195928" y="2965954"/>
                  <a:pt x="2201600" y="2965954"/>
                </a:cubicBezTo>
                <a:cubicBezTo>
                  <a:pt x="2201965" y="2965954"/>
                  <a:pt x="2202348" y="2965936"/>
                  <a:pt x="2202712" y="2965897"/>
                </a:cubicBezTo>
                <a:cubicBezTo>
                  <a:pt x="2208864" y="2965284"/>
                  <a:pt x="2213349" y="2959822"/>
                  <a:pt x="2212736" y="2953669"/>
                </a:cubicBezTo>
                <a:cubicBezTo>
                  <a:pt x="2212123" y="2947517"/>
                  <a:pt x="2206660" y="2943033"/>
                  <a:pt x="2200508" y="2943647"/>
                </a:cubicBezTo>
                <a:close/>
                <a:moveTo>
                  <a:pt x="3663703" y="2370258"/>
                </a:moveTo>
                <a:cubicBezTo>
                  <a:pt x="3656707" y="2372348"/>
                  <a:pt x="3652740" y="2379706"/>
                  <a:pt x="3654829" y="2386721"/>
                </a:cubicBezTo>
                <a:cubicBezTo>
                  <a:pt x="3656553" y="2392452"/>
                  <a:pt x="3661804" y="2396150"/>
                  <a:pt x="3667497" y="2396150"/>
                </a:cubicBezTo>
                <a:cubicBezTo>
                  <a:pt x="3668742" y="2396150"/>
                  <a:pt x="3670027" y="2395959"/>
                  <a:pt x="3671292" y="2395595"/>
                </a:cubicBezTo>
                <a:cubicBezTo>
                  <a:pt x="3678287" y="2393486"/>
                  <a:pt x="3682255" y="2386107"/>
                  <a:pt x="3680165" y="2379132"/>
                </a:cubicBezTo>
                <a:cubicBezTo>
                  <a:pt x="3678076" y="2372136"/>
                  <a:pt x="3670697" y="2368150"/>
                  <a:pt x="3663703" y="2370258"/>
                </a:cubicBezTo>
                <a:close/>
                <a:moveTo>
                  <a:pt x="2638762" y="2770200"/>
                </a:moveTo>
                <a:cubicBezTo>
                  <a:pt x="2632206" y="2771791"/>
                  <a:pt x="2628182" y="2778364"/>
                  <a:pt x="2629771" y="2784919"/>
                </a:cubicBezTo>
                <a:cubicBezTo>
                  <a:pt x="2631114" y="2790515"/>
                  <a:pt x="2636116" y="2794271"/>
                  <a:pt x="2641617" y="2794271"/>
                </a:cubicBezTo>
                <a:cubicBezTo>
                  <a:pt x="2642575" y="2794271"/>
                  <a:pt x="2643533" y="2794156"/>
                  <a:pt x="2644511" y="2793926"/>
                </a:cubicBezTo>
                <a:cubicBezTo>
                  <a:pt x="2651046" y="2792336"/>
                  <a:pt x="2655071" y="2785743"/>
                  <a:pt x="2653499" y="2779188"/>
                </a:cubicBezTo>
                <a:cubicBezTo>
                  <a:pt x="2651908" y="2772634"/>
                  <a:pt x="2645316" y="2768609"/>
                  <a:pt x="2638762" y="2770200"/>
                </a:cubicBezTo>
                <a:close/>
                <a:moveTo>
                  <a:pt x="4116615" y="2191983"/>
                </a:moveTo>
                <a:cubicBezTo>
                  <a:pt x="4108894" y="2193440"/>
                  <a:pt x="4103796" y="2200895"/>
                  <a:pt x="4105251" y="2208637"/>
                </a:cubicBezTo>
                <a:cubicBezTo>
                  <a:pt x="4106557" y="2215460"/>
                  <a:pt x="4112536" y="2220233"/>
                  <a:pt x="4119243" y="2220233"/>
                </a:cubicBezTo>
                <a:cubicBezTo>
                  <a:pt x="4120126" y="2220233"/>
                  <a:pt x="4121009" y="2220156"/>
                  <a:pt x="4121910" y="2219984"/>
                </a:cubicBezTo>
                <a:cubicBezTo>
                  <a:pt x="4129630" y="2218527"/>
                  <a:pt x="4134732" y="2211071"/>
                  <a:pt x="4133252" y="2203329"/>
                </a:cubicBezTo>
                <a:cubicBezTo>
                  <a:pt x="4131797" y="2195605"/>
                  <a:pt x="4124343" y="2190526"/>
                  <a:pt x="4116615" y="2191983"/>
                </a:cubicBezTo>
                <a:close/>
                <a:moveTo>
                  <a:pt x="8426959" y="508837"/>
                </a:moveTo>
                <a:cubicBezTo>
                  <a:pt x="8421485" y="511295"/>
                  <a:pt x="8416947" y="515842"/>
                  <a:pt x="8414647" y="521898"/>
                </a:cubicBezTo>
                <a:cubicBezTo>
                  <a:pt x="8410047" y="533992"/>
                  <a:pt x="8416123" y="547541"/>
                  <a:pt x="8428216" y="552141"/>
                </a:cubicBezTo>
                <a:cubicBezTo>
                  <a:pt x="8430957" y="553195"/>
                  <a:pt x="8433773" y="553674"/>
                  <a:pt x="8436553" y="553674"/>
                </a:cubicBezTo>
                <a:cubicBezTo>
                  <a:pt x="8446002" y="553674"/>
                  <a:pt x="8454894" y="547925"/>
                  <a:pt x="8458460" y="538572"/>
                </a:cubicBezTo>
                <a:cubicBezTo>
                  <a:pt x="8463078" y="526479"/>
                  <a:pt x="8457003" y="512929"/>
                  <a:pt x="8444890" y="508310"/>
                </a:cubicBezTo>
                <a:cubicBezTo>
                  <a:pt x="8438843" y="506010"/>
                  <a:pt x="8432433" y="506379"/>
                  <a:pt x="8426959" y="508837"/>
                </a:cubicBezTo>
                <a:close/>
                <a:moveTo>
                  <a:pt x="1399339" y="3250426"/>
                </a:moveTo>
                <a:cubicBezTo>
                  <a:pt x="1395045" y="3249141"/>
                  <a:pt x="1390523" y="3251595"/>
                  <a:pt x="1389239" y="3255888"/>
                </a:cubicBezTo>
                <a:cubicBezTo>
                  <a:pt x="1387955" y="3260181"/>
                  <a:pt x="1390408" y="3264704"/>
                  <a:pt x="1394700" y="3265968"/>
                </a:cubicBezTo>
                <a:cubicBezTo>
                  <a:pt x="1395467" y="3266199"/>
                  <a:pt x="1396253" y="3266314"/>
                  <a:pt x="1397020" y="3266314"/>
                </a:cubicBezTo>
                <a:cubicBezTo>
                  <a:pt x="1400508" y="3266314"/>
                  <a:pt x="1403747" y="3264034"/>
                  <a:pt x="1404801" y="3260506"/>
                </a:cubicBezTo>
                <a:cubicBezTo>
                  <a:pt x="1406066" y="3256214"/>
                  <a:pt x="1403631" y="3251690"/>
                  <a:pt x="1399339" y="3250426"/>
                </a:cubicBezTo>
                <a:close/>
                <a:moveTo>
                  <a:pt x="1862642" y="3067166"/>
                </a:moveTo>
                <a:cubicBezTo>
                  <a:pt x="1857027" y="3066917"/>
                  <a:pt x="1852293" y="3071267"/>
                  <a:pt x="1852063" y="3076884"/>
                </a:cubicBezTo>
                <a:cubicBezTo>
                  <a:pt x="1851814" y="3082479"/>
                  <a:pt x="1856183" y="3087233"/>
                  <a:pt x="1861779" y="3087463"/>
                </a:cubicBezTo>
                <a:lnTo>
                  <a:pt x="1862220" y="3087463"/>
                </a:lnTo>
                <a:cubicBezTo>
                  <a:pt x="1867625" y="3087463"/>
                  <a:pt x="1872129" y="3083188"/>
                  <a:pt x="1872359" y="3077727"/>
                </a:cubicBezTo>
                <a:cubicBezTo>
                  <a:pt x="1872589" y="3072130"/>
                  <a:pt x="1868239" y="3067397"/>
                  <a:pt x="1862642" y="3067166"/>
                </a:cubicBezTo>
                <a:close/>
                <a:moveTo>
                  <a:pt x="7578713" y="835193"/>
                </a:moveTo>
                <a:cubicBezTo>
                  <a:pt x="7567560" y="836650"/>
                  <a:pt x="7559702" y="846884"/>
                  <a:pt x="7561158" y="858039"/>
                </a:cubicBezTo>
                <a:cubicBezTo>
                  <a:pt x="7562500" y="868312"/>
                  <a:pt x="7571259" y="875785"/>
                  <a:pt x="7581340" y="875785"/>
                </a:cubicBezTo>
                <a:cubicBezTo>
                  <a:pt x="7582221" y="875785"/>
                  <a:pt x="7583122" y="875728"/>
                  <a:pt x="7584004" y="875613"/>
                </a:cubicBezTo>
                <a:cubicBezTo>
                  <a:pt x="7595177" y="874137"/>
                  <a:pt x="7603034" y="863903"/>
                  <a:pt x="7601578" y="852749"/>
                </a:cubicBezTo>
                <a:cubicBezTo>
                  <a:pt x="7600121" y="841595"/>
                  <a:pt x="7589887" y="833737"/>
                  <a:pt x="7578713" y="835193"/>
                </a:cubicBezTo>
                <a:close/>
                <a:moveTo>
                  <a:pt x="5143115" y="1785007"/>
                </a:moveTo>
                <a:cubicBezTo>
                  <a:pt x="5132993" y="1784874"/>
                  <a:pt x="5124675" y="1792980"/>
                  <a:pt x="5124562" y="1803119"/>
                </a:cubicBezTo>
                <a:cubicBezTo>
                  <a:pt x="5124424" y="1813237"/>
                  <a:pt x="5132534" y="1821556"/>
                  <a:pt x="5142673" y="1821670"/>
                </a:cubicBezTo>
                <a:lnTo>
                  <a:pt x="5142902" y="1821670"/>
                </a:lnTo>
                <a:cubicBezTo>
                  <a:pt x="5152905" y="1821670"/>
                  <a:pt x="5161088" y="1813621"/>
                  <a:pt x="5161224" y="1803578"/>
                </a:cubicBezTo>
                <a:cubicBezTo>
                  <a:pt x="5161358" y="1793440"/>
                  <a:pt x="5153250" y="1785141"/>
                  <a:pt x="5143115" y="1785007"/>
                </a:cubicBezTo>
                <a:close/>
                <a:moveTo>
                  <a:pt x="3564675" y="2401057"/>
                </a:moveTo>
                <a:cubicBezTo>
                  <a:pt x="3557718" y="2403299"/>
                  <a:pt x="3553885" y="2410735"/>
                  <a:pt x="3556108" y="2417692"/>
                </a:cubicBezTo>
                <a:cubicBezTo>
                  <a:pt x="3557909" y="2423308"/>
                  <a:pt x="3563104" y="2426892"/>
                  <a:pt x="3568700" y="2426892"/>
                </a:cubicBezTo>
                <a:cubicBezTo>
                  <a:pt x="3570042" y="2426892"/>
                  <a:pt x="3571402" y="2426681"/>
                  <a:pt x="3572744" y="2426240"/>
                </a:cubicBezTo>
                <a:cubicBezTo>
                  <a:pt x="3579700" y="2424017"/>
                  <a:pt x="3583533" y="2416581"/>
                  <a:pt x="3581292" y="2409624"/>
                </a:cubicBezTo>
                <a:cubicBezTo>
                  <a:pt x="3579068" y="2402666"/>
                  <a:pt x="3571632" y="2398833"/>
                  <a:pt x="3564675" y="2401057"/>
                </a:cubicBezTo>
                <a:close/>
                <a:moveTo>
                  <a:pt x="4886373" y="1880163"/>
                </a:moveTo>
                <a:cubicBezTo>
                  <a:pt x="4876810" y="1879991"/>
                  <a:pt x="4868934" y="1887599"/>
                  <a:pt x="4868761" y="1897163"/>
                </a:cubicBezTo>
                <a:cubicBezTo>
                  <a:pt x="4868587" y="1906726"/>
                  <a:pt x="4876197" y="1914622"/>
                  <a:pt x="4885760" y="1914794"/>
                </a:cubicBezTo>
                <a:lnTo>
                  <a:pt x="4886066" y="1914794"/>
                </a:lnTo>
                <a:cubicBezTo>
                  <a:pt x="4895495" y="1914794"/>
                  <a:pt x="4903201" y="1907243"/>
                  <a:pt x="4903373" y="1897776"/>
                </a:cubicBezTo>
                <a:cubicBezTo>
                  <a:pt x="4903546" y="1888231"/>
                  <a:pt x="4895936" y="1880335"/>
                  <a:pt x="4886373" y="1880163"/>
                </a:cubicBezTo>
                <a:close/>
                <a:moveTo>
                  <a:pt x="3466204" y="2433216"/>
                </a:moveTo>
                <a:cubicBezTo>
                  <a:pt x="3459266" y="2435516"/>
                  <a:pt x="3455510" y="2442990"/>
                  <a:pt x="3457809" y="2449929"/>
                </a:cubicBezTo>
                <a:cubicBezTo>
                  <a:pt x="3459649" y="2455486"/>
                  <a:pt x="3464805" y="2458994"/>
                  <a:pt x="3470363" y="2458994"/>
                </a:cubicBezTo>
                <a:cubicBezTo>
                  <a:pt x="3471743" y="2458994"/>
                  <a:pt x="3473141" y="2458783"/>
                  <a:pt x="3474521" y="2458303"/>
                </a:cubicBezTo>
                <a:cubicBezTo>
                  <a:pt x="3481460" y="2456004"/>
                  <a:pt x="3485216" y="2448529"/>
                  <a:pt x="3482916" y="2441591"/>
                </a:cubicBezTo>
                <a:cubicBezTo>
                  <a:pt x="3480617" y="2434673"/>
                  <a:pt x="3473123" y="2430916"/>
                  <a:pt x="3466204" y="2433216"/>
                </a:cubicBezTo>
                <a:close/>
                <a:moveTo>
                  <a:pt x="4371612" y="2078409"/>
                </a:moveTo>
                <a:cubicBezTo>
                  <a:pt x="4363255" y="2079502"/>
                  <a:pt x="4357353" y="2087168"/>
                  <a:pt x="4358426" y="2095523"/>
                </a:cubicBezTo>
                <a:lnTo>
                  <a:pt x="4358445" y="2095523"/>
                </a:lnTo>
                <a:cubicBezTo>
                  <a:pt x="4359443" y="2103208"/>
                  <a:pt x="4366015" y="2108824"/>
                  <a:pt x="4373567" y="2108824"/>
                </a:cubicBezTo>
                <a:cubicBezTo>
                  <a:pt x="4374221" y="2108824"/>
                  <a:pt x="4374890" y="2108786"/>
                  <a:pt x="4375543" y="2108710"/>
                </a:cubicBezTo>
                <a:cubicBezTo>
                  <a:pt x="4383896" y="2107617"/>
                  <a:pt x="4389801" y="2099970"/>
                  <a:pt x="4388709" y="2091594"/>
                </a:cubicBezTo>
                <a:cubicBezTo>
                  <a:pt x="4387615" y="2083239"/>
                  <a:pt x="4379970" y="2077336"/>
                  <a:pt x="4371612" y="2078409"/>
                </a:cubicBezTo>
                <a:close/>
                <a:moveTo>
                  <a:pt x="7932275" y="688076"/>
                </a:moveTo>
                <a:cubicBezTo>
                  <a:pt x="7927996" y="691493"/>
                  <a:pt x="7925021" y="696543"/>
                  <a:pt x="7924360" y="702417"/>
                </a:cubicBezTo>
                <a:cubicBezTo>
                  <a:pt x="7923056" y="714165"/>
                  <a:pt x="7931509" y="724763"/>
                  <a:pt x="7943256" y="726067"/>
                </a:cubicBezTo>
                <a:cubicBezTo>
                  <a:pt x="7944061" y="726163"/>
                  <a:pt x="7944867" y="726201"/>
                  <a:pt x="7945653" y="726201"/>
                </a:cubicBezTo>
                <a:cubicBezTo>
                  <a:pt x="7956423" y="726201"/>
                  <a:pt x="7965680" y="718114"/>
                  <a:pt x="7966907" y="707189"/>
                </a:cubicBezTo>
                <a:cubicBezTo>
                  <a:pt x="7968229" y="695440"/>
                  <a:pt x="7959758" y="684843"/>
                  <a:pt x="7948009" y="683539"/>
                </a:cubicBezTo>
                <a:cubicBezTo>
                  <a:pt x="7942135" y="682878"/>
                  <a:pt x="7936553" y="684660"/>
                  <a:pt x="7932275" y="688076"/>
                </a:cubicBezTo>
                <a:close/>
                <a:moveTo>
                  <a:pt x="2538814" y="2792509"/>
                </a:moveTo>
                <a:cubicBezTo>
                  <a:pt x="2532220" y="2793850"/>
                  <a:pt x="2527947" y="2800289"/>
                  <a:pt x="2529308" y="2806902"/>
                </a:cubicBezTo>
                <a:cubicBezTo>
                  <a:pt x="2530477" y="2812689"/>
                  <a:pt x="2535554" y="2816676"/>
                  <a:pt x="2541248" y="2816676"/>
                </a:cubicBezTo>
                <a:cubicBezTo>
                  <a:pt x="2542052" y="2816676"/>
                  <a:pt x="2542877" y="2816580"/>
                  <a:pt x="2543701" y="2816427"/>
                </a:cubicBezTo>
                <a:cubicBezTo>
                  <a:pt x="2550294" y="2815066"/>
                  <a:pt x="2554548" y="2808626"/>
                  <a:pt x="2553207" y="2802033"/>
                </a:cubicBezTo>
                <a:cubicBezTo>
                  <a:pt x="2551865" y="2795421"/>
                  <a:pt x="2545426" y="2791167"/>
                  <a:pt x="2538814" y="2792509"/>
                </a:cubicBezTo>
                <a:close/>
                <a:moveTo>
                  <a:pt x="3368039" y="2466104"/>
                </a:moveTo>
                <a:cubicBezTo>
                  <a:pt x="3361121" y="2468442"/>
                  <a:pt x="3357403" y="2475955"/>
                  <a:pt x="3359741" y="2482873"/>
                </a:cubicBezTo>
                <a:cubicBezTo>
                  <a:pt x="3361599" y="2488393"/>
                  <a:pt x="3366736" y="2491862"/>
                  <a:pt x="3372256" y="2491862"/>
                </a:cubicBezTo>
                <a:cubicBezTo>
                  <a:pt x="3373654" y="2491862"/>
                  <a:pt x="3375092" y="2491632"/>
                  <a:pt x="3376491" y="2491172"/>
                </a:cubicBezTo>
                <a:cubicBezTo>
                  <a:pt x="3383409" y="2488834"/>
                  <a:pt x="3387128" y="2481321"/>
                  <a:pt x="3384790" y="2474403"/>
                </a:cubicBezTo>
                <a:cubicBezTo>
                  <a:pt x="3382452" y="2467483"/>
                  <a:pt x="3374958" y="2463765"/>
                  <a:pt x="3368039" y="2466104"/>
                </a:cubicBezTo>
                <a:close/>
                <a:moveTo>
                  <a:pt x="4628332" y="1974131"/>
                </a:moveTo>
                <a:cubicBezTo>
                  <a:pt x="4619362" y="1974687"/>
                  <a:pt x="4612521" y="1982410"/>
                  <a:pt x="4613076" y="1991398"/>
                </a:cubicBezTo>
                <a:cubicBezTo>
                  <a:pt x="4613614" y="2000023"/>
                  <a:pt x="4620781" y="2006692"/>
                  <a:pt x="4629310" y="2006692"/>
                </a:cubicBezTo>
                <a:cubicBezTo>
                  <a:pt x="4629654" y="2006692"/>
                  <a:pt x="4630000" y="2006654"/>
                  <a:pt x="4630343" y="2006654"/>
                </a:cubicBezTo>
                <a:cubicBezTo>
                  <a:pt x="4639312" y="2006098"/>
                  <a:pt x="4646137" y="1998374"/>
                  <a:pt x="4645599" y="1989405"/>
                </a:cubicBezTo>
                <a:cubicBezTo>
                  <a:pt x="4645043" y="1980417"/>
                  <a:pt x="4637321" y="1973575"/>
                  <a:pt x="4628332" y="1974131"/>
                </a:cubicBezTo>
                <a:close/>
                <a:moveTo>
                  <a:pt x="4014142" y="2212931"/>
                </a:moveTo>
                <a:cubicBezTo>
                  <a:pt x="4006455" y="2214617"/>
                  <a:pt x="4001588" y="2222207"/>
                  <a:pt x="4003274" y="2229892"/>
                </a:cubicBezTo>
                <a:cubicBezTo>
                  <a:pt x="4004731" y="2236561"/>
                  <a:pt x="4010632" y="2241104"/>
                  <a:pt x="4017169" y="2241104"/>
                </a:cubicBezTo>
                <a:cubicBezTo>
                  <a:pt x="4018184" y="2241104"/>
                  <a:pt x="4019200" y="2240989"/>
                  <a:pt x="4020234" y="2240759"/>
                </a:cubicBezTo>
                <a:cubicBezTo>
                  <a:pt x="4027920" y="2239072"/>
                  <a:pt x="4032789" y="2231483"/>
                  <a:pt x="4031102" y="2223797"/>
                </a:cubicBezTo>
                <a:cubicBezTo>
                  <a:pt x="4029414" y="2216112"/>
                  <a:pt x="4021825" y="2211244"/>
                  <a:pt x="4014142" y="2212931"/>
                </a:cubicBezTo>
                <a:close/>
                <a:moveTo>
                  <a:pt x="8184774" y="583415"/>
                </a:moveTo>
                <a:cubicBezTo>
                  <a:pt x="8179810" y="586294"/>
                  <a:pt x="8175943" y="591066"/>
                  <a:pt x="8174352" y="597046"/>
                </a:cubicBezTo>
                <a:cubicBezTo>
                  <a:pt x="8171171" y="609024"/>
                  <a:pt x="8178300" y="621309"/>
                  <a:pt x="8190259" y="624471"/>
                </a:cubicBezTo>
                <a:cubicBezTo>
                  <a:pt x="8192195" y="624989"/>
                  <a:pt x="8194131" y="625238"/>
                  <a:pt x="8196028" y="625238"/>
                </a:cubicBezTo>
                <a:cubicBezTo>
                  <a:pt x="8205956" y="625238"/>
                  <a:pt x="8215021" y="618606"/>
                  <a:pt x="8217684" y="608564"/>
                </a:cubicBezTo>
                <a:cubicBezTo>
                  <a:pt x="8220866" y="596605"/>
                  <a:pt x="8213756" y="584320"/>
                  <a:pt x="8201778" y="581139"/>
                </a:cubicBezTo>
                <a:cubicBezTo>
                  <a:pt x="8195798" y="579548"/>
                  <a:pt x="8189737" y="580535"/>
                  <a:pt x="8184774" y="583415"/>
                </a:cubicBezTo>
                <a:close/>
                <a:moveTo>
                  <a:pt x="2088506" y="2962754"/>
                </a:moveTo>
                <a:lnTo>
                  <a:pt x="2088506" y="2962773"/>
                </a:lnTo>
                <a:lnTo>
                  <a:pt x="2088509" y="2962762"/>
                </a:lnTo>
                <a:close/>
                <a:moveTo>
                  <a:pt x="736487" y="3490375"/>
                </a:moveTo>
                <a:cubicBezTo>
                  <a:pt x="735126" y="3492138"/>
                  <a:pt x="735452" y="3494668"/>
                  <a:pt x="737214" y="3496029"/>
                </a:cubicBezTo>
                <a:cubicBezTo>
                  <a:pt x="737943" y="3496584"/>
                  <a:pt x="738805" y="3496872"/>
                  <a:pt x="739668" y="3496872"/>
                </a:cubicBezTo>
                <a:cubicBezTo>
                  <a:pt x="740876" y="3496872"/>
                  <a:pt x="742064" y="3496336"/>
                  <a:pt x="742849" y="3495301"/>
                </a:cubicBezTo>
                <a:cubicBezTo>
                  <a:pt x="744210" y="3493557"/>
                  <a:pt x="743885" y="3491027"/>
                  <a:pt x="742140" y="3489667"/>
                </a:cubicBezTo>
                <a:cubicBezTo>
                  <a:pt x="740377" y="3488305"/>
                  <a:pt x="737847" y="3488612"/>
                  <a:pt x="736487" y="3490375"/>
                </a:cubicBezTo>
                <a:close/>
                <a:moveTo>
                  <a:pt x="3270028" y="2499279"/>
                </a:moveTo>
                <a:cubicBezTo>
                  <a:pt x="3263109" y="2501617"/>
                  <a:pt x="3259391" y="2509130"/>
                  <a:pt x="3261729" y="2516049"/>
                </a:cubicBezTo>
                <a:cubicBezTo>
                  <a:pt x="3263608" y="2521549"/>
                  <a:pt x="3268743" y="2525037"/>
                  <a:pt x="3274263" y="2525037"/>
                </a:cubicBezTo>
                <a:cubicBezTo>
                  <a:pt x="3275662" y="2525037"/>
                  <a:pt x="3277099" y="2524807"/>
                  <a:pt x="3278499" y="2524328"/>
                </a:cubicBezTo>
                <a:cubicBezTo>
                  <a:pt x="3285418" y="2521990"/>
                  <a:pt x="3289136" y="2514496"/>
                  <a:pt x="3286798" y="2507577"/>
                </a:cubicBezTo>
                <a:cubicBezTo>
                  <a:pt x="3284459" y="2500659"/>
                  <a:pt x="3276946" y="2496941"/>
                  <a:pt x="3270028" y="2499279"/>
                </a:cubicBezTo>
                <a:close/>
                <a:moveTo>
                  <a:pt x="5397281" y="1666336"/>
                </a:moveTo>
                <a:cubicBezTo>
                  <a:pt x="5386627" y="1667198"/>
                  <a:pt x="5378691" y="1676551"/>
                  <a:pt x="5379555" y="1687207"/>
                </a:cubicBezTo>
                <a:cubicBezTo>
                  <a:pt x="5380377" y="1697325"/>
                  <a:pt x="5388851" y="1704992"/>
                  <a:pt x="5398815" y="1704992"/>
                </a:cubicBezTo>
                <a:cubicBezTo>
                  <a:pt x="5399351" y="1704992"/>
                  <a:pt x="5399869" y="1704973"/>
                  <a:pt x="5400406" y="1704934"/>
                </a:cubicBezTo>
                <a:cubicBezTo>
                  <a:pt x="5411064" y="1704072"/>
                  <a:pt x="5418996" y="1694719"/>
                  <a:pt x="5418134" y="1684083"/>
                </a:cubicBezTo>
                <a:cubicBezTo>
                  <a:pt x="5417272" y="1673427"/>
                  <a:pt x="5407940" y="1665473"/>
                  <a:pt x="5397281" y="1666336"/>
                </a:cubicBezTo>
                <a:close/>
                <a:moveTo>
                  <a:pt x="2099162" y="2951063"/>
                </a:moveTo>
                <a:cubicBezTo>
                  <a:pt x="2096076" y="2951217"/>
                  <a:pt x="2093340" y="2952601"/>
                  <a:pt x="2091412" y="2954719"/>
                </a:cubicBezTo>
                <a:lnTo>
                  <a:pt x="2088509" y="2962762"/>
                </a:lnTo>
                <a:lnTo>
                  <a:pt x="2091973" y="2970324"/>
                </a:lnTo>
                <a:cubicBezTo>
                  <a:pt x="2093987" y="2972240"/>
                  <a:pt x="2096709" y="2973410"/>
                  <a:pt x="2099678" y="2973410"/>
                </a:cubicBezTo>
                <a:cubicBezTo>
                  <a:pt x="2099851" y="2973410"/>
                  <a:pt x="2100024" y="2973410"/>
                  <a:pt x="2100196" y="2973410"/>
                </a:cubicBezTo>
                <a:cubicBezTo>
                  <a:pt x="2106367" y="2973122"/>
                  <a:pt x="2111140" y="2967890"/>
                  <a:pt x="2110852" y="2961719"/>
                </a:cubicBezTo>
                <a:cubicBezTo>
                  <a:pt x="2110565" y="2955548"/>
                  <a:pt x="2105314" y="2950776"/>
                  <a:pt x="2099162" y="2951063"/>
                </a:cubicBezTo>
                <a:close/>
                <a:moveTo>
                  <a:pt x="3172016" y="2532224"/>
                </a:moveTo>
                <a:cubicBezTo>
                  <a:pt x="3165078" y="2534544"/>
                  <a:pt x="3161340" y="2542037"/>
                  <a:pt x="3163641" y="2548955"/>
                </a:cubicBezTo>
                <a:cubicBezTo>
                  <a:pt x="3165480" y="2554513"/>
                  <a:pt x="3170656" y="2558002"/>
                  <a:pt x="3176194" y="2558002"/>
                </a:cubicBezTo>
                <a:cubicBezTo>
                  <a:pt x="3177574" y="2558002"/>
                  <a:pt x="3178993" y="2557791"/>
                  <a:pt x="3180372" y="2557331"/>
                </a:cubicBezTo>
                <a:cubicBezTo>
                  <a:pt x="3187291" y="2555012"/>
                  <a:pt x="3191047" y="2547538"/>
                  <a:pt x="3188748" y="2540600"/>
                </a:cubicBezTo>
                <a:cubicBezTo>
                  <a:pt x="3186428" y="2533681"/>
                  <a:pt x="3178934" y="2529924"/>
                  <a:pt x="3172016" y="2532224"/>
                </a:cubicBezTo>
                <a:close/>
                <a:moveTo>
                  <a:pt x="7470928" y="852730"/>
                </a:moveTo>
                <a:cubicBezTo>
                  <a:pt x="7459888" y="854877"/>
                  <a:pt x="7452663" y="865570"/>
                  <a:pt x="7454810" y="876610"/>
                </a:cubicBezTo>
                <a:cubicBezTo>
                  <a:pt x="7456688" y="886365"/>
                  <a:pt x="7465217" y="893131"/>
                  <a:pt x="7474780" y="893130"/>
                </a:cubicBezTo>
                <a:cubicBezTo>
                  <a:pt x="7476084" y="893130"/>
                  <a:pt x="7477368" y="893015"/>
                  <a:pt x="7478690" y="892766"/>
                </a:cubicBezTo>
                <a:cubicBezTo>
                  <a:pt x="7489729" y="890619"/>
                  <a:pt x="7496954" y="879926"/>
                  <a:pt x="7494827" y="868867"/>
                </a:cubicBezTo>
                <a:cubicBezTo>
                  <a:pt x="7492681" y="857828"/>
                  <a:pt x="7481987" y="850603"/>
                  <a:pt x="7470928" y="852730"/>
                </a:cubicBezTo>
                <a:close/>
                <a:moveTo>
                  <a:pt x="1170006" y="3311121"/>
                </a:moveTo>
                <a:cubicBezTo>
                  <a:pt x="1168340" y="3314667"/>
                  <a:pt x="1169873" y="3318883"/>
                  <a:pt x="1173399" y="3320551"/>
                </a:cubicBezTo>
                <a:cubicBezTo>
                  <a:pt x="1174376" y="3321010"/>
                  <a:pt x="1175412" y="3321221"/>
                  <a:pt x="1176427" y="3321221"/>
                </a:cubicBezTo>
                <a:cubicBezTo>
                  <a:pt x="1179091" y="3321221"/>
                  <a:pt x="1181641" y="3319726"/>
                  <a:pt x="1182848" y="3317158"/>
                </a:cubicBezTo>
                <a:cubicBezTo>
                  <a:pt x="1184497" y="3313612"/>
                  <a:pt x="1182983" y="3309377"/>
                  <a:pt x="1179437" y="3307710"/>
                </a:cubicBezTo>
                <a:cubicBezTo>
                  <a:pt x="1175891" y="3306043"/>
                  <a:pt x="1171675" y="3307576"/>
                  <a:pt x="1170006" y="3311121"/>
                </a:cubicBezTo>
                <a:close/>
                <a:moveTo>
                  <a:pt x="3073832" y="2564441"/>
                </a:moveTo>
                <a:cubicBezTo>
                  <a:pt x="3066875" y="2566664"/>
                  <a:pt x="3063062" y="2574119"/>
                  <a:pt x="3065285" y="2581076"/>
                </a:cubicBezTo>
                <a:cubicBezTo>
                  <a:pt x="3067105" y="2586673"/>
                  <a:pt x="3072300" y="2590257"/>
                  <a:pt x="3077876" y="2590257"/>
                </a:cubicBezTo>
                <a:cubicBezTo>
                  <a:pt x="3079217" y="2590257"/>
                  <a:pt x="3080598" y="2590046"/>
                  <a:pt x="3081939" y="2589605"/>
                </a:cubicBezTo>
                <a:cubicBezTo>
                  <a:pt x="3088877" y="2587382"/>
                  <a:pt x="3092710" y="2579927"/>
                  <a:pt x="3090468" y="2572969"/>
                </a:cubicBezTo>
                <a:cubicBezTo>
                  <a:pt x="3088225" y="2566012"/>
                  <a:pt x="3080790" y="2562199"/>
                  <a:pt x="3073832" y="2564441"/>
                </a:cubicBezTo>
                <a:close/>
                <a:moveTo>
                  <a:pt x="3912315" y="2236638"/>
                </a:moveTo>
                <a:cubicBezTo>
                  <a:pt x="3904688" y="2238516"/>
                  <a:pt x="3900013" y="2246221"/>
                  <a:pt x="3901890" y="2253868"/>
                </a:cubicBezTo>
                <a:cubicBezTo>
                  <a:pt x="3903480" y="2260365"/>
                  <a:pt x="3909307" y="2264715"/>
                  <a:pt x="3915708" y="2264715"/>
                </a:cubicBezTo>
                <a:cubicBezTo>
                  <a:pt x="3916837" y="2264715"/>
                  <a:pt x="3917988" y="2264581"/>
                  <a:pt x="3919117" y="2264293"/>
                </a:cubicBezTo>
                <a:cubicBezTo>
                  <a:pt x="3926766" y="2262415"/>
                  <a:pt x="3931441" y="2254711"/>
                  <a:pt x="3929564" y="2247064"/>
                </a:cubicBezTo>
                <a:cubicBezTo>
                  <a:pt x="3927687" y="2239416"/>
                  <a:pt x="3919963" y="2234760"/>
                  <a:pt x="3912315" y="2236638"/>
                </a:cubicBezTo>
                <a:close/>
                <a:moveTo>
                  <a:pt x="2438139" y="2811022"/>
                </a:moveTo>
                <a:cubicBezTo>
                  <a:pt x="2431488" y="2812095"/>
                  <a:pt x="2426984" y="2818382"/>
                  <a:pt x="2428057" y="2825032"/>
                </a:cubicBezTo>
                <a:cubicBezTo>
                  <a:pt x="2429035" y="2831011"/>
                  <a:pt x="2434210" y="2835266"/>
                  <a:pt x="2440094" y="2835266"/>
                </a:cubicBezTo>
                <a:cubicBezTo>
                  <a:pt x="2440745" y="2835266"/>
                  <a:pt x="2441396" y="2835228"/>
                  <a:pt x="2442067" y="2835113"/>
                </a:cubicBezTo>
                <a:cubicBezTo>
                  <a:pt x="2448718" y="2834020"/>
                  <a:pt x="2453221" y="2827753"/>
                  <a:pt x="2452148" y="2821103"/>
                </a:cubicBezTo>
                <a:cubicBezTo>
                  <a:pt x="2451056" y="2814453"/>
                  <a:pt x="2444788" y="2809929"/>
                  <a:pt x="2438139" y="2811022"/>
                </a:cubicBezTo>
                <a:close/>
                <a:moveTo>
                  <a:pt x="4267431" y="2093837"/>
                </a:moveTo>
                <a:cubicBezTo>
                  <a:pt x="4259111" y="2095216"/>
                  <a:pt x="4253478" y="2103075"/>
                  <a:pt x="4254858" y="2111393"/>
                </a:cubicBezTo>
                <a:cubicBezTo>
                  <a:pt x="4256102" y="2118867"/>
                  <a:pt x="4262562" y="2124176"/>
                  <a:pt x="4269901" y="2124176"/>
                </a:cubicBezTo>
                <a:cubicBezTo>
                  <a:pt x="4270726" y="2124176"/>
                  <a:pt x="4271570" y="2124118"/>
                  <a:pt x="4272413" y="2123965"/>
                </a:cubicBezTo>
                <a:cubicBezTo>
                  <a:pt x="4280730" y="2122585"/>
                  <a:pt x="4286365" y="2114727"/>
                  <a:pt x="4284987" y="2106409"/>
                </a:cubicBezTo>
                <a:cubicBezTo>
                  <a:pt x="4283606" y="2098091"/>
                  <a:pt x="4275749" y="2092457"/>
                  <a:pt x="4267431" y="2093837"/>
                </a:cubicBezTo>
                <a:close/>
                <a:moveTo>
                  <a:pt x="4762736" y="1898754"/>
                </a:moveTo>
                <a:lnTo>
                  <a:pt x="4762736" y="1898772"/>
                </a:lnTo>
                <a:lnTo>
                  <a:pt x="4762740" y="1898762"/>
                </a:lnTo>
                <a:close/>
                <a:moveTo>
                  <a:pt x="351186" y="3620718"/>
                </a:moveTo>
                <a:cubicBezTo>
                  <a:pt x="350821" y="3621102"/>
                  <a:pt x="350821" y="3621714"/>
                  <a:pt x="351205" y="3622079"/>
                </a:cubicBezTo>
                <a:cubicBezTo>
                  <a:pt x="351397" y="3622270"/>
                  <a:pt x="351646" y="3622347"/>
                  <a:pt x="351876" y="3622347"/>
                </a:cubicBezTo>
                <a:cubicBezTo>
                  <a:pt x="352124" y="3622347"/>
                  <a:pt x="352374" y="3622251"/>
                  <a:pt x="352565" y="3622060"/>
                </a:cubicBezTo>
                <a:cubicBezTo>
                  <a:pt x="352931" y="3621676"/>
                  <a:pt x="352930" y="3621083"/>
                  <a:pt x="352546" y="3620718"/>
                </a:cubicBezTo>
                <a:cubicBezTo>
                  <a:pt x="352163" y="3620334"/>
                  <a:pt x="351569" y="3620354"/>
                  <a:pt x="351186" y="3620718"/>
                </a:cubicBezTo>
                <a:close/>
                <a:moveTo>
                  <a:pt x="2975304" y="2595317"/>
                </a:moveTo>
                <a:cubicBezTo>
                  <a:pt x="2968327" y="2597425"/>
                  <a:pt x="2964379" y="2604822"/>
                  <a:pt x="2966507" y="2611818"/>
                </a:cubicBezTo>
                <a:cubicBezTo>
                  <a:pt x="2968231" y="2617509"/>
                  <a:pt x="2973483" y="2621190"/>
                  <a:pt x="2979156" y="2621190"/>
                </a:cubicBezTo>
                <a:cubicBezTo>
                  <a:pt x="2980421" y="2621190"/>
                  <a:pt x="2981724" y="2620998"/>
                  <a:pt x="2983008" y="2620614"/>
                </a:cubicBezTo>
                <a:cubicBezTo>
                  <a:pt x="2989985" y="2618487"/>
                  <a:pt x="2993931" y="2611109"/>
                  <a:pt x="2991804" y="2604113"/>
                </a:cubicBezTo>
                <a:cubicBezTo>
                  <a:pt x="2989677" y="2597118"/>
                  <a:pt x="2982299" y="2593189"/>
                  <a:pt x="2975304" y="2595317"/>
                </a:cubicBezTo>
                <a:close/>
                <a:moveTo>
                  <a:pt x="6157587" y="1350951"/>
                </a:moveTo>
                <a:cubicBezTo>
                  <a:pt x="6147084" y="1355014"/>
                  <a:pt x="6141890" y="1366820"/>
                  <a:pt x="6145954" y="1377323"/>
                </a:cubicBezTo>
                <a:cubicBezTo>
                  <a:pt x="6149077" y="1385391"/>
                  <a:pt x="6156782" y="1390336"/>
                  <a:pt x="6164965" y="1390336"/>
                </a:cubicBezTo>
                <a:cubicBezTo>
                  <a:pt x="6167399" y="1390336"/>
                  <a:pt x="6169891" y="1389895"/>
                  <a:pt x="6172324" y="1388956"/>
                </a:cubicBezTo>
                <a:cubicBezTo>
                  <a:pt x="6182808" y="1384893"/>
                  <a:pt x="6188021" y="1373087"/>
                  <a:pt x="6183958" y="1362585"/>
                </a:cubicBezTo>
                <a:cubicBezTo>
                  <a:pt x="6179895" y="1352101"/>
                  <a:pt x="6168070" y="1346889"/>
                  <a:pt x="6157587" y="1350951"/>
                </a:cubicBezTo>
                <a:close/>
                <a:moveTo>
                  <a:pt x="6257572" y="1311221"/>
                </a:moveTo>
                <a:cubicBezTo>
                  <a:pt x="6247146" y="1315457"/>
                  <a:pt x="6242125" y="1327339"/>
                  <a:pt x="6246360" y="1337765"/>
                </a:cubicBezTo>
                <a:cubicBezTo>
                  <a:pt x="6249580" y="1345681"/>
                  <a:pt x="6257208" y="1350472"/>
                  <a:pt x="6265257" y="1350472"/>
                </a:cubicBezTo>
                <a:cubicBezTo>
                  <a:pt x="6267806" y="1350472"/>
                  <a:pt x="6270412" y="1349993"/>
                  <a:pt x="6272923" y="1348977"/>
                </a:cubicBezTo>
                <a:cubicBezTo>
                  <a:pt x="6283349" y="1344723"/>
                  <a:pt x="6288351" y="1332839"/>
                  <a:pt x="6284116" y="1322414"/>
                </a:cubicBezTo>
                <a:cubicBezTo>
                  <a:pt x="6279880" y="1311988"/>
                  <a:pt x="6267998" y="1306967"/>
                  <a:pt x="6257572" y="1311221"/>
                </a:cubicBezTo>
                <a:close/>
                <a:moveTo>
                  <a:pt x="6056932" y="1388841"/>
                </a:moveTo>
                <a:cubicBezTo>
                  <a:pt x="6046353" y="1392693"/>
                  <a:pt x="6040911" y="1404384"/>
                  <a:pt x="6044762" y="1414963"/>
                </a:cubicBezTo>
                <a:cubicBezTo>
                  <a:pt x="6047771" y="1423243"/>
                  <a:pt x="6055590" y="1428360"/>
                  <a:pt x="6063907" y="1428360"/>
                </a:cubicBezTo>
                <a:cubicBezTo>
                  <a:pt x="6066226" y="1428360"/>
                  <a:pt x="6068584" y="1427976"/>
                  <a:pt x="6070883" y="1427133"/>
                </a:cubicBezTo>
                <a:cubicBezTo>
                  <a:pt x="6081463" y="1423281"/>
                  <a:pt x="6086905" y="1411590"/>
                  <a:pt x="6083053" y="1401011"/>
                </a:cubicBezTo>
                <a:cubicBezTo>
                  <a:pt x="6079202" y="1390432"/>
                  <a:pt x="6067510" y="1384989"/>
                  <a:pt x="6056932" y="1388841"/>
                </a:cubicBezTo>
                <a:close/>
                <a:moveTo>
                  <a:pt x="6357001" y="1269978"/>
                </a:moveTo>
                <a:cubicBezTo>
                  <a:pt x="6346634" y="1274348"/>
                  <a:pt x="6341784" y="1286307"/>
                  <a:pt x="6346154" y="1296675"/>
                </a:cubicBezTo>
                <a:cubicBezTo>
                  <a:pt x="6349450" y="1304456"/>
                  <a:pt x="6357001" y="1309133"/>
                  <a:pt x="6364936" y="1309133"/>
                </a:cubicBezTo>
                <a:cubicBezTo>
                  <a:pt x="6367581" y="1309133"/>
                  <a:pt x="6370283" y="1308615"/>
                  <a:pt x="6372870" y="1307523"/>
                </a:cubicBezTo>
                <a:cubicBezTo>
                  <a:pt x="6383220" y="1303153"/>
                  <a:pt x="6388088" y="1291194"/>
                  <a:pt x="6383718" y="1280825"/>
                </a:cubicBezTo>
                <a:cubicBezTo>
                  <a:pt x="6381524" y="1275641"/>
                  <a:pt x="6377437" y="1271832"/>
                  <a:pt x="6372602" y="1269867"/>
                </a:cubicBezTo>
                <a:cubicBezTo>
                  <a:pt x="6367768" y="1267903"/>
                  <a:pt x="6362186" y="1267783"/>
                  <a:pt x="6357001" y="1269978"/>
                </a:cubicBezTo>
                <a:close/>
                <a:moveTo>
                  <a:pt x="7364484" y="876380"/>
                </a:moveTo>
                <a:cubicBezTo>
                  <a:pt x="7353560" y="879101"/>
                  <a:pt x="7346909" y="890160"/>
                  <a:pt x="7349631" y="901084"/>
                </a:cubicBezTo>
                <a:cubicBezTo>
                  <a:pt x="7351950" y="910340"/>
                  <a:pt x="7360248" y="916531"/>
                  <a:pt x="7369391" y="916531"/>
                </a:cubicBezTo>
                <a:cubicBezTo>
                  <a:pt x="7371019" y="916531"/>
                  <a:pt x="7372686" y="916339"/>
                  <a:pt x="7374335" y="915918"/>
                </a:cubicBezTo>
                <a:cubicBezTo>
                  <a:pt x="7385259" y="913197"/>
                  <a:pt x="7391909" y="902138"/>
                  <a:pt x="7389188" y="891214"/>
                </a:cubicBezTo>
                <a:cubicBezTo>
                  <a:pt x="7386466" y="880289"/>
                  <a:pt x="7375389" y="873658"/>
                  <a:pt x="7364484" y="876380"/>
                </a:cubicBezTo>
                <a:close/>
                <a:moveTo>
                  <a:pt x="3811159" y="2262741"/>
                </a:moveTo>
                <a:cubicBezTo>
                  <a:pt x="3803572" y="2264792"/>
                  <a:pt x="3799068" y="2272611"/>
                  <a:pt x="3801117" y="2280220"/>
                </a:cubicBezTo>
                <a:cubicBezTo>
                  <a:pt x="3802843" y="2286564"/>
                  <a:pt x="3808593" y="2290741"/>
                  <a:pt x="3814877" y="2290741"/>
                </a:cubicBezTo>
                <a:cubicBezTo>
                  <a:pt x="3816105" y="2290741"/>
                  <a:pt x="3817352" y="2290589"/>
                  <a:pt x="3818595" y="2290263"/>
                </a:cubicBezTo>
                <a:cubicBezTo>
                  <a:pt x="3826185" y="2288193"/>
                  <a:pt x="3830690" y="2280392"/>
                  <a:pt x="3828639" y="2272784"/>
                </a:cubicBezTo>
                <a:cubicBezTo>
                  <a:pt x="3826590" y="2265194"/>
                  <a:pt x="3818749" y="2260690"/>
                  <a:pt x="3811159" y="2262741"/>
                </a:cubicBezTo>
                <a:close/>
                <a:moveTo>
                  <a:pt x="5036228" y="1784144"/>
                </a:moveTo>
                <a:cubicBezTo>
                  <a:pt x="5026110" y="1784126"/>
                  <a:pt x="5017888" y="1792329"/>
                  <a:pt x="5017888" y="1802448"/>
                </a:cubicBezTo>
                <a:cubicBezTo>
                  <a:pt x="5017867" y="1812586"/>
                  <a:pt x="5026071" y="1820789"/>
                  <a:pt x="5036187" y="1820808"/>
                </a:cubicBezTo>
                <a:lnTo>
                  <a:pt x="5036210" y="1820808"/>
                </a:lnTo>
                <a:cubicBezTo>
                  <a:pt x="5046329" y="1820808"/>
                  <a:pt x="5054551" y="1812605"/>
                  <a:pt x="5054551" y="1802485"/>
                </a:cubicBezTo>
                <a:cubicBezTo>
                  <a:pt x="5054550" y="1792348"/>
                  <a:pt x="5046347" y="1784144"/>
                  <a:pt x="5036228" y="1784144"/>
                </a:cubicBezTo>
                <a:close/>
                <a:moveTo>
                  <a:pt x="848374" y="3418735"/>
                </a:moveTo>
                <a:cubicBezTo>
                  <a:pt x="846764" y="3421016"/>
                  <a:pt x="847300" y="3424159"/>
                  <a:pt x="849581" y="3425788"/>
                </a:cubicBezTo>
                <a:cubicBezTo>
                  <a:pt x="850462" y="3426401"/>
                  <a:pt x="851478" y="3426707"/>
                  <a:pt x="852475" y="3426707"/>
                </a:cubicBezTo>
                <a:cubicBezTo>
                  <a:pt x="854065" y="3426707"/>
                  <a:pt x="855618" y="3425961"/>
                  <a:pt x="856614" y="3424562"/>
                </a:cubicBezTo>
                <a:cubicBezTo>
                  <a:pt x="858205" y="3422281"/>
                  <a:pt x="857668" y="3419137"/>
                  <a:pt x="855388" y="3417527"/>
                </a:cubicBezTo>
                <a:cubicBezTo>
                  <a:pt x="853107" y="3415918"/>
                  <a:pt x="849964" y="3416474"/>
                  <a:pt x="848374" y="3418735"/>
                </a:cubicBezTo>
                <a:close/>
                <a:moveTo>
                  <a:pt x="5955531" y="1424430"/>
                </a:moveTo>
                <a:cubicBezTo>
                  <a:pt x="5944858" y="1428015"/>
                  <a:pt x="5939125" y="1439591"/>
                  <a:pt x="5942711" y="1450247"/>
                </a:cubicBezTo>
                <a:cubicBezTo>
                  <a:pt x="5945586" y="1458757"/>
                  <a:pt x="5953519" y="1464122"/>
                  <a:pt x="5962030" y="1464122"/>
                </a:cubicBezTo>
                <a:cubicBezTo>
                  <a:pt x="5964194" y="1464122"/>
                  <a:pt x="5966378" y="1463777"/>
                  <a:pt x="5968542" y="1463049"/>
                </a:cubicBezTo>
                <a:cubicBezTo>
                  <a:pt x="5979199" y="1459465"/>
                  <a:pt x="5984929" y="1447908"/>
                  <a:pt x="5981345" y="1437233"/>
                </a:cubicBezTo>
                <a:cubicBezTo>
                  <a:pt x="5977742" y="1426577"/>
                  <a:pt x="5966204" y="1420847"/>
                  <a:pt x="5955531" y="1424430"/>
                </a:cubicBezTo>
                <a:close/>
                <a:moveTo>
                  <a:pt x="4522559" y="1983157"/>
                </a:moveTo>
                <a:cubicBezTo>
                  <a:pt x="4513608" y="1984135"/>
                  <a:pt x="4507152" y="1992165"/>
                  <a:pt x="4508108" y="2001096"/>
                </a:cubicBezTo>
                <a:cubicBezTo>
                  <a:pt x="4509010" y="2009451"/>
                  <a:pt x="4516082" y="2015643"/>
                  <a:pt x="4524283" y="2015643"/>
                </a:cubicBezTo>
                <a:cubicBezTo>
                  <a:pt x="4524877" y="2015643"/>
                  <a:pt x="4525452" y="2015624"/>
                  <a:pt x="4526047" y="2015546"/>
                </a:cubicBezTo>
                <a:cubicBezTo>
                  <a:pt x="4534996" y="2014588"/>
                  <a:pt x="4541478" y="2006558"/>
                  <a:pt x="4540496" y="1997608"/>
                </a:cubicBezTo>
                <a:cubicBezTo>
                  <a:pt x="4539540" y="1988657"/>
                  <a:pt x="4531508" y="1982199"/>
                  <a:pt x="4522559" y="1983157"/>
                </a:cubicBezTo>
                <a:close/>
                <a:moveTo>
                  <a:pt x="6456048" y="1227527"/>
                </a:moveTo>
                <a:cubicBezTo>
                  <a:pt x="6445717" y="1232011"/>
                  <a:pt x="6440984" y="1244009"/>
                  <a:pt x="6445469" y="1254338"/>
                </a:cubicBezTo>
                <a:cubicBezTo>
                  <a:pt x="6448804" y="1262005"/>
                  <a:pt x="6456316" y="1266604"/>
                  <a:pt x="6464175" y="1266604"/>
                </a:cubicBezTo>
                <a:cubicBezTo>
                  <a:pt x="6466896" y="1266604"/>
                  <a:pt x="6469655" y="1266049"/>
                  <a:pt x="6472300" y="1264898"/>
                </a:cubicBezTo>
                <a:cubicBezTo>
                  <a:pt x="6482611" y="1260415"/>
                  <a:pt x="6487345" y="1248417"/>
                  <a:pt x="6482860" y="1238087"/>
                </a:cubicBezTo>
                <a:cubicBezTo>
                  <a:pt x="6480618" y="1232932"/>
                  <a:pt x="6476498" y="1229171"/>
                  <a:pt x="6471646" y="1227259"/>
                </a:cubicBezTo>
                <a:cubicBezTo>
                  <a:pt x="6466795" y="1225347"/>
                  <a:pt x="6461213" y="1225284"/>
                  <a:pt x="6456048" y="1227527"/>
                </a:cubicBezTo>
                <a:close/>
                <a:moveTo>
                  <a:pt x="1762005" y="3059692"/>
                </a:moveTo>
                <a:cubicBezTo>
                  <a:pt x="1756428" y="3059098"/>
                  <a:pt x="1751426" y="3063123"/>
                  <a:pt x="1750832" y="3068699"/>
                </a:cubicBezTo>
                <a:cubicBezTo>
                  <a:pt x="1750237" y="3074296"/>
                  <a:pt x="1754262" y="3079298"/>
                  <a:pt x="1759839" y="3079892"/>
                </a:cubicBezTo>
                <a:cubicBezTo>
                  <a:pt x="1760203" y="3079950"/>
                  <a:pt x="1760567" y="3079950"/>
                  <a:pt x="1760931" y="3079950"/>
                </a:cubicBezTo>
                <a:cubicBezTo>
                  <a:pt x="1766067" y="3079950"/>
                  <a:pt x="1770475" y="3076078"/>
                  <a:pt x="1771032" y="3070865"/>
                </a:cubicBezTo>
                <a:cubicBezTo>
                  <a:pt x="1771625" y="3065288"/>
                  <a:pt x="1767581" y="3060286"/>
                  <a:pt x="1762005" y="3059692"/>
                </a:cubicBezTo>
                <a:close/>
                <a:moveTo>
                  <a:pt x="2876277" y="2624256"/>
                </a:moveTo>
                <a:cubicBezTo>
                  <a:pt x="2869243" y="2626230"/>
                  <a:pt x="2865141" y="2633532"/>
                  <a:pt x="2867116" y="2640565"/>
                </a:cubicBezTo>
                <a:cubicBezTo>
                  <a:pt x="2868744" y="2646412"/>
                  <a:pt x="2874073" y="2650225"/>
                  <a:pt x="2879840" y="2650225"/>
                </a:cubicBezTo>
                <a:cubicBezTo>
                  <a:pt x="2881029" y="2650225"/>
                  <a:pt x="2882218" y="2650071"/>
                  <a:pt x="2883406" y="2649726"/>
                </a:cubicBezTo>
                <a:cubicBezTo>
                  <a:pt x="2890439" y="2647772"/>
                  <a:pt x="2894541" y="2640470"/>
                  <a:pt x="2892586" y="2633436"/>
                </a:cubicBezTo>
                <a:cubicBezTo>
                  <a:pt x="2890611" y="2626402"/>
                  <a:pt x="2883328" y="2622301"/>
                  <a:pt x="2876277" y="2624256"/>
                </a:cubicBezTo>
                <a:close/>
                <a:moveTo>
                  <a:pt x="1530104" y="3149730"/>
                </a:moveTo>
                <a:cubicBezTo>
                  <a:pt x="1525197" y="3148580"/>
                  <a:pt x="1520291" y="3151646"/>
                  <a:pt x="1519141" y="3156572"/>
                </a:cubicBezTo>
                <a:cubicBezTo>
                  <a:pt x="1518010" y="3161478"/>
                  <a:pt x="1521057" y="3166385"/>
                  <a:pt x="1525983" y="3167534"/>
                </a:cubicBezTo>
                <a:cubicBezTo>
                  <a:pt x="1526673" y="3167688"/>
                  <a:pt x="1527363" y="3167765"/>
                  <a:pt x="1528053" y="3167765"/>
                </a:cubicBezTo>
                <a:cubicBezTo>
                  <a:pt x="1532212" y="3167765"/>
                  <a:pt x="1535970" y="3164909"/>
                  <a:pt x="1536946" y="3160692"/>
                </a:cubicBezTo>
                <a:cubicBezTo>
                  <a:pt x="1538096" y="3155767"/>
                  <a:pt x="1535029" y="3150881"/>
                  <a:pt x="1530104" y="3149730"/>
                </a:cubicBezTo>
                <a:close/>
                <a:moveTo>
                  <a:pt x="4779450" y="1880891"/>
                </a:moveTo>
                <a:cubicBezTo>
                  <a:pt x="4774678" y="1881045"/>
                  <a:pt x="4770419" y="1883129"/>
                  <a:pt x="4767393" y="1886368"/>
                </a:cubicBezTo>
                <a:lnTo>
                  <a:pt x="4762740" y="1898762"/>
                </a:lnTo>
                <a:lnTo>
                  <a:pt x="4768028" y="1910626"/>
                </a:lnTo>
                <a:cubicBezTo>
                  <a:pt x="4771152" y="1913640"/>
                  <a:pt x="4775396" y="1915485"/>
                  <a:pt x="4780045" y="1915485"/>
                </a:cubicBezTo>
                <a:cubicBezTo>
                  <a:pt x="4780233" y="1915485"/>
                  <a:pt x="4780426" y="1915485"/>
                  <a:pt x="4780637" y="1915485"/>
                </a:cubicBezTo>
                <a:cubicBezTo>
                  <a:pt x="4790182" y="1915159"/>
                  <a:pt x="4797677" y="1907148"/>
                  <a:pt x="4797350" y="1897584"/>
                </a:cubicBezTo>
                <a:cubicBezTo>
                  <a:pt x="4797026" y="1888040"/>
                  <a:pt x="4789014" y="1880546"/>
                  <a:pt x="4779450" y="1880891"/>
                </a:cubicBezTo>
                <a:close/>
                <a:moveTo>
                  <a:pt x="6554768" y="1184098"/>
                </a:moveTo>
                <a:cubicBezTo>
                  <a:pt x="6544477" y="1188660"/>
                  <a:pt x="6539800" y="1200676"/>
                  <a:pt x="6544342" y="1210967"/>
                </a:cubicBezTo>
                <a:cubicBezTo>
                  <a:pt x="6547696" y="1218596"/>
                  <a:pt x="6555171" y="1223137"/>
                  <a:pt x="6563010" y="1223138"/>
                </a:cubicBezTo>
                <a:cubicBezTo>
                  <a:pt x="6565749" y="1223138"/>
                  <a:pt x="6568548" y="1222582"/>
                  <a:pt x="6571212" y="1221412"/>
                </a:cubicBezTo>
                <a:cubicBezTo>
                  <a:pt x="6581504" y="1216871"/>
                  <a:pt x="6586180" y="1204835"/>
                  <a:pt x="6581638" y="1194543"/>
                </a:cubicBezTo>
                <a:cubicBezTo>
                  <a:pt x="6579367" y="1189388"/>
                  <a:pt x="6575228" y="1185646"/>
                  <a:pt x="6570367" y="1183758"/>
                </a:cubicBezTo>
                <a:cubicBezTo>
                  <a:pt x="6565506" y="1181870"/>
                  <a:pt x="6559924" y="1181837"/>
                  <a:pt x="6554768" y="1184098"/>
                </a:cubicBezTo>
                <a:close/>
                <a:moveTo>
                  <a:pt x="5853303" y="1457223"/>
                </a:moveTo>
                <a:cubicBezTo>
                  <a:pt x="5842533" y="1460481"/>
                  <a:pt x="5836457" y="1471866"/>
                  <a:pt x="5839713" y="1482636"/>
                </a:cubicBezTo>
                <a:cubicBezTo>
                  <a:pt x="5842395" y="1491433"/>
                  <a:pt x="5850485" y="1497106"/>
                  <a:pt x="5859224" y="1497106"/>
                </a:cubicBezTo>
                <a:cubicBezTo>
                  <a:pt x="5861179" y="1497106"/>
                  <a:pt x="5863173" y="1496819"/>
                  <a:pt x="5865149" y="1496224"/>
                </a:cubicBezTo>
                <a:cubicBezTo>
                  <a:pt x="5875918" y="1492947"/>
                  <a:pt x="5881993" y="1481563"/>
                  <a:pt x="5878715" y="1470792"/>
                </a:cubicBezTo>
                <a:cubicBezTo>
                  <a:pt x="5875459" y="1460021"/>
                  <a:pt x="5864056" y="1453946"/>
                  <a:pt x="5853303" y="1457223"/>
                </a:cubicBezTo>
                <a:close/>
                <a:moveTo>
                  <a:pt x="3710640" y="2291010"/>
                </a:moveTo>
                <a:cubicBezTo>
                  <a:pt x="3703088" y="2293214"/>
                  <a:pt x="3698757" y="2301129"/>
                  <a:pt x="3700960" y="2308680"/>
                </a:cubicBezTo>
                <a:cubicBezTo>
                  <a:pt x="3702781" y="2314909"/>
                  <a:pt x="3708454" y="2318934"/>
                  <a:pt x="3714625" y="2318934"/>
                </a:cubicBezTo>
                <a:cubicBezTo>
                  <a:pt x="3715947" y="2318934"/>
                  <a:pt x="3717289" y="2318761"/>
                  <a:pt x="3718631" y="2318359"/>
                </a:cubicBezTo>
                <a:cubicBezTo>
                  <a:pt x="3726183" y="2316155"/>
                  <a:pt x="3730513" y="2308239"/>
                  <a:pt x="3728309" y="2300689"/>
                </a:cubicBezTo>
                <a:cubicBezTo>
                  <a:pt x="3726106" y="2293157"/>
                  <a:pt x="3718191" y="2288806"/>
                  <a:pt x="3710640" y="2291010"/>
                </a:cubicBezTo>
                <a:close/>
                <a:moveTo>
                  <a:pt x="7259458" y="905166"/>
                </a:moveTo>
                <a:cubicBezTo>
                  <a:pt x="7248667" y="908367"/>
                  <a:pt x="7242516" y="919712"/>
                  <a:pt x="7245736" y="930502"/>
                </a:cubicBezTo>
                <a:cubicBezTo>
                  <a:pt x="7248380" y="939357"/>
                  <a:pt x="7256487" y="945068"/>
                  <a:pt x="7265265" y="945068"/>
                </a:cubicBezTo>
                <a:cubicBezTo>
                  <a:pt x="7267182" y="945068"/>
                  <a:pt x="7269155" y="944800"/>
                  <a:pt x="7271091" y="944225"/>
                </a:cubicBezTo>
                <a:cubicBezTo>
                  <a:pt x="7281881" y="941005"/>
                  <a:pt x="7288015" y="929659"/>
                  <a:pt x="7284795" y="918869"/>
                </a:cubicBezTo>
                <a:cubicBezTo>
                  <a:pt x="7281594" y="908080"/>
                  <a:pt x="7270248" y="901946"/>
                  <a:pt x="7259458" y="905166"/>
                </a:cubicBezTo>
                <a:close/>
                <a:moveTo>
                  <a:pt x="5290725" y="1673445"/>
                </a:moveTo>
                <a:cubicBezTo>
                  <a:pt x="5280048" y="1674021"/>
                  <a:pt x="5271884" y="1683143"/>
                  <a:pt x="5272458" y="1693818"/>
                </a:cubicBezTo>
                <a:cubicBezTo>
                  <a:pt x="5273015" y="1704149"/>
                  <a:pt x="5281561" y="1712122"/>
                  <a:pt x="5291778" y="1712122"/>
                </a:cubicBezTo>
                <a:cubicBezTo>
                  <a:pt x="5292144" y="1712122"/>
                  <a:pt x="5292486" y="1712122"/>
                  <a:pt x="5292850" y="1712103"/>
                </a:cubicBezTo>
                <a:cubicBezTo>
                  <a:pt x="5303526" y="1711508"/>
                  <a:pt x="5311690" y="1702385"/>
                  <a:pt x="5311114" y="1691710"/>
                </a:cubicBezTo>
                <a:cubicBezTo>
                  <a:pt x="5310522" y="1681035"/>
                  <a:pt x="5301398" y="1672852"/>
                  <a:pt x="5290725" y="1673445"/>
                </a:cubicBezTo>
                <a:close/>
                <a:moveTo>
                  <a:pt x="4163879" y="2112619"/>
                </a:moveTo>
                <a:cubicBezTo>
                  <a:pt x="4155600" y="2114229"/>
                  <a:pt x="4150214" y="2122259"/>
                  <a:pt x="4151843" y="2130538"/>
                </a:cubicBezTo>
                <a:cubicBezTo>
                  <a:pt x="4153260" y="2137822"/>
                  <a:pt x="4159644" y="2142862"/>
                  <a:pt x="4166810" y="2142862"/>
                </a:cubicBezTo>
                <a:cubicBezTo>
                  <a:pt x="4167770" y="2142862"/>
                  <a:pt x="4168765" y="2142766"/>
                  <a:pt x="4169762" y="2142574"/>
                </a:cubicBezTo>
                <a:cubicBezTo>
                  <a:pt x="4178042" y="2140964"/>
                  <a:pt x="4183429" y="2132934"/>
                  <a:pt x="4181797" y="2124654"/>
                </a:cubicBezTo>
                <a:cubicBezTo>
                  <a:pt x="4180171" y="2116375"/>
                  <a:pt x="4172158" y="2110990"/>
                  <a:pt x="4163879" y="2112619"/>
                </a:cubicBezTo>
                <a:close/>
                <a:moveTo>
                  <a:pt x="6653623" y="1140612"/>
                </a:moveTo>
                <a:cubicBezTo>
                  <a:pt x="6643313" y="1145135"/>
                  <a:pt x="6638616" y="1157152"/>
                  <a:pt x="6643159" y="1167462"/>
                </a:cubicBezTo>
                <a:cubicBezTo>
                  <a:pt x="6646494" y="1175109"/>
                  <a:pt x="6653987" y="1179652"/>
                  <a:pt x="6661826" y="1179652"/>
                </a:cubicBezTo>
                <a:cubicBezTo>
                  <a:pt x="6664548" y="1179652"/>
                  <a:pt x="6667326" y="1179115"/>
                  <a:pt x="6669990" y="1177946"/>
                </a:cubicBezTo>
                <a:cubicBezTo>
                  <a:pt x="6680301" y="1173423"/>
                  <a:pt x="6684998" y="1161406"/>
                  <a:pt x="6680474" y="1151096"/>
                </a:cubicBezTo>
                <a:cubicBezTo>
                  <a:pt x="6678212" y="1145940"/>
                  <a:pt x="6674077" y="1142188"/>
                  <a:pt x="6669219" y="1140291"/>
                </a:cubicBezTo>
                <a:cubicBezTo>
                  <a:pt x="6664360" y="1138393"/>
                  <a:pt x="6658779" y="1138350"/>
                  <a:pt x="6653623" y="1140612"/>
                </a:cubicBezTo>
                <a:close/>
                <a:moveTo>
                  <a:pt x="2336830" y="2825243"/>
                </a:moveTo>
                <a:cubicBezTo>
                  <a:pt x="2330143" y="2826028"/>
                  <a:pt x="2325351" y="2832085"/>
                  <a:pt x="2326136" y="2838793"/>
                </a:cubicBezTo>
                <a:cubicBezTo>
                  <a:pt x="2326864" y="2845002"/>
                  <a:pt x="2332135" y="2849564"/>
                  <a:pt x="2338249" y="2849564"/>
                </a:cubicBezTo>
                <a:cubicBezTo>
                  <a:pt x="2338708" y="2849564"/>
                  <a:pt x="2339188" y="2849545"/>
                  <a:pt x="2339686" y="2849487"/>
                </a:cubicBezTo>
                <a:cubicBezTo>
                  <a:pt x="2346375" y="2848701"/>
                  <a:pt x="2351166" y="2842626"/>
                  <a:pt x="2350381" y="2835937"/>
                </a:cubicBezTo>
                <a:cubicBezTo>
                  <a:pt x="2349595" y="2829248"/>
                  <a:pt x="2343519" y="2824457"/>
                  <a:pt x="2336830" y="2825243"/>
                </a:cubicBezTo>
                <a:close/>
                <a:moveTo>
                  <a:pt x="451516" y="3558833"/>
                </a:moveTo>
                <a:cubicBezTo>
                  <a:pt x="450768" y="3559619"/>
                  <a:pt x="450808" y="3560883"/>
                  <a:pt x="451612" y="3561613"/>
                </a:cubicBezTo>
                <a:cubicBezTo>
                  <a:pt x="451997" y="3561977"/>
                  <a:pt x="452475" y="3562150"/>
                  <a:pt x="452973" y="3562150"/>
                </a:cubicBezTo>
                <a:cubicBezTo>
                  <a:pt x="453492" y="3562150"/>
                  <a:pt x="454027" y="3561938"/>
                  <a:pt x="454410" y="3561536"/>
                </a:cubicBezTo>
                <a:cubicBezTo>
                  <a:pt x="455157" y="3560731"/>
                  <a:pt x="455120" y="3559484"/>
                  <a:pt x="454315" y="3558737"/>
                </a:cubicBezTo>
                <a:cubicBezTo>
                  <a:pt x="453530" y="3557990"/>
                  <a:pt x="452263" y="3558028"/>
                  <a:pt x="451516" y="3558833"/>
                </a:cubicBezTo>
                <a:close/>
                <a:moveTo>
                  <a:pt x="7822762" y="681196"/>
                </a:moveTo>
                <a:cubicBezTo>
                  <a:pt x="7818759" y="684934"/>
                  <a:pt x="7816181" y="690199"/>
                  <a:pt x="7815980" y="696111"/>
                </a:cubicBezTo>
                <a:cubicBezTo>
                  <a:pt x="7815578" y="707917"/>
                  <a:pt x="7824815" y="717825"/>
                  <a:pt x="7836640" y="718229"/>
                </a:cubicBezTo>
                <a:lnTo>
                  <a:pt x="7836640" y="718247"/>
                </a:lnTo>
                <a:cubicBezTo>
                  <a:pt x="7836870" y="718247"/>
                  <a:pt x="7837120" y="718247"/>
                  <a:pt x="7837368" y="718247"/>
                </a:cubicBezTo>
                <a:cubicBezTo>
                  <a:pt x="7848849" y="718247"/>
                  <a:pt x="7858355" y="709144"/>
                  <a:pt x="7858757" y="697568"/>
                </a:cubicBezTo>
                <a:cubicBezTo>
                  <a:pt x="7859159" y="685762"/>
                  <a:pt x="7849903" y="675854"/>
                  <a:pt x="7838097" y="675452"/>
                </a:cubicBezTo>
                <a:cubicBezTo>
                  <a:pt x="7832194" y="675250"/>
                  <a:pt x="7826765" y="677459"/>
                  <a:pt x="7822762" y="681196"/>
                </a:cubicBezTo>
                <a:close/>
                <a:moveTo>
                  <a:pt x="2776636" y="2650647"/>
                </a:moveTo>
                <a:cubicBezTo>
                  <a:pt x="2769545" y="2652390"/>
                  <a:pt x="2765232" y="2659578"/>
                  <a:pt x="2766995" y="2666668"/>
                </a:cubicBezTo>
                <a:cubicBezTo>
                  <a:pt x="2768490" y="2672687"/>
                  <a:pt x="2773876" y="2676692"/>
                  <a:pt x="2779817" y="2676692"/>
                </a:cubicBezTo>
                <a:cubicBezTo>
                  <a:pt x="2780871" y="2676692"/>
                  <a:pt x="2781944" y="2676578"/>
                  <a:pt x="2783018" y="2676309"/>
                </a:cubicBezTo>
                <a:cubicBezTo>
                  <a:pt x="2790109" y="2674546"/>
                  <a:pt x="2794421" y="2667359"/>
                  <a:pt x="2792658" y="2660286"/>
                </a:cubicBezTo>
                <a:cubicBezTo>
                  <a:pt x="2790894" y="2653196"/>
                  <a:pt x="2783727" y="2648864"/>
                  <a:pt x="2776636" y="2650647"/>
                </a:cubicBezTo>
                <a:close/>
                <a:moveTo>
                  <a:pt x="6752746" y="1097490"/>
                </a:moveTo>
                <a:cubicBezTo>
                  <a:pt x="6742416" y="1101937"/>
                  <a:pt x="6737643" y="1113934"/>
                  <a:pt x="6742109" y="1124283"/>
                </a:cubicBezTo>
                <a:cubicBezTo>
                  <a:pt x="6745424" y="1131988"/>
                  <a:pt x="6752937" y="1136587"/>
                  <a:pt x="6760834" y="1136587"/>
                </a:cubicBezTo>
                <a:cubicBezTo>
                  <a:pt x="6763516" y="1136587"/>
                  <a:pt x="6766257" y="1136051"/>
                  <a:pt x="6768883" y="1134919"/>
                </a:cubicBezTo>
                <a:cubicBezTo>
                  <a:pt x="6779213" y="1130473"/>
                  <a:pt x="6783985" y="1118476"/>
                  <a:pt x="6779539" y="1108145"/>
                </a:cubicBezTo>
                <a:cubicBezTo>
                  <a:pt x="6777307" y="1102980"/>
                  <a:pt x="6773196" y="1099205"/>
                  <a:pt x="6768350" y="1097277"/>
                </a:cubicBezTo>
                <a:cubicBezTo>
                  <a:pt x="6763503" y="1095348"/>
                  <a:pt x="6757921" y="1095266"/>
                  <a:pt x="6752746" y="1097490"/>
                </a:cubicBezTo>
                <a:close/>
                <a:moveTo>
                  <a:pt x="1997604" y="2953056"/>
                </a:moveTo>
                <a:cubicBezTo>
                  <a:pt x="1991414" y="2952980"/>
                  <a:pt x="1986374" y="2957943"/>
                  <a:pt x="1986316" y="2964134"/>
                </a:cubicBezTo>
                <a:cubicBezTo>
                  <a:pt x="1986259" y="2970306"/>
                  <a:pt x="1991223" y="2975345"/>
                  <a:pt x="1997394" y="2975403"/>
                </a:cubicBezTo>
                <a:lnTo>
                  <a:pt x="1997489" y="2975403"/>
                </a:lnTo>
                <a:cubicBezTo>
                  <a:pt x="2003623" y="2975403"/>
                  <a:pt x="2008625" y="2970458"/>
                  <a:pt x="2008682" y="2964326"/>
                </a:cubicBezTo>
                <a:cubicBezTo>
                  <a:pt x="2008720" y="2958154"/>
                  <a:pt x="2003776" y="2953095"/>
                  <a:pt x="1997604" y="2953056"/>
                </a:cubicBezTo>
                <a:close/>
                <a:moveTo>
                  <a:pt x="7155850" y="938246"/>
                </a:moveTo>
                <a:cubicBezTo>
                  <a:pt x="7145195" y="941868"/>
                  <a:pt x="7139502" y="953443"/>
                  <a:pt x="7143124" y="964099"/>
                </a:cubicBezTo>
                <a:cubicBezTo>
                  <a:pt x="7145999" y="972571"/>
                  <a:pt x="7153934" y="977918"/>
                  <a:pt x="7162405" y="977918"/>
                </a:cubicBezTo>
                <a:cubicBezTo>
                  <a:pt x="7164589" y="977918"/>
                  <a:pt x="7166794" y="977573"/>
                  <a:pt x="7168959" y="976825"/>
                </a:cubicBezTo>
                <a:lnTo>
                  <a:pt x="7168978" y="976825"/>
                </a:lnTo>
                <a:cubicBezTo>
                  <a:pt x="7179635" y="973203"/>
                  <a:pt x="7185327" y="961627"/>
                  <a:pt x="7181704" y="950971"/>
                </a:cubicBezTo>
                <a:cubicBezTo>
                  <a:pt x="7178082" y="940315"/>
                  <a:pt x="7166505" y="934624"/>
                  <a:pt x="7155850" y="938246"/>
                </a:cubicBezTo>
                <a:close/>
                <a:moveTo>
                  <a:pt x="5750177" y="1486584"/>
                </a:moveTo>
                <a:cubicBezTo>
                  <a:pt x="5739290" y="1489459"/>
                  <a:pt x="5732811" y="1500632"/>
                  <a:pt x="5735685" y="1511499"/>
                </a:cubicBezTo>
                <a:cubicBezTo>
                  <a:pt x="5738100" y="1520640"/>
                  <a:pt x="5746360" y="1526678"/>
                  <a:pt x="5755368" y="1526678"/>
                </a:cubicBezTo>
                <a:cubicBezTo>
                  <a:pt x="5757112" y="1526678"/>
                  <a:pt x="5758857" y="1526448"/>
                  <a:pt x="5760601" y="1525988"/>
                </a:cubicBezTo>
                <a:cubicBezTo>
                  <a:pt x="5771488" y="1523113"/>
                  <a:pt x="5777963" y="1511959"/>
                  <a:pt x="5775088" y="1501073"/>
                </a:cubicBezTo>
                <a:cubicBezTo>
                  <a:pt x="5772215" y="1490187"/>
                  <a:pt x="5761060" y="1483709"/>
                  <a:pt x="5750177" y="1486584"/>
                </a:cubicBezTo>
                <a:close/>
                <a:moveTo>
                  <a:pt x="3610749" y="2321196"/>
                </a:moveTo>
                <a:cubicBezTo>
                  <a:pt x="3603237" y="2323534"/>
                  <a:pt x="3599038" y="2331506"/>
                  <a:pt x="3601378" y="2339020"/>
                </a:cubicBezTo>
                <a:cubicBezTo>
                  <a:pt x="3603275" y="2345133"/>
                  <a:pt x="3608891" y="2349043"/>
                  <a:pt x="3614966" y="2349043"/>
                </a:cubicBezTo>
                <a:cubicBezTo>
                  <a:pt x="3616365" y="2349043"/>
                  <a:pt x="3617803" y="2348832"/>
                  <a:pt x="3619201" y="2348411"/>
                </a:cubicBezTo>
                <a:cubicBezTo>
                  <a:pt x="3626714" y="2346072"/>
                  <a:pt x="3630910" y="2338080"/>
                  <a:pt x="3628593" y="2330567"/>
                </a:cubicBezTo>
                <a:cubicBezTo>
                  <a:pt x="3626254" y="2323054"/>
                  <a:pt x="3618262" y="2318858"/>
                  <a:pt x="3610749" y="2321196"/>
                </a:cubicBezTo>
                <a:close/>
                <a:moveTo>
                  <a:pt x="6852329" y="1055192"/>
                </a:moveTo>
                <a:cubicBezTo>
                  <a:pt x="6841960" y="1059523"/>
                  <a:pt x="6837054" y="1071464"/>
                  <a:pt x="6841386" y="1081851"/>
                </a:cubicBezTo>
                <a:cubicBezTo>
                  <a:pt x="6844663" y="1089651"/>
                  <a:pt x="6852233" y="1094366"/>
                  <a:pt x="6860206" y="1094366"/>
                </a:cubicBezTo>
                <a:cubicBezTo>
                  <a:pt x="6862832" y="1094366"/>
                  <a:pt x="6865496" y="1093867"/>
                  <a:pt x="6868064" y="1092794"/>
                </a:cubicBezTo>
                <a:cubicBezTo>
                  <a:pt x="6878451" y="1088444"/>
                  <a:pt x="6883338" y="1076504"/>
                  <a:pt x="6878988" y="1066117"/>
                </a:cubicBezTo>
                <a:cubicBezTo>
                  <a:pt x="6876823" y="1060923"/>
                  <a:pt x="6872755" y="1057104"/>
                  <a:pt x="6867930" y="1055128"/>
                </a:cubicBezTo>
                <a:cubicBezTo>
                  <a:pt x="6863105" y="1053151"/>
                  <a:pt x="6857523" y="1053017"/>
                  <a:pt x="6852329" y="1055192"/>
                </a:cubicBezTo>
                <a:close/>
                <a:moveTo>
                  <a:pt x="7053603" y="974851"/>
                </a:moveTo>
                <a:cubicBezTo>
                  <a:pt x="7043063" y="978818"/>
                  <a:pt x="7037715" y="990567"/>
                  <a:pt x="7041682" y="1001107"/>
                </a:cubicBezTo>
                <a:cubicBezTo>
                  <a:pt x="7044749" y="1009272"/>
                  <a:pt x="7052510" y="1014312"/>
                  <a:pt x="7060752" y="1014312"/>
                </a:cubicBezTo>
                <a:cubicBezTo>
                  <a:pt x="7063147" y="1014312"/>
                  <a:pt x="7065562" y="1013910"/>
                  <a:pt x="7067919" y="1013010"/>
                </a:cubicBezTo>
                <a:cubicBezTo>
                  <a:pt x="7078460" y="1009062"/>
                  <a:pt x="7083789" y="997313"/>
                  <a:pt x="7079841" y="986772"/>
                </a:cubicBezTo>
                <a:cubicBezTo>
                  <a:pt x="7075873" y="976250"/>
                  <a:pt x="7064144" y="970903"/>
                  <a:pt x="7053603" y="974851"/>
                </a:cubicBezTo>
                <a:close/>
                <a:moveTo>
                  <a:pt x="6952545" y="1014140"/>
                </a:moveTo>
                <a:cubicBezTo>
                  <a:pt x="6942099" y="1018318"/>
                  <a:pt x="6937021" y="1030182"/>
                  <a:pt x="6941199" y="1040627"/>
                </a:cubicBezTo>
                <a:cubicBezTo>
                  <a:pt x="6944380" y="1048599"/>
                  <a:pt x="6952027" y="1053448"/>
                  <a:pt x="6960134" y="1053448"/>
                </a:cubicBezTo>
                <a:cubicBezTo>
                  <a:pt x="6962645" y="1053448"/>
                  <a:pt x="6965213" y="1052969"/>
                  <a:pt x="6967685" y="1051972"/>
                </a:cubicBezTo>
                <a:cubicBezTo>
                  <a:pt x="6978149" y="1047794"/>
                  <a:pt x="6983227" y="1035931"/>
                  <a:pt x="6979031" y="1025486"/>
                </a:cubicBezTo>
                <a:cubicBezTo>
                  <a:pt x="6974853" y="1015041"/>
                  <a:pt x="6962989" y="1009962"/>
                  <a:pt x="6952545" y="1014140"/>
                </a:cubicBezTo>
                <a:close/>
                <a:moveTo>
                  <a:pt x="1305103" y="3218170"/>
                </a:moveTo>
                <a:cubicBezTo>
                  <a:pt x="1300925" y="3216542"/>
                  <a:pt x="1296210" y="3218612"/>
                  <a:pt x="1294600" y="3222789"/>
                </a:cubicBezTo>
                <a:cubicBezTo>
                  <a:pt x="1292972" y="3226967"/>
                  <a:pt x="1295040" y="3231663"/>
                  <a:pt x="1299220" y="3233292"/>
                </a:cubicBezTo>
                <a:cubicBezTo>
                  <a:pt x="1300177" y="3233656"/>
                  <a:pt x="1301175" y="3233848"/>
                  <a:pt x="1302152" y="3233848"/>
                </a:cubicBezTo>
                <a:cubicBezTo>
                  <a:pt x="1305390" y="3233848"/>
                  <a:pt x="1308457" y="3231874"/>
                  <a:pt x="1309721" y="3228673"/>
                </a:cubicBezTo>
                <a:cubicBezTo>
                  <a:pt x="1311331" y="3224495"/>
                  <a:pt x="1309281" y="3219780"/>
                  <a:pt x="1305103" y="3218170"/>
                </a:cubicBezTo>
                <a:close/>
                <a:moveTo>
                  <a:pt x="3511339" y="2352511"/>
                </a:moveTo>
                <a:cubicBezTo>
                  <a:pt x="3503864" y="2354907"/>
                  <a:pt x="3499706" y="2362918"/>
                  <a:pt x="3502101" y="2370412"/>
                </a:cubicBezTo>
                <a:cubicBezTo>
                  <a:pt x="3504037" y="2376468"/>
                  <a:pt x="3509634" y="2380339"/>
                  <a:pt x="3515669" y="2380340"/>
                </a:cubicBezTo>
                <a:cubicBezTo>
                  <a:pt x="3517107" y="2380339"/>
                  <a:pt x="3518564" y="2380109"/>
                  <a:pt x="3520000" y="2379649"/>
                </a:cubicBezTo>
                <a:cubicBezTo>
                  <a:pt x="3527494" y="2377273"/>
                  <a:pt x="3531635" y="2369243"/>
                  <a:pt x="3529259" y="2361749"/>
                </a:cubicBezTo>
                <a:cubicBezTo>
                  <a:pt x="3526862" y="2354256"/>
                  <a:pt x="3518851" y="2350115"/>
                  <a:pt x="3511339" y="2352511"/>
                </a:cubicBezTo>
                <a:close/>
                <a:moveTo>
                  <a:pt x="4417381" y="1996553"/>
                </a:moveTo>
                <a:cubicBezTo>
                  <a:pt x="4408488" y="1997857"/>
                  <a:pt x="4402316" y="2006137"/>
                  <a:pt x="4403618" y="2015029"/>
                </a:cubicBezTo>
                <a:cubicBezTo>
                  <a:pt x="4404787" y="2023136"/>
                  <a:pt x="4411764" y="2028963"/>
                  <a:pt x="4419719" y="2028963"/>
                </a:cubicBezTo>
                <a:cubicBezTo>
                  <a:pt x="4420504" y="2028963"/>
                  <a:pt x="4421289" y="2028905"/>
                  <a:pt x="4422096" y="2028790"/>
                </a:cubicBezTo>
                <a:cubicBezTo>
                  <a:pt x="4430987" y="2027505"/>
                  <a:pt x="4437158" y="2019226"/>
                  <a:pt x="4435856" y="2010314"/>
                </a:cubicBezTo>
                <a:cubicBezTo>
                  <a:pt x="4434552" y="2001422"/>
                  <a:pt x="4426272" y="1995251"/>
                  <a:pt x="4417381" y="1996553"/>
                </a:cubicBezTo>
                <a:close/>
                <a:moveTo>
                  <a:pt x="8322797" y="471963"/>
                </a:moveTo>
                <a:cubicBezTo>
                  <a:pt x="8317417" y="474622"/>
                  <a:pt x="8313052" y="479332"/>
                  <a:pt x="8310982" y="485465"/>
                </a:cubicBezTo>
                <a:cubicBezTo>
                  <a:pt x="8306842" y="497731"/>
                  <a:pt x="8313416" y="511032"/>
                  <a:pt x="8325681" y="515191"/>
                </a:cubicBezTo>
                <a:cubicBezTo>
                  <a:pt x="8328174" y="516034"/>
                  <a:pt x="8330703" y="516436"/>
                  <a:pt x="8333195" y="516436"/>
                </a:cubicBezTo>
                <a:cubicBezTo>
                  <a:pt x="8342969" y="516436"/>
                  <a:pt x="8352092" y="510265"/>
                  <a:pt x="8355407" y="500491"/>
                </a:cubicBezTo>
                <a:cubicBezTo>
                  <a:pt x="8359547" y="488225"/>
                  <a:pt x="8352974" y="474905"/>
                  <a:pt x="8340708" y="470765"/>
                </a:cubicBezTo>
                <a:cubicBezTo>
                  <a:pt x="8334574" y="468695"/>
                  <a:pt x="8328178" y="469304"/>
                  <a:pt x="8322797" y="471963"/>
                </a:cubicBezTo>
                <a:close/>
                <a:moveTo>
                  <a:pt x="963367" y="3343894"/>
                </a:moveTo>
                <a:cubicBezTo>
                  <a:pt x="961584" y="3346731"/>
                  <a:pt x="962428" y="3350469"/>
                  <a:pt x="965263" y="3352251"/>
                </a:cubicBezTo>
                <a:cubicBezTo>
                  <a:pt x="966261" y="3352902"/>
                  <a:pt x="967390" y="3353209"/>
                  <a:pt x="968502" y="3353209"/>
                </a:cubicBezTo>
                <a:cubicBezTo>
                  <a:pt x="970514" y="3353209"/>
                  <a:pt x="972471" y="3352194"/>
                  <a:pt x="973620" y="3350373"/>
                </a:cubicBezTo>
                <a:cubicBezTo>
                  <a:pt x="975421" y="3347536"/>
                  <a:pt x="974579" y="3343799"/>
                  <a:pt x="971742" y="3341997"/>
                </a:cubicBezTo>
                <a:cubicBezTo>
                  <a:pt x="968905" y="3340215"/>
                  <a:pt x="965168" y="3341058"/>
                  <a:pt x="963367" y="3343894"/>
                </a:cubicBezTo>
                <a:close/>
                <a:moveTo>
                  <a:pt x="4060905" y="2134238"/>
                </a:moveTo>
                <a:cubicBezTo>
                  <a:pt x="4052662" y="2136077"/>
                  <a:pt x="4047488" y="2144242"/>
                  <a:pt x="4049329" y="2152463"/>
                </a:cubicBezTo>
                <a:cubicBezTo>
                  <a:pt x="4050901" y="2159574"/>
                  <a:pt x="4057206" y="2164404"/>
                  <a:pt x="4064200" y="2164404"/>
                </a:cubicBezTo>
                <a:cubicBezTo>
                  <a:pt x="4065312" y="2164404"/>
                  <a:pt x="4066425" y="2164289"/>
                  <a:pt x="4067554" y="2164039"/>
                </a:cubicBezTo>
                <a:cubicBezTo>
                  <a:pt x="4075777" y="2162219"/>
                  <a:pt x="4080951" y="2154055"/>
                  <a:pt x="4079131" y="2145813"/>
                </a:cubicBezTo>
                <a:cubicBezTo>
                  <a:pt x="4077290" y="2137591"/>
                  <a:pt x="4069128" y="2132398"/>
                  <a:pt x="4060905" y="2134238"/>
                </a:cubicBezTo>
                <a:close/>
                <a:moveTo>
                  <a:pt x="2676267" y="2673760"/>
                </a:moveTo>
                <a:cubicBezTo>
                  <a:pt x="2669137" y="2675274"/>
                  <a:pt x="2664576" y="2682288"/>
                  <a:pt x="2666091" y="2689437"/>
                </a:cubicBezTo>
                <a:cubicBezTo>
                  <a:pt x="2667412" y="2695666"/>
                  <a:pt x="2672894" y="2699921"/>
                  <a:pt x="2679008" y="2699921"/>
                </a:cubicBezTo>
                <a:cubicBezTo>
                  <a:pt x="2679928" y="2699921"/>
                  <a:pt x="2680847" y="2699825"/>
                  <a:pt x="2681768" y="2699633"/>
                </a:cubicBezTo>
                <a:cubicBezTo>
                  <a:pt x="2688917" y="2698119"/>
                  <a:pt x="2693478" y="2691085"/>
                  <a:pt x="2691963" y="2683956"/>
                </a:cubicBezTo>
                <a:cubicBezTo>
                  <a:pt x="2690449" y="2676807"/>
                  <a:pt x="2683415" y="2672246"/>
                  <a:pt x="2676267" y="2673760"/>
                </a:cubicBezTo>
                <a:close/>
                <a:moveTo>
                  <a:pt x="3412197" y="2384346"/>
                </a:moveTo>
                <a:cubicBezTo>
                  <a:pt x="3404704" y="2386760"/>
                  <a:pt x="3400582" y="2394791"/>
                  <a:pt x="3402997" y="2402265"/>
                </a:cubicBezTo>
                <a:cubicBezTo>
                  <a:pt x="3404954" y="2408302"/>
                  <a:pt x="3410530" y="2412154"/>
                  <a:pt x="3416547" y="2412154"/>
                </a:cubicBezTo>
                <a:cubicBezTo>
                  <a:pt x="3418004" y="2412154"/>
                  <a:pt x="3419480" y="2411924"/>
                  <a:pt x="3420936" y="2411464"/>
                </a:cubicBezTo>
                <a:cubicBezTo>
                  <a:pt x="3428412" y="2409049"/>
                  <a:pt x="3432531" y="2401019"/>
                  <a:pt x="3430116" y="2393525"/>
                </a:cubicBezTo>
                <a:cubicBezTo>
                  <a:pt x="3427701" y="2386050"/>
                  <a:pt x="3419670" y="2381930"/>
                  <a:pt x="3412197" y="2384346"/>
                </a:cubicBezTo>
                <a:close/>
                <a:moveTo>
                  <a:pt x="5646108" y="1511786"/>
                </a:moveTo>
                <a:cubicBezTo>
                  <a:pt x="5635124" y="1514182"/>
                  <a:pt x="5628151" y="1525030"/>
                  <a:pt x="5630544" y="1536031"/>
                </a:cubicBezTo>
                <a:cubicBezTo>
                  <a:pt x="5632633" y="1545556"/>
                  <a:pt x="5641067" y="1552072"/>
                  <a:pt x="5650439" y="1552072"/>
                </a:cubicBezTo>
                <a:cubicBezTo>
                  <a:pt x="5651874" y="1552072"/>
                  <a:pt x="5653351" y="1551919"/>
                  <a:pt x="5654809" y="1551593"/>
                </a:cubicBezTo>
                <a:cubicBezTo>
                  <a:pt x="5665808" y="1549197"/>
                  <a:pt x="5672767" y="1538349"/>
                  <a:pt x="5670369" y="1527348"/>
                </a:cubicBezTo>
                <a:cubicBezTo>
                  <a:pt x="5667976" y="1516348"/>
                  <a:pt x="5657127" y="1509372"/>
                  <a:pt x="5646108" y="1511786"/>
                </a:cubicBezTo>
                <a:close/>
                <a:moveTo>
                  <a:pt x="8077273" y="559235"/>
                </a:moveTo>
                <a:cubicBezTo>
                  <a:pt x="8072493" y="562414"/>
                  <a:pt x="8068923" y="567416"/>
                  <a:pt x="8067697" y="573492"/>
                </a:cubicBezTo>
                <a:cubicBezTo>
                  <a:pt x="8065263" y="585623"/>
                  <a:pt x="8073121" y="597448"/>
                  <a:pt x="8085271" y="599882"/>
                </a:cubicBezTo>
                <a:cubicBezTo>
                  <a:pt x="8086767" y="600189"/>
                  <a:pt x="8088243" y="600323"/>
                  <a:pt x="8089717" y="600323"/>
                </a:cubicBezTo>
                <a:cubicBezTo>
                  <a:pt x="8100163" y="600323"/>
                  <a:pt x="8109535" y="592983"/>
                  <a:pt x="8111682" y="582327"/>
                </a:cubicBezTo>
                <a:cubicBezTo>
                  <a:pt x="8114116" y="570195"/>
                  <a:pt x="8106258" y="558351"/>
                  <a:pt x="8094106" y="555917"/>
                </a:cubicBezTo>
                <a:cubicBezTo>
                  <a:pt x="8088041" y="554700"/>
                  <a:pt x="8082052" y="556056"/>
                  <a:pt x="8077273" y="559235"/>
                </a:cubicBezTo>
                <a:close/>
                <a:moveTo>
                  <a:pt x="554511" y="3495032"/>
                </a:moveTo>
                <a:cubicBezTo>
                  <a:pt x="553418" y="3496278"/>
                  <a:pt x="553534" y="3498174"/>
                  <a:pt x="554760" y="3499287"/>
                </a:cubicBezTo>
                <a:cubicBezTo>
                  <a:pt x="555335" y="3499785"/>
                  <a:pt x="556045" y="3500034"/>
                  <a:pt x="556754" y="3500034"/>
                </a:cubicBezTo>
                <a:cubicBezTo>
                  <a:pt x="557577" y="3500034"/>
                  <a:pt x="558421" y="3499689"/>
                  <a:pt x="559015" y="3499037"/>
                </a:cubicBezTo>
                <a:cubicBezTo>
                  <a:pt x="560108" y="3497792"/>
                  <a:pt x="559993" y="3495895"/>
                  <a:pt x="558748" y="3494783"/>
                </a:cubicBezTo>
                <a:cubicBezTo>
                  <a:pt x="557501" y="3493690"/>
                  <a:pt x="555604" y="3493805"/>
                  <a:pt x="554511" y="3495032"/>
                </a:cubicBezTo>
                <a:close/>
                <a:moveTo>
                  <a:pt x="4672679" y="1887407"/>
                </a:moveTo>
                <a:cubicBezTo>
                  <a:pt x="4663155" y="1888250"/>
                  <a:pt x="4656102" y="1896664"/>
                  <a:pt x="4656965" y="1906189"/>
                </a:cubicBezTo>
                <a:cubicBezTo>
                  <a:pt x="4657770" y="1915198"/>
                  <a:pt x="4665321" y="1921982"/>
                  <a:pt x="4674196" y="1921982"/>
                </a:cubicBezTo>
                <a:cubicBezTo>
                  <a:pt x="4674693" y="1921982"/>
                  <a:pt x="4675210" y="1921962"/>
                  <a:pt x="4675727" y="1921905"/>
                </a:cubicBezTo>
                <a:cubicBezTo>
                  <a:pt x="4685252" y="1921061"/>
                  <a:pt x="4692286" y="1912648"/>
                  <a:pt x="4691445" y="1903123"/>
                </a:cubicBezTo>
                <a:cubicBezTo>
                  <a:pt x="4690601" y="1893598"/>
                  <a:pt x="4682205" y="1886564"/>
                  <a:pt x="4672679" y="1887407"/>
                </a:cubicBezTo>
                <a:close/>
                <a:moveTo>
                  <a:pt x="4929037" y="1785428"/>
                </a:moveTo>
                <a:cubicBezTo>
                  <a:pt x="4918917" y="1785697"/>
                  <a:pt x="4910924" y="1794130"/>
                  <a:pt x="4911193" y="1804249"/>
                </a:cubicBezTo>
                <a:cubicBezTo>
                  <a:pt x="4911478" y="1814195"/>
                  <a:pt x="4919627" y="1822091"/>
                  <a:pt x="4929516" y="1822091"/>
                </a:cubicBezTo>
                <a:cubicBezTo>
                  <a:pt x="4929688" y="1822091"/>
                  <a:pt x="4929860" y="1822091"/>
                  <a:pt x="4930033" y="1822073"/>
                </a:cubicBezTo>
                <a:cubicBezTo>
                  <a:pt x="4940152" y="1821804"/>
                  <a:pt x="4948127" y="1813371"/>
                  <a:pt x="4947856" y="1803252"/>
                </a:cubicBezTo>
                <a:cubicBezTo>
                  <a:pt x="4947588" y="1793133"/>
                  <a:pt x="4939155" y="1785141"/>
                  <a:pt x="4929037" y="1785428"/>
                </a:cubicBezTo>
                <a:close/>
                <a:moveTo>
                  <a:pt x="3313111" y="2416216"/>
                </a:moveTo>
                <a:cubicBezTo>
                  <a:pt x="3305619" y="2418613"/>
                  <a:pt x="3301497" y="2426643"/>
                  <a:pt x="3303893" y="2434137"/>
                </a:cubicBezTo>
                <a:cubicBezTo>
                  <a:pt x="3305829" y="2440174"/>
                  <a:pt x="3311425" y="2444045"/>
                  <a:pt x="3317463" y="2444045"/>
                </a:cubicBezTo>
                <a:cubicBezTo>
                  <a:pt x="3318900" y="2444045"/>
                  <a:pt x="3320358" y="2443815"/>
                  <a:pt x="3321813" y="2443355"/>
                </a:cubicBezTo>
                <a:cubicBezTo>
                  <a:pt x="3329307" y="2440960"/>
                  <a:pt x="3333427" y="2432929"/>
                  <a:pt x="3331032" y="2425435"/>
                </a:cubicBezTo>
                <a:cubicBezTo>
                  <a:pt x="3328636" y="2417941"/>
                  <a:pt x="3320606" y="2413821"/>
                  <a:pt x="3313111" y="2416216"/>
                </a:cubicBezTo>
                <a:close/>
                <a:moveTo>
                  <a:pt x="2235025" y="2834768"/>
                </a:moveTo>
                <a:cubicBezTo>
                  <a:pt x="2228297" y="2835228"/>
                  <a:pt x="2223218" y="2841054"/>
                  <a:pt x="2223698" y="2847781"/>
                </a:cubicBezTo>
                <a:cubicBezTo>
                  <a:pt x="2224139" y="2854221"/>
                  <a:pt x="2229485" y="2859146"/>
                  <a:pt x="2235849" y="2859146"/>
                </a:cubicBezTo>
                <a:cubicBezTo>
                  <a:pt x="2236136" y="2859146"/>
                  <a:pt x="2236423" y="2859108"/>
                  <a:pt x="2236710" y="2859108"/>
                </a:cubicBezTo>
                <a:cubicBezTo>
                  <a:pt x="2243419" y="2858647"/>
                  <a:pt x="2248497" y="2852822"/>
                  <a:pt x="2248037" y="2846114"/>
                </a:cubicBezTo>
                <a:cubicBezTo>
                  <a:pt x="2247578" y="2839387"/>
                  <a:pt x="2241752" y="2834308"/>
                  <a:pt x="2235025" y="2834768"/>
                </a:cubicBezTo>
                <a:close/>
                <a:moveTo>
                  <a:pt x="3958524" y="2158309"/>
                </a:moveTo>
                <a:cubicBezTo>
                  <a:pt x="3950340" y="2160322"/>
                  <a:pt x="3945338" y="2168601"/>
                  <a:pt x="3947351" y="2176784"/>
                </a:cubicBezTo>
                <a:cubicBezTo>
                  <a:pt x="3949076" y="2183741"/>
                  <a:pt x="3955304" y="2188398"/>
                  <a:pt x="3962163" y="2188398"/>
                </a:cubicBezTo>
                <a:cubicBezTo>
                  <a:pt x="3963392" y="2188398"/>
                  <a:pt x="3964617" y="2188265"/>
                  <a:pt x="3965846" y="2187958"/>
                </a:cubicBezTo>
                <a:cubicBezTo>
                  <a:pt x="3974028" y="2185946"/>
                  <a:pt x="3979031" y="2177666"/>
                  <a:pt x="3977019" y="2169463"/>
                </a:cubicBezTo>
                <a:cubicBezTo>
                  <a:pt x="3974987" y="2161280"/>
                  <a:pt x="3966707" y="2156278"/>
                  <a:pt x="3958524" y="2158309"/>
                </a:cubicBezTo>
                <a:close/>
                <a:moveTo>
                  <a:pt x="3213970" y="2447648"/>
                </a:moveTo>
                <a:cubicBezTo>
                  <a:pt x="3206476" y="2449986"/>
                  <a:pt x="3202279" y="2457978"/>
                  <a:pt x="3204636" y="2465491"/>
                </a:cubicBezTo>
                <a:cubicBezTo>
                  <a:pt x="3206534" y="2471585"/>
                  <a:pt x="3212149" y="2475496"/>
                  <a:pt x="3218224" y="2475496"/>
                </a:cubicBezTo>
                <a:cubicBezTo>
                  <a:pt x="3219643" y="2475496"/>
                  <a:pt x="3221061" y="2475285"/>
                  <a:pt x="3222479" y="2474844"/>
                </a:cubicBezTo>
                <a:cubicBezTo>
                  <a:pt x="3229993" y="2472486"/>
                  <a:pt x="3234170" y="2464494"/>
                  <a:pt x="3231833" y="2457001"/>
                </a:cubicBezTo>
                <a:cubicBezTo>
                  <a:pt x="3229474" y="2449489"/>
                  <a:pt x="3221483" y="2445310"/>
                  <a:pt x="3213970" y="2447648"/>
                </a:cubicBezTo>
                <a:close/>
                <a:moveTo>
                  <a:pt x="5183742" y="1678620"/>
                </a:moveTo>
                <a:cubicBezTo>
                  <a:pt x="5173068" y="1679099"/>
                  <a:pt x="5164809" y="1688146"/>
                  <a:pt x="5165287" y="1698820"/>
                </a:cubicBezTo>
                <a:cubicBezTo>
                  <a:pt x="5165747" y="1709208"/>
                  <a:pt x="5174313" y="1717315"/>
                  <a:pt x="5184607" y="1717315"/>
                </a:cubicBezTo>
                <a:cubicBezTo>
                  <a:pt x="5184892" y="1717315"/>
                  <a:pt x="5185199" y="1717315"/>
                  <a:pt x="5185486" y="1717296"/>
                </a:cubicBezTo>
                <a:cubicBezTo>
                  <a:pt x="5196161" y="1716817"/>
                  <a:pt x="5204443" y="1707772"/>
                  <a:pt x="5203962" y="1697096"/>
                </a:cubicBezTo>
                <a:cubicBezTo>
                  <a:pt x="5203463" y="1686402"/>
                  <a:pt x="5194437" y="1678141"/>
                  <a:pt x="5183742" y="1678620"/>
                </a:cubicBezTo>
                <a:close/>
                <a:moveTo>
                  <a:pt x="2575151" y="2693290"/>
                </a:moveTo>
                <a:cubicBezTo>
                  <a:pt x="2567964" y="2694554"/>
                  <a:pt x="2563134" y="2701396"/>
                  <a:pt x="2564379" y="2708583"/>
                </a:cubicBezTo>
                <a:cubicBezTo>
                  <a:pt x="2565491" y="2715023"/>
                  <a:pt x="2571088" y="2719546"/>
                  <a:pt x="2577412" y="2719546"/>
                </a:cubicBezTo>
                <a:cubicBezTo>
                  <a:pt x="2578159" y="2719546"/>
                  <a:pt x="2578907" y="2719488"/>
                  <a:pt x="2579674" y="2719354"/>
                </a:cubicBezTo>
                <a:cubicBezTo>
                  <a:pt x="2586861" y="2718108"/>
                  <a:pt x="2591690" y="2711266"/>
                  <a:pt x="2590445" y="2704060"/>
                </a:cubicBezTo>
                <a:cubicBezTo>
                  <a:pt x="2589199" y="2696873"/>
                  <a:pt x="2582357" y="2692043"/>
                  <a:pt x="2575151" y="2693290"/>
                </a:cubicBezTo>
                <a:close/>
                <a:moveTo>
                  <a:pt x="4312813" y="2013534"/>
                </a:moveTo>
                <a:cubicBezTo>
                  <a:pt x="4303958" y="2015106"/>
                  <a:pt x="4298057" y="2023557"/>
                  <a:pt x="4299647" y="2032431"/>
                </a:cubicBezTo>
                <a:cubicBezTo>
                  <a:pt x="4301046" y="2040308"/>
                  <a:pt x="4307907" y="2045866"/>
                  <a:pt x="4315650" y="2045866"/>
                </a:cubicBezTo>
                <a:cubicBezTo>
                  <a:pt x="4316610" y="2045866"/>
                  <a:pt x="4317567" y="2045770"/>
                  <a:pt x="4318526" y="2045617"/>
                </a:cubicBezTo>
                <a:cubicBezTo>
                  <a:pt x="4327378" y="2044026"/>
                  <a:pt x="4333281" y="2035574"/>
                  <a:pt x="4331710" y="2026719"/>
                </a:cubicBezTo>
                <a:cubicBezTo>
                  <a:pt x="4330140" y="2017847"/>
                  <a:pt x="4321686" y="2011944"/>
                  <a:pt x="4312813" y="2013534"/>
                </a:cubicBezTo>
                <a:close/>
                <a:moveTo>
                  <a:pt x="5541062" y="1531948"/>
                </a:moveTo>
                <a:cubicBezTo>
                  <a:pt x="5529965" y="1533827"/>
                  <a:pt x="5522490" y="1544348"/>
                  <a:pt x="5524351" y="1555426"/>
                </a:cubicBezTo>
                <a:cubicBezTo>
                  <a:pt x="5526037" y="1565392"/>
                  <a:pt x="5534660" y="1572426"/>
                  <a:pt x="5544433" y="1572426"/>
                </a:cubicBezTo>
                <a:cubicBezTo>
                  <a:pt x="5545566" y="1572426"/>
                  <a:pt x="5546697" y="1572348"/>
                  <a:pt x="5547844" y="1572138"/>
                </a:cubicBezTo>
                <a:cubicBezTo>
                  <a:pt x="5558943" y="1570279"/>
                  <a:pt x="5566417" y="1559758"/>
                  <a:pt x="5564540" y="1548661"/>
                </a:cubicBezTo>
                <a:cubicBezTo>
                  <a:pt x="5562681" y="1537564"/>
                  <a:pt x="5552160" y="1530089"/>
                  <a:pt x="5541062" y="1531948"/>
                </a:cubicBezTo>
                <a:close/>
                <a:moveTo>
                  <a:pt x="1662135" y="3045567"/>
                </a:moveTo>
                <a:cubicBezTo>
                  <a:pt x="1656616" y="3044590"/>
                  <a:pt x="1651344" y="3048269"/>
                  <a:pt x="1650367" y="3053789"/>
                </a:cubicBezTo>
                <a:cubicBezTo>
                  <a:pt x="1649389" y="3059309"/>
                  <a:pt x="1653069" y="3064579"/>
                  <a:pt x="1658608" y="3065556"/>
                </a:cubicBezTo>
                <a:cubicBezTo>
                  <a:pt x="1659201" y="3065671"/>
                  <a:pt x="1659796" y="3065729"/>
                  <a:pt x="1660390" y="3065729"/>
                </a:cubicBezTo>
                <a:cubicBezTo>
                  <a:pt x="1665220" y="3065729"/>
                  <a:pt x="1669494" y="3062260"/>
                  <a:pt x="1670376" y="3057334"/>
                </a:cubicBezTo>
                <a:cubicBezTo>
                  <a:pt x="1671353" y="3051815"/>
                  <a:pt x="1667653" y="3046544"/>
                  <a:pt x="1662135" y="3045567"/>
                </a:cubicBezTo>
                <a:close/>
                <a:moveTo>
                  <a:pt x="3114617" y="2478101"/>
                </a:moveTo>
                <a:cubicBezTo>
                  <a:pt x="3107067" y="2480363"/>
                  <a:pt x="3102792" y="2488298"/>
                  <a:pt x="3105052" y="2495830"/>
                </a:cubicBezTo>
                <a:cubicBezTo>
                  <a:pt x="3106894" y="2502020"/>
                  <a:pt x="3112566" y="2506007"/>
                  <a:pt x="3118700" y="2506007"/>
                </a:cubicBezTo>
                <a:cubicBezTo>
                  <a:pt x="3120041" y="2506007"/>
                  <a:pt x="3121421" y="2505815"/>
                  <a:pt x="3122782" y="2505393"/>
                </a:cubicBezTo>
                <a:cubicBezTo>
                  <a:pt x="3130313" y="2503151"/>
                  <a:pt x="3134606" y="2495197"/>
                  <a:pt x="3132345" y="2487666"/>
                </a:cubicBezTo>
                <a:cubicBezTo>
                  <a:pt x="3130083" y="2480133"/>
                  <a:pt x="3122149" y="2475841"/>
                  <a:pt x="3114617" y="2478101"/>
                </a:cubicBezTo>
                <a:close/>
                <a:moveTo>
                  <a:pt x="7727800" y="676218"/>
                </a:moveTo>
                <a:cubicBezTo>
                  <a:pt x="7715994" y="676755"/>
                  <a:pt x="7706853" y="686778"/>
                  <a:pt x="7707408" y="698584"/>
                </a:cubicBezTo>
                <a:cubicBezTo>
                  <a:pt x="7707945" y="710044"/>
                  <a:pt x="7717412" y="718994"/>
                  <a:pt x="7728778" y="718994"/>
                </a:cubicBezTo>
                <a:cubicBezTo>
                  <a:pt x="7729104" y="718995"/>
                  <a:pt x="7729448" y="718976"/>
                  <a:pt x="7729775" y="718976"/>
                </a:cubicBezTo>
                <a:cubicBezTo>
                  <a:pt x="7741580" y="718420"/>
                  <a:pt x="7750722" y="708397"/>
                  <a:pt x="7750166" y="696591"/>
                </a:cubicBezTo>
                <a:cubicBezTo>
                  <a:pt x="7749629" y="684785"/>
                  <a:pt x="7739606" y="675662"/>
                  <a:pt x="7727800" y="676218"/>
                </a:cubicBezTo>
                <a:close/>
                <a:moveTo>
                  <a:pt x="3856755" y="2184489"/>
                </a:moveTo>
                <a:cubicBezTo>
                  <a:pt x="3848611" y="2186655"/>
                  <a:pt x="3843762" y="2195029"/>
                  <a:pt x="3845947" y="2203175"/>
                </a:cubicBezTo>
                <a:cubicBezTo>
                  <a:pt x="3847768" y="2209998"/>
                  <a:pt x="3853940" y="2214502"/>
                  <a:pt x="3860683" y="2214502"/>
                </a:cubicBezTo>
                <a:cubicBezTo>
                  <a:pt x="3861988" y="2214502"/>
                  <a:pt x="3863310" y="2214329"/>
                  <a:pt x="3864631" y="2213985"/>
                </a:cubicBezTo>
                <a:cubicBezTo>
                  <a:pt x="3872777" y="2211799"/>
                  <a:pt x="3877627" y="2203444"/>
                  <a:pt x="3875442" y="2195298"/>
                </a:cubicBezTo>
                <a:cubicBezTo>
                  <a:pt x="3873276" y="2187153"/>
                  <a:pt x="3864901" y="2182304"/>
                  <a:pt x="3856755" y="2184489"/>
                </a:cubicBezTo>
                <a:close/>
                <a:moveTo>
                  <a:pt x="1888017" y="2951897"/>
                </a:moveTo>
                <a:cubicBezTo>
                  <a:pt x="1885861" y="2953780"/>
                  <a:pt x="1884424" y="2956487"/>
                  <a:pt x="1884222" y="2959572"/>
                </a:cubicBezTo>
                <a:cubicBezTo>
                  <a:pt x="1883801" y="2965725"/>
                  <a:pt x="1888458" y="2971052"/>
                  <a:pt x="1894610" y="2971475"/>
                </a:cubicBezTo>
                <a:cubicBezTo>
                  <a:pt x="1894859" y="2971512"/>
                  <a:pt x="1895128" y="2971512"/>
                  <a:pt x="1895377" y="2971512"/>
                </a:cubicBezTo>
                <a:cubicBezTo>
                  <a:pt x="1901203" y="2971513"/>
                  <a:pt x="1906109" y="2966989"/>
                  <a:pt x="1906513" y="2961087"/>
                </a:cubicBezTo>
                <a:cubicBezTo>
                  <a:pt x="1906953" y="2954935"/>
                  <a:pt x="1902295" y="2949588"/>
                  <a:pt x="1896125" y="2949166"/>
                </a:cubicBezTo>
                <a:cubicBezTo>
                  <a:pt x="1893048" y="2948955"/>
                  <a:pt x="1890174" y="2950014"/>
                  <a:pt x="1888017" y="2951897"/>
                </a:cubicBezTo>
                <a:close/>
                <a:moveTo>
                  <a:pt x="1081578" y="3265201"/>
                </a:moveTo>
                <a:cubicBezTo>
                  <a:pt x="1079680" y="3268612"/>
                  <a:pt x="1080907" y="3272944"/>
                  <a:pt x="1084338" y="3274841"/>
                </a:cubicBezTo>
                <a:cubicBezTo>
                  <a:pt x="1085430" y="3275436"/>
                  <a:pt x="1086599" y="3275742"/>
                  <a:pt x="1087769" y="3275742"/>
                </a:cubicBezTo>
                <a:cubicBezTo>
                  <a:pt x="1090259" y="3275742"/>
                  <a:pt x="1092676" y="3274420"/>
                  <a:pt x="1093978" y="3272082"/>
                </a:cubicBezTo>
                <a:cubicBezTo>
                  <a:pt x="1095876" y="3268670"/>
                  <a:pt x="1094648" y="3264339"/>
                  <a:pt x="1091219" y="3262441"/>
                </a:cubicBezTo>
                <a:cubicBezTo>
                  <a:pt x="1087807" y="3260544"/>
                  <a:pt x="1083476" y="3261770"/>
                  <a:pt x="1081578" y="3265201"/>
                </a:cubicBezTo>
                <a:close/>
                <a:moveTo>
                  <a:pt x="660362" y="3429027"/>
                </a:moveTo>
                <a:cubicBezTo>
                  <a:pt x="658924" y="3430733"/>
                  <a:pt x="659173" y="3433263"/>
                  <a:pt x="660879" y="3434700"/>
                </a:cubicBezTo>
                <a:cubicBezTo>
                  <a:pt x="661626" y="3435313"/>
                  <a:pt x="662546" y="3435620"/>
                  <a:pt x="663447" y="3435620"/>
                </a:cubicBezTo>
                <a:cubicBezTo>
                  <a:pt x="664597" y="3435620"/>
                  <a:pt x="665747" y="3435122"/>
                  <a:pt x="666553" y="3434164"/>
                </a:cubicBezTo>
                <a:cubicBezTo>
                  <a:pt x="667971" y="3432458"/>
                  <a:pt x="667741" y="3429928"/>
                  <a:pt x="666016" y="3428510"/>
                </a:cubicBezTo>
                <a:cubicBezTo>
                  <a:pt x="664310" y="3427091"/>
                  <a:pt x="661780" y="3427321"/>
                  <a:pt x="660362" y="3429027"/>
                </a:cubicBezTo>
                <a:close/>
                <a:moveTo>
                  <a:pt x="3014880" y="2507022"/>
                </a:moveTo>
                <a:cubicBezTo>
                  <a:pt x="3007291" y="2509130"/>
                  <a:pt x="3002883" y="2516989"/>
                  <a:pt x="3004991" y="2524577"/>
                </a:cubicBezTo>
                <a:cubicBezTo>
                  <a:pt x="3006756" y="2530864"/>
                  <a:pt x="3012486" y="2534985"/>
                  <a:pt x="3018715" y="2534985"/>
                </a:cubicBezTo>
                <a:cubicBezTo>
                  <a:pt x="3019979" y="2534985"/>
                  <a:pt x="3021262" y="2534811"/>
                  <a:pt x="3022548" y="2534467"/>
                </a:cubicBezTo>
                <a:cubicBezTo>
                  <a:pt x="3030137" y="2532340"/>
                  <a:pt x="3034564" y="2524481"/>
                  <a:pt x="3032437" y="2516892"/>
                </a:cubicBezTo>
                <a:cubicBezTo>
                  <a:pt x="3030328" y="2509322"/>
                  <a:pt x="3022450" y="2504895"/>
                  <a:pt x="3014880" y="2507022"/>
                </a:cubicBezTo>
                <a:close/>
                <a:moveTo>
                  <a:pt x="1433377" y="3123474"/>
                </a:moveTo>
                <a:cubicBezTo>
                  <a:pt x="1428566" y="3121979"/>
                  <a:pt x="1423449" y="3124662"/>
                  <a:pt x="1421935" y="3129473"/>
                </a:cubicBezTo>
                <a:cubicBezTo>
                  <a:pt x="1420420" y="3134283"/>
                  <a:pt x="1423103" y="3139419"/>
                  <a:pt x="1427934" y="3140914"/>
                </a:cubicBezTo>
                <a:cubicBezTo>
                  <a:pt x="1428834" y="3141201"/>
                  <a:pt x="1429754" y="3141336"/>
                  <a:pt x="1430655" y="3141336"/>
                </a:cubicBezTo>
                <a:cubicBezTo>
                  <a:pt x="1434547" y="3141336"/>
                  <a:pt x="1438149" y="3138825"/>
                  <a:pt x="1439375" y="3134915"/>
                </a:cubicBezTo>
                <a:cubicBezTo>
                  <a:pt x="1440889" y="3130105"/>
                  <a:pt x="1438188" y="3124987"/>
                  <a:pt x="1433377" y="3123474"/>
                </a:cubicBezTo>
                <a:close/>
                <a:moveTo>
                  <a:pt x="4566562" y="1899099"/>
                </a:moveTo>
                <a:cubicBezTo>
                  <a:pt x="4557075" y="1900325"/>
                  <a:pt x="4550386" y="1909007"/>
                  <a:pt x="4551613" y="1918494"/>
                </a:cubicBezTo>
                <a:cubicBezTo>
                  <a:pt x="4552743" y="1927214"/>
                  <a:pt x="4560201" y="1933576"/>
                  <a:pt x="4568765" y="1933576"/>
                </a:cubicBezTo>
                <a:cubicBezTo>
                  <a:pt x="4569512" y="1933576"/>
                  <a:pt x="4570261" y="1933519"/>
                  <a:pt x="4571027" y="1933424"/>
                </a:cubicBezTo>
                <a:cubicBezTo>
                  <a:pt x="4580495" y="1932197"/>
                  <a:pt x="4587183" y="1923515"/>
                  <a:pt x="4585956" y="1914028"/>
                </a:cubicBezTo>
                <a:cubicBezTo>
                  <a:pt x="4584730" y="1904541"/>
                  <a:pt x="4576049" y="1897852"/>
                  <a:pt x="4566562" y="1899099"/>
                </a:cubicBezTo>
                <a:close/>
                <a:moveTo>
                  <a:pt x="3755524" y="2212508"/>
                </a:moveTo>
                <a:cubicBezTo>
                  <a:pt x="3747418" y="2214828"/>
                  <a:pt x="3742722" y="2223279"/>
                  <a:pt x="3745041" y="2231386"/>
                </a:cubicBezTo>
                <a:cubicBezTo>
                  <a:pt x="3746956" y="2238094"/>
                  <a:pt x="3753071" y="2242464"/>
                  <a:pt x="3759702" y="2242465"/>
                </a:cubicBezTo>
                <a:cubicBezTo>
                  <a:pt x="3761101" y="2242464"/>
                  <a:pt x="3762519" y="2242272"/>
                  <a:pt x="3763918" y="2241870"/>
                </a:cubicBezTo>
                <a:cubicBezTo>
                  <a:pt x="3772025" y="2239551"/>
                  <a:pt x="3776719" y="2231099"/>
                  <a:pt x="3774401" y="2222992"/>
                </a:cubicBezTo>
                <a:cubicBezTo>
                  <a:pt x="3772083" y="2214885"/>
                  <a:pt x="3763632" y="2210189"/>
                  <a:pt x="3755524" y="2212508"/>
                </a:cubicBezTo>
                <a:close/>
                <a:moveTo>
                  <a:pt x="4208862" y="2033466"/>
                </a:moveTo>
                <a:cubicBezTo>
                  <a:pt x="4200046" y="2035268"/>
                  <a:pt x="4194370" y="2043893"/>
                  <a:pt x="4196172" y="2052708"/>
                </a:cubicBezTo>
                <a:cubicBezTo>
                  <a:pt x="4197765" y="2060413"/>
                  <a:pt x="4204548" y="2065721"/>
                  <a:pt x="4212119" y="2065721"/>
                </a:cubicBezTo>
                <a:cubicBezTo>
                  <a:pt x="4213211" y="2065721"/>
                  <a:pt x="4214302" y="2065606"/>
                  <a:pt x="4215414" y="2065396"/>
                </a:cubicBezTo>
                <a:cubicBezTo>
                  <a:pt x="4224232" y="2063575"/>
                  <a:pt x="4229907" y="2054970"/>
                  <a:pt x="4228104" y="2046153"/>
                </a:cubicBezTo>
                <a:cubicBezTo>
                  <a:pt x="4226280" y="2037337"/>
                  <a:pt x="4217676" y="2031664"/>
                  <a:pt x="4208862" y="2033466"/>
                </a:cubicBezTo>
                <a:close/>
                <a:moveTo>
                  <a:pt x="2473383" y="2708871"/>
                </a:moveTo>
                <a:cubicBezTo>
                  <a:pt x="2466139" y="2709829"/>
                  <a:pt x="2461059" y="2716479"/>
                  <a:pt x="2462017" y="2723723"/>
                </a:cubicBezTo>
                <a:cubicBezTo>
                  <a:pt x="2462880" y="2730374"/>
                  <a:pt x="2468572" y="2735204"/>
                  <a:pt x="2475107" y="2735204"/>
                </a:cubicBezTo>
                <a:cubicBezTo>
                  <a:pt x="2475683" y="2735204"/>
                  <a:pt x="2476258" y="2735165"/>
                  <a:pt x="2476851" y="2735089"/>
                </a:cubicBezTo>
                <a:cubicBezTo>
                  <a:pt x="2484096" y="2734131"/>
                  <a:pt x="2489195" y="2727499"/>
                  <a:pt x="2488237" y="2720255"/>
                </a:cubicBezTo>
                <a:cubicBezTo>
                  <a:pt x="2487278" y="2713011"/>
                  <a:pt x="2480628" y="2707913"/>
                  <a:pt x="2473383" y="2708871"/>
                </a:cubicBezTo>
                <a:close/>
                <a:moveTo>
                  <a:pt x="4821690" y="1790431"/>
                </a:moveTo>
                <a:cubicBezTo>
                  <a:pt x="4811590" y="1791140"/>
                  <a:pt x="4803964" y="1799899"/>
                  <a:pt x="4804671" y="1809999"/>
                </a:cubicBezTo>
                <a:cubicBezTo>
                  <a:pt x="4805343" y="1819677"/>
                  <a:pt x="4813393" y="1827056"/>
                  <a:pt x="4822937" y="1827056"/>
                </a:cubicBezTo>
                <a:cubicBezTo>
                  <a:pt x="4823378" y="1827056"/>
                  <a:pt x="4823800" y="1827036"/>
                  <a:pt x="4824240" y="1827017"/>
                </a:cubicBezTo>
                <a:cubicBezTo>
                  <a:pt x="4834340" y="1826309"/>
                  <a:pt x="4841947" y="1817550"/>
                  <a:pt x="4841240" y="1807450"/>
                </a:cubicBezTo>
                <a:cubicBezTo>
                  <a:pt x="4840550" y="1797350"/>
                  <a:pt x="4831791" y="1789722"/>
                  <a:pt x="4821690" y="1790431"/>
                </a:cubicBezTo>
                <a:close/>
                <a:moveTo>
                  <a:pt x="2132892" y="2839215"/>
                </a:moveTo>
                <a:cubicBezTo>
                  <a:pt x="2126165" y="2839348"/>
                  <a:pt x="2120799" y="2844906"/>
                  <a:pt x="2120914" y="2851633"/>
                </a:cubicBezTo>
                <a:cubicBezTo>
                  <a:pt x="2121028" y="2858303"/>
                  <a:pt x="2126472" y="2863631"/>
                  <a:pt x="2133103" y="2863631"/>
                </a:cubicBezTo>
                <a:lnTo>
                  <a:pt x="2133333" y="2863631"/>
                </a:lnTo>
                <a:cubicBezTo>
                  <a:pt x="2140060" y="2863497"/>
                  <a:pt x="2145427" y="2857939"/>
                  <a:pt x="2145312" y="2851212"/>
                </a:cubicBezTo>
                <a:cubicBezTo>
                  <a:pt x="2145197" y="2844465"/>
                  <a:pt x="2139639" y="2839099"/>
                  <a:pt x="2132892" y="2839215"/>
                </a:cubicBezTo>
                <a:close/>
                <a:moveTo>
                  <a:pt x="2914645" y="2533777"/>
                </a:moveTo>
                <a:cubicBezTo>
                  <a:pt x="2907018" y="2535713"/>
                  <a:pt x="2902400" y="2543474"/>
                  <a:pt x="2904335" y="2551103"/>
                </a:cubicBezTo>
                <a:cubicBezTo>
                  <a:pt x="2905965" y="2557561"/>
                  <a:pt x="2911772" y="2561854"/>
                  <a:pt x="2918135" y="2561854"/>
                </a:cubicBezTo>
                <a:cubicBezTo>
                  <a:pt x="2919283" y="2561854"/>
                  <a:pt x="2920472" y="2561701"/>
                  <a:pt x="2921642" y="2561413"/>
                </a:cubicBezTo>
                <a:cubicBezTo>
                  <a:pt x="2929269" y="2559477"/>
                  <a:pt x="2933888" y="2551716"/>
                  <a:pt x="2931953" y="2544107"/>
                </a:cubicBezTo>
                <a:cubicBezTo>
                  <a:pt x="2930017" y="2536460"/>
                  <a:pt x="2922274" y="2531860"/>
                  <a:pt x="2914645" y="2533777"/>
                </a:cubicBezTo>
                <a:close/>
                <a:moveTo>
                  <a:pt x="5435000" y="1547970"/>
                </a:moveTo>
                <a:cubicBezTo>
                  <a:pt x="5423848" y="1549485"/>
                  <a:pt x="5416025" y="1559738"/>
                  <a:pt x="5417541" y="1570892"/>
                </a:cubicBezTo>
                <a:cubicBezTo>
                  <a:pt x="5418922" y="1581126"/>
                  <a:pt x="5427661" y="1588562"/>
                  <a:pt x="5437704" y="1588562"/>
                </a:cubicBezTo>
                <a:cubicBezTo>
                  <a:pt x="5438604" y="1588562"/>
                  <a:pt x="5439525" y="1588486"/>
                  <a:pt x="5440462" y="1588371"/>
                </a:cubicBezTo>
                <a:cubicBezTo>
                  <a:pt x="5451617" y="1586857"/>
                  <a:pt x="5459436" y="1576603"/>
                  <a:pt x="5457923" y="1565449"/>
                </a:cubicBezTo>
                <a:cubicBezTo>
                  <a:pt x="5456427" y="1554295"/>
                  <a:pt x="5446154" y="1546476"/>
                  <a:pt x="5435000" y="1547970"/>
                </a:cubicBezTo>
                <a:close/>
                <a:moveTo>
                  <a:pt x="3654810" y="2242157"/>
                </a:moveTo>
                <a:cubicBezTo>
                  <a:pt x="3646742" y="2244592"/>
                  <a:pt x="3642181" y="2253120"/>
                  <a:pt x="3644615" y="2261188"/>
                </a:cubicBezTo>
                <a:cubicBezTo>
                  <a:pt x="3646608" y="2267781"/>
                  <a:pt x="3652665" y="2272036"/>
                  <a:pt x="3659219" y="2272036"/>
                </a:cubicBezTo>
                <a:cubicBezTo>
                  <a:pt x="3660694" y="2272036"/>
                  <a:pt x="3662170" y="2271825"/>
                  <a:pt x="3663647" y="2271384"/>
                </a:cubicBezTo>
                <a:cubicBezTo>
                  <a:pt x="3671715" y="2268931"/>
                  <a:pt x="3676276" y="2260422"/>
                  <a:pt x="3673842" y="2252353"/>
                </a:cubicBezTo>
                <a:cubicBezTo>
                  <a:pt x="3671407" y="2244266"/>
                  <a:pt x="3662880" y="2239704"/>
                  <a:pt x="3654810" y="2242157"/>
                </a:cubicBezTo>
                <a:close/>
                <a:moveTo>
                  <a:pt x="8455187" y="366890"/>
                </a:moveTo>
                <a:cubicBezTo>
                  <a:pt x="8449437" y="369362"/>
                  <a:pt x="8444632" y="374029"/>
                  <a:pt x="8442131" y="380306"/>
                </a:cubicBezTo>
                <a:cubicBezTo>
                  <a:pt x="8437128" y="392859"/>
                  <a:pt x="8443243" y="407079"/>
                  <a:pt x="8455795" y="412100"/>
                </a:cubicBezTo>
                <a:cubicBezTo>
                  <a:pt x="8458765" y="413270"/>
                  <a:pt x="8461832" y="413845"/>
                  <a:pt x="8464842" y="413845"/>
                </a:cubicBezTo>
                <a:lnTo>
                  <a:pt x="8474309" y="410972"/>
                </a:lnTo>
                <a:lnTo>
                  <a:pt x="8457091" y="366864"/>
                </a:lnTo>
                <a:close/>
                <a:moveTo>
                  <a:pt x="5076415" y="1683680"/>
                </a:moveTo>
                <a:cubicBezTo>
                  <a:pt x="5065742" y="1684236"/>
                  <a:pt x="5057518" y="1693339"/>
                  <a:pt x="5058096" y="1704015"/>
                </a:cubicBezTo>
                <a:cubicBezTo>
                  <a:pt x="5058610" y="1714345"/>
                  <a:pt x="5067159" y="1722375"/>
                  <a:pt x="5077412" y="1722375"/>
                </a:cubicBezTo>
                <a:cubicBezTo>
                  <a:pt x="5077740" y="1722375"/>
                  <a:pt x="5078084" y="1722356"/>
                  <a:pt x="5078428" y="1722337"/>
                </a:cubicBezTo>
                <a:cubicBezTo>
                  <a:pt x="5089104" y="1721781"/>
                  <a:pt x="5097305" y="1712677"/>
                  <a:pt x="5096752" y="1702002"/>
                </a:cubicBezTo>
                <a:cubicBezTo>
                  <a:pt x="5096195" y="1691327"/>
                  <a:pt x="5087094" y="1683125"/>
                  <a:pt x="5076415" y="1683680"/>
                </a:cubicBezTo>
                <a:close/>
                <a:moveTo>
                  <a:pt x="282823" y="3553600"/>
                </a:moveTo>
                <a:cubicBezTo>
                  <a:pt x="282440" y="3553985"/>
                  <a:pt x="282459" y="3554598"/>
                  <a:pt x="282842" y="3554962"/>
                </a:cubicBezTo>
                <a:cubicBezTo>
                  <a:pt x="283014" y="3555154"/>
                  <a:pt x="283264" y="3555249"/>
                  <a:pt x="283513" y="3555249"/>
                </a:cubicBezTo>
                <a:cubicBezTo>
                  <a:pt x="283762" y="3555249"/>
                  <a:pt x="283992" y="3555154"/>
                  <a:pt x="284184" y="3554962"/>
                </a:cubicBezTo>
                <a:cubicBezTo>
                  <a:pt x="284548" y="3554578"/>
                  <a:pt x="284548" y="3553965"/>
                  <a:pt x="284184" y="3553601"/>
                </a:cubicBezTo>
                <a:cubicBezTo>
                  <a:pt x="283800" y="3553237"/>
                  <a:pt x="283187" y="3553237"/>
                  <a:pt x="282823" y="3553600"/>
                </a:cubicBezTo>
                <a:close/>
                <a:moveTo>
                  <a:pt x="769316" y="3360108"/>
                </a:moveTo>
                <a:cubicBezTo>
                  <a:pt x="767611" y="3362312"/>
                  <a:pt x="768032" y="3365493"/>
                  <a:pt x="770236" y="3367199"/>
                </a:cubicBezTo>
                <a:cubicBezTo>
                  <a:pt x="771156" y="3367909"/>
                  <a:pt x="772230" y="3368234"/>
                  <a:pt x="773303" y="3368234"/>
                </a:cubicBezTo>
                <a:cubicBezTo>
                  <a:pt x="774817" y="3368253"/>
                  <a:pt x="776312" y="3367563"/>
                  <a:pt x="777308" y="3366279"/>
                </a:cubicBezTo>
                <a:cubicBezTo>
                  <a:pt x="779014" y="3364076"/>
                  <a:pt x="778592" y="3360894"/>
                  <a:pt x="776389" y="3359189"/>
                </a:cubicBezTo>
                <a:cubicBezTo>
                  <a:pt x="774184" y="3357502"/>
                  <a:pt x="771022" y="3357905"/>
                  <a:pt x="769316" y="3360108"/>
                </a:cubicBezTo>
                <a:close/>
                <a:moveTo>
                  <a:pt x="3554537" y="2272707"/>
                </a:moveTo>
                <a:cubicBezTo>
                  <a:pt x="3546469" y="2275179"/>
                  <a:pt x="3541947" y="2283727"/>
                  <a:pt x="3544418" y="2291776"/>
                </a:cubicBezTo>
                <a:cubicBezTo>
                  <a:pt x="3546431" y="2298349"/>
                  <a:pt x="3552468" y="2302586"/>
                  <a:pt x="3559004" y="2302586"/>
                </a:cubicBezTo>
                <a:cubicBezTo>
                  <a:pt x="3560498" y="2302586"/>
                  <a:pt x="3561994" y="2302356"/>
                  <a:pt x="3563489" y="2301895"/>
                </a:cubicBezTo>
                <a:cubicBezTo>
                  <a:pt x="3571557" y="2299423"/>
                  <a:pt x="3576079" y="2290876"/>
                  <a:pt x="3573607" y="2282826"/>
                </a:cubicBezTo>
                <a:cubicBezTo>
                  <a:pt x="3571135" y="2274758"/>
                  <a:pt x="3562587" y="2270234"/>
                  <a:pt x="3554537" y="2272707"/>
                </a:cubicBezTo>
                <a:close/>
                <a:moveTo>
                  <a:pt x="7618060" y="685341"/>
                </a:moveTo>
                <a:cubicBezTo>
                  <a:pt x="7606311" y="686740"/>
                  <a:pt x="7597936" y="697376"/>
                  <a:pt x="7599336" y="709106"/>
                </a:cubicBezTo>
                <a:cubicBezTo>
                  <a:pt x="7600620" y="719991"/>
                  <a:pt x="7609857" y="727983"/>
                  <a:pt x="7620552" y="727983"/>
                </a:cubicBezTo>
                <a:cubicBezTo>
                  <a:pt x="7621395" y="727983"/>
                  <a:pt x="7622257" y="727945"/>
                  <a:pt x="7623101" y="727849"/>
                </a:cubicBezTo>
                <a:cubicBezTo>
                  <a:pt x="7634848" y="726451"/>
                  <a:pt x="7643224" y="715794"/>
                  <a:pt x="7641825" y="704065"/>
                </a:cubicBezTo>
                <a:cubicBezTo>
                  <a:pt x="7640445" y="692317"/>
                  <a:pt x="7629808" y="683941"/>
                  <a:pt x="7618060" y="685341"/>
                </a:cubicBezTo>
                <a:close/>
                <a:moveTo>
                  <a:pt x="4105445" y="2055928"/>
                </a:moveTo>
                <a:cubicBezTo>
                  <a:pt x="4096668" y="2057921"/>
                  <a:pt x="4091187" y="2066660"/>
                  <a:pt x="4093180" y="2075419"/>
                </a:cubicBezTo>
                <a:lnTo>
                  <a:pt x="4093198" y="2075419"/>
                </a:lnTo>
                <a:cubicBezTo>
                  <a:pt x="4094925" y="2082970"/>
                  <a:pt x="4101631" y="2088087"/>
                  <a:pt x="4109067" y="2088087"/>
                </a:cubicBezTo>
                <a:cubicBezTo>
                  <a:pt x="4110272" y="2088087"/>
                  <a:pt x="4111501" y="2087953"/>
                  <a:pt x="4112708" y="2087685"/>
                </a:cubicBezTo>
                <a:cubicBezTo>
                  <a:pt x="4121486" y="2085673"/>
                  <a:pt x="4126967" y="2076933"/>
                  <a:pt x="4124955" y="2068175"/>
                </a:cubicBezTo>
                <a:cubicBezTo>
                  <a:pt x="4122962" y="2059397"/>
                  <a:pt x="4114221" y="2053916"/>
                  <a:pt x="4105445" y="2055928"/>
                </a:cubicBezTo>
                <a:close/>
                <a:moveTo>
                  <a:pt x="2813779" y="2557752"/>
                </a:moveTo>
                <a:cubicBezTo>
                  <a:pt x="2806093" y="2559458"/>
                  <a:pt x="2801245" y="2567067"/>
                  <a:pt x="2802951" y="2574752"/>
                </a:cubicBezTo>
                <a:cubicBezTo>
                  <a:pt x="2804407" y="2581384"/>
                  <a:pt x="2810311" y="2585926"/>
                  <a:pt x="2816845" y="2585926"/>
                </a:cubicBezTo>
                <a:cubicBezTo>
                  <a:pt x="2817862" y="2585926"/>
                  <a:pt x="2818895" y="2585811"/>
                  <a:pt x="2819932" y="2585581"/>
                </a:cubicBezTo>
                <a:cubicBezTo>
                  <a:pt x="2827616" y="2583894"/>
                  <a:pt x="2832466" y="2576285"/>
                  <a:pt x="2830760" y="2568601"/>
                </a:cubicBezTo>
                <a:cubicBezTo>
                  <a:pt x="2829073" y="2560915"/>
                  <a:pt x="2821465" y="2556066"/>
                  <a:pt x="2813779" y="2557752"/>
                </a:cubicBezTo>
                <a:close/>
                <a:moveTo>
                  <a:pt x="4461076" y="1914642"/>
                </a:moveTo>
                <a:cubicBezTo>
                  <a:pt x="4451629" y="1916174"/>
                  <a:pt x="4445226" y="1925087"/>
                  <a:pt x="4446778" y="1934515"/>
                </a:cubicBezTo>
                <a:cubicBezTo>
                  <a:pt x="4448156" y="1943006"/>
                  <a:pt x="4455520" y="1949024"/>
                  <a:pt x="4463835" y="1949024"/>
                </a:cubicBezTo>
                <a:cubicBezTo>
                  <a:pt x="4464776" y="1949024"/>
                  <a:pt x="4465715" y="1948947"/>
                  <a:pt x="4466654" y="1948813"/>
                </a:cubicBezTo>
                <a:cubicBezTo>
                  <a:pt x="4476082" y="1947261"/>
                  <a:pt x="4482503" y="1938348"/>
                  <a:pt x="4480952" y="1928920"/>
                </a:cubicBezTo>
                <a:cubicBezTo>
                  <a:pt x="4479399" y="1919490"/>
                  <a:pt x="4470508" y="1913089"/>
                  <a:pt x="4461076" y="1914642"/>
                </a:cubicBezTo>
                <a:close/>
                <a:moveTo>
                  <a:pt x="7968210" y="542412"/>
                </a:moveTo>
                <a:cubicBezTo>
                  <a:pt x="7963672" y="545927"/>
                  <a:pt x="7960476" y="551173"/>
                  <a:pt x="7959700" y="557316"/>
                </a:cubicBezTo>
                <a:cubicBezTo>
                  <a:pt x="7958129" y="569601"/>
                  <a:pt x="7966831" y="580832"/>
                  <a:pt x="7979115" y="582384"/>
                </a:cubicBezTo>
                <a:cubicBezTo>
                  <a:pt x="7980073" y="582518"/>
                  <a:pt x="7981032" y="582576"/>
                  <a:pt x="7981970" y="582576"/>
                </a:cubicBezTo>
                <a:cubicBezTo>
                  <a:pt x="7993087" y="582576"/>
                  <a:pt x="8002745" y="574296"/>
                  <a:pt x="8004183" y="562989"/>
                </a:cubicBezTo>
                <a:cubicBezTo>
                  <a:pt x="8005756" y="550684"/>
                  <a:pt x="7997054" y="539473"/>
                  <a:pt x="7984769" y="537901"/>
                </a:cubicBezTo>
                <a:cubicBezTo>
                  <a:pt x="7978626" y="537116"/>
                  <a:pt x="7972747" y="538898"/>
                  <a:pt x="7968210" y="542412"/>
                </a:cubicBezTo>
                <a:close/>
                <a:moveTo>
                  <a:pt x="3454418" y="2303525"/>
                </a:moveTo>
                <a:cubicBezTo>
                  <a:pt x="3446349" y="2305997"/>
                  <a:pt x="3441827" y="2314545"/>
                  <a:pt x="3444318" y="2322594"/>
                </a:cubicBezTo>
                <a:cubicBezTo>
                  <a:pt x="3446330" y="2329168"/>
                  <a:pt x="3452388" y="2333384"/>
                  <a:pt x="3458903" y="2333384"/>
                </a:cubicBezTo>
                <a:cubicBezTo>
                  <a:pt x="3460397" y="2333384"/>
                  <a:pt x="3461894" y="2333173"/>
                  <a:pt x="3463389" y="2332713"/>
                </a:cubicBezTo>
                <a:cubicBezTo>
                  <a:pt x="3471457" y="2330221"/>
                  <a:pt x="3475979" y="2321694"/>
                  <a:pt x="3473507" y="2313624"/>
                </a:cubicBezTo>
                <a:cubicBezTo>
                  <a:pt x="3471016" y="2305556"/>
                  <a:pt x="3462468" y="2301033"/>
                  <a:pt x="3454418" y="2303525"/>
                </a:cubicBezTo>
                <a:close/>
                <a:moveTo>
                  <a:pt x="1202894" y="3182312"/>
                </a:moveTo>
                <a:cubicBezTo>
                  <a:pt x="1200958" y="3186356"/>
                  <a:pt x="1202664" y="3191186"/>
                  <a:pt x="1206689" y="3193122"/>
                </a:cubicBezTo>
                <a:cubicBezTo>
                  <a:pt x="1207820" y="3193677"/>
                  <a:pt x="1209027" y="3193926"/>
                  <a:pt x="1210196" y="3193926"/>
                </a:cubicBezTo>
                <a:cubicBezTo>
                  <a:pt x="1213224" y="3193926"/>
                  <a:pt x="1216118" y="3192221"/>
                  <a:pt x="1217517" y="3189307"/>
                </a:cubicBezTo>
                <a:cubicBezTo>
                  <a:pt x="1219453" y="3185283"/>
                  <a:pt x="1217747" y="3180434"/>
                  <a:pt x="1213704" y="3178498"/>
                </a:cubicBezTo>
                <a:cubicBezTo>
                  <a:pt x="1209660" y="3176563"/>
                  <a:pt x="1204830" y="3178268"/>
                  <a:pt x="1202894" y="3182312"/>
                </a:cubicBezTo>
                <a:close/>
                <a:moveTo>
                  <a:pt x="8216859" y="439859"/>
                </a:moveTo>
                <a:cubicBezTo>
                  <a:pt x="8211624" y="442789"/>
                  <a:pt x="8207508" y="447719"/>
                  <a:pt x="8205745" y="453957"/>
                </a:cubicBezTo>
                <a:cubicBezTo>
                  <a:pt x="8202219" y="466414"/>
                  <a:pt x="8209464" y="479371"/>
                  <a:pt x="8221921" y="482897"/>
                </a:cubicBezTo>
                <a:cubicBezTo>
                  <a:pt x="8224049" y="483491"/>
                  <a:pt x="8226195" y="483778"/>
                  <a:pt x="8228322" y="483778"/>
                </a:cubicBezTo>
                <a:cubicBezTo>
                  <a:pt x="8238537" y="483778"/>
                  <a:pt x="8247947" y="477033"/>
                  <a:pt x="8250860" y="466702"/>
                </a:cubicBezTo>
                <a:cubicBezTo>
                  <a:pt x="8254387" y="454244"/>
                  <a:pt x="8247142" y="441289"/>
                  <a:pt x="8234685" y="437763"/>
                </a:cubicBezTo>
                <a:cubicBezTo>
                  <a:pt x="8228446" y="435999"/>
                  <a:pt x="8222093" y="436929"/>
                  <a:pt x="8216859" y="439859"/>
                </a:cubicBezTo>
                <a:close/>
                <a:moveTo>
                  <a:pt x="2371117" y="2720083"/>
                </a:moveTo>
                <a:cubicBezTo>
                  <a:pt x="2363834" y="2720715"/>
                  <a:pt x="2358448" y="2727116"/>
                  <a:pt x="2359081" y="2734399"/>
                </a:cubicBezTo>
                <a:cubicBezTo>
                  <a:pt x="2359675" y="2741279"/>
                  <a:pt x="2365444" y="2746473"/>
                  <a:pt x="2372228" y="2746473"/>
                </a:cubicBezTo>
                <a:cubicBezTo>
                  <a:pt x="2372612" y="2746473"/>
                  <a:pt x="2372995" y="2746454"/>
                  <a:pt x="2373397" y="2746416"/>
                </a:cubicBezTo>
                <a:cubicBezTo>
                  <a:pt x="2380661" y="2745802"/>
                  <a:pt x="2386066" y="2739382"/>
                  <a:pt x="2385434" y="2732119"/>
                </a:cubicBezTo>
                <a:cubicBezTo>
                  <a:pt x="2384800" y="2724836"/>
                  <a:pt x="2378381" y="2719450"/>
                  <a:pt x="2371117" y="2720083"/>
                </a:cubicBezTo>
                <a:close/>
                <a:moveTo>
                  <a:pt x="3354318" y="2334132"/>
                </a:moveTo>
                <a:cubicBezTo>
                  <a:pt x="3346250" y="2336585"/>
                  <a:pt x="3341688" y="2345094"/>
                  <a:pt x="3344140" y="2353182"/>
                </a:cubicBezTo>
                <a:cubicBezTo>
                  <a:pt x="3346135" y="2359774"/>
                  <a:pt x="3352191" y="2364011"/>
                  <a:pt x="3358745" y="2364011"/>
                </a:cubicBezTo>
                <a:cubicBezTo>
                  <a:pt x="3360202" y="2364011"/>
                  <a:pt x="3361697" y="2363800"/>
                  <a:pt x="3363172" y="2363359"/>
                </a:cubicBezTo>
                <a:cubicBezTo>
                  <a:pt x="3371241" y="2360906"/>
                  <a:pt x="3375803" y="2352377"/>
                  <a:pt x="3373368" y="2344309"/>
                </a:cubicBezTo>
                <a:cubicBezTo>
                  <a:pt x="3370916" y="2336240"/>
                  <a:pt x="3362386" y="2331698"/>
                  <a:pt x="3354318" y="2334132"/>
                </a:cubicBezTo>
                <a:close/>
                <a:moveTo>
                  <a:pt x="4002566" y="2080478"/>
                </a:moveTo>
                <a:cubicBezTo>
                  <a:pt x="3993828" y="2082644"/>
                  <a:pt x="3988516" y="2091479"/>
                  <a:pt x="3990683" y="2100200"/>
                </a:cubicBezTo>
                <a:cubicBezTo>
                  <a:pt x="3992523" y="2107617"/>
                  <a:pt x="3999174" y="2112580"/>
                  <a:pt x="4006477" y="2112580"/>
                </a:cubicBezTo>
                <a:cubicBezTo>
                  <a:pt x="4007778" y="2112580"/>
                  <a:pt x="4009101" y="2112427"/>
                  <a:pt x="4010423" y="2112082"/>
                </a:cubicBezTo>
                <a:cubicBezTo>
                  <a:pt x="4019143" y="2109916"/>
                  <a:pt x="4024473" y="2101081"/>
                  <a:pt x="4022286" y="2092342"/>
                </a:cubicBezTo>
                <a:cubicBezTo>
                  <a:pt x="4020123" y="2083622"/>
                  <a:pt x="4011286" y="2078294"/>
                  <a:pt x="4002566" y="2080478"/>
                </a:cubicBezTo>
                <a:close/>
                <a:moveTo>
                  <a:pt x="381526" y="3492445"/>
                </a:moveTo>
                <a:cubicBezTo>
                  <a:pt x="380777" y="3493230"/>
                  <a:pt x="380797" y="3494476"/>
                  <a:pt x="381583" y="3495243"/>
                </a:cubicBezTo>
                <a:cubicBezTo>
                  <a:pt x="381966" y="3495607"/>
                  <a:pt x="382465" y="3495799"/>
                  <a:pt x="382943" y="3495799"/>
                </a:cubicBezTo>
                <a:cubicBezTo>
                  <a:pt x="383480" y="3495799"/>
                  <a:pt x="383997" y="3495587"/>
                  <a:pt x="384380" y="3495185"/>
                </a:cubicBezTo>
                <a:cubicBezTo>
                  <a:pt x="385148" y="3494381"/>
                  <a:pt x="385108" y="3493135"/>
                  <a:pt x="384323" y="3492387"/>
                </a:cubicBezTo>
                <a:cubicBezTo>
                  <a:pt x="383538" y="3491621"/>
                  <a:pt x="382273" y="3491660"/>
                  <a:pt x="381526" y="3492445"/>
                </a:cubicBezTo>
                <a:close/>
                <a:moveTo>
                  <a:pt x="5328366" y="1561003"/>
                </a:moveTo>
                <a:cubicBezTo>
                  <a:pt x="5317171" y="1562248"/>
                  <a:pt x="5309123" y="1572330"/>
                  <a:pt x="5310370" y="1583503"/>
                </a:cubicBezTo>
                <a:cubicBezTo>
                  <a:pt x="5311520" y="1593929"/>
                  <a:pt x="5320354" y="1601633"/>
                  <a:pt x="5330609" y="1601633"/>
                </a:cubicBezTo>
                <a:cubicBezTo>
                  <a:pt x="5331357" y="1601633"/>
                  <a:pt x="5332122" y="1601595"/>
                  <a:pt x="5332866" y="1601518"/>
                </a:cubicBezTo>
                <a:cubicBezTo>
                  <a:pt x="5344062" y="1600254"/>
                  <a:pt x="5352130" y="1590192"/>
                  <a:pt x="5350863" y="1578999"/>
                </a:cubicBezTo>
                <a:cubicBezTo>
                  <a:pt x="5349619" y="1567807"/>
                  <a:pt x="5339538" y="1559758"/>
                  <a:pt x="5328366" y="1561003"/>
                </a:cubicBezTo>
                <a:close/>
                <a:moveTo>
                  <a:pt x="4714632" y="1800416"/>
                </a:moveTo>
                <a:cubicBezTo>
                  <a:pt x="4704571" y="1801585"/>
                  <a:pt x="4697366" y="1810688"/>
                  <a:pt x="4698534" y="1820750"/>
                </a:cubicBezTo>
                <a:cubicBezTo>
                  <a:pt x="4699607" y="1830084"/>
                  <a:pt x="4707543" y="1836983"/>
                  <a:pt x="4716722" y="1836983"/>
                </a:cubicBezTo>
                <a:cubicBezTo>
                  <a:pt x="4717431" y="1836983"/>
                  <a:pt x="4718142" y="1836926"/>
                  <a:pt x="4718850" y="1836849"/>
                </a:cubicBezTo>
                <a:cubicBezTo>
                  <a:pt x="4728913" y="1835680"/>
                  <a:pt x="4736118" y="1826577"/>
                  <a:pt x="4734949" y="1816515"/>
                </a:cubicBezTo>
                <a:cubicBezTo>
                  <a:pt x="4733779" y="1806453"/>
                  <a:pt x="4724676" y="1799247"/>
                  <a:pt x="4714632" y="1800416"/>
                </a:cubicBezTo>
                <a:close/>
                <a:moveTo>
                  <a:pt x="1795143" y="2939104"/>
                </a:moveTo>
                <a:cubicBezTo>
                  <a:pt x="1789009" y="2938299"/>
                  <a:pt x="1783394" y="2942611"/>
                  <a:pt x="1782589" y="2948725"/>
                </a:cubicBezTo>
                <a:cubicBezTo>
                  <a:pt x="1781784" y="2954858"/>
                  <a:pt x="1786097" y="2960474"/>
                  <a:pt x="1792210" y="2961278"/>
                </a:cubicBezTo>
                <a:cubicBezTo>
                  <a:pt x="1792708" y="2961336"/>
                  <a:pt x="1793187" y="2961374"/>
                  <a:pt x="1793687" y="2961374"/>
                </a:cubicBezTo>
                <a:cubicBezTo>
                  <a:pt x="1799205" y="2961374"/>
                  <a:pt x="1804016" y="2957273"/>
                  <a:pt x="1804744" y="2951657"/>
                </a:cubicBezTo>
                <a:cubicBezTo>
                  <a:pt x="1805567" y="2945524"/>
                  <a:pt x="1801255" y="2939908"/>
                  <a:pt x="1795143" y="2939104"/>
                </a:cubicBezTo>
                <a:close/>
                <a:moveTo>
                  <a:pt x="2712261" y="2578260"/>
                </a:moveTo>
                <a:cubicBezTo>
                  <a:pt x="2704517" y="2579678"/>
                  <a:pt x="2699401" y="2587095"/>
                  <a:pt x="2700819" y="2594838"/>
                </a:cubicBezTo>
                <a:cubicBezTo>
                  <a:pt x="2702065" y="2601699"/>
                  <a:pt x="2708062" y="2606529"/>
                  <a:pt x="2714810" y="2606529"/>
                </a:cubicBezTo>
                <a:cubicBezTo>
                  <a:pt x="2715671" y="2606529"/>
                  <a:pt x="2716516" y="2606452"/>
                  <a:pt x="2717396" y="2606279"/>
                </a:cubicBezTo>
                <a:cubicBezTo>
                  <a:pt x="2725119" y="2604861"/>
                  <a:pt x="2730257" y="2597444"/>
                  <a:pt x="2728839" y="2589702"/>
                </a:cubicBezTo>
                <a:cubicBezTo>
                  <a:pt x="2727420" y="2581978"/>
                  <a:pt x="2720003" y="2576841"/>
                  <a:pt x="2712261" y="2578260"/>
                </a:cubicBezTo>
                <a:close/>
                <a:moveTo>
                  <a:pt x="1563529" y="3024524"/>
                </a:moveTo>
                <a:cubicBezTo>
                  <a:pt x="1558087" y="3023162"/>
                  <a:pt x="1552566" y="3026460"/>
                  <a:pt x="1551205" y="3031902"/>
                </a:cubicBezTo>
                <a:cubicBezTo>
                  <a:pt x="1549825" y="3037346"/>
                  <a:pt x="1553141" y="3042865"/>
                  <a:pt x="1558564" y="3044226"/>
                </a:cubicBezTo>
                <a:cubicBezTo>
                  <a:pt x="1559408" y="3044436"/>
                  <a:pt x="1560232" y="3044532"/>
                  <a:pt x="1561056" y="3044532"/>
                </a:cubicBezTo>
                <a:cubicBezTo>
                  <a:pt x="1565598" y="3044532"/>
                  <a:pt x="1569739" y="3041466"/>
                  <a:pt x="1570908" y="3036847"/>
                </a:cubicBezTo>
                <a:cubicBezTo>
                  <a:pt x="1572268" y="3031404"/>
                  <a:pt x="1568952" y="3025884"/>
                  <a:pt x="1563529" y="3024524"/>
                </a:cubicBezTo>
                <a:close/>
                <a:moveTo>
                  <a:pt x="3254102" y="2364048"/>
                </a:moveTo>
                <a:cubicBezTo>
                  <a:pt x="3245996" y="2366425"/>
                  <a:pt x="3241358" y="2374916"/>
                  <a:pt x="3243734" y="2383003"/>
                </a:cubicBezTo>
                <a:cubicBezTo>
                  <a:pt x="3245689" y="2389653"/>
                  <a:pt x="3251784" y="2393985"/>
                  <a:pt x="3258376" y="2393985"/>
                </a:cubicBezTo>
                <a:cubicBezTo>
                  <a:pt x="3259795" y="2393985"/>
                  <a:pt x="3261251" y="2393774"/>
                  <a:pt x="3262688" y="2393353"/>
                </a:cubicBezTo>
                <a:cubicBezTo>
                  <a:pt x="3270776" y="2390995"/>
                  <a:pt x="3275414" y="2382505"/>
                  <a:pt x="3273039" y="2374417"/>
                </a:cubicBezTo>
                <a:cubicBezTo>
                  <a:pt x="3270661" y="2366310"/>
                  <a:pt x="3262190" y="2361672"/>
                  <a:pt x="3254102" y="2364048"/>
                </a:cubicBezTo>
                <a:close/>
                <a:moveTo>
                  <a:pt x="4356182" y="1933309"/>
                </a:moveTo>
                <a:cubicBezTo>
                  <a:pt x="4346792" y="1935091"/>
                  <a:pt x="4340641" y="1944175"/>
                  <a:pt x="4342444" y="1953566"/>
                </a:cubicBezTo>
                <a:cubicBezTo>
                  <a:pt x="4344034" y="1961865"/>
                  <a:pt x="4351277" y="1967614"/>
                  <a:pt x="4359423" y="1967614"/>
                </a:cubicBezTo>
                <a:cubicBezTo>
                  <a:pt x="4360496" y="1967614"/>
                  <a:pt x="4361589" y="1967518"/>
                  <a:pt x="4362701" y="1967308"/>
                </a:cubicBezTo>
                <a:cubicBezTo>
                  <a:pt x="4372092" y="1965506"/>
                  <a:pt x="4378244" y="1956441"/>
                  <a:pt x="4376441" y="1947050"/>
                </a:cubicBezTo>
                <a:cubicBezTo>
                  <a:pt x="4374642" y="1937659"/>
                  <a:pt x="4365576" y="1931507"/>
                  <a:pt x="4356182" y="1933309"/>
                </a:cubicBezTo>
                <a:close/>
                <a:moveTo>
                  <a:pt x="7509354" y="701842"/>
                </a:moveTo>
                <a:cubicBezTo>
                  <a:pt x="7497721" y="703969"/>
                  <a:pt x="7490035" y="715124"/>
                  <a:pt x="7492163" y="726757"/>
                </a:cubicBezTo>
                <a:cubicBezTo>
                  <a:pt x="7494060" y="737068"/>
                  <a:pt x="7503068" y="744293"/>
                  <a:pt x="7513207" y="744293"/>
                </a:cubicBezTo>
                <a:cubicBezTo>
                  <a:pt x="7514471" y="744293"/>
                  <a:pt x="7515774" y="744178"/>
                  <a:pt x="7517078" y="743929"/>
                </a:cubicBezTo>
                <a:cubicBezTo>
                  <a:pt x="7528711" y="741802"/>
                  <a:pt x="7536396" y="730647"/>
                  <a:pt x="7534269" y="719014"/>
                </a:cubicBezTo>
                <a:cubicBezTo>
                  <a:pt x="7532123" y="707400"/>
                  <a:pt x="7520969" y="699695"/>
                  <a:pt x="7509354" y="701842"/>
                </a:cubicBezTo>
                <a:close/>
                <a:moveTo>
                  <a:pt x="881186" y="3288584"/>
                </a:moveTo>
                <a:cubicBezTo>
                  <a:pt x="879269" y="3291343"/>
                  <a:pt x="879920" y="3295119"/>
                  <a:pt x="882662" y="3297055"/>
                </a:cubicBezTo>
                <a:cubicBezTo>
                  <a:pt x="883735" y="3297802"/>
                  <a:pt x="884941" y="3298166"/>
                  <a:pt x="886149" y="3298166"/>
                </a:cubicBezTo>
                <a:cubicBezTo>
                  <a:pt x="888066" y="3298166"/>
                  <a:pt x="889943" y="3297265"/>
                  <a:pt x="891112" y="3295579"/>
                </a:cubicBezTo>
                <a:cubicBezTo>
                  <a:pt x="893049" y="3292838"/>
                  <a:pt x="892397" y="3289044"/>
                  <a:pt x="889656" y="3287127"/>
                </a:cubicBezTo>
                <a:cubicBezTo>
                  <a:pt x="886916" y="3285191"/>
                  <a:pt x="883121" y="3285862"/>
                  <a:pt x="881186" y="3288584"/>
                </a:cubicBezTo>
                <a:close/>
                <a:moveTo>
                  <a:pt x="2021978" y="2841507"/>
                </a:moveTo>
                <a:cubicBezTo>
                  <a:pt x="2019692" y="2843632"/>
                  <a:pt x="2018217" y="2846631"/>
                  <a:pt x="2018092" y="2850004"/>
                </a:cubicBezTo>
                <a:cubicBezTo>
                  <a:pt x="2017824" y="2856731"/>
                  <a:pt x="2023094" y="2862385"/>
                  <a:pt x="2029822" y="2862634"/>
                </a:cubicBezTo>
                <a:lnTo>
                  <a:pt x="2029821" y="2862654"/>
                </a:lnTo>
                <a:cubicBezTo>
                  <a:pt x="2029974" y="2862654"/>
                  <a:pt x="2030128" y="2862654"/>
                  <a:pt x="2030281" y="2862654"/>
                </a:cubicBezTo>
                <a:cubicBezTo>
                  <a:pt x="2036816" y="2862654"/>
                  <a:pt x="2042221" y="2857478"/>
                  <a:pt x="2042470" y="2850905"/>
                </a:cubicBezTo>
                <a:cubicBezTo>
                  <a:pt x="2042720" y="2844159"/>
                  <a:pt x="2037468" y="2838505"/>
                  <a:pt x="2030722" y="2838256"/>
                </a:cubicBezTo>
                <a:cubicBezTo>
                  <a:pt x="2027359" y="2838132"/>
                  <a:pt x="2024264" y="2839382"/>
                  <a:pt x="2021978" y="2841507"/>
                </a:cubicBezTo>
                <a:close/>
                <a:moveTo>
                  <a:pt x="4968918" y="1690273"/>
                </a:moveTo>
                <a:cubicBezTo>
                  <a:pt x="4958266" y="1691040"/>
                  <a:pt x="4950232" y="1700316"/>
                  <a:pt x="4951018" y="1710971"/>
                </a:cubicBezTo>
                <a:cubicBezTo>
                  <a:pt x="4951747" y="1721167"/>
                  <a:pt x="4960256" y="1728929"/>
                  <a:pt x="4970300" y="1728929"/>
                </a:cubicBezTo>
                <a:cubicBezTo>
                  <a:pt x="4970780" y="1728929"/>
                  <a:pt x="4971258" y="1728910"/>
                  <a:pt x="4971718" y="1728872"/>
                </a:cubicBezTo>
                <a:cubicBezTo>
                  <a:pt x="4982391" y="1728105"/>
                  <a:pt x="4990405" y="1718829"/>
                  <a:pt x="4989616" y="1708174"/>
                </a:cubicBezTo>
                <a:cubicBezTo>
                  <a:pt x="4988851" y="1697498"/>
                  <a:pt x="4979575" y="1689487"/>
                  <a:pt x="4968918" y="1690273"/>
                </a:cubicBezTo>
                <a:close/>
                <a:moveTo>
                  <a:pt x="3900204" y="2106831"/>
                </a:moveTo>
                <a:cubicBezTo>
                  <a:pt x="3891503" y="2109131"/>
                  <a:pt x="3886328" y="2118062"/>
                  <a:pt x="3888646" y="2126762"/>
                </a:cubicBezTo>
                <a:cubicBezTo>
                  <a:pt x="3890585" y="2134046"/>
                  <a:pt x="3897175" y="2138856"/>
                  <a:pt x="3904381" y="2138856"/>
                </a:cubicBezTo>
                <a:cubicBezTo>
                  <a:pt x="3905759" y="2138856"/>
                  <a:pt x="3907160" y="2138684"/>
                  <a:pt x="3908558" y="2138300"/>
                </a:cubicBezTo>
                <a:cubicBezTo>
                  <a:pt x="3917263" y="2136001"/>
                  <a:pt x="3922436" y="2127069"/>
                  <a:pt x="3920116" y="2118369"/>
                </a:cubicBezTo>
                <a:cubicBezTo>
                  <a:pt x="3917816" y="2109687"/>
                  <a:pt x="3908885" y="2104512"/>
                  <a:pt x="3900204" y="2106831"/>
                </a:cubicBezTo>
                <a:close/>
                <a:moveTo>
                  <a:pt x="6089742" y="1248800"/>
                </a:moveTo>
                <a:cubicBezTo>
                  <a:pt x="6078723" y="1253074"/>
                  <a:pt x="6073279" y="1265494"/>
                  <a:pt x="6077572" y="1276495"/>
                </a:cubicBezTo>
                <a:cubicBezTo>
                  <a:pt x="6080849" y="1284965"/>
                  <a:pt x="6088956" y="1290141"/>
                  <a:pt x="6097523" y="1290141"/>
                </a:cubicBezTo>
                <a:cubicBezTo>
                  <a:pt x="6100092" y="1290141"/>
                  <a:pt x="6102717" y="1289680"/>
                  <a:pt x="6105266" y="1288684"/>
                </a:cubicBezTo>
                <a:cubicBezTo>
                  <a:pt x="6116285" y="1284390"/>
                  <a:pt x="6121728" y="1271991"/>
                  <a:pt x="6117454" y="1260971"/>
                </a:cubicBezTo>
                <a:cubicBezTo>
                  <a:pt x="6113161" y="1249950"/>
                  <a:pt x="6100762" y="1244507"/>
                  <a:pt x="6089742" y="1248800"/>
                </a:cubicBezTo>
                <a:close/>
                <a:moveTo>
                  <a:pt x="6190205" y="1208650"/>
                </a:moveTo>
                <a:cubicBezTo>
                  <a:pt x="6179262" y="1213115"/>
                  <a:pt x="6174030" y="1225611"/>
                  <a:pt x="6178496" y="1236554"/>
                </a:cubicBezTo>
                <a:cubicBezTo>
                  <a:pt x="6181888" y="1244833"/>
                  <a:pt x="6189899" y="1249854"/>
                  <a:pt x="6198312" y="1249854"/>
                </a:cubicBezTo>
                <a:cubicBezTo>
                  <a:pt x="6201015" y="1249855"/>
                  <a:pt x="6203755" y="1249337"/>
                  <a:pt x="6206419" y="1248264"/>
                </a:cubicBezTo>
                <a:cubicBezTo>
                  <a:pt x="6217363" y="1243779"/>
                  <a:pt x="6222595" y="1231284"/>
                  <a:pt x="6218110" y="1220340"/>
                </a:cubicBezTo>
                <a:cubicBezTo>
                  <a:pt x="6213626" y="1209397"/>
                  <a:pt x="6201149" y="1204165"/>
                  <a:pt x="6190205" y="1208650"/>
                </a:cubicBezTo>
                <a:close/>
                <a:moveTo>
                  <a:pt x="5988570" y="1286978"/>
                </a:moveTo>
                <a:cubicBezTo>
                  <a:pt x="5977455" y="1291022"/>
                  <a:pt x="5971744" y="1303326"/>
                  <a:pt x="5975788" y="1314423"/>
                </a:cubicBezTo>
                <a:cubicBezTo>
                  <a:pt x="5978949" y="1323104"/>
                  <a:pt x="5987152" y="1328490"/>
                  <a:pt x="5995892" y="1328490"/>
                </a:cubicBezTo>
                <a:cubicBezTo>
                  <a:pt x="5998325" y="1328490"/>
                  <a:pt x="6000816" y="1328068"/>
                  <a:pt x="6003233" y="1327187"/>
                </a:cubicBezTo>
                <a:cubicBezTo>
                  <a:pt x="6014328" y="1323143"/>
                  <a:pt x="6020061" y="1310858"/>
                  <a:pt x="6015996" y="1299743"/>
                </a:cubicBezTo>
                <a:cubicBezTo>
                  <a:pt x="6011952" y="1288645"/>
                  <a:pt x="5999667" y="1282934"/>
                  <a:pt x="5988570" y="1286978"/>
                </a:cubicBezTo>
                <a:close/>
                <a:moveTo>
                  <a:pt x="3153599" y="2392758"/>
                </a:moveTo>
                <a:cubicBezTo>
                  <a:pt x="3145474" y="2395000"/>
                  <a:pt x="3140700" y="2403414"/>
                  <a:pt x="3142963" y="2411560"/>
                </a:cubicBezTo>
                <a:cubicBezTo>
                  <a:pt x="3144841" y="2418306"/>
                  <a:pt x="3150973" y="2422752"/>
                  <a:pt x="3157663" y="2422752"/>
                </a:cubicBezTo>
                <a:cubicBezTo>
                  <a:pt x="3159024" y="2422752"/>
                  <a:pt x="3160384" y="2422561"/>
                  <a:pt x="3161764" y="2422177"/>
                </a:cubicBezTo>
                <a:cubicBezTo>
                  <a:pt x="3169871" y="2419934"/>
                  <a:pt x="3174643" y="2411521"/>
                  <a:pt x="3172382" y="2403395"/>
                </a:cubicBezTo>
                <a:cubicBezTo>
                  <a:pt x="3170140" y="2395269"/>
                  <a:pt x="3161725" y="2390496"/>
                  <a:pt x="3153599" y="2392758"/>
                </a:cubicBezTo>
                <a:close/>
                <a:moveTo>
                  <a:pt x="6290096" y="1166907"/>
                </a:moveTo>
                <a:cubicBezTo>
                  <a:pt x="6279210" y="1171526"/>
                  <a:pt x="6274150" y="1184099"/>
                  <a:pt x="6278788" y="1194965"/>
                </a:cubicBezTo>
                <a:cubicBezTo>
                  <a:pt x="6282257" y="1203111"/>
                  <a:pt x="6290172" y="1207998"/>
                  <a:pt x="6298490" y="1207998"/>
                </a:cubicBezTo>
                <a:cubicBezTo>
                  <a:pt x="6301288" y="1207998"/>
                  <a:pt x="6304124" y="1207442"/>
                  <a:pt x="6306865" y="1206292"/>
                </a:cubicBezTo>
                <a:cubicBezTo>
                  <a:pt x="6317731" y="1201654"/>
                  <a:pt x="6322791" y="1189081"/>
                  <a:pt x="6318172" y="1178215"/>
                </a:cubicBezTo>
                <a:cubicBezTo>
                  <a:pt x="6315853" y="1172772"/>
                  <a:pt x="6311551" y="1168786"/>
                  <a:pt x="6306470" y="1166740"/>
                </a:cubicBezTo>
                <a:cubicBezTo>
                  <a:pt x="6301388" y="1164694"/>
                  <a:pt x="6295529" y="1164588"/>
                  <a:pt x="6290096" y="1166907"/>
                </a:cubicBezTo>
                <a:close/>
                <a:moveTo>
                  <a:pt x="5886613" y="1322721"/>
                </a:moveTo>
                <a:cubicBezTo>
                  <a:pt x="5875379" y="1326497"/>
                  <a:pt x="5869363" y="1338609"/>
                  <a:pt x="5873118" y="1349821"/>
                </a:cubicBezTo>
                <a:cubicBezTo>
                  <a:pt x="5876109" y="1358771"/>
                  <a:pt x="5884466" y="1364425"/>
                  <a:pt x="5893417" y="1364425"/>
                </a:cubicBezTo>
                <a:cubicBezTo>
                  <a:pt x="5895658" y="1364425"/>
                  <a:pt x="5897959" y="1364060"/>
                  <a:pt x="5900219" y="1363313"/>
                </a:cubicBezTo>
                <a:cubicBezTo>
                  <a:pt x="5911413" y="1359538"/>
                  <a:pt x="5917449" y="1347425"/>
                  <a:pt x="5913694" y="1336214"/>
                </a:cubicBezTo>
                <a:cubicBezTo>
                  <a:pt x="5909936" y="1325001"/>
                  <a:pt x="5897804" y="1318965"/>
                  <a:pt x="5886613" y="1322721"/>
                </a:cubicBezTo>
                <a:close/>
                <a:moveTo>
                  <a:pt x="482526" y="3429832"/>
                </a:moveTo>
                <a:cubicBezTo>
                  <a:pt x="481415" y="3431058"/>
                  <a:pt x="481491" y="3432956"/>
                  <a:pt x="482699" y="3434086"/>
                </a:cubicBezTo>
                <a:cubicBezTo>
                  <a:pt x="483274" y="3434623"/>
                  <a:pt x="484002" y="3434872"/>
                  <a:pt x="484731" y="3434872"/>
                </a:cubicBezTo>
                <a:cubicBezTo>
                  <a:pt x="485554" y="3434872"/>
                  <a:pt x="486359" y="3434546"/>
                  <a:pt x="486954" y="3433914"/>
                </a:cubicBezTo>
                <a:cubicBezTo>
                  <a:pt x="488065" y="3432687"/>
                  <a:pt x="487988" y="3430790"/>
                  <a:pt x="486781" y="3429659"/>
                </a:cubicBezTo>
                <a:cubicBezTo>
                  <a:pt x="485554" y="3428547"/>
                  <a:pt x="483657" y="3428624"/>
                  <a:pt x="482526" y="3429832"/>
                </a:cubicBezTo>
                <a:close/>
                <a:moveTo>
                  <a:pt x="6389525" y="1123900"/>
                </a:moveTo>
                <a:cubicBezTo>
                  <a:pt x="6378697" y="1128654"/>
                  <a:pt x="6373771" y="1141264"/>
                  <a:pt x="6378524" y="1152092"/>
                </a:cubicBezTo>
                <a:cubicBezTo>
                  <a:pt x="6382050" y="1160123"/>
                  <a:pt x="6389909" y="1164895"/>
                  <a:pt x="6398130" y="1164895"/>
                </a:cubicBezTo>
                <a:cubicBezTo>
                  <a:pt x="6401004" y="1164895"/>
                  <a:pt x="6403918" y="1164320"/>
                  <a:pt x="6406716" y="1163093"/>
                </a:cubicBezTo>
                <a:cubicBezTo>
                  <a:pt x="6417544" y="1158359"/>
                  <a:pt x="6422470" y="1145730"/>
                  <a:pt x="6417717" y="1134901"/>
                </a:cubicBezTo>
                <a:cubicBezTo>
                  <a:pt x="6415351" y="1129488"/>
                  <a:pt x="6411010" y="1125549"/>
                  <a:pt x="6405907" y="1123559"/>
                </a:cubicBezTo>
                <a:cubicBezTo>
                  <a:pt x="6400804" y="1121567"/>
                  <a:pt x="6394939" y="1121524"/>
                  <a:pt x="6389525" y="1123900"/>
                </a:cubicBezTo>
                <a:close/>
                <a:moveTo>
                  <a:pt x="3798303" y="2134697"/>
                </a:moveTo>
                <a:cubicBezTo>
                  <a:pt x="3789638" y="2137131"/>
                  <a:pt x="3784578" y="2146120"/>
                  <a:pt x="3787014" y="2154783"/>
                </a:cubicBezTo>
                <a:cubicBezTo>
                  <a:pt x="3789044" y="2161989"/>
                  <a:pt x="3795578" y="2166684"/>
                  <a:pt x="3802691" y="2166684"/>
                </a:cubicBezTo>
                <a:cubicBezTo>
                  <a:pt x="3804149" y="2166684"/>
                  <a:pt x="3805642" y="2166473"/>
                  <a:pt x="3807117" y="2166071"/>
                </a:cubicBezTo>
                <a:cubicBezTo>
                  <a:pt x="3815779" y="2163637"/>
                  <a:pt x="3820820" y="2154629"/>
                  <a:pt x="3818385" y="2145985"/>
                </a:cubicBezTo>
                <a:cubicBezTo>
                  <a:pt x="3815954" y="2137323"/>
                  <a:pt x="3806964" y="2132263"/>
                  <a:pt x="3798303" y="2134697"/>
                </a:cubicBezTo>
                <a:close/>
                <a:moveTo>
                  <a:pt x="4251868" y="1954544"/>
                </a:moveTo>
                <a:cubicBezTo>
                  <a:pt x="4242534" y="1956537"/>
                  <a:pt x="4236574" y="1965756"/>
                  <a:pt x="4238584" y="1975108"/>
                </a:cubicBezTo>
                <a:cubicBezTo>
                  <a:pt x="4240331" y="1983215"/>
                  <a:pt x="4247515" y="1988792"/>
                  <a:pt x="4255509" y="1988792"/>
                </a:cubicBezTo>
                <a:cubicBezTo>
                  <a:pt x="4256696" y="1988792"/>
                  <a:pt x="4257924" y="1988658"/>
                  <a:pt x="4259151" y="1988389"/>
                </a:cubicBezTo>
                <a:cubicBezTo>
                  <a:pt x="4268504" y="1986377"/>
                  <a:pt x="4274445" y="1977177"/>
                  <a:pt x="4272432" y="1967825"/>
                </a:cubicBezTo>
                <a:cubicBezTo>
                  <a:pt x="4270440" y="1958473"/>
                  <a:pt x="4261220" y="1952531"/>
                  <a:pt x="4251868" y="1954544"/>
                </a:cubicBezTo>
                <a:close/>
                <a:moveTo>
                  <a:pt x="7401971" y="724726"/>
                </a:moveTo>
                <a:cubicBezTo>
                  <a:pt x="7390491" y="727505"/>
                  <a:pt x="7383418" y="739061"/>
                  <a:pt x="7386198" y="750541"/>
                </a:cubicBezTo>
                <a:cubicBezTo>
                  <a:pt x="7388556" y="760354"/>
                  <a:pt x="7397314" y="766927"/>
                  <a:pt x="7406973" y="766927"/>
                </a:cubicBezTo>
                <a:cubicBezTo>
                  <a:pt x="7408641" y="766927"/>
                  <a:pt x="7410327" y="766736"/>
                  <a:pt x="7412013" y="766334"/>
                </a:cubicBezTo>
                <a:cubicBezTo>
                  <a:pt x="7423512" y="763555"/>
                  <a:pt x="7430565" y="751998"/>
                  <a:pt x="7427786" y="740499"/>
                </a:cubicBezTo>
                <a:cubicBezTo>
                  <a:pt x="7425027" y="729018"/>
                  <a:pt x="7413451" y="721947"/>
                  <a:pt x="7401971" y="724726"/>
                </a:cubicBezTo>
                <a:close/>
                <a:moveTo>
                  <a:pt x="4608246" y="1814944"/>
                </a:moveTo>
                <a:cubicBezTo>
                  <a:pt x="4598223" y="1816476"/>
                  <a:pt x="4591362" y="1825830"/>
                  <a:pt x="4592896" y="1835852"/>
                </a:cubicBezTo>
                <a:cubicBezTo>
                  <a:pt x="4594293" y="1844917"/>
                  <a:pt x="4602113" y="1851396"/>
                  <a:pt x="4611006" y="1851396"/>
                </a:cubicBezTo>
                <a:cubicBezTo>
                  <a:pt x="4611925" y="1851396"/>
                  <a:pt x="4612866" y="1851338"/>
                  <a:pt x="4613804" y="1851185"/>
                </a:cubicBezTo>
                <a:cubicBezTo>
                  <a:pt x="4623809" y="1849632"/>
                  <a:pt x="4630670" y="1840280"/>
                  <a:pt x="4629138" y="1830276"/>
                </a:cubicBezTo>
                <a:cubicBezTo>
                  <a:pt x="4627604" y="1820272"/>
                  <a:pt x="4618252" y="1813410"/>
                  <a:pt x="4608246" y="1814944"/>
                </a:cubicBezTo>
                <a:close/>
                <a:moveTo>
                  <a:pt x="2610052" y="2594934"/>
                </a:moveTo>
                <a:cubicBezTo>
                  <a:pt x="2602252" y="2596045"/>
                  <a:pt x="2596847" y="2603271"/>
                  <a:pt x="2597959" y="2611052"/>
                </a:cubicBezTo>
                <a:cubicBezTo>
                  <a:pt x="2598975" y="2618162"/>
                  <a:pt x="2605068" y="2623279"/>
                  <a:pt x="2612045" y="2623279"/>
                </a:cubicBezTo>
                <a:cubicBezTo>
                  <a:pt x="2612716" y="2623279"/>
                  <a:pt x="2613406" y="2623240"/>
                  <a:pt x="2614077" y="2623145"/>
                </a:cubicBezTo>
                <a:cubicBezTo>
                  <a:pt x="2621857" y="2622033"/>
                  <a:pt x="2627282" y="2614808"/>
                  <a:pt x="2626169" y="2607027"/>
                </a:cubicBezTo>
                <a:cubicBezTo>
                  <a:pt x="2625058" y="2599245"/>
                  <a:pt x="2617833" y="2593822"/>
                  <a:pt x="2610052" y="2594934"/>
                </a:cubicBezTo>
                <a:close/>
                <a:moveTo>
                  <a:pt x="5783772" y="1355475"/>
                </a:moveTo>
                <a:cubicBezTo>
                  <a:pt x="5772444" y="1358886"/>
                  <a:pt x="5766024" y="1370807"/>
                  <a:pt x="5769436" y="1382134"/>
                </a:cubicBezTo>
                <a:cubicBezTo>
                  <a:pt x="5772215" y="1391390"/>
                  <a:pt x="5780704" y="1397370"/>
                  <a:pt x="5789902" y="1397370"/>
                </a:cubicBezTo>
                <a:cubicBezTo>
                  <a:pt x="5791956" y="1397370"/>
                  <a:pt x="5794023" y="1397083"/>
                  <a:pt x="5796076" y="1396469"/>
                </a:cubicBezTo>
                <a:cubicBezTo>
                  <a:pt x="5807400" y="1393058"/>
                  <a:pt x="5813822" y="1381137"/>
                  <a:pt x="5810431" y="1369810"/>
                </a:cubicBezTo>
                <a:cubicBezTo>
                  <a:pt x="5807019" y="1358504"/>
                  <a:pt x="5795079" y="1352083"/>
                  <a:pt x="5783772" y="1355475"/>
                </a:cubicBezTo>
                <a:close/>
                <a:moveTo>
                  <a:pt x="6488629" y="1079935"/>
                </a:moveTo>
                <a:cubicBezTo>
                  <a:pt x="6477858" y="1084764"/>
                  <a:pt x="6473009" y="1097433"/>
                  <a:pt x="6477858" y="1108223"/>
                </a:cubicBezTo>
                <a:cubicBezTo>
                  <a:pt x="6481422" y="1116158"/>
                  <a:pt x="6489223" y="1120853"/>
                  <a:pt x="6497387" y="1120853"/>
                </a:cubicBezTo>
                <a:cubicBezTo>
                  <a:pt x="6500319" y="1120853"/>
                  <a:pt x="6503290" y="1120259"/>
                  <a:pt x="6506145" y="1118975"/>
                </a:cubicBezTo>
                <a:cubicBezTo>
                  <a:pt x="6516917" y="1114145"/>
                  <a:pt x="6521747" y="1101477"/>
                  <a:pt x="6516917" y="1090706"/>
                </a:cubicBezTo>
                <a:cubicBezTo>
                  <a:pt x="6514493" y="1085311"/>
                  <a:pt x="6510118" y="1081406"/>
                  <a:pt x="6505001" y="1079456"/>
                </a:cubicBezTo>
                <a:cubicBezTo>
                  <a:pt x="6499883" y="1077506"/>
                  <a:pt x="6494024" y="1077511"/>
                  <a:pt x="6488629" y="1079935"/>
                </a:cubicBezTo>
                <a:close/>
                <a:moveTo>
                  <a:pt x="1338988" y="3089896"/>
                </a:moveTo>
                <a:cubicBezTo>
                  <a:pt x="1334311" y="3088018"/>
                  <a:pt x="1328983" y="3090280"/>
                  <a:pt x="1327104" y="3094956"/>
                </a:cubicBezTo>
                <a:cubicBezTo>
                  <a:pt x="1325227" y="3099651"/>
                  <a:pt x="1327507" y="3104960"/>
                  <a:pt x="1332184" y="3106839"/>
                </a:cubicBezTo>
                <a:cubicBezTo>
                  <a:pt x="1333295" y="3107298"/>
                  <a:pt x="1334445" y="3107509"/>
                  <a:pt x="1335576" y="3107509"/>
                </a:cubicBezTo>
                <a:cubicBezTo>
                  <a:pt x="1339198" y="3107509"/>
                  <a:pt x="1342629" y="3105344"/>
                  <a:pt x="1344066" y="3101759"/>
                </a:cubicBezTo>
                <a:cubicBezTo>
                  <a:pt x="1345944" y="3097083"/>
                  <a:pt x="1343663" y="3091774"/>
                  <a:pt x="1338988" y="3089896"/>
                </a:cubicBezTo>
                <a:close/>
                <a:moveTo>
                  <a:pt x="2268467" y="2726522"/>
                </a:moveTo>
                <a:cubicBezTo>
                  <a:pt x="2261165" y="2726810"/>
                  <a:pt x="2255473" y="2732942"/>
                  <a:pt x="2255761" y="2740245"/>
                </a:cubicBezTo>
                <a:cubicBezTo>
                  <a:pt x="2256029" y="2747374"/>
                  <a:pt x="2261893" y="2752970"/>
                  <a:pt x="2268966" y="2752970"/>
                </a:cubicBezTo>
                <a:cubicBezTo>
                  <a:pt x="2269138" y="2752970"/>
                  <a:pt x="2269311" y="2752951"/>
                  <a:pt x="2269483" y="2752951"/>
                </a:cubicBezTo>
                <a:cubicBezTo>
                  <a:pt x="2276785" y="2752663"/>
                  <a:pt x="2282477" y="2746531"/>
                  <a:pt x="2282190" y="2739229"/>
                </a:cubicBezTo>
                <a:cubicBezTo>
                  <a:pt x="2281902" y="2731927"/>
                  <a:pt x="2275769" y="2726235"/>
                  <a:pt x="2268467" y="2726522"/>
                </a:cubicBezTo>
                <a:close/>
                <a:moveTo>
                  <a:pt x="3052695" y="2419686"/>
                </a:moveTo>
                <a:cubicBezTo>
                  <a:pt x="3044530" y="2421774"/>
                  <a:pt x="3039604" y="2430092"/>
                  <a:pt x="3041674" y="2438256"/>
                </a:cubicBezTo>
                <a:cubicBezTo>
                  <a:pt x="3043456" y="2445156"/>
                  <a:pt x="3049666" y="2449756"/>
                  <a:pt x="3056470" y="2449756"/>
                </a:cubicBezTo>
                <a:cubicBezTo>
                  <a:pt x="3057716" y="2449756"/>
                  <a:pt x="3059000" y="2449602"/>
                  <a:pt x="3060265" y="2449277"/>
                </a:cubicBezTo>
                <a:cubicBezTo>
                  <a:pt x="3068429" y="2447188"/>
                  <a:pt x="3073355" y="2438870"/>
                  <a:pt x="3071266" y="2430705"/>
                </a:cubicBezTo>
                <a:cubicBezTo>
                  <a:pt x="3069176" y="2422522"/>
                  <a:pt x="3060878" y="2417596"/>
                  <a:pt x="3052695" y="2419686"/>
                </a:cubicBezTo>
                <a:close/>
                <a:moveTo>
                  <a:pt x="5221230" y="1572253"/>
                </a:moveTo>
                <a:cubicBezTo>
                  <a:pt x="5210018" y="1573384"/>
                  <a:pt x="5201875" y="1583388"/>
                  <a:pt x="5203005" y="1594581"/>
                </a:cubicBezTo>
                <a:cubicBezTo>
                  <a:pt x="5204060" y="1605083"/>
                  <a:pt x="5212911" y="1612922"/>
                  <a:pt x="5223245" y="1612922"/>
                </a:cubicBezTo>
                <a:cubicBezTo>
                  <a:pt x="5223932" y="1612922"/>
                  <a:pt x="5224622" y="1612883"/>
                  <a:pt x="5225332" y="1612807"/>
                </a:cubicBezTo>
                <a:cubicBezTo>
                  <a:pt x="5236524" y="1611677"/>
                  <a:pt x="5244688" y="1601691"/>
                  <a:pt x="5243560" y="1590479"/>
                </a:cubicBezTo>
                <a:cubicBezTo>
                  <a:pt x="5242429" y="1579286"/>
                  <a:pt x="5232422" y="1571122"/>
                  <a:pt x="5221230" y="1572253"/>
                </a:cubicBezTo>
                <a:close/>
                <a:moveTo>
                  <a:pt x="3696821" y="2163886"/>
                </a:moveTo>
                <a:cubicBezTo>
                  <a:pt x="3688196" y="2166416"/>
                  <a:pt x="3683252" y="2175462"/>
                  <a:pt x="3685782" y="2184106"/>
                </a:cubicBezTo>
                <a:cubicBezTo>
                  <a:pt x="3687872" y="2191196"/>
                  <a:pt x="3694369" y="2195796"/>
                  <a:pt x="3701403" y="2195796"/>
                </a:cubicBezTo>
                <a:cubicBezTo>
                  <a:pt x="3702936" y="2195796"/>
                  <a:pt x="3704468" y="2195585"/>
                  <a:pt x="3706001" y="2195125"/>
                </a:cubicBezTo>
                <a:cubicBezTo>
                  <a:pt x="3714645" y="2192596"/>
                  <a:pt x="3719571" y="2183550"/>
                  <a:pt x="3717041" y="2174906"/>
                </a:cubicBezTo>
                <a:cubicBezTo>
                  <a:pt x="3714512" y="2166282"/>
                  <a:pt x="3705446" y="2161337"/>
                  <a:pt x="3696821" y="2163886"/>
                </a:cubicBezTo>
                <a:close/>
                <a:moveTo>
                  <a:pt x="6587502" y="1035203"/>
                </a:moveTo>
                <a:cubicBezTo>
                  <a:pt x="6576731" y="1040072"/>
                  <a:pt x="6571959" y="1052759"/>
                  <a:pt x="6576828" y="1063530"/>
                </a:cubicBezTo>
                <a:cubicBezTo>
                  <a:pt x="6580411" y="1071426"/>
                  <a:pt x="6588192" y="1076122"/>
                  <a:pt x="6596337" y="1076122"/>
                </a:cubicBezTo>
                <a:cubicBezTo>
                  <a:pt x="6599289" y="1076122"/>
                  <a:pt x="6602279" y="1075508"/>
                  <a:pt x="6605134" y="1074204"/>
                </a:cubicBezTo>
                <a:cubicBezTo>
                  <a:pt x="6615905" y="1069337"/>
                  <a:pt x="6620697" y="1056649"/>
                  <a:pt x="6615829" y="1045878"/>
                </a:cubicBezTo>
                <a:cubicBezTo>
                  <a:pt x="6613386" y="1040493"/>
                  <a:pt x="6608997" y="1036607"/>
                  <a:pt x="6603872" y="1034677"/>
                </a:cubicBezTo>
                <a:cubicBezTo>
                  <a:pt x="6598748" y="1032745"/>
                  <a:pt x="6592888" y="1032769"/>
                  <a:pt x="6587502" y="1035203"/>
                </a:cubicBezTo>
                <a:close/>
                <a:moveTo>
                  <a:pt x="996159" y="3213838"/>
                </a:moveTo>
                <a:cubicBezTo>
                  <a:pt x="994069" y="3217134"/>
                  <a:pt x="995047" y="3221523"/>
                  <a:pt x="998344" y="3223631"/>
                </a:cubicBezTo>
                <a:cubicBezTo>
                  <a:pt x="999532" y="3224380"/>
                  <a:pt x="1000835" y="3224724"/>
                  <a:pt x="1002139" y="3224724"/>
                </a:cubicBezTo>
                <a:cubicBezTo>
                  <a:pt x="1004496" y="3224724"/>
                  <a:pt x="1006795" y="3223555"/>
                  <a:pt x="1008137" y="3221428"/>
                </a:cubicBezTo>
                <a:cubicBezTo>
                  <a:pt x="1010245" y="3218131"/>
                  <a:pt x="1009248" y="3213742"/>
                  <a:pt x="1005951" y="3211654"/>
                </a:cubicBezTo>
                <a:cubicBezTo>
                  <a:pt x="1002637" y="3209545"/>
                  <a:pt x="998267" y="3210522"/>
                  <a:pt x="996159" y="3213838"/>
                </a:cubicBezTo>
                <a:close/>
                <a:moveTo>
                  <a:pt x="5679991" y="1384549"/>
                </a:moveTo>
                <a:cubicBezTo>
                  <a:pt x="5668550" y="1387519"/>
                  <a:pt x="5661668" y="1399191"/>
                  <a:pt x="5664640" y="1410633"/>
                </a:cubicBezTo>
                <a:lnTo>
                  <a:pt x="5664658" y="1410633"/>
                </a:lnTo>
                <a:cubicBezTo>
                  <a:pt x="5667149" y="1420273"/>
                  <a:pt x="5675832" y="1426674"/>
                  <a:pt x="5685357" y="1426674"/>
                </a:cubicBezTo>
                <a:cubicBezTo>
                  <a:pt x="5687137" y="1426674"/>
                  <a:pt x="5688941" y="1426463"/>
                  <a:pt x="5690724" y="1425984"/>
                </a:cubicBezTo>
                <a:cubicBezTo>
                  <a:pt x="5702144" y="1423032"/>
                  <a:pt x="5709026" y="1411361"/>
                  <a:pt x="5706074" y="1399919"/>
                </a:cubicBezTo>
                <a:cubicBezTo>
                  <a:pt x="5703103" y="1388477"/>
                  <a:pt x="5691432" y="1381597"/>
                  <a:pt x="5679991" y="1384549"/>
                </a:cubicBezTo>
                <a:close/>
                <a:moveTo>
                  <a:pt x="7858036" y="534066"/>
                </a:moveTo>
                <a:cubicBezTo>
                  <a:pt x="7853798" y="537935"/>
                  <a:pt x="7851033" y="543421"/>
                  <a:pt x="7850746" y="549611"/>
                </a:cubicBezTo>
                <a:cubicBezTo>
                  <a:pt x="7850171" y="561974"/>
                  <a:pt x="7859734" y="572456"/>
                  <a:pt x="7872116" y="573032"/>
                </a:cubicBezTo>
                <a:cubicBezTo>
                  <a:pt x="7872460" y="573051"/>
                  <a:pt x="7872805" y="573051"/>
                  <a:pt x="7873170" y="573051"/>
                </a:cubicBezTo>
                <a:cubicBezTo>
                  <a:pt x="7885071" y="573051"/>
                  <a:pt x="7894979" y="563679"/>
                  <a:pt x="7895555" y="551662"/>
                </a:cubicBezTo>
                <a:cubicBezTo>
                  <a:pt x="7896111" y="539281"/>
                  <a:pt x="7886546" y="528798"/>
                  <a:pt x="7874166" y="528223"/>
                </a:cubicBezTo>
                <a:cubicBezTo>
                  <a:pt x="7867985" y="527945"/>
                  <a:pt x="7862274" y="530197"/>
                  <a:pt x="7858036" y="534066"/>
                </a:cubicBezTo>
                <a:close/>
                <a:moveTo>
                  <a:pt x="7296063" y="753032"/>
                </a:moveTo>
                <a:cubicBezTo>
                  <a:pt x="7284717" y="756348"/>
                  <a:pt x="7278201" y="768231"/>
                  <a:pt x="7281535" y="779576"/>
                </a:cubicBezTo>
                <a:cubicBezTo>
                  <a:pt x="7284258" y="788930"/>
                  <a:pt x="7292806" y="794985"/>
                  <a:pt x="7302062" y="794986"/>
                </a:cubicBezTo>
                <a:cubicBezTo>
                  <a:pt x="7304055" y="794986"/>
                  <a:pt x="7306068" y="794698"/>
                  <a:pt x="7308080" y="794123"/>
                </a:cubicBezTo>
                <a:lnTo>
                  <a:pt x="7308061" y="794123"/>
                </a:lnTo>
                <a:cubicBezTo>
                  <a:pt x="7319425" y="790807"/>
                  <a:pt x="7325923" y="778924"/>
                  <a:pt x="7322608" y="767579"/>
                </a:cubicBezTo>
                <a:cubicBezTo>
                  <a:pt x="7319292" y="756233"/>
                  <a:pt x="7307409" y="749717"/>
                  <a:pt x="7296063" y="753032"/>
                </a:cubicBezTo>
                <a:close/>
                <a:moveTo>
                  <a:pt x="6686606" y="990587"/>
                </a:moveTo>
                <a:cubicBezTo>
                  <a:pt x="6675816" y="995416"/>
                  <a:pt x="6670987" y="1008065"/>
                  <a:pt x="6675816" y="1018856"/>
                </a:cubicBezTo>
                <a:cubicBezTo>
                  <a:pt x="6679362" y="1026809"/>
                  <a:pt x="6687182" y="1031524"/>
                  <a:pt x="6695365" y="1031524"/>
                </a:cubicBezTo>
                <a:cubicBezTo>
                  <a:pt x="6698278" y="1031524"/>
                  <a:pt x="6701249" y="1030929"/>
                  <a:pt x="6704085" y="1029664"/>
                </a:cubicBezTo>
                <a:cubicBezTo>
                  <a:pt x="6714894" y="1024835"/>
                  <a:pt x="6719705" y="1012166"/>
                  <a:pt x="6714894" y="1001376"/>
                </a:cubicBezTo>
                <a:cubicBezTo>
                  <a:pt x="6712480" y="995982"/>
                  <a:pt x="6708105" y="992077"/>
                  <a:pt x="6702986" y="990125"/>
                </a:cubicBezTo>
                <a:cubicBezTo>
                  <a:pt x="6697866" y="988172"/>
                  <a:pt x="6692001" y="988172"/>
                  <a:pt x="6686606" y="990587"/>
                </a:cubicBezTo>
                <a:close/>
                <a:moveTo>
                  <a:pt x="4861363" y="1699741"/>
                </a:moveTo>
                <a:cubicBezTo>
                  <a:pt x="4850746" y="1700871"/>
                  <a:pt x="4843043" y="1710416"/>
                  <a:pt x="4844192" y="1721052"/>
                </a:cubicBezTo>
                <a:cubicBezTo>
                  <a:pt x="4845247" y="1730980"/>
                  <a:pt x="4853640" y="1738359"/>
                  <a:pt x="4863414" y="1738359"/>
                </a:cubicBezTo>
                <a:cubicBezTo>
                  <a:pt x="4864105" y="1738359"/>
                  <a:pt x="4864793" y="1738320"/>
                  <a:pt x="4865482" y="1738225"/>
                </a:cubicBezTo>
                <a:cubicBezTo>
                  <a:pt x="4876121" y="1737093"/>
                  <a:pt x="4883805" y="1727549"/>
                  <a:pt x="4882674" y="1716932"/>
                </a:cubicBezTo>
                <a:cubicBezTo>
                  <a:pt x="4881545" y="1706295"/>
                  <a:pt x="4872000" y="1698609"/>
                  <a:pt x="4861363" y="1699741"/>
                </a:cubicBezTo>
                <a:close/>
                <a:moveTo>
                  <a:pt x="3595725" y="2193726"/>
                </a:moveTo>
                <a:cubicBezTo>
                  <a:pt x="3587100" y="2196276"/>
                  <a:pt x="3582175" y="2205341"/>
                  <a:pt x="3584724" y="2213965"/>
                </a:cubicBezTo>
                <a:cubicBezTo>
                  <a:pt x="3586832" y="2221056"/>
                  <a:pt x="3593310" y="2225636"/>
                  <a:pt x="3600343" y="2225636"/>
                </a:cubicBezTo>
                <a:cubicBezTo>
                  <a:pt x="3601877" y="2225636"/>
                  <a:pt x="3603429" y="2225426"/>
                  <a:pt x="3604962" y="2224966"/>
                </a:cubicBezTo>
                <a:cubicBezTo>
                  <a:pt x="3613586" y="2222417"/>
                  <a:pt x="3618512" y="2213351"/>
                  <a:pt x="3615963" y="2204708"/>
                </a:cubicBezTo>
                <a:cubicBezTo>
                  <a:pt x="3613415" y="2196083"/>
                  <a:pt x="3604349" y="2191159"/>
                  <a:pt x="3595725" y="2193726"/>
                </a:cubicBezTo>
                <a:close/>
                <a:moveTo>
                  <a:pt x="4148031" y="1977925"/>
                </a:moveTo>
                <a:cubicBezTo>
                  <a:pt x="4138734" y="1980091"/>
                  <a:pt x="4132945" y="1989425"/>
                  <a:pt x="4135132" y="1998719"/>
                </a:cubicBezTo>
                <a:cubicBezTo>
                  <a:pt x="4137010" y="2006711"/>
                  <a:pt x="4144120" y="2012078"/>
                  <a:pt x="4151978" y="2012078"/>
                </a:cubicBezTo>
                <a:cubicBezTo>
                  <a:pt x="4153281" y="2012078"/>
                  <a:pt x="4154625" y="2011943"/>
                  <a:pt x="4155947" y="2011617"/>
                </a:cubicBezTo>
                <a:cubicBezTo>
                  <a:pt x="4165259" y="2009433"/>
                  <a:pt x="4171029" y="2000118"/>
                  <a:pt x="4168844" y="1990805"/>
                </a:cubicBezTo>
                <a:cubicBezTo>
                  <a:pt x="4166660" y="1981509"/>
                  <a:pt x="4157343" y="1975721"/>
                  <a:pt x="4148031" y="1977925"/>
                </a:cubicBezTo>
                <a:close/>
                <a:moveTo>
                  <a:pt x="2951290" y="2444237"/>
                </a:moveTo>
                <a:cubicBezTo>
                  <a:pt x="2943069" y="2446095"/>
                  <a:pt x="2937913" y="2454279"/>
                  <a:pt x="2939791" y="2462501"/>
                </a:cubicBezTo>
                <a:cubicBezTo>
                  <a:pt x="2941401" y="2469592"/>
                  <a:pt x="2947688" y="2474384"/>
                  <a:pt x="2954664" y="2474384"/>
                </a:cubicBezTo>
                <a:cubicBezTo>
                  <a:pt x="2955794" y="2474384"/>
                  <a:pt x="2956926" y="2474268"/>
                  <a:pt x="2958056" y="2474000"/>
                </a:cubicBezTo>
                <a:cubicBezTo>
                  <a:pt x="2966297" y="2472141"/>
                  <a:pt x="2971434" y="2463957"/>
                  <a:pt x="2969555" y="2455736"/>
                </a:cubicBezTo>
                <a:cubicBezTo>
                  <a:pt x="2967696" y="2447514"/>
                  <a:pt x="2959512" y="2442358"/>
                  <a:pt x="2951290" y="2444237"/>
                </a:cubicBezTo>
                <a:close/>
                <a:moveTo>
                  <a:pt x="6786093" y="946545"/>
                </a:moveTo>
                <a:cubicBezTo>
                  <a:pt x="6775265" y="951298"/>
                  <a:pt x="6770320" y="963909"/>
                  <a:pt x="6775054" y="974737"/>
                </a:cubicBezTo>
                <a:cubicBezTo>
                  <a:pt x="6778561" y="982767"/>
                  <a:pt x="6786419" y="987578"/>
                  <a:pt x="6794679" y="987578"/>
                </a:cubicBezTo>
                <a:cubicBezTo>
                  <a:pt x="6797534" y="987578"/>
                  <a:pt x="6800448" y="986983"/>
                  <a:pt x="6803246" y="985776"/>
                </a:cubicBezTo>
                <a:cubicBezTo>
                  <a:pt x="6814075" y="981042"/>
                  <a:pt x="6819000" y="968413"/>
                  <a:pt x="6814266" y="957584"/>
                </a:cubicBezTo>
                <a:cubicBezTo>
                  <a:pt x="6811899" y="952170"/>
                  <a:pt x="6807563" y="948227"/>
                  <a:pt x="6802466" y="946229"/>
                </a:cubicBezTo>
                <a:cubicBezTo>
                  <a:pt x="6797368" y="944231"/>
                  <a:pt x="6791508" y="944178"/>
                  <a:pt x="6786093" y="946545"/>
                </a:cubicBezTo>
                <a:close/>
                <a:moveTo>
                  <a:pt x="586058" y="3365455"/>
                </a:moveTo>
                <a:cubicBezTo>
                  <a:pt x="584601" y="3367123"/>
                  <a:pt x="584774" y="3369672"/>
                  <a:pt x="586441" y="3371148"/>
                </a:cubicBezTo>
                <a:cubicBezTo>
                  <a:pt x="587208" y="3371800"/>
                  <a:pt x="588147" y="3372144"/>
                  <a:pt x="589086" y="3372144"/>
                </a:cubicBezTo>
                <a:cubicBezTo>
                  <a:pt x="590217" y="3372144"/>
                  <a:pt x="591328" y="3371665"/>
                  <a:pt x="592114" y="3370764"/>
                </a:cubicBezTo>
                <a:cubicBezTo>
                  <a:pt x="593589" y="3369079"/>
                  <a:pt x="593418" y="3366548"/>
                  <a:pt x="591750" y="3365073"/>
                </a:cubicBezTo>
                <a:cubicBezTo>
                  <a:pt x="590063" y="3363617"/>
                  <a:pt x="587533" y="3363789"/>
                  <a:pt x="586058" y="3365455"/>
                </a:cubicBezTo>
                <a:close/>
                <a:moveTo>
                  <a:pt x="7191632" y="785901"/>
                </a:moveTo>
                <a:cubicBezTo>
                  <a:pt x="7180439" y="789677"/>
                  <a:pt x="7174401" y="801808"/>
                  <a:pt x="7178177" y="813001"/>
                </a:cubicBezTo>
                <a:cubicBezTo>
                  <a:pt x="7181187" y="821951"/>
                  <a:pt x="7189524" y="827585"/>
                  <a:pt x="7198454" y="827585"/>
                </a:cubicBezTo>
                <a:cubicBezTo>
                  <a:pt x="7200716" y="827585"/>
                  <a:pt x="7203016" y="827240"/>
                  <a:pt x="7205277" y="826474"/>
                </a:cubicBezTo>
                <a:cubicBezTo>
                  <a:pt x="7216489" y="822698"/>
                  <a:pt x="7222526" y="810567"/>
                  <a:pt x="7218751" y="799375"/>
                </a:cubicBezTo>
                <a:cubicBezTo>
                  <a:pt x="7214975" y="788163"/>
                  <a:pt x="7202843" y="782144"/>
                  <a:pt x="7191632" y="785901"/>
                </a:cubicBezTo>
                <a:close/>
                <a:moveTo>
                  <a:pt x="6886136" y="903557"/>
                </a:moveTo>
                <a:cubicBezTo>
                  <a:pt x="6875250" y="908138"/>
                  <a:pt x="6870133" y="920691"/>
                  <a:pt x="6874733" y="931596"/>
                </a:cubicBezTo>
                <a:cubicBezTo>
                  <a:pt x="6878182" y="939760"/>
                  <a:pt x="6886117" y="944666"/>
                  <a:pt x="6894454" y="944666"/>
                </a:cubicBezTo>
                <a:cubicBezTo>
                  <a:pt x="6897232" y="944666"/>
                  <a:pt x="6900050" y="944130"/>
                  <a:pt x="6902772" y="942980"/>
                </a:cubicBezTo>
                <a:cubicBezTo>
                  <a:pt x="6913658" y="938399"/>
                  <a:pt x="6918755" y="925846"/>
                  <a:pt x="6914175" y="914960"/>
                </a:cubicBezTo>
                <a:cubicBezTo>
                  <a:pt x="6911876" y="909508"/>
                  <a:pt x="6907587" y="905507"/>
                  <a:pt x="6902513" y="903445"/>
                </a:cubicBezTo>
                <a:cubicBezTo>
                  <a:pt x="6897439" y="901382"/>
                  <a:pt x="6891579" y="901258"/>
                  <a:pt x="6886136" y="903557"/>
                </a:cubicBezTo>
                <a:close/>
                <a:moveTo>
                  <a:pt x="4502512" y="1832767"/>
                </a:moveTo>
                <a:cubicBezTo>
                  <a:pt x="4492545" y="1834587"/>
                  <a:pt x="4485953" y="1844132"/>
                  <a:pt x="4487774" y="1854098"/>
                </a:cubicBezTo>
                <a:cubicBezTo>
                  <a:pt x="4489384" y="1862952"/>
                  <a:pt x="4497109" y="1869142"/>
                  <a:pt x="4505787" y="1869142"/>
                </a:cubicBezTo>
                <a:cubicBezTo>
                  <a:pt x="4506881" y="1869142"/>
                  <a:pt x="4507993" y="1869047"/>
                  <a:pt x="4509105" y="1868855"/>
                </a:cubicBezTo>
                <a:cubicBezTo>
                  <a:pt x="4519070" y="1867015"/>
                  <a:pt x="4525665" y="1857471"/>
                  <a:pt x="4523843" y="1847524"/>
                </a:cubicBezTo>
                <a:cubicBezTo>
                  <a:pt x="4522022" y="1837559"/>
                  <a:pt x="4512478" y="1830965"/>
                  <a:pt x="4502512" y="1832767"/>
                </a:cubicBezTo>
                <a:close/>
                <a:moveTo>
                  <a:pt x="7088636" y="822546"/>
                </a:moveTo>
                <a:lnTo>
                  <a:pt x="7076654" y="833707"/>
                </a:lnTo>
                <a:cubicBezTo>
                  <a:pt x="7074383" y="838692"/>
                  <a:pt x="7074014" y="844547"/>
                  <a:pt x="7076084" y="850085"/>
                </a:cubicBezTo>
                <a:cubicBezTo>
                  <a:pt x="7079303" y="858672"/>
                  <a:pt x="7087449" y="863981"/>
                  <a:pt x="7096131" y="863981"/>
                </a:cubicBezTo>
                <a:cubicBezTo>
                  <a:pt x="7098622" y="863981"/>
                  <a:pt x="7101153" y="863540"/>
                  <a:pt x="7103625" y="862620"/>
                </a:cubicBezTo>
                <a:cubicBezTo>
                  <a:pt x="7114682" y="858480"/>
                  <a:pt x="7120318" y="846157"/>
                  <a:pt x="7116178" y="835079"/>
                </a:cubicBezTo>
                <a:cubicBezTo>
                  <a:pt x="7114108" y="829551"/>
                  <a:pt x="7109988" y="825382"/>
                  <a:pt x="7104999" y="823113"/>
                </a:cubicBezTo>
                <a:close/>
                <a:moveTo>
                  <a:pt x="7088618" y="822545"/>
                </a:moveTo>
                <a:lnTo>
                  <a:pt x="7088636" y="822546"/>
                </a:lnTo>
                <a:lnTo>
                  <a:pt x="7088637" y="822545"/>
                </a:lnTo>
                <a:close/>
                <a:moveTo>
                  <a:pt x="6986907" y="862045"/>
                </a:moveTo>
                <a:cubicBezTo>
                  <a:pt x="6975945" y="866434"/>
                  <a:pt x="6970616" y="878891"/>
                  <a:pt x="6975025" y="889873"/>
                </a:cubicBezTo>
                <a:cubicBezTo>
                  <a:pt x="6978360" y="898229"/>
                  <a:pt x="6986410" y="903308"/>
                  <a:pt x="6994880" y="903308"/>
                </a:cubicBezTo>
                <a:cubicBezTo>
                  <a:pt x="6997544" y="903308"/>
                  <a:pt x="7000246" y="902810"/>
                  <a:pt x="7002854" y="901774"/>
                </a:cubicBezTo>
                <a:cubicBezTo>
                  <a:pt x="7013815" y="897367"/>
                  <a:pt x="7019144" y="884909"/>
                  <a:pt x="7014736" y="873946"/>
                </a:cubicBezTo>
                <a:cubicBezTo>
                  <a:pt x="7010347" y="862964"/>
                  <a:pt x="6997888" y="857636"/>
                  <a:pt x="6986907" y="862045"/>
                </a:cubicBezTo>
                <a:close/>
                <a:moveTo>
                  <a:pt x="8350951" y="328233"/>
                </a:moveTo>
                <a:cubicBezTo>
                  <a:pt x="8345298" y="330926"/>
                  <a:pt x="8340669" y="335775"/>
                  <a:pt x="8338407" y="342147"/>
                </a:cubicBezTo>
                <a:cubicBezTo>
                  <a:pt x="8333885" y="354873"/>
                  <a:pt x="8340573" y="368864"/>
                  <a:pt x="8353299" y="373386"/>
                </a:cubicBezTo>
                <a:cubicBezTo>
                  <a:pt x="8356002" y="374345"/>
                  <a:pt x="8358762" y="374786"/>
                  <a:pt x="8361483" y="374786"/>
                </a:cubicBezTo>
                <a:cubicBezTo>
                  <a:pt x="8371545" y="374786"/>
                  <a:pt x="8380974" y="368519"/>
                  <a:pt x="8384538" y="358495"/>
                </a:cubicBezTo>
                <a:cubicBezTo>
                  <a:pt x="8389042" y="345751"/>
                  <a:pt x="8382392" y="331760"/>
                  <a:pt x="8369647" y="327256"/>
                </a:cubicBezTo>
                <a:cubicBezTo>
                  <a:pt x="8363284" y="325004"/>
                  <a:pt x="8356605" y="325541"/>
                  <a:pt x="8350951" y="328233"/>
                </a:cubicBezTo>
                <a:close/>
                <a:moveTo>
                  <a:pt x="3494685" y="2223548"/>
                </a:moveTo>
                <a:cubicBezTo>
                  <a:pt x="3486060" y="2226077"/>
                  <a:pt x="3481116" y="2235143"/>
                  <a:pt x="3483646" y="2243767"/>
                </a:cubicBezTo>
                <a:cubicBezTo>
                  <a:pt x="3485734" y="2250878"/>
                  <a:pt x="3492231" y="2255477"/>
                  <a:pt x="3499285" y="2255477"/>
                </a:cubicBezTo>
                <a:cubicBezTo>
                  <a:pt x="3500799" y="2255477"/>
                  <a:pt x="3502351" y="2255266"/>
                  <a:pt x="3503885" y="2254807"/>
                </a:cubicBezTo>
                <a:cubicBezTo>
                  <a:pt x="3512509" y="2252276"/>
                  <a:pt x="3517453" y="2243230"/>
                  <a:pt x="3514923" y="2234587"/>
                </a:cubicBezTo>
                <a:cubicBezTo>
                  <a:pt x="3512375" y="2225962"/>
                  <a:pt x="3503329" y="2221017"/>
                  <a:pt x="3494685" y="2223548"/>
                </a:cubicBezTo>
                <a:close/>
                <a:moveTo>
                  <a:pt x="2507267" y="2607467"/>
                </a:moveTo>
                <a:cubicBezTo>
                  <a:pt x="2499448" y="2608254"/>
                  <a:pt x="2493738" y="2615249"/>
                  <a:pt x="2494524" y="2623088"/>
                </a:cubicBezTo>
                <a:cubicBezTo>
                  <a:pt x="2495271" y="2630428"/>
                  <a:pt x="2501460" y="2635890"/>
                  <a:pt x="2508687" y="2635890"/>
                </a:cubicBezTo>
                <a:cubicBezTo>
                  <a:pt x="2509166" y="2635890"/>
                  <a:pt x="2509644" y="2635871"/>
                  <a:pt x="2510124" y="2635813"/>
                </a:cubicBezTo>
                <a:lnTo>
                  <a:pt x="2510143" y="2635813"/>
                </a:lnTo>
                <a:cubicBezTo>
                  <a:pt x="2517963" y="2635028"/>
                  <a:pt x="2523674" y="2628051"/>
                  <a:pt x="2522888" y="2620232"/>
                </a:cubicBezTo>
                <a:cubicBezTo>
                  <a:pt x="2522082" y="2612393"/>
                  <a:pt x="2515107" y="2606682"/>
                  <a:pt x="2507267" y="2607467"/>
                </a:cubicBezTo>
                <a:close/>
                <a:moveTo>
                  <a:pt x="5575139" y="1409271"/>
                </a:moveTo>
                <a:cubicBezTo>
                  <a:pt x="5563580" y="1411763"/>
                  <a:pt x="5556240" y="1423147"/>
                  <a:pt x="5558731" y="1434704"/>
                </a:cubicBezTo>
                <a:lnTo>
                  <a:pt x="5558692" y="1434704"/>
                </a:lnTo>
                <a:cubicBezTo>
                  <a:pt x="5560858" y="1444728"/>
                  <a:pt x="5569733" y="1451589"/>
                  <a:pt x="5579601" y="1451589"/>
                </a:cubicBezTo>
                <a:cubicBezTo>
                  <a:pt x="5581097" y="1451589"/>
                  <a:pt x="5582612" y="1451436"/>
                  <a:pt x="5584145" y="1451110"/>
                </a:cubicBezTo>
                <a:cubicBezTo>
                  <a:pt x="5595703" y="1448618"/>
                  <a:pt x="5603043" y="1437234"/>
                  <a:pt x="5600571" y="1425677"/>
                </a:cubicBezTo>
                <a:cubicBezTo>
                  <a:pt x="5598078" y="1414121"/>
                  <a:pt x="5586674" y="1406781"/>
                  <a:pt x="5575139" y="1409271"/>
                </a:cubicBezTo>
                <a:close/>
                <a:moveTo>
                  <a:pt x="1695023" y="2922583"/>
                </a:moveTo>
                <a:cubicBezTo>
                  <a:pt x="1688967" y="2921376"/>
                  <a:pt x="1683083" y="2925304"/>
                  <a:pt x="1681875" y="2931361"/>
                </a:cubicBezTo>
                <a:cubicBezTo>
                  <a:pt x="1680668" y="2937418"/>
                  <a:pt x="1684596" y="2943301"/>
                  <a:pt x="1690653" y="2944508"/>
                </a:cubicBezTo>
                <a:cubicBezTo>
                  <a:pt x="1691380" y="2944662"/>
                  <a:pt x="1692108" y="2944719"/>
                  <a:pt x="1692837" y="2944719"/>
                </a:cubicBezTo>
                <a:cubicBezTo>
                  <a:pt x="1698070" y="2944719"/>
                  <a:pt x="1702746" y="2941040"/>
                  <a:pt x="1703800" y="2935731"/>
                </a:cubicBezTo>
                <a:cubicBezTo>
                  <a:pt x="1705008" y="2929674"/>
                  <a:pt x="1701079" y="2923791"/>
                  <a:pt x="1695023" y="2922583"/>
                </a:cubicBezTo>
                <a:close/>
                <a:moveTo>
                  <a:pt x="1919891" y="2834270"/>
                </a:moveTo>
                <a:cubicBezTo>
                  <a:pt x="1917484" y="2836258"/>
                  <a:pt x="1915836" y="2839166"/>
                  <a:pt x="1915520" y="2842529"/>
                </a:cubicBezTo>
                <a:cubicBezTo>
                  <a:pt x="1914887" y="2849238"/>
                  <a:pt x="1919793" y="2855179"/>
                  <a:pt x="1926501" y="2855831"/>
                </a:cubicBezTo>
                <a:cubicBezTo>
                  <a:pt x="1926904" y="2855888"/>
                  <a:pt x="1927287" y="2855888"/>
                  <a:pt x="1927670" y="2855888"/>
                </a:cubicBezTo>
                <a:cubicBezTo>
                  <a:pt x="1933898" y="2855888"/>
                  <a:pt x="1939207" y="2851155"/>
                  <a:pt x="1939802" y="2844849"/>
                </a:cubicBezTo>
                <a:cubicBezTo>
                  <a:pt x="1940454" y="2838141"/>
                  <a:pt x="1935527" y="2832180"/>
                  <a:pt x="1928820" y="2831529"/>
                </a:cubicBezTo>
                <a:cubicBezTo>
                  <a:pt x="1925466" y="2831213"/>
                  <a:pt x="1922299" y="2832281"/>
                  <a:pt x="1919891" y="2834270"/>
                </a:cubicBezTo>
                <a:close/>
                <a:moveTo>
                  <a:pt x="4044690" y="2003051"/>
                </a:moveTo>
                <a:cubicBezTo>
                  <a:pt x="4035414" y="2005389"/>
                  <a:pt x="4029780" y="2014800"/>
                  <a:pt x="4032116" y="2024075"/>
                </a:cubicBezTo>
                <a:cubicBezTo>
                  <a:pt x="4034073" y="2031933"/>
                  <a:pt x="4041144" y="2037165"/>
                  <a:pt x="4048889" y="2037165"/>
                </a:cubicBezTo>
                <a:cubicBezTo>
                  <a:pt x="4050286" y="2037166"/>
                  <a:pt x="4051704" y="2036992"/>
                  <a:pt x="4053122" y="2036629"/>
                </a:cubicBezTo>
                <a:cubicBezTo>
                  <a:pt x="4062397" y="2034310"/>
                  <a:pt x="4068014" y="2024900"/>
                  <a:pt x="4065697" y="2015624"/>
                </a:cubicBezTo>
                <a:cubicBezTo>
                  <a:pt x="4063356" y="2006348"/>
                  <a:pt x="4053949" y="2000733"/>
                  <a:pt x="4044690" y="2003051"/>
                </a:cubicBezTo>
                <a:close/>
                <a:moveTo>
                  <a:pt x="8108994" y="414004"/>
                </a:moveTo>
                <a:cubicBezTo>
                  <a:pt x="8103953" y="417260"/>
                  <a:pt x="8100154" y="422440"/>
                  <a:pt x="8098784" y="428774"/>
                </a:cubicBezTo>
                <a:cubicBezTo>
                  <a:pt x="8096061" y="441423"/>
                  <a:pt x="8104111" y="453900"/>
                  <a:pt x="8116779" y="456621"/>
                </a:cubicBezTo>
                <a:lnTo>
                  <a:pt x="8116761" y="456621"/>
                </a:lnTo>
                <a:cubicBezTo>
                  <a:pt x="8118429" y="456985"/>
                  <a:pt x="8120095" y="457158"/>
                  <a:pt x="8121724" y="457158"/>
                </a:cubicBezTo>
                <a:cubicBezTo>
                  <a:pt x="8132534" y="457158"/>
                  <a:pt x="8142251" y="449645"/>
                  <a:pt x="8144628" y="438644"/>
                </a:cubicBezTo>
                <a:cubicBezTo>
                  <a:pt x="8147349" y="425995"/>
                  <a:pt x="8139299" y="413518"/>
                  <a:pt x="8126650" y="410778"/>
                </a:cubicBezTo>
                <a:cubicBezTo>
                  <a:pt x="8120316" y="409417"/>
                  <a:pt x="8114034" y="410749"/>
                  <a:pt x="8108994" y="414004"/>
                </a:cubicBezTo>
                <a:close/>
                <a:moveTo>
                  <a:pt x="5113751" y="1583158"/>
                </a:moveTo>
                <a:cubicBezTo>
                  <a:pt x="5102559" y="1584327"/>
                  <a:pt x="5094432" y="1594351"/>
                  <a:pt x="5095602" y="1605543"/>
                </a:cubicBezTo>
                <a:cubicBezTo>
                  <a:pt x="5096676" y="1616027"/>
                  <a:pt x="5105529" y="1623808"/>
                  <a:pt x="5115842" y="1623808"/>
                </a:cubicBezTo>
                <a:cubicBezTo>
                  <a:pt x="5116551" y="1623808"/>
                  <a:pt x="5117258" y="1623769"/>
                  <a:pt x="5117969" y="1623712"/>
                </a:cubicBezTo>
                <a:cubicBezTo>
                  <a:pt x="5129179" y="1622543"/>
                  <a:pt x="5137305" y="1612520"/>
                  <a:pt x="5136138" y="1601327"/>
                </a:cubicBezTo>
                <a:cubicBezTo>
                  <a:pt x="5134968" y="1590135"/>
                  <a:pt x="5124946" y="1581989"/>
                  <a:pt x="5113751" y="1583158"/>
                </a:cubicBezTo>
                <a:close/>
                <a:moveTo>
                  <a:pt x="2849292" y="2465740"/>
                </a:moveTo>
                <a:cubicBezTo>
                  <a:pt x="2841014" y="2467350"/>
                  <a:pt x="2835609" y="2475361"/>
                  <a:pt x="2837200" y="2483640"/>
                </a:cubicBezTo>
                <a:cubicBezTo>
                  <a:pt x="2838618" y="2490943"/>
                  <a:pt x="2844999" y="2496002"/>
                  <a:pt x="2852187" y="2496002"/>
                </a:cubicBezTo>
                <a:cubicBezTo>
                  <a:pt x="2853145" y="2496002"/>
                  <a:pt x="2854123" y="2495925"/>
                  <a:pt x="2855100" y="2495734"/>
                </a:cubicBezTo>
                <a:cubicBezTo>
                  <a:pt x="2863359" y="2494124"/>
                  <a:pt x="2868785" y="2486132"/>
                  <a:pt x="2867174" y="2477833"/>
                </a:cubicBezTo>
                <a:cubicBezTo>
                  <a:pt x="2865583" y="2469554"/>
                  <a:pt x="2857572" y="2464149"/>
                  <a:pt x="2849292" y="2465740"/>
                </a:cubicBezTo>
                <a:close/>
                <a:moveTo>
                  <a:pt x="3393607" y="2252908"/>
                </a:moveTo>
                <a:cubicBezTo>
                  <a:pt x="3384964" y="2255400"/>
                  <a:pt x="3379942" y="2264408"/>
                  <a:pt x="3382434" y="2273070"/>
                </a:cubicBezTo>
                <a:cubicBezTo>
                  <a:pt x="3384466" y="2280219"/>
                  <a:pt x="3391001" y="2284877"/>
                  <a:pt x="3398072" y="2284877"/>
                </a:cubicBezTo>
                <a:cubicBezTo>
                  <a:pt x="3399568" y="2284877"/>
                  <a:pt x="3401082" y="2284666"/>
                  <a:pt x="3402577" y="2284244"/>
                </a:cubicBezTo>
                <a:cubicBezTo>
                  <a:pt x="3411220" y="2281753"/>
                  <a:pt x="3416222" y="2272745"/>
                  <a:pt x="3413750" y="2264101"/>
                </a:cubicBezTo>
                <a:cubicBezTo>
                  <a:pt x="3411277" y="2255439"/>
                  <a:pt x="3402250" y="2250437"/>
                  <a:pt x="3393607" y="2252908"/>
                </a:cubicBezTo>
                <a:close/>
                <a:moveTo>
                  <a:pt x="2165664" y="2727883"/>
                </a:moveTo>
                <a:cubicBezTo>
                  <a:pt x="2158363" y="2727787"/>
                  <a:pt x="2152364" y="2733633"/>
                  <a:pt x="2152268" y="2740934"/>
                </a:cubicBezTo>
                <a:cubicBezTo>
                  <a:pt x="2152191" y="2748255"/>
                  <a:pt x="2158037" y="2754235"/>
                  <a:pt x="2165339" y="2754330"/>
                </a:cubicBezTo>
                <a:lnTo>
                  <a:pt x="2165511" y="2754330"/>
                </a:lnTo>
                <a:cubicBezTo>
                  <a:pt x="2172737" y="2754330"/>
                  <a:pt x="2178640" y="2748524"/>
                  <a:pt x="2178716" y="2741279"/>
                </a:cubicBezTo>
                <a:cubicBezTo>
                  <a:pt x="2178812" y="2733977"/>
                  <a:pt x="2172967" y="2727979"/>
                  <a:pt x="2165664" y="2727883"/>
                </a:cubicBezTo>
                <a:close/>
                <a:moveTo>
                  <a:pt x="699554" y="3297955"/>
                </a:moveTo>
                <a:lnTo>
                  <a:pt x="699554" y="3297957"/>
                </a:lnTo>
                <a:lnTo>
                  <a:pt x="699574" y="3297955"/>
                </a:lnTo>
                <a:close/>
                <a:moveTo>
                  <a:pt x="1114198" y="3135511"/>
                </a:moveTo>
                <a:cubicBezTo>
                  <a:pt x="1111994" y="3139420"/>
                  <a:pt x="1113373" y="3144365"/>
                  <a:pt x="1117283" y="3146549"/>
                </a:cubicBezTo>
                <a:cubicBezTo>
                  <a:pt x="1118548" y="3147258"/>
                  <a:pt x="1119908" y="3147604"/>
                  <a:pt x="1121250" y="3147603"/>
                </a:cubicBezTo>
                <a:cubicBezTo>
                  <a:pt x="1124086" y="3147603"/>
                  <a:pt x="1126846" y="3146109"/>
                  <a:pt x="1128341" y="3143464"/>
                </a:cubicBezTo>
                <a:cubicBezTo>
                  <a:pt x="1130526" y="3139555"/>
                  <a:pt x="1129146" y="3134610"/>
                  <a:pt x="1125236" y="3132405"/>
                </a:cubicBezTo>
                <a:cubicBezTo>
                  <a:pt x="1121326" y="3130221"/>
                  <a:pt x="1116383" y="3131600"/>
                  <a:pt x="1114198" y="3135511"/>
                </a:cubicBezTo>
                <a:close/>
                <a:moveTo>
                  <a:pt x="214230" y="3486733"/>
                </a:moveTo>
                <a:cubicBezTo>
                  <a:pt x="213847" y="3487098"/>
                  <a:pt x="213848" y="3487710"/>
                  <a:pt x="214230" y="3488094"/>
                </a:cubicBezTo>
                <a:cubicBezTo>
                  <a:pt x="214422" y="3488267"/>
                  <a:pt x="214652" y="3488343"/>
                  <a:pt x="214902" y="3488343"/>
                </a:cubicBezTo>
                <a:cubicBezTo>
                  <a:pt x="215151" y="3488343"/>
                  <a:pt x="215399" y="3488247"/>
                  <a:pt x="215592" y="3488056"/>
                </a:cubicBezTo>
                <a:cubicBezTo>
                  <a:pt x="215974" y="3487673"/>
                  <a:pt x="215955" y="3487059"/>
                  <a:pt x="215592" y="3486695"/>
                </a:cubicBezTo>
                <a:cubicBezTo>
                  <a:pt x="215189" y="3486331"/>
                  <a:pt x="214595" y="3486350"/>
                  <a:pt x="214230" y="3486733"/>
                </a:cubicBezTo>
                <a:close/>
                <a:moveTo>
                  <a:pt x="4397369" y="1853274"/>
                </a:moveTo>
                <a:cubicBezTo>
                  <a:pt x="4387463" y="1855306"/>
                  <a:pt x="4381079" y="1865003"/>
                  <a:pt x="4383132" y="1874931"/>
                </a:cubicBezTo>
                <a:cubicBezTo>
                  <a:pt x="4384914" y="1883594"/>
                  <a:pt x="4392540" y="1889554"/>
                  <a:pt x="4401067" y="1889554"/>
                </a:cubicBezTo>
                <a:cubicBezTo>
                  <a:pt x="4402300" y="1889554"/>
                  <a:pt x="4403543" y="1889439"/>
                  <a:pt x="4404787" y="1889170"/>
                </a:cubicBezTo>
                <a:cubicBezTo>
                  <a:pt x="4414695" y="1887139"/>
                  <a:pt x="4421078" y="1877422"/>
                  <a:pt x="4419049" y="1867514"/>
                </a:cubicBezTo>
                <a:cubicBezTo>
                  <a:pt x="4416997" y="1857605"/>
                  <a:pt x="4407300" y="1851223"/>
                  <a:pt x="4397369" y="1853274"/>
                </a:cubicBezTo>
                <a:close/>
                <a:moveTo>
                  <a:pt x="4754155" y="1713367"/>
                </a:moveTo>
                <a:cubicBezTo>
                  <a:pt x="4743574" y="1714920"/>
                  <a:pt x="4736251" y="1724751"/>
                  <a:pt x="4737804" y="1735330"/>
                </a:cubicBezTo>
                <a:cubicBezTo>
                  <a:pt x="4739222" y="1744952"/>
                  <a:pt x="4747501" y="1751890"/>
                  <a:pt x="4756931" y="1751890"/>
                </a:cubicBezTo>
                <a:cubicBezTo>
                  <a:pt x="4757872" y="1751890"/>
                  <a:pt x="4758810" y="1751813"/>
                  <a:pt x="4759768" y="1751679"/>
                </a:cubicBezTo>
                <a:cubicBezTo>
                  <a:pt x="4770346" y="1750126"/>
                  <a:pt x="4777667" y="1740295"/>
                  <a:pt x="4776115" y="1729715"/>
                </a:cubicBezTo>
                <a:cubicBezTo>
                  <a:pt x="4774561" y="1719136"/>
                  <a:pt x="4764732" y="1711815"/>
                  <a:pt x="4754155" y="1713367"/>
                </a:cubicBezTo>
                <a:close/>
                <a:moveTo>
                  <a:pt x="1466667" y="2996503"/>
                </a:moveTo>
                <a:cubicBezTo>
                  <a:pt x="1461340" y="2994760"/>
                  <a:pt x="1455590" y="2997654"/>
                  <a:pt x="1453846" y="3002982"/>
                </a:cubicBezTo>
                <a:cubicBezTo>
                  <a:pt x="1452082" y="3008310"/>
                  <a:pt x="1454976" y="3014040"/>
                  <a:pt x="1460323" y="3015804"/>
                </a:cubicBezTo>
                <a:cubicBezTo>
                  <a:pt x="1461379" y="3016148"/>
                  <a:pt x="1462432" y="3016321"/>
                  <a:pt x="1463486" y="3016321"/>
                </a:cubicBezTo>
                <a:cubicBezTo>
                  <a:pt x="1467759" y="3016321"/>
                  <a:pt x="1471727" y="3013599"/>
                  <a:pt x="1473145" y="3009325"/>
                </a:cubicBezTo>
                <a:cubicBezTo>
                  <a:pt x="1474889" y="3003997"/>
                  <a:pt x="1471995" y="2998248"/>
                  <a:pt x="1466667" y="2996503"/>
                </a:cubicBezTo>
                <a:close/>
                <a:moveTo>
                  <a:pt x="692464" y="3298646"/>
                </a:moveTo>
                <a:cubicBezTo>
                  <a:pt x="690681" y="3300791"/>
                  <a:pt x="690988" y="3303973"/>
                  <a:pt x="693153" y="3305736"/>
                </a:cubicBezTo>
                <a:cubicBezTo>
                  <a:pt x="694092" y="3306522"/>
                  <a:pt x="695223" y="3306886"/>
                  <a:pt x="696354" y="3306886"/>
                </a:cubicBezTo>
                <a:cubicBezTo>
                  <a:pt x="697810" y="3306886"/>
                  <a:pt x="699248" y="3306254"/>
                  <a:pt x="700245" y="3305046"/>
                </a:cubicBezTo>
                <a:lnTo>
                  <a:pt x="699554" y="3297957"/>
                </a:lnTo>
                <a:close/>
                <a:moveTo>
                  <a:pt x="3941752" y="2029652"/>
                </a:moveTo>
                <a:cubicBezTo>
                  <a:pt x="3932516" y="2032125"/>
                  <a:pt x="3927016" y="2041592"/>
                  <a:pt x="3929467" y="2050830"/>
                </a:cubicBezTo>
                <a:lnTo>
                  <a:pt x="3929447" y="2050830"/>
                </a:lnTo>
                <a:cubicBezTo>
                  <a:pt x="3931498" y="2058592"/>
                  <a:pt x="3938514" y="2063709"/>
                  <a:pt x="3946181" y="2063709"/>
                </a:cubicBezTo>
                <a:cubicBezTo>
                  <a:pt x="3947639" y="2063709"/>
                  <a:pt x="3949134" y="2063518"/>
                  <a:pt x="3950628" y="2063134"/>
                </a:cubicBezTo>
                <a:cubicBezTo>
                  <a:pt x="3959865" y="2060681"/>
                  <a:pt x="3965365" y="2051194"/>
                  <a:pt x="3962913" y="2041957"/>
                </a:cubicBezTo>
                <a:cubicBezTo>
                  <a:pt x="3960458" y="2032719"/>
                  <a:pt x="3950991" y="2027218"/>
                  <a:pt x="3941752" y="2029652"/>
                </a:cubicBezTo>
                <a:close/>
                <a:moveTo>
                  <a:pt x="3292338" y="2281331"/>
                </a:moveTo>
                <a:cubicBezTo>
                  <a:pt x="3283656" y="2283708"/>
                  <a:pt x="3278538" y="2292677"/>
                  <a:pt x="3280915" y="2301340"/>
                </a:cubicBezTo>
                <a:cubicBezTo>
                  <a:pt x="3282889" y="2308584"/>
                  <a:pt x="3289463" y="2313337"/>
                  <a:pt x="3296612" y="2313338"/>
                </a:cubicBezTo>
                <a:cubicBezTo>
                  <a:pt x="3298049" y="2313337"/>
                  <a:pt x="3299487" y="2313146"/>
                  <a:pt x="3300924" y="2312762"/>
                </a:cubicBezTo>
                <a:cubicBezTo>
                  <a:pt x="3309605" y="2310385"/>
                  <a:pt x="3314723" y="2301417"/>
                  <a:pt x="3312346" y="2292734"/>
                </a:cubicBezTo>
                <a:cubicBezTo>
                  <a:pt x="3309970" y="2284071"/>
                  <a:pt x="3301001" y="2278954"/>
                  <a:pt x="3292338" y="2281331"/>
                </a:cubicBezTo>
                <a:close/>
                <a:moveTo>
                  <a:pt x="5469287" y="1430507"/>
                </a:moveTo>
                <a:cubicBezTo>
                  <a:pt x="5457655" y="1432673"/>
                  <a:pt x="5450006" y="1443846"/>
                  <a:pt x="5452175" y="1455460"/>
                </a:cubicBezTo>
                <a:cubicBezTo>
                  <a:pt x="5454088" y="1465752"/>
                  <a:pt x="5463075" y="1472939"/>
                  <a:pt x="5473195" y="1472939"/>
                </a:cubicBezTo>
                <a:cubicBezTo>
                  <a:pt x="5474481" y="1472939"/>
                  <a:pt x="5475801" y="1472824"/>
                  <a:pt x="5477125" y="1472575"/>
                </a:cubicBezTo>
                <a:cubicBezTo>
                  <a:pt x="5488738" y="1470409"/>
                  <a:pt x="5496406" y="1459236"/>
                  <a:pt x="5494239" y="1447622"/>
                </a:cubicBezTo>
                <a:cubicBezTo>
                  <a:pt x="5492073" y="1435989"/>
                  <a:pt x="5480903" y="1428342"/>
                  <a:pt x="5469287" y="1430507"/>
                </a:cubicBezTo>
                <a:close/>
                <a:moveTo>
                  <a:pt x="2390686" y="2630543"/>
                </a:moveTo>
                <a:lnTo>
                  <a:pt x="2390686" y="2630562"/>
                </a:lnTo>
                <a:lnTo>
                  <a:pt x="2390690" y="2630551"/>
                </a:lnTo>
                <a:close/>
                <a:moveTo>
                  <a:pt x="7763122" y="527744"/>
                </a:moveTo>
                <a:cubicBezTo>
                  <a:pt x="7750760" y="528184"/>
                  <a:pt x="7741082" y="538572"/>
                  <a:pt x="7741523" y="550953"/>
                </a:cubicBezTo>
                <a:lnTo>
                  <a:pt x="7741503" y="550953"/>
                </a:lnTo>
                <a:cubicBezTo>
                  <a:pt x="7741944" y="563065"/>
                  <a:pt x="7751891" y="572572"/>
                  <a:pt x="7763908" y="572571"/>
                </a:cubicBezTo>
                <a:cubicBezTo>
                  <a:pt x="7764175" y="572571"/>
                  <a:pt x="7764444" y="572572"/>
                  <a:pt x="7764713" y="572552"/>
                </a:cubicBezTo>
                <a:cubicBezTo>
                  <a:pt x="7777094" y="572111"/>
                  <a:pt x="7786772" y="561724"/>
                  <a:pt x="7786331" y="549343"/>
                </a:cubicBezTo>
                <a:cubicBezTo>
                  <a:pt x="7785890" y="536982"/>
                  <a:pt x="7775483" y="527304"/>
                  <a:pt x="7763122" y="527744"/>
                </a:cubicBezTo>
                <a:close/>
                <a:moveTo>
                  <a:pt x="3839218" y="2057461"/>
                </a:moveTo>
                <a:cubicBezTo>
                  <a:pt x="3830002" y="2060010"/>
                  <a:pt x="3824617" y="2069554"/>
                  <a:pt x="3827162" y="2078774"/>
                </a:cubicBezTo>
                <a:cubicBezTo>
                  <a:pt x="3829271" y="2086440"/>
                  <a:pt x="3836248" y="2091480"/>
                  <a:pt x="3843838" y="2091480"/>
                </a:cubicBezTo>
                <a:cubicBezTo>
                  <a:pt x="3845352" y="2091480"/>
                  <a:pt x="3846923" y="2091269"/>
                  <a:pt x="3848455" y="2090848"/>
                </a:cubicBezTo>
                <a:cubicBezTo>
                  <a:pt x="3857677" y="2088298"/>
                  <a:pt x="3863079" y="2078754"/>
                  <a:pt x="3860532" y="2069535"/>
                </a:cubicBezTo>
                <a:cubicBezTo>
                  <a:pt x="3857982" y="2060317"/>
                  <a:pt x="3848437" y="2054912"/>
                  <a:pt x="3839218" y="2057461"/>
                </a:cubicBezTo>
                <a:close/>
                <a:moveTo>
                  <a:pt x="2746681" y="2483544"/>
                </a:moveTo>
                <a:cubicBezTo>
                  <a:pt x="2738345" y="2484829"/>
                  <a:pt x="2732613" y="2492629"/>
                  <a:pt x="2733898" y="2500966"/>
                </a:cubicBezTo>
                <a:cubicBezTo>
                  <a:pt x="2735067" y="2508498"/>
                  <a:pt x="2741564" y="2513902"/>
                  <a:pt x="2748982" y="2513902"/>
                </a:cubicBezTo>
                <a:cubicBezTo>
                  <a:pt x="2749749" y="2513902"/>
                  <a:pt x="2750534" y="2513845"/>
                  <a:pt x="2751320" y="2513730"/>
                </a:cubicBezTo>
                <a:cubicBezTo>
                  <a:pt x="2759656" y="2512446"/>
                  <a:pt x="2765368" y="2504665"/>
                  <a:pt x="2764083" y="2496328"/>
                </a:cubicBezTo>
                <a:cubicBezTo>
                  <a:pt x="2762799" y="2487991"/>
                  <a:pt x="2755019" y="2482260"/>
                  <a:pt x="2746681" y="2483544"/>
                </a:cubicBezTo>
                <a:close/>
                <a:moveTo>
                  <a:pt x="2404121" y="2615555"/>
                </a:moveTo>
                <a:cubicBezTo>
                  <a:pt x="2400191" y="2615766"/>
                  <a:pt x="2396722" y="2617554"/>
                  <a:pt x="2394291" y="2620270"/>
                </a:cubicBezTo>
                <a:lnTo>
                  <a:pt x="2390690" y="2630551"/>
                </a:lnTo>
                <a:lnTo>
                  <a:pt x="2395120" y="2640109"/>
                </a:lnTo>
                <a:cubicBezTo>
                  <a:pt x="2397681" y="2642526"/>
                  <a:pt x="2401131" y="2643997"/>
                  <a:pt x="2404887" y="2643997"/>
                </a:cubicBezTo>
                <a:cubicBezTo>
                  <a:pt x="2405156" y="2643997"/>
                  <a:pt x="2405423" y="2643997"/>
                  <a:pt x="2405691" y="2643997"/>
                </a:cubicBezTo>
                <a:cubicBezTo>
                  <a:pt x="2413550" y="2643556"/>
                  <a:pt x="2419568" y="2636829"/>
                  <a:pt x="2419126" y="2628990"/>
                </a:cubicBezTo>
                <a:cubicBezTo>
                  <a:pt x="2418686" y="2621132"/>
                  <a:pt x="2411979" y="2615114"/>
                  <a:pt x="2404121" y="2615555"/>
                </a:cubicBezTo>
                <a:close/>
                <a:moveTo>
                  <a:pt x="3190743" y="2308277"/>
                </a:moveTo>
                <a:cubicBezTo>
                  <a:pt x="3182022" y="2310501"/>
                  <a:pt x="3176771" y="2319374"/>
                  <a:pt x="3178994" y="2328094"/>
                </a:cubicBezTo>
                <a:cubicBezTo>
                  <a:pt x="3180872" y="2335454"/>
                  <a:pt x="3187504" y="2340360"/>
                  <a:pt x="3194767" y="2340360"/>
                </a:cubicBezTo>
                <a:cubicBezTo>
                  <a:pt x="3196108" y="2340360"/>
                  <a:pt x="3197451" y="2340188"/>
                  <a:pt x="3198811" y="2339842"/>
                </a:cubicBezTo>
                <a:cubicBezTo>
                  <a:pt x="3207511" y="2337600"/>
                  <a:pt x="3212782" y="2328746"/>
                  <a:pt x="3210559" y="2320026"/>
                </a:cubicBezTo>
                <a:cubicBezTo>
                  <a:pt x="3208336" y="2311306"/>
                  <a:pt x="3199463" y="2306054"/>
                  <a:pt x="3190743" y="2308277"/>
                </a:cubicBezTo>
                <a:close/>
                <a:moveTo>
                  <a:pt x="4292749" y="1875908"/>
                </a:moveTo>
                <a:cubicBezTo>
                  <a:pt x="4282877" y="1878131"/>
                  <a:pt x="4276686" y="1887944"/>
                  <a:pt x="4278911" y="1897833"/>
                </a:cubicBezTo>
                <a:cubicBezTo>
                  <a:pt x="4280827" y="1906343"/>
                  <a:pt x="4288398" y="1912130"/>
                  <a:pt x="4296772" y="1912131"/>
                </a:cubicBezTo>
                <a:cubicBezTo>
                  <a:pt x="4298114" y="1912130"/>
                  <a:pt x="4299474" y="1911978"/>
                  <a:pt x="4300835" y="1911671"/>
                </a:cubicBezTo>
                <a:cubicBezTo>
                  <a:pt x="4310705" y="1909447"/>
                  <a:pt x="4316895" y="1899616"/>
                  <a:pt x="4314672" y="1889746"/>
                </a:cubicBezTo>
                <a:cubicBezTo>
                  <a:pt x="4312451" y="1879876"/>
                  <a:pt x="4302637" y="1873685"/>
                  <a:pt x="4292749" y="1875908"/>
                </a:cubicBezTo>
                <a:close/>
                <a:moveTo>
                  <a:pt x="5006177" y="1595059"/>
                </a:moveTo>
                <a:cubicBezTo>
                  <a:pt x="4995005" y="1596382"/>
                  <a:pt x="4987011" y="1606520"/>
                  <a:pt x="4988354" y="1617694"/>
                </a:cubicBezTo>
                <a:cubicBezTo>
                  <a:pt x="4989578" y="1628062"/>
                  <a:pt x="4998377" y="1635671"/>
                  <a:pt x="5008556" y="1635671"/>
                </a:cubicBezTo>
                <a:cubicBezTo>
                  <a:pt x="5009358" y="1635671"/>
                  <a:pt x="5010162" y="1635633"/>
                  <a:pt x="5010987" y="1635518"/>
                </a:cubicBezTo>
                <a:cubicBezTo>
                  <a:pt x="5022160" y="1634195"/>
                  <a:pt x="5030154" y="1624076"/>
                  <a:pt x="5028811" y="1612883"/>
                </a:cubicBezTo>
                <a:cubicBezTo>
                  <a:pt x="5027489" y="1601710"/>
                  <a:pt x="5017351" y="1593737"/>
                  <a:pt x="5006177" y="1595059"/>
                </a:cubicBezTo>
                <a:close/>
                <a:moveTo>
                  <a:pt x="311993" y="3425596"/>
                </a:moveTo>
                <a:cubicBezTo>
                  <a:pt x="311226" y="3426382"/>
                  <a:pt x="311266" y="3427646"/>
                  <a:pt x="312051" y="3428395"/>
                </a:cubicBezTo>
                <a:cubicBezTo>
                  <a:pt x="312434" y="3428778"/>
                  <a:pt x="312933" y="3428951"/>
                  <a:pt x="313430" y="3428951"/>
                </a:cubicBezTo>
                <a:cubicBezTo>
                  <a:pt x="313948" y="3428951"/>
                  <a:pt x="314466" y="3428758"/>
                  <a:pt x="314850" y="3428337"/>
                </a:cubicBezTo>
                <a:cubicBezTo>
                  <a:pt x="315616" y="3427570"/>
                  <a:pt x="315577" y="3426305"/>
                  <a:pt x="314791" y="3425558"/>
                </a:cubicBezTo>
                <a:cubicBezTo>
                  <a:pt x="314005" y="3424791"/>
                  <a:pt x="312760" y="3424810"/>
                  <a:pt x="311993" y="3425596"/>
                </a:cubicBezTo>
                <a:close/>
                <a:moveTo>
                  <a:pt x="4647633" y="1730846"/>
                </a:moveTo>
                <a:cubicBezTo>
                  <a:pt x="4637110" y="1732724"/>
                  <a:pt x="4630116" y="1742786"/>
                  <a:pt x="4631992" y="1753308"/>
                </a:cubicBezTo>
                <a:cubicBezTo>
                  <a:pt x="4633660" y="1762680"/>
                  <a:pt x="4641825" y="1769272"/>
                  <a:pt x="4651025" y="1769272"/>
                </a:cubicBezTo>
                <a:cubicBezTo>
                  <a:pt x="4652153" y="1769272"/>
                  <a:pt x="4653305" y="1769177"/>
                  <a:pt x="4654455" y="1768966"/>
                </a:cubicBezTo>
                <a:cubicBezTo>
                  <a:pt x="4664977" y="1767087"/>
                  <a:pt x="4671973" y="1757026"/>
                  <a:pt x="4670094" y="1746504"/>
                </a:cubicBezTo>
                <a:cubicBezTo>
                  <a:pt x="4668217" y="1735982"/>
                  <a:pt x="4658154" y="1728968"/>
                  <a:pt x="4647633" y="1730846"/>
                </a:cubicBezTo>
                <a:close/>
                <a:moveTo>
                  <a:pt x="3737011" y="2086248"/>
                </a:moveTo>
                <a:cubicBezTo>
                  <a:pt x="3727830" y="2088873"/>
                  <a:pt x="3722503" y="2098456"/>
                  <a:pt x="3725128" y="2107655"/>
                </a:cubicBezTo>
                <a:cubicBezTo>
                  <a:pt x="3727313" y="2115264"/>
                  <a:pt x="3734232" y="2120208"/>
                  <a:pt x="3741764" y="2120209"/>
                </a:cubicBezTo>
                <a:cubicBezTo>
                  <a:pt x="3743354" y="2120208"/>
                  <a:pt x="3744946" y="2119998"/>
                  <a:pt x="3746536" y="2119537"/>
                </a:cubicBezTo>
                <a:cubicBezTo>
                  <a:pt x="3755735" y="2116912"/>
                  <a:pt x="3761043" y="2107330"/>
                  <a:pt x="3758418" y="2098130"/>
                </a:cubicBezTo>
                <a:cubicBezTo>
                  <a:pt x="3755794" y="2088950"/>
                  <a:pt x="3746210" y="2083622"/>
                  <a:pt x="3737011" y="2086248"/>
                </a:cubicBezTo>
                <a:close/>
                <a:moveTo>
                  <a:pt x="801534" y="3229708"/>
                </a:moveTo>
                <a:cubicBezTo>
                  <a:pt x="799503" y="3232372"/>
                  <a:pt x="800001" y="3236185"/>
                  <a:pt x="802665" y="3238218"/>
                </a:cubicBezTo>
                <a:cubicBezTo>
                  <a:pt x="803777" y="3239060"/>
                  <a:pt x="805080" y="3239463"/>
                  <a:pt x="806364" y="3239463"/>
                </a:cubicBezTo>
                <a:cubicBezTo>
                  <a:pt x="808184" y="3239463"/>
                  <a:pt x="809987" y="3238638"/>
                  <a:pt x="811175" y="3237087"/>
                </a:cubicBezTo>
                <a:cubicBezTo>
                  <a:pt x="813226" y="3234422"/>
                  <a:pt x="812708" y="3230609"/>
                  <a:pt x="810043" y="3228577"/>
                </a:cubicBezTo>
                <a:cubicBezTo>
                  <a:pt x="807380" y="3226546"/>
                  <a:pt x="803585" y="3227044"/>
                  <a:pt x="801534" y="3229708"/>
                </a:cubicBezTo>
                <a:close/>
                <a:moveTo>
                  <a:pt x="5362786" y="1449154"/>
                </a:moveTo>
                <a:cubicBezTo>
                  <a:pt x="5351135" y="1451090"/>
                  <a:pt x="5343237" y="1462111"/>
                  <a:pt x="5345173" y="1473763"/>
                </a:cubicBezTo>
                <a:cubicBezTo>
                  <a:pt x="5346916" y="1484246"/>
                  <a:pt x="5355983" y="1491683"/>
                  <a:pt x="5366256" y="1491683"/>
                </a:cubicBezTo>
                <a:cubicBezTo>
                  <a:pt x="5367424" y="1491683"/>
                  <a:pt x="5368594" y="1491586"/>
                  <a:pt x="5369781" y="1491376"/>
                </a:cubicBezTo>
                <a:cubicBezTo>
                  <a:pt x="5381433" y="1489459"/>
                  <a:pt x="5389330" y="1478440"/>
                  <a:pt x="5387393" y="1466787"/>
                </a:cubicBezTo>
                <a:cubicBezTo>
                  <a:pt x="5385477" y="1455115"/>
                  <a:pt x="5374460" y="1447219"/>
                  <a:pt x="5362804" y="1449154"/>
                </a:cubicBezTo>
                <a:close/>
                <a:moveTo>
                  <a:pt x="3088725" y="2333174"/>
                </a:moveTo>
                <a:cubicBezTo>
                  <a:pt x="3079967" y="2335224"/>
                  <a:pt x="3074504" y="2343964"/>
                  <a:pt x="3076535" y="2352741"/>
                </a:cubicBezTo>
                <a:cubicBezTo>
                  <a:pt x="3078280" y="2360254"/>
                  <a:pt x="3084988" y="2365352"/>
                  <a:pt x="3092386" y="2365352"/>
                </a:cubicBezTo>
                <a:cubicBezTo>
                  <a:pt x="3093612" y="2365352"/>
                  <a:pt x="3094839" y="2365217"/>
                  <a:pt x="3096085" y="2364930"/>
                </a:cubicBezTo>
                <a:cubicBezTo>
                  <a:pt x="3104843" y="2362899"/>
                  <a:pt x="3110305" y="2354140"/>
                  <a:pt x="3108274" y="2345381"/>
                </a:cubicBezTo>
                <a:cubicBezTo>
                  <a:pt x="3106243" y="2336604"/>
                  <a:pt x="3097484" y="2331161"/>
                  <a:pt x="3088725" y="2333174"/>
                </a:cubicBezTo>
                <a:close/>
                <a:moveTo>
                  <a:pt x="1235208" y="3053328"/>
                </a:moveTo>
                <a:cubicBezTo>
                  <a:pt x="1232984" y="3057852"/>
                  <a:pt x="1234862" y="3063333"/>
                  <a:pt x="1239405" y="3065537"/>
                </a:cubicBezTo>
                <a:cubicBezTo>
                  <a:pt x="1240689" y="3066169"/>
                  <a:pt x="1242050" y="3066476"/>
                  <a:pt x="1243409" y="3066476"/>
                </a:cubicBezTo>
                <a:cubicBezTo>
                  <a:pt x="1246783" y="3066476"/>
                  <a:pt x="1250041" y="3064579"/>
                  <a:pt x="1251612" y="3061340"/>
                </a:cubicBezTo>
                <a:cubicBezTo>
                  <a:pt x="1253835" y="3056817"/>
                  <a:pt x="1251957" y="3051336"/>
                  <a:pt x="1247416" y="3049132"/>
                </a:cubicBezTo>
                <a:cubicBezTo>
                  <a:pt x="1242892" y="3046909"/>
                  <a:pt x="1237430" y="3048787"/>
                  <a:pt x="1235208" y="3053328"/>
                </a:cubicBezTo>
                <a:close/>
                <a:moveTo>
                  <a:pt x="4188545" y="1900305"/>
                </a:moveTo>
                <a:cubicBezTo>
                  <a:pt x="4178696" y="1902682"/>
                  <a:pt x="4172657" y="1912591"/>
                  <a:pt x="4175035" y="1922442"/>
                </a:cubicBezTo>
                <a:cubicBezTo>
                  <a:pt x="4177065" y="1930817"/>
                  <a:pt x="4184561" y="1936471"/>
                  <a:pt x="4192839" y="1936471"/>
                </a:cubicBezTo>
                <a:cubicBezTo>
                  <a:pt x="4194256" y="1936471"/>
                  <a:pt x="4195714" y="1936298"/>
                  <a:pt x="4197170" y="1935953"/>
                </a:cubicBezTo>
                <a:cubicBezTo>
                  <a:pt x="4207003" y="1933557"/>
                  <a:pt x="4213058" y="1923649"/>
                  <a:pt x="4210682" y="1913817"/>
                </a:cubicBezTo>
                <a:cubicBezTo>
                  <a:pt x="4208288" y="1903966"/>
                  <a:pt x="4198377" y="1897929"/>
                  <a:pt x="4188545" y="1900305"/>
                </a:cubicBezTo>
                <a:close/>
                <a:moveTo>
                  <a:pt x="3635109" y="2115417"/>
                </a:moveTo>
                <a:cubicBezTo>
                  <a:pt x="3625910" y="2118042"/>
                  <a:pt x="3620582" y="2127626"/>
                  <a:pt x="3623206" y="2136825"/>
                </a:cubicBezTo>
                <a:cubicBezTo>
                  <a:pt x="3625392" y="2144433"/>
                  <a:pt x="3632330" y="2149378"/>
                  <a:pt x="3639862" y="2149378"/>
                </a:cubicBezTo>
                <a:cubicBezTo>
                  <a:pt x="3641433" y="2149378"/>
                  <a:pt x="3643025" y="2149167"/>
                  <a:pt x="3644614" y="2148707"/>
                </a:cubicBezTo>
                <a:cubicBezTo>
                  <a:pt x="3653814" y="2146081"/>
                  <a:pt x="3659141" y="2136518"/>
                  <a:pt x="3656516" y="2127318"/>
                </a:cubicBezTo>
                <a:cubicBezTo>
                  <a:pt x="3653890" y="2118120"/>
                  <a:pt x="3644308" y="2112792"/>
                  <a:pt x="3635109" y="2115417"/>
                </a:cubicBezTo>
                <a:close/>
                <a:moveTo>
                  <a:pt x="1818441" y="2820964"/>
                </a:moveTo>
                <a:cubicBezTo>
                  <a:pt x="1815917" y="2822799"/>
                  <a:pt x="1814096" y="2825598"/>
                  <a:pt x="1813578" y="2828922"/>
                </a:cubicBezTo>
                <a:cubicBezTo>
                  <a:pt x="1812525" y="2835592"/>
                  <a:pt x="1817086" y="2841840"/>
                  <a:pt x="1823736" y="2842875"/>
                </a:cubicBezTo>
                <a:cubicBezTo>
                  <a:pt x="1824369" y="2842970"/>
                  <a:pt x="1825021" y="2843028"/>
                  <a:pt x="1825653" y="2843028"/>
                </a:cubicBezTo>
                <a:cubicBezTo>
                  <a:pt x="1831556" y="2843028"/>
                  <a:pt x="1836731" y="2838735"/>
                  <a:pt x="1837690" y="2832717"/>
                </a:cubicBezTo>
                <a:cubicBezTo>
                  <a:pt x="1838724" y="2826067"/>
                  <a:pt x="1834182" y="2819818"/>
                  <a:pt x="1827531" y="2818784"/>
                </a:cubicBezTo>
                <a:cubicBezTo>
                  <a:pt x="1824196" y="2818257"/>
                  <a:pt x="1820967" y="2819129"/>
                  <a:pt x="1818441" y="2820964"/>
                </a:cubicBezTo>
                <a:close/>
                <a:moveTo>
                  <a:pt x="2643439" y="2497286"/>
                </a:moveTo>
                <a:cubicBezTo>
                  <a:pt x="2635063" y="2498225"/>
                  <a:pt x="2629045" y="2505795"/>
                  <a:pt x="2629965" y="2514171"/>
                </a:cubicBezTo>
                <a:cubicBezTo>
                  <a:pt x="2630846" y="2521970"/>
                  <a:pt x="2637458" y="2527739"/>
                  <a:pt x="2645143" y="2527739"/>
                </a:cubicBezTo>
                <a:cubicBezTo>
                  <a:pt x="2645699" y="2527739"/>
                  <a:pt x="2646274" y="2527701"/>
                  <a:pt x="2646850" y="2527643"/>
                </a:cubicBezTo>
                <a:cubicBezTo>
                  <a:pt x="2655225" y="2526705"/>
                  <a:pt x="2661262" y="2519134"/>
                  <a:pt x="2660322" y="2510759"/>
                </a:cubicBezTo>
                <a:cubicBezTo>
                  <a:pt x="2659384" y="2502384"/>
                  <a:pt x="2651832" y="2496347"/>
                  <a:pt x="2643439" y="2497286"/>
                </a:cubicBezTo>
                <a:close/>
                <a:moveTo>
                  <a:pt x="2053385" y="2727109"/>
                </a:moveTo>
                <a:cubicBezTo>
                  <a:pt x="2050841" y="2729339"/>
                  <a:pt x="2049149" y="2732540"/>
                  <a:pt x="2048909" y="2736182"/>
                </a:cubicBezTo>
                <a:cubicBezTo>
                  <a:pt x="2048411" y="2743464"/>
                  <a:pt x="2053931" y="2749769"/>
                  <a:pt x="2061214" y="2750268"/>
                </a:cubicBezTo>
                <a:lnTo>
                  <a:pt x="2061214" y="2750287"/>
                </a:lnTo>
                <a:cubicBezTo>
                  <a:pt x="2061520" y="2750287"/>
                  <a:pt x="2061808" y="2750287"/>
                  <a:pt x="2062114" y="2750287"/>
                </a:cubicBezTo>
                <a:cubicBezTo>
                  <a:pt x="2069014" y="2750287"/>
                  <a:pt x="2074821" y="2744921"/>
                  <a:pt x="2075281" y="2737944"/>
                </a:cubicBezTo>
                <a:cubicBezTo>
                  <a:pt x="2075779" y="2730643"/>
                  <a:pt x="2070259" y="2724356"/>
                  <a:pt x="2062977" y="2723858"/>
                </a:cubicBezTo>
                <a:cubicBezTo>
                  <a:pt x="2059326" y="2723619"/>
                  <a:pt x="2055929" y="2724879"/>
                  <a:pt x="2053385" y="2727109"/>
                </a:cubicBezTo>
                <a:close/>
                <a:moveTo>
                  <a:pt x="411462" y="3363654"/>
                </a:moveTo>
                <a:cubicBezTo>
                  <a:pt x="410330" y="3364861"/>
                  <a:pt x="410388" y="3366758"/>
                  <a:pt x="411614" y="3367909"/>
                </a:cubicBezTo>
                <a:cubicBezTo>
                  <a:pt x="412190" y="3368445"/>
                  <a:pt x="412918" y="3368713"/>
                  <a:pt x="413665" y="3368713"/>
                </a:cubicBezTo>
                <a:cubicBezTo>
                  <a:pt x="414452" y="3368713"/>
                  <a:pt x="415256" y="3368388"/>
                  <a:pt x="415850" y="3367774"/>
                </a:cubicBezTo>
                <a:cubicBezTo>
                  <a:pt x="416981" y="3366567"/>
                  <a:pt x="416924" y="3364650"/>
                  <a:pt x="415716" y="3363520"/>
                </a:cubicBezTo>
                <a:cubicBezTo>
                  <a:pt x="414509" y="3362388"/>
                  <a:pt x="412611" y="3362446"/>
                  <a:pt x="411462" y="3363654"/>
                </a:cubicBezTo>
                <a:close/>
                <a:moveTo>
                  <a:pt x="4541763" y="1751084"/>
                </a:moveTo>
                <a:cubicBezTo>
                  <a:pt x="4531279" y="1753211"/>
                  <a:pt x="4524513" y="1763427"/>
                  <a:pt x="4526641" y="1773910"/>
                </a:cubicBezTo>
                <a:cubicBezTo>
                  <a:pt x="4528499" y="1783090"/>
                  <a:pt x="4536570" y="1789415"/>
                  <a:pt x="4545596" y="1789415"/>
                </a:cubicBezTo>
                <a:cubicBezTo>
                  <a:pt x="4546879" y="1789415"/>
                  <a:pt x="4548165" y="1789300"/>
                  <a:pt x="4549467" y="1789031"/>
                </a:cubicBezTo>
                <a:cubicBezTo>
                  <a:pt x="4559931" y="1786904"/>
                  <a:pt x="4566697" y="1776689"/>
                  <a:pt x="4564588" y="1766206"/>
                </a:cubicBezTo>
                <a:cubicBezTo>
                  <a:pt x="4562460" y="1755742"/>
                  <a:pt x="4552246" y="1748976"/>
                  <a:pt x="4541763" y="1751084"/>
                </a:cubicBezTo>
                <a:close/>
                <a:moveTo>
                  <a:pt x="3533187" y="2144299"/>
                </a:moveTo>
                <a:cubicBezTo>
                  <a:pt x="3523988" y="2146867"/>
                  <a:pt x="3518603" y="2156431"/>
                  <a:pt x="3521190" y="2165630"/>
                </a:cubicBezTo>
                <a:cubicBezTo>
                  <a:pt x="3523336" y="2173278"/>
                  <a:pt x="3530294" y="2178280"/>
                  <a:pt x="3537845" y="2178280"/>
                </a:cubicBezTo>
                <a:cubicBezTo>
                  <a:pt x="3539397" y="2178280"/>
                  <a:pt x="3540969" y="2178069"/>
                  <a:pt x="3542541" y="2177628"/>
                </a:cubicBezTo>
                <a:cubicBezTo>
                  <a:pt x="3551739" y="2175060"/>
                  <a:pt x="3557105" y="2165496"/>
                  <a:pt x="3554538" y="2156297"/>
                </a:cubicBezTo>
                <a:cubicBezTo>
                  <a:pt x="3551951" y="2147078"/>
                  <a:pt x="3542406" y="2141712"/>
                  <a:pt x="3533187" y="2144299"/>
                </a:cubicBezTo>
                <a:close/>
                <a:moveTo>
                  <a:pt x="7652558" y="535870"/>
                </a:moveTo>
                <a:cubicBezTo>
                  <a:pt x="7640253" y="537231"/>
                  <a:pt x="7631360" y="548309"/>
                  <a:pt x="7632722" y="560631"/>
                </a:cubicBezTo>
                <a:cubicBezTo>
                  <a:pt x="7633986" y="572093"/>
                  <a:pt x="7643703" y="580602"/>
                  <a:pt x="7654992" y="580602"/>
                </a:cubicBezTo>
                <a:cubicBezTo>
                  <a:pt x="7655816" y="580602"/>
                  <a:pt x="7656639" y="580544"/>
                  <a:pt x="7657464" y="580448"/>
                </a:cubicBezTo>
                <a:cubicBezTo>
                  <a:pt x="7669768" y="579107"/>
                  <a:pt x="7678660" y="568010"/>
                  <a:pt x="7677299" y="555706"/>
                </a:cubicBezTo>
                <a:cubicBezTo>
                  <a:pt x="7675939" y="543402"/>
                  <a:pt x="7664861" y="534528"/>
                  <a:pt x="7652558" y="535870"/>
                </a:cubicBezTo>
                <a:close/>
                <a:moveTo>
                  <a:pt x="1596264" y="2899394"/>
                </a:moveTo>
                <a:cubicBezTo>
                  <a:pt x="1590304" y="2897765"/>
                  <a:pt x="1584170" y="2901291"/>
                  <a:pt x="1582541" y="2907251"/>
                </a:cubicBezTo>
                <a:cubicBezTo>
                  <a:pt x="1580931" y="2913212"/>
                  <a:pt x="1584458" y="2919344"/>
                  <a:pt x="1590419" y="2920973"/>
                </a:cubicBezTo>
                <a:cubicBezTo>
                  <a:pt x="1591395" y="2921241"/>
                  <a:pt x="1592373" y="2921357"/>
                  <a:pt x="1593331" y="2921357"/>
                </a:cubicBezTo>
                <a:cubicBezTo>
                  <a:pt x="1598256" y="2921357"/>
                  <a:pt x="1602779" y="2918079"/>
                  <a:pt x="1604120" y="2913097"/>
                </a:cubicBezTo>
                <a:cubicBezTo>
                  <a:pt x="1605731" y="2907156"/>
                  <a:pt x="1602224" y="2901003"/>
                  <a:pt x="1596264" y="2899394"/>
                </a:cubicBezTo>
                <a:close/>
                <a:moveTo>
                  <a:pt x="4898603" y="1609069"/>
                </a:moveTo>
                <a:cubicBezTo>
                  <a:pt x="4887467" y="1610699"/>
                  <a:pt x="4879763" y="1621029"/>
                  <a:pt x="4881374" y="1632183"/>
                </a:cubicBezTo>
                <a:cubicBezTo>
                  <a:pt x="4882850" y="1642321"/>
                  <a:pt x="4891569" y="1649623"/>
                  <a:pt x="4901515" y="1649623"/>
                </a:cubicBezTo>
                <a:cubicBezTo>
                  <a:pt x="4902493" y="1649623"/>
                  <a:pt x="4903471" y="1649547"/>
                  <a:pt x="4904467" y="1649413"/>
                </a:cubicBezTo>
                <a:cubicBezTo>
                  <a:pt x="4915604" y="1647783"/>
                  <a:pt x="4923326" y="1637434"/>
                  <a:pt x="4921715" y="1626300"/>
                </a:cubicBezTo>
                <a:cubicBezTo>
                  <a:pt x="4920084" y="1615164"/>
                  <a:pt x="4909738" y="1607459"/>
                  <a:pt x="4898603" y="1609069"/>
                </a:cubicBezTo>
                <a:close/>
                <a:moveTo>
                  <a:pt x="2986211" y="2355463"/>
                </a:moveTo>
                <a:cubicBezTo>
                  <a:pt x="2977375" y="2357225"/>
                  <a:pt x="2971683" y="2365831"/>
                  <a:pt x="2973465" y="2374647"/>
                </a:cubicBezTo>
                <a:cubicBezTo>
                  <a:pt x="2975018" y="2382371"/>
                  <a:pt x="2981821" y="2387717"/>
                  <a:pt x="2989411" y="2387717"/>
                </a:cubicBezTo>
                <a:cubicBezTo>
                  <a:pt x="2990483" y="2387717"/>
                  <a:pt x="2991557" y="2387622"/>
                  <a:pt x="2992650" y="2387392"/>
                </a:cubicBezTo>
                <a:cubicBezTo>
                  <a:pt x="3001466" y="2385609"/>
                  <a:pt x="3007177" y="2377024"/>
                  <a:pt x="3005394" y="2368188"/>
                </a:cubicBezTo>
                <a:cubicBezTo>
                  <a:pt x="3003612" y="2359391"/>
                  <a:pt x="2995026" y="2353681"/>
                  <a:pt x="2986211" y="2355463"/>
                </a:cubicBezTo>
                <a:close/>
                <a:moveTo>
                  <a:pt x="4084746" y="1926102"/>
                </a:moveTo>
                <a:cubicBezTo>
                  <a:pt x="4074932" y="1928613"/>
                  <a:pt x="4068991" y="1938598"/>
                  <a:pt x="4071504" y="1948411"/>
                </a:cubicBezTo>
                <a:cubicBezTo>
                  <a:pt x="4073629" y="1956690"/>
                  <a:pt x="4081084" y="1962210"/>
                  <a:pt x="4089268" y="1962210"/>
                </a:cubicBezTo>
                <a:cubicBezTo>
                  <a:pt x="4090764" y="1962210"/>
                  <a:pt x="4092277" y="1962037"/>
                  <a:pt x="4093811" y="1961635"/>
                </a:cubicBezTo>
                <a:cubicBezTo>
                  <a:pt x="4103624" y="1959143"/>
                  <a:pt x="4109546" y="1949158"/>
                  <a:pt x="4107036" y="1939345"/>
                </a:cubicBezTo>
                <a:cubicBezTo>
                  <a:pt x="4104544" y="1929533"/>
                  <a:pt x="4094559" y="1923611"/>
                  <a:pt x="4084746" y="1926102"/>
                </a:cubicBezTo>
                <a:close/>
                <a:moveTo>
                  <a:pt x="7999435" y="395788"/>
                </a:moveTo>
                <a:cubicBezTo>
                  <a:pt x="7994648" y="399408"/>
                  <a:pt x="7991246" y="404856"/>
                  <a:pt x="7990365" y="411276"/>
                </a:cubicBezTo>
                <a:cubicBezTo>
                  <a:pt x="7988583" y="424097"/>
                  <a:pt x="7997534" y="435942"/>
                  <a:pt x="8010355" y="437704"/>
                </a:cubicBezTo>
                <a:cubicBezTo>
                  <a:pt x="8011447" y="437858"/>
                  <a:pt x="8012541" y="437935"/>
                  <a:pt x="8013613" y="437935"/>
                </a:cubicBezTo>
                <a:cubicBezTo>
                  <a:pt x="8025131" y="437935"/>
                  <a:pt x="8035173" y="429445"/>
                  <a:pt x="8036803" y="417716"/>
                </a:cubicBezTo>
                <a:cubicBezTo>
                  <a:pt x="8038586" y="404894"/>
                  <a:pt x="8029635" y="393050"/>
                  <a:pt x="8016814" y="391268"/>
                </a:cubicBezTo>
                <a:cubicBezTo>
                  <a:pt x="8010393" y="390376"/>
                  <a:pt x="8004222" y="392168"/>
                  <a:pt x="7999435" y="395788"/>
                </a:cubicBezTo>
                <a:close/>
                <a:moveTo>
                  <a:pt x="8263376" y="292586"/>
                </a:moveTo>
                <a:lnTo>
                  <a:pt x="8263377" y="292588"/>
                </a:lnTo>
                <a:lnTo>
                  <a:pt x="8263394" y="292586"/>
                </a:lnTo>
                <a:close/>
                <a:moveTo>
                  <a:pt x="5255785" y="1466212"/>
                </a:moveTo>
                <a:cubicBezTo>
                  <a:pt x="5244113" y="1468032"/>
                  <a:pt x="5236104" y="1478957"/>
                  <a:pt x="5237922" y="1490647"/>
                </a:cubicBezTo>
                <a:cubicBezTo>
                  <a:pt x="5239553" y="1501207"/>
                  <a:pt x="5248675" y="1508778"/>
                  <a:pt x="5259043" y="1508778"/>
                </a:cubicBezTo>
                <a:cubicBezTo>
                  <a:pt x="5260136" y="1508778"/>
                  <a:pt x="5261229" y="1508682"/>
                  <a:pt x="5262341" y="1508510"/>
                </a:cubicBezTo>
                <a:cubicBezTo>
                  <a:pt x="5274031" y="1506689"/>
                  <a:pt x="5282025" y="1495765"/>
                  <a:pt x="5280222" y="1484074"/>
                </a:cubicBezTo>
                <a:cubicBezTo>
                  <a:pt x="5278400" y="1472402"/>
                  <a:pt x="5267476" y="1464410"/>
                  <a:pt x="5255785" y="1466212"/>
                </a:cubicBezTo>
                <a:close/>
                <a:moveTo>
                  <a:pt x="2300723" y="2618794"/>
                </a:moveTo>
                <a:cubicBezTo>
                  <a:pt x="2292865" y="2618852"/>
                  <a:pt x="2286522" y="2625272"/>
                  <a:pt x="2286580" y="2633149"/>
                </a:cubicBezTo>
                <a:cubicBezTo>
                  <a:pt x="2286637" y="2640988"/>
                  <a:pt x="2293019" y="2647293"/>
                  <a:pt x="2300838" y="2647293"/>
                </a:cubicBezTo>
                <a:lnTo>
                  <a:pt x="2300934" y="2647293"/>
                </a:lnTo>
                <a:cubicBezTo>
                  <a:pt x="2308792" y="2647235"/>
                  <a:pt x="2315136" y="2640796"/>
                  <a:pt x="2315079" y="2632938"/>
                </a:cubicBezTo>
                <a:cubicBezTo>
                  <a:pt x="2315021" y="2625061"/>
                  <a:pt x="2308582" y="2618736"/>
                  <a:pt x="2300723" y="2618794"/>
                </a:cubicBezTo>
                <a:close/>
                <a:moveTo>
                  <a:pt x="913518" y="3158086"/>
                </a:moveTo>
                <a:cubicBezTo>
                  <a:pt x="911257" y="3161306"/>
                  <a:pt x="912041" y="3165714"/>
                  <a:pt x="915243" y="3167975"/>
                </a:cubicBezTo>
                <a:cubicBezTo>
                  <a:pt x="916469" y="3168838"/>
                  <a:pt x="917907" y="3169259"/>
                  <a:pt x="919306" y="3169259"/>
                </a:cubicBezTo>
                <a:cubicBezTo>
                  <a:pt x="921548" y="3169259"/>
                  <a:pt x="923733" y="3168225"/>
                  <a:pt x="925113" y="3166250"/>
                </a:cubicBezTo>
                <a:cubicBezTo>
                  <a:pt x="927375" y="3163051"/>
                  <a:pt x="926608" y="3158623"/>
                  <a:pt x="923388" y="3156381"/>
                </a:cubicBezTo>
                <a:cubicBezTo>
                  <a:pt x="920186" y="3154119"/>
                  <a:pt x="915779" y="3154886"/>
                  <a:pt x="913518" y="3158086"/>
                </a:cubicBezTo>
                <a:close/>
                <a:moveTo>
                  <a:pt x="8244766" y="294534"/>
                </a:moveTo>
                <a:cubicBezTo>
                  <a:pt x="8239260" y="297522"/>
                  <a:pt x="8234895" y="302609"/>
                  <a:pt x="8232978" y="309087"/>
                </a:cubicBezTo>
                <a:cubicBezTo>
                  <a:pt x="8229127" y="322043"/>
                  <a:pt x="8236524" y="335650"/>
                  <a:pt x="8249480" y="339503"/>
                </a:cubicBezTo>
                <a:cubicBezTo>
                  <a:pt x="8251800" y="340193"/>
                  <a:pt x="8254137" y="340519"/>
                  <a:pt x="8256438" y="340519"/>
                </a:cubicBezTo>
                <a:cubicBezTo>
                  <a:pt x="8266997" y="340519"/>
                  <a:pt x="8276733" y="333638"/>
                  <a:pt x="8279896" y="323001"/>
                </a:cubicBezTo>
                <a:cubicBezTo>
                  <a:pt x="8281813" y="316524"/>
                  <a:pt x="8280921" y="309878"/>
                  <a:pt x="8277932" y="304373"/>
                </a:cubicBezTo>
                <a:lnTo>
                  <a:pt x="8263377" y="292588"/>
                </a:lnTo>
                <a:close/>
                <a:moveTo>
                  <a:pt x="3431151" y="2172414"/>
                </a:moveTo>
                <a:cubicBezTo>
                  <a:pt x="3421913" y="2174925"/>
                  <a:pt x="3416452" y="2184432"/>
                  <a:pt x="3418943" y="2193650"/>
                </a:cubicBezTo>
                <a:cubicBezTo>
                  <a:pt x="3421032" y="2201374"/>
                  <a:pt x="3428027" y="2206452"/>
                  <a:pt x="3435655" y="2206452"/>
                </a:cubicBezTo>
                <a:cubicBezTo>
                  <a:pt x="3437150" y="2206452"/>
                  <a:pt x="3438665" y="2206261"/>
                  <a:pt x="3440179" y="2205858"/>
                </a:cubicBezTo>
                <a:cubicBezTo>
                  <a:pt x="3449396" y="2203347"/>
                  <a:pt x="3454859" y="2193842"/>
                  <a:pt x="3452368" y="2184623"/>
                </a:cubicBezTo>
                <a:cubicBezTo>
                  <a:pt x="3449876" y="2175386"/>
                  <a:pt x="3440370" y="2169923"/>
                  <a:pt x="3431151" y="2172414"/>
                </a:cubicBezTo>
                <a:close/>
                <a:moveTo>
                  <a:pt x="3981293" y="1953049"/>
                </a:moveTo>
                <a:cubicBezTo>
                  <a:pt x="3971518" y="1955636"/>
                  <a:pt x="3965673" y="1965678"/>
                  <a:pt x="3968279" y="1975472"/>
                </a:cubicBezTo>
                <a:cubicBezTo>
                  <a:pt x="3970465" y="1983674"/>
                  <a:pt x="3977882" y="1989098"/>
                  <a:pt x="3985988" y="1989098"/>
                </a:cubicBezTo>
                <a:cubicBezTo>
                  <a:pt x="3987539" y="1989098"/>
                  <a:pt x="3989130" y="1988907"/>
                  <a:pt x="3990701" y="1988485"/>
                </a:cubicBezTo>
                <a:cubicBezTo>
                  <a:pt x="4000495" y="1985879"/>
                  <a:pt x="4006322" y="1975856"/>
                  <a:pt x="4003716" y="1966062"/>
                </a:cubicBezTo>
                <a:cubicBezTo>
                  <a:pt x="4001128" y="1956268"/>
                  <a:pt x="3991087" y="1950442"/>
                  <a:pt x="3981293" y="1953049"/>
                </a:cubicBezTo>
                <a:close/>
                <a:moveTo>
                  <a:pt x="4436431" y="1773508"/>
                </a:moveTo>
                <a:cubicBezTo>
                  <a:pt x="4425986" y="1775808"/>
                  <a:pt x="4419411" y="1786157"/>
                  <a:pt x="4421729" y="1796583"/>
                </a:cubicBezTo>
                <a:cubicBezTo>
                  <a:pt x="4423724" y="1805610"/>
                  <a:pt x="4431735" y="1811761"/>
                  <a:pt x="4440611" y="1811761"/>
                </a:cubicBezTo>
                <a:cubicBezTo>
                  <a:pt x="4442008" y="1811761"/>
                  <a:pt x="4443407" y="1811609"/>
                  <a:pt x="4444826" y="1811283"/>
                </a:cubicBezTo>
                <a:cubicBezTo>
                  <a:pt x="4455250" y="1808964"/>
                  <a:pt x="4461843" y="1798633"/>
                  <a:pt x="4459524" y="1788207"/>
                </a:cubicBezTo>
                <a:cubicBezTo>
                  <a:pt x="4457206" y="1777762"/>
                  <a:pt x="4446857" y="1771170"/>
                  <a:pt x="4436431" y="1773508"/>
                </a:cubicBezTo>
                <a:close/>
                <a:moveTo>
                  <a:pt x="513133" y="3300371"/>
                </a:moveTo>
                <a:cubicBezTo>
                  <a:pt x="511639" y="3302019"/>
                  <a:pt x="511754" y="3304567"/>
                  <a:pt x="513402" y="3306062"/>
                </a:cubicBezTo>
                <a:cubicBezTo>
                  <a:pt x="514188" y="3306753"/>
                  <a:pt x="515146" y="3307098"/>
                  <a:pt x="516105" y="3307098"/>
                </a:cubicBezTo>
                <a:cubicBezTo>
                  <a:pt x="517196" y="3307098"/>
                  <a:pt x="518289" y="3306638"/>
                  <a:pt x="519094" y="3305775"/>
                </a:cubicBezTo>
                <a:cubicBezTo>
                  <a:pt x="520589" y="3304127"/>
                  <a:pt x="520455" y="3301577"/>
                  <a:pt x="518807" y="3300083"/>
                </a:cubicBezTo>
                <a:cubicBezTo>
                  <a:pt x="517158" y="3298588"/>
                  <a:pt x="514610" y="3298722"/>
                  <a:pt x="513133" y="3300371"/>
                </a:cubicBezTo>
                <a:close/>
                <a:moveTo>
                  <a:pt x="6017470" y="1151689"/>
                </a:moveTo>
                <a:cubicBezTo>
                  <a:pt x="6005934" y="1156213"/>
                  <a:pt x="6000261" y="1169226"/>
                  <a:pt x="6004803" y="1180744"/>
                </a:cubicBezTo>
                <a:cubicBezTo>
                  <a:pt x="6008272" y="1189579"/>
                  <a:pt x="6016726" y="1194984"/>
                  <a:pt x="6025673" y="1194984"/>
                </a:cubicBezTo>
                <a:cubicBezTo>
                  <a:pt x="6028394" y="1194984"/>
                  <a:pt x="6031174" y="1194486"/>
                  <a:pt x="6033856" y="1193412"/>
                </a:cubicBezTo>
                <a:cubicBezTo>
                  <a:pt x="6045394" y="1188890"/>
                  <a:pt x="6051068" y="1175877"/>
                  <a:pt x="6046544" y="1164358"/>
                </a:cubicBezTo>
                <a:cubicBezTo>
                  <a:pt x="6042003" y="1152821"/>
                  <a:pt x="6028991" y="1147148"/>
                  <a:pt x="6017470" y="1151689"/>
                </a:cubicBezTo>
                <a:close/>
                <a:moveTo>
                  <a:pt x="2883120" y="2374456"/>
                </a:moveTo>
                <a:cubicBezTo>
                  <a:pt x="2874246" y="2375912"/>
                  <a:pt x="2868248" y="2384306"/>
                  <a:pt x="2869724" y="2393180"/>
                </a:cubicBezTo>
                <a:cubicBezTo>
                  <a:pt x="2871046" y="2401152"/>
                  <a:pt x="2877946" y="2406806"/>
                  <a:pt x="2885784" y="2406806"/>
                </a:cubicBezTo>
                <a:cubicBezTo>
                  <a:pt x="2886666" y="2406806"/>
                  <a:pt x="2887547" y="2406749"/>
                  <a:pt x="2888448" y="2406595"/>
                </a:cubicBezTo>
                <a:cubicBezTo>
                  <a:pt x="2897321" y="2405120"/>
                  <a:pt x="2903339" y="2396725"/>
                  <a:pt x="2901864" y="2387852"/>
                </a:cubicBezTo>
                <a:cubicBezTo>
                  <a:pt x="2900388" y="2378978"/>
                  <a:pt x="2891993" y="2372980"/>
                  <a:pt x="2883120" y="2374456"/>
                </a:cubicBezTo>
                <a:close/>
                <a:moveTo>
                  <a:pt x="5915820" y="1190308"/>
                </a:moveTo>
                <a:cubicBezTo>
                  <a:pt x="5904207" y="1194581"/>
                  <a:pt x="5898226" y="1207460"/>
                  <a:pt x="5902503" y="1219075"/>
                </a:cubicBezTo>
                <a:lnTo>
                  <a:pt x="5902480" y="1219075"/>
                </a:lnTo>
                <a:cubicBezTo>
                  <a:pt x="5905815" y="1228159"/>
                  <a:pt x="5914404" y="1233794"/>
                  <a:pt x="5923546" y="1233793"/>
                </a:cubicBezTo>
                <a:cubicBezTo>
                  <a:pt x="5926094" y="1233793"/>
                  <a:pt x="5928718" y="1233354"/>
                  <a:pt x="5931248" y="1232414"/>
                </a:cubicBezTo>
                <a:cubicBezTo>
                  <a:pt x="5942884" y="1228159"/>
                  <a:pt x="5948842" y="1215280"/>
                  <a:pt x="5944587" y="1203647"/>
                </a:cubicBezTo>
                <a:cubicBezTo>
                  <a:pt x="5940314" y="1192013"/>
                  <a:pt x="5927432" y="1186053"/>
                  <a:pt x="5915820" y="1190308"/>
                </a:cubicBezTo>
                <a:close/>
                <a:moveTo>
                  <a:pt x="6118393" y="1110945"/>
                </a:moveTo>
                <a:cubicBezTo>
                  <a:pt x="6106952" y="1115678"/>
                  <a:pt x="6101509" y="1128787"/>
                  <a:pt x="6106244" y="1140229"/>
                </a:cubicBezTo>
                <a:cubicBezTo>
                  <a:pt x="6109826" y="1148872"/>
                  <a:pt x="6118163" y="1154085"/>
                  <a:pt x="6126979" y="1154085"/>
                </a:cubicBezTo>
                <a:cubicBezTo>
                  <a:pt x="6129834" y="1154085"/>
                  <a:pt x="6132748" y="1153529"/>
                  <a:pt x="6135546" y="1152380"/>
                </a:cubicBezTo>
                <a:cubicBezTo>
                  <a:pt x="6146988" y="1147627"/>
                  <a:pt x="6152430" y="1134517"/>
                  <a:pt x="6147678" y="1123076"/>
                </a:cubicBezTo>
                <a:cubicBezTo>
                  <a:pt x="6145311" y="1117355"/>
                  <a:pt x="6140845" y="1113134"/>
                  <a:pt x="6135544" y="1110937"/>
                </a:cubicBezTo>
                <a:cubicBezTo>
                  <a:pt x="6130242" y="1108741"/>
                  <a:pt x="6124104" y="1108568"/>
                  <a:pt x="6118393" y="1110945"/>
                </a:cubicBezTo>
                <a:close/>
                <a:moveTo>
                  <a:pt x="3328846" y="2199323"/>
                </a:moveTo>
                <a:cubicBezTo>
                  <a:pt x="3319591" y="2201680"/>
                  <a:pt x="3313994" y="2211110"/>
                  <a:pt x="3316351" y="2220366"/>
                </a:cubicBezTo>
                <a:cubicBezTo>
                  <a:pt x="3318344" y="2228205"/>
                  <a:pt x="3325397" y="2233418"/>
                  <a:pt x="3333120" y="2233418"/>
                </a:cubicBezTo>
                <a:cubicBezTo>
                  <a:pt x="3334540" y="2233418"/>
                  <a:pt x="3335976" y="2233245"/>
                  <a:pt x="3337415" y="2232882"/>
                </a:cubicBezTo>
                <a:cubicBezTo>
                  <a:pt x="3346670" y="2230505"/>
                  <a:pt x="3352267" y="2221095"/>
                  <a:pt x="3349910" y="2211819"/>
                </a:cubicBezTo>
                <a:cubicBezTo>
                  <a:pt x="3347552" y="2202562"/>
                  <a:pt x="3338123" y="2196965"/>
                  <a:pt x="3328846" y="2199323"/>
                </a:cubicBezTo>
                <a:close/>
                <a:moveTo>
                  <a:pt x="2539754" y="2506697"/>
                </a:moveTo>
                <a:cubicBezTo>
                  <a:pt x="2531339" y="2507271"/>
                  <a:pt x="2524996" y="2514573"/>
                  <a:pt x="2525591" y="2522987"/>
                </a:cubicBezTo>
                <a:cubicBezTo>
                  <a:pt x="2526146" y="2531036"/>
                  <a:pt x="2532854" y="2537207"/>
                  <a:pt x="2540807" y="2537207"/>
                </a:cubicBezTo>
                <a:cubicBezTo>
                  <a:pt x="2541153" y="2537207"/>
                  <a:pt x="2541517" y="2537188"/>
                  <a:pt x="2541881" y="2537150"/>
                </a:cubicBezTo>
                <a:cubicBezTo>
                  <a:pt x="2550274" y="2536574"/>
                  <a:pt x="2556638" y="2529292"/>
                  <a:pt x="2556044" y="2520879"/>
                </a:cubicBezTo>
                <a:cubicBezTo>
                  <a:pt x="2555469" y="2512465"/>
                  <a:pt x="2548167" y="2506102"/>
                  <a:pt x="2539754" y="2506697"/>
                </a:cubicBezTo>
                <a:close/>
                <a:moveTo>
                  <a:pt x="1372164" y="2961470"/>
                </a:moveTo>
                <a:cubicBezTo>
                  <a:pt x="1366969" y="2959323"/>
                  <a:pt x="1361029" y="2961776"/>
                  <a:pt x="1358882" y="2966971"/>
                </a:cubicBezTo>
                <a:cubicBezTo>
                  <a:pt x="1356735" y="2972145"/>
                  <a:pt x="1359189" y="2978086"/>
                  <a:pt x="1364382" y="2980252"/>
                </a:cubicBezTo>
                <a:cubicBezTo>
                  <a:pt x="1365646" y="2980769"/>
                  <a:pt x="1366969" y="2981018"/>
                  <a:pt x="1368254" y="2981018"/>
                </a:cubicBezTo>
                <a:cubicBezTo>
                  <a:pt x="1372240" y="2981018"/>
                  <a:pt x="1376035" y="2978661"/>
                  <a:pt x="1377645" y="2974751"/>
                </a:cubicBezTo>
                <a:cubicBezTo>
                  <a:pt x="1379791" y="2969557"/>
                  <a:pt x="1377337" y="2963616"/>
                  <a:pt x="1372164" y="2961470"/>
                </a:cubicBezTo>
                <a:close/>
                <a:moveTo>
                  <a:pt x="4791393" y="1626452"/>
                </a:moveTo>
                <a:cubicBezTo>
                  <a:pt x="4780315" y="1628427"/>
                  <a:pt x="4772937" y="1639005"/>
                  <a:pt x="4774909" y="1650083"/>
                </a:cubicBezTo>
                <a:cubicBezTo>
                  <a:pt x="4776653" y="1659953"/>
                  <a:pt x="4785259" y="1666891"/>
                  <a:pt x="4794935" y="1666891"/>
                </a:cubicBezTo>
                <a:cubicBezTo>
                  <a:pt x="4796125" y="1666891"/>
                  <a:pt x="4797332" y="1666796"/>
                  <a:pt x="4798540" y="1666565"/>
                </a:cubicBezTo>
                <a:cubicBezTo>
                  <a:pt x="4809620" y="1664591"/>
                  <a:pt x="4816995" y="1654012"/>
                  <a:pt x="4815024" y="1642934"/>
                </a:cubicBezTo>
                <a:cubicBezTo>
                  <a:pt x="4813049" y="1631857"/>
                  <a:pt x="4802470" y="1624478"/>
                  <a:pt x="4791393" y="1626452"/>
                </a:cubicBezTo>
                <a:close/>
                <a:moveTo>
                  <a:pt x="7542989" y="551662"/>
                </a:moveTo>
                <a:cubicBezTo>
                  <a:pt x="7530800" y="553828"/>
                  <a:pt x="7522654" y="565461"/>
                  <a:pt x="7524820" y="577651"/>
                </a:cubicBezTo>
                <a:cubicBezTo>
                  <a:pt x="7526737" y="588517"/>
                  <a:pt x="7536205" y="596164"/>
                  <a:pt x="7546879" y="596164"/>
                </a:cubicBezTo>
                <a:cubicBezTo>
                  <a:pt x="7548163" y="596164"/>
                  <a:pt x="7549486" y="596068"/>
                  <a:pt x="7550808" y="595819"/>
                </a:cubicBezTo>
                <a:cubicBezTo>
                  <a:pt x="7562998" y="593672"/>
                  <a:pt x="7571124" y="582039"/>
                  <a:pt x="7568977" y="569850"/>
                </a:cubicBezTo>
                <a:cubicBezTo>
                  <a:pt x="7566811" y="557642"/>
                  <a:pt x="7555179" y="549515"/>
                  <a:pt x="7542989" y="551662"/>
                </a:cubicBezTo>
                <a:close/>
                <a:moveTo>
                  <a:pt x="6218666" y="1068531"/>
                </a:moveTo>
                <a:cubicBezTo>
                  <a:pt x="6207282" y="1073418"/>
                  <a:pt x="6202050" y="1086624"/>
                  <a:pt x="6206937" y="1097988"/>
                </a:cubicBezTo>
                <a:cubicBezTo>
                  <a:pt x="6210597" y="1106478"/>
                  <a:pt x="6218877" y="1111538"/>
                  <a:pt x="6227559" y="1111538"/>
                </a:cubicBezTo>
                <a:cubicBezTo>
                  <a:pt x="6230510" y="1111538"/>
                  <a:pt x="6233519" y="1110945"/>
                  <a:pt x="6236433" y="1109698"/>
                </a:cubicBezTo>
                <a:cubicBezTo>
                  <a:pt x="6247797" y="1104792"/>
                  <a:pt x="6253029" y="1091607"/>
                  <a:pt x="6248123" y="1080241"/>
                </a:cubicBezTo>
                <a:cubicBezTo>
                  <a:pt x="6245680" y="1074549"/>
                  <a:pt x="6241157" y="1070395"/>
                  <a:pt x="6235824" y="1068277"/>
                </a:cubicBezTo>
                <a:cubicBezTo>
                  <a:pt x="6230491" y="1066160"/>
                  <a:pt x="6224348" y="1066078"/>
                  <a:pt x="6218666" y="1068531"/>
                </a:cubicBezTo>
                <a:close/>
                <a:moveTo>
                  <a:pt x="5813362" y="1226338"/>
                </a:moveTo>
                <a:cubicBezTo>
                  <a:pt x="5801614" y="1230286"/>
                  <a:pt x="5795289" y="1242993"/>
                  <a:pt x="5799236" y="1254742"/>
                </a:cubicBezTo>
                <a:cubicBezTo>
                  <a:pt x="5802380" y="1264113"/>
                  <a:pt x="5811119" y="1270036"/>
                  <a:pt x="5820492" y="1270036"/>
                </a:cubicBezTo>
                <a:cubicBezTo>
                  <a:pt x="5822849" y="1270036"/>
                  <a:pt x="5825264" y="1269652"/>
                  <a:pt x="5827620" y="1268867"/>
                </a:cubicBezTo>
                <a:cubicBezTo>
                  <a:pt x="5839370" y="1264919"/>
                  <a:pt x="5845694" y="1252212"/>
                  <a:pt x="5841744" y="1240463"/>
                </a:cubicBezTo>
                <a:cubicBezTo>
                  <a:pt x="5837817" y="1228734"/>
                  <a:pt x="5825092" y="1222409"/>
                  <a:pt x="5813362" y="1226338"/>
                </a:cubicBezTo>
                <a:close/>
                <a:moveTo>
                  <a:pt x="3878144" y="1980838"/>
                </a:moveTo>
                <a:cubicBezTo>
                  <a:pt x="3868371" y="1983502"/>
                  <a:pt x="3862619" y="1993584"/>
                  <a:pt x="3865302" y="2003358"/>
                </a:cubicBezTo>
                <a:cubicBezTo>
                  <a:pt x="3867528" y="2011502"/>
                  <a:pt x="3874905" y="2016869"/>
                  <a:pt x="3882977" y="2016869"/>
                </a:cubicBezTo>
                <a:cubicBezTo>
                  <a:pt x="3884564" y="2016869"/>
                  <a:pt x="3886195" y="2016658"/>
                  <a:pt x="3887821" y="2016198"/>
                </a:cubicBezTo>
                <a:cubicBezTo>
                  <a:pt x="3897578" y="2013553"/>
                  <a:pt x="3903328" y="2003453"/>
                  <a:pt x="3900664" y="1993698"/>
                </a:cubicBezTo>
                <a:cubicBezTo>
                  <a:pt x="3898001" y="1983924"/>
                  <a:pt x="3887918" y="1978174"/>
                  <a:pt x="3878144" y="1980838"/>
                </a:cubicBezTo>
                <a:close/>
                <a:moveTo>
                  <a:pt x="5148442" y="1482809"/>
                </a:moveTo>
                <a:cubicBezTo>
                  <a:pt x="5136768" y="1484630"/>
                  <a:pt x="5128778" y="1495573"/>
                  <a:pt x="5130597" y="1507245"/>
                </a:cubicBezTo>
                <a:cubicBezTo>
                  <a:pt x="5132247" y="1517805"/>
                  <a:pt x="5141349" y="1525356"/>
                  <a:pt x="5151718" y="1525356"/>
                </a:cubicBezTo>
                <a:cubicBezTo>
                  <a:pt x="5152811" y="1525356"/>
                  <a:pt x="5153922" y="1525260"/>
                  <a:pt x="5155032" y="1525088"/>
                </a:cubicBezTo>
                <a:cubicBezTo>
                  <a:pt x="5166707" y="1523267"/>
                  <a:pt x="5174696" y="1512343"/>
                  <a:pt x="5172896" y="1500652"/>
                </a:cubicBezTo>
                <a:cubicBezTo>
                  <a:pt x="5171075" y="1488980"/>
                  <a:pt x="5160131" y="1480989"/>
                  <a:pt x="5148442" y="1482809"/>
                </a:cubicBezTo>
                <a:close/>
                <a:moveTo>
                  <a:pt x="6318441" y="1024777"/>
                </a:moveTo>
                <a:cubicBezTo>
                  <a:pt x="6307132" y="1029817"/>
                  <a:pt x="6302035" y="1043061"/>
                  <a:pt x="6307075" y="1054387"/>
                </a:cubicBezTo>
                <a:cubicBezTo>
                  <a:pt x="6310775" y="1062744"/>
                  <a:pt x="6318978" y="1067688"/>
                  <a:pt x="6327563" y="1067688"/>
                </a:cubicBezTo>
                <a:cubicBezTo>
                  <a:pt x="6330610" y="1067688"/>
                  <a:pt x="6333715" y="1067075"/>
                  <a:pt x="6336667" y="1065752"/>
                </a:cubicBezTo>
                <a:cubicBezTo>
                  <a:pt x="6347975" y="1060712"/>
                  <a:pt x="6353072" y="1047469"/>
                  <a:pt x="6348051" y="1036161"/>
                </a:cubicBezTo>
                <a:cubicBezTo>
                  <a:pt x="6345531" y="1030498"/>
                  <a:pt x="6340955" y="1026392"/>
                  <a:pt x="6335596" y="1024332"/>
                </a:cubicBezTo>
                <a:cubicBezTo>
                  <a:pt x="6330236" y="1022272"/>
                  <a:pt x="6324095" y="1022257"/>
                  <a:pt x="6318441" y="1024777"/>
                </a:cubicBezTo>
                <a:close/>
                <a:moveTo>
                  <a:pt x="4331538" y="1797618"/>
                </a:moveTo>
                <a:cubicBezTo>
                  <a:pt x="4321130" y="1800091"/>
                  <a:pt x="4314710" y="1810516"/>
                  <a:pt x="4317183" y="1820922"/>
                </a:cubicBezTo>
                <a:cubicBezTo>
                  <a:pt x="4319289" y="1829835"/>
                  <a:pt x="4327248" y="1835814"/>
                  <a:pt x="4336002" y="1835814"/>
                </a:cubicBezTo>
                <a:cubicBezTo>
                  <a:pt x="4337480" y="1835814"/>
                  <a:pt x="4338973" y="1835641"/>
                  <a:pt x="4340488" y="1835297"/>
                </a:cubicBezTo>
                <a:cubicBezTo>
                  <a:pt x="4350876" y="1832825"/>
                  <a:pt x="4357314" y="1822380"/>
                  <a:pt x="4354845" y="1811992"/>
                </a:cubicBezTo>
                <a:cubicBezTo>
                  <a:pt x="4352370" y="1801585"/>
                  <a:pt x="4341945" y="1795145"/>
                  <a:pt x="4331538" y="1797618"/>
                </a:cubicBezTo>
                <a:close/>
                <a:moveTo>
                  <a:pt x="5709967" y="1259169"/>
                </a:moveTo>
                <a:cubicBezTo>
                  <a:pt x="5698101" y="1262714"/>
                  <a:pt x="5691338" y="1275191"/>
                  <a:pt x="5694882" y="1287073"/>
                </a:cubicBezTo>
                <a:cubicBezTo>
                  <a:pt x="5697796" y="1296791"/>
                  <a:pt x="5706706" y="1303096"/>
                  <a:pt x="5716366" y="1303096"/>
                </a:cubicBezTo>
                <a:cubicBezTo>
                  <a:pt x="5718474" y="1303096"/>
                  <a:pt x="5720640" y="1302789"/>
                  <a:pt x="5722786" y="1302138"/>
                </a:cubicBezTo>
                <a:cubicBezTo>
                  <a:pt x="5734649" y="1298611"/>
                  <a:pt x="5741395" y="1286115"/>
                  <a:pt x="5737871" y="1274252"/>
                </a:cubicBezTo>
                <a:cubicBezTo>
                  <a:pt x="5734325" y="1262370"/>
                  <a:pt x="5721829" y="1255623"/>
                  <a:pt x="5709967" y="1259169"/>
                </a:cubicBezTo>
                <a:close/>
                <a:moveTo>
                  <a:pt x="6417851" y="980026"/>
                </a:moveTo>
                <a:cubicBezTo>
                  <a:pt x="6406563" y="985143"/>
                  <a:pt x="6401599" y="998444"/>
                  <a:pt x="6406736" y="1009713"/>
                </a:cubicBezTo>
                <a:cubicBezTo>
                  <a:pt x="6410492" y="1017973"/>
                  <a:pt x="6418637" y="1022861"/>
                  <a:pt x="6427146" y="1022861"/>
                </a:cubicBezTo>
                <a:cubicBezTo>
                  <a:pt x="6430251" y="1022861"/>
                  <a:pt x="6433413" y="1022209"/>
                  <a:pt x="6436422" y="1020829"/>
                </a:cubicBezTo>
                <a:cubicBezTo>
                  <a:pt x="6447691" y="1015712"/>
                  <a:pt x="6452675" y="1002411"/>
                  <a:pt x="6447538" y="991142"/>
                </a:cubicBezTo>
                <a:cubicBezTo>
                  <a:pt x="6444980" y="985507"/>
                  <a:pt x="6440376" y="981444"/>
                  <a:pt x="6435002" y="979432"/>
                </a:cubicBezTo>
                <a:cubicBezTo>
                  <a:pt x="6429629" y="977420"/>
                  <a:pt x="6423486" y="977458"/>
                  <a:pt x="6417851" y="980026"/>
                </a:cubicBezTo>
                <a:close/>
                <a:moveTo>
                  <a:pt x="1028413" y="3083477"/>
                </a:moveTo>
                <a:cubicBezTo>
                  <a:pt x="1026018" y="3087252"/>
                  <a:pt x="1027130" y="3092273"/>
                  <a:pt x="1030905" y="3094688"/>
                </a:cubicBezTo>
                <a:cubicBezTo>
                  <a:pt x="1032245" y="3095550"/>
                  <a:pt x="1033760" y="3095954"/>
                  <a:pt x="1035255" y="3095954"/>
                </a:cubicBezTo>
                <a:cubicBezTo>
                  <a:pt x="1037938" y="3095954"/>
                  <a:pt x="1040564" y="3094631"/>
                  <a:pt x="1042117" y="3092216"/>
                </a:cubicBezTo>
                <a:cubicBezTo>
                  <a:pt x="1044513" y="3088421"/>
                  <a:pt x="1043401" y="3083419"/>
                  <a:pt x="1039624" y="3081004"/>
                </a:cubicBezTo>
                <a:cubicBezTo>
                  <a:pt x="1035850" y="3078589"/>
                  <a:pt x="1030828" y="3079701"/>
                  <a:pt x="1028413" y="3083477"/>
                </a:cubicBezTo>
                <a:close/>
                <a:moveTo>
                  <a:pt x="3226217" y="2224487"/>
                </a:moveTo>
                <a:cubicBezTo>
                  <a:pt x="3216902" y="2226653"/>
                  <a:pt x="3211133" y="2235967"/>
                  <a:pt x="3213299" y="2245281"/>
                </a:cubicBezTo>
                <a:cubicBezTo>
                  <a:pt x="3215177" y="2253273"/>
                  <a:pt x="3222288" y="2258659"/>
                  <a:pt x="3230146" y="2258659"/>
                </a:cubicBezTo>
                <a:cubicBezTo>
                  <a:pt x="3231448" y="2258659"/>
                  <a:pt x="3232772" y="2258505"/>
                  <a:pt x="3234112" y="2258199"/>
                </a:cubicBezTo>
                <a:cubicBezTo>
                  <a:pt x="3243428" y="2256014"/>
                  <a:pt x="3249196" y="2246700"/>
                  <a:pt x="3247011" y="2237385"/>
                </a:cubicBezTo>
                <a:cubicBezTo>
                  <a:pt x="3244826" y="2228071"/>
                  <a:pt x="3235512" y="2222302"/>
                  <a:pt x="3226217" y="2224487"/>
                </a:cubicBezTo>
                <a:close/>
                <a:moveTo>
                  <a:pt x="3775227" y="2009260"/>
                </a:moveTo>
                <a:cubicBezTo>
                  <a:pt x="3765469" y="2011982"/>
                  <a:pt x="3759781" y="2022101"/>
                  <a:pt x="3762500" y="2031857"/>
                </a:cubicBezTo>
                <a:cubicBezTo>
                  <a:pt x="3764763" y="2039944"/>
                  <a:pt x="3772121" y="2045272"/>
                  <a:pt x="3780152" y="2045272"/>
                </a:cubicBezTo>
                <a:cubicBezTo>
                  <a:pt x="3781780" y="2045272"/>
                  <a:pt x="3783429" y="2045042"/>
                  <a:pt x="3785078" y="2044582"/>
                </a:cubicBezTo>
                <a:cubicBezTo>
                  <a:pt x="3794832" y="2041861"/>
                  <a:pt x="3800545" y="2031760"/>
                  <a:pt x="3797821" y="2022005"/>
                </a:cubicBezTo>
                <a:cubicBezTo>
                  <a:pt x="3795102" y="2012250"/>
                  <a:pt x="3784980" y="2006539"/>
                  <a:pt x="3775227" y="2009260"/>
                </a:cubicBezTo>
                <a:close/>
                <a:moveTo>
                  <a:pt x="6516974" y="934508"/>
                </a:moveTo>
                <a:cubicBezTo>
                  <a:pt x="6505743" y="939702"/>
                  <a:pt x="6500837" y="953041"/>
                  <a:pt x="6506050" y="964272"/>
                </a:cubicBezTo>
                <a:cubicBezTo>
                  <a:pt x="6509826" y="972475"/>
                  <a:pt x="6517933" y="977285"/>
                  <a:pt x="6526403" y="977285"/>
                </a:cubicBezTo>
                <a:cubicBezTo>
                  <a:pt x="6529547" y="977286"/>
                  <a:pt x="6532747" y="976634"/>
                  <a:pt x="6535795" y="975215"/>
                </a:cubicBezTo>
                <a:cubicBezTo>
                  <a:pt x="6547045" y="970022"/>
                  <a:pt x="6551951" y="956702"/>
                  <a:pt x="6546738" y="945452"/>
                </a:cubicBezTo>
                <a:cubicBezTo>
                  <a:pt x="6544141" y="939827"/>
                  <a:pt x="6539513" y="935792"/>
                  <a:pt x="6534127" y="933814"/>
                </a:cubicBezTo>
                <a:cubicBezTo>
                  <a:pt x="6528742" y="931835"/>
                  <a:pt x="6522600" y="931912"/>
                  <a:pt x="6516974" y="934508"/>
                </a:cubicBezTo>
                <a:close/>
                <a:moveTo>
                  <a:pt x="1950937" y="2716894"/>
                </a:moveTo>
                <a:cubicBezTo>
                  <a:pt x="1948268" y="2718976"/>
                  <a:pt x="1946395" y="2722076"/>
                  <a:pt x="1945954" y="2725698"/>
                </a:cubicBezTo>
                <a:cubicBezTo>
                  <a:pt x="1945053" y="2732942"/>
                  <a:pt x="1950208" y="2739535"/>
                  <a:pt x="1957453" y="2740436"/>
                </a:cubicBezTo>
                <a:cubicBezTo>
                  <a:pt x="1958009" y="2740532"/>
                  <a:pt x="1958545" y="2740532"/>
                  <a:pt x="1959100" y="2740532"/>
                </a:cubicBezTo>
                <a:cubicBezTo>
                  <a:pt x="1965674" y="2740532"/>
                  <a:pt x="1971366" y="2735626"/>
                  <a:pt x="1972191" y="2728937"/>
                </a:cubicBezTo>
                <a:cubicBezTo>
                  <a:pt x="1973091" y="2721692"/>
                  <a:pt x="1967936" y="2715081"/>
                  <a:pt x="1960692" y="2714199"/>
                </a:cubicBezTo>
                <a:cubicBezTo>
                  <a:pt x="1957070" y="2713748"/>
                  <a:pt x="1953605" y="2714812"/>
                  <a:pt x="1950937" y="2716894"/>
                </a:cubicBezTo>
                <a:close/>
                <a:moveTo>
                  <a:pt x="144527" y="3420862"/>
                </a:moveTo>
                <a:cubicBezTo>
                  <a:pt x="144162" y="3421246"/>
                  <a:pt x="144181" y="3421859"/>
                  <a:pt x="144565" y="3422223"/>
                </a:cubicBezTo>
                <a:cubicBezTo>
                  <a:pt x="144756" y="3422376"/>
                  <a:pt x="144987" y="3422472"/>
                  <a:pt x="145216" y="3422472"/>
                </a:cubicBezTo>
                <a:cubicBezTo>
                  <a:pt x="145485" y="3422472"/>
                  <a:pt x="145734" y="3422357"/>
                  <a:pt x="145925" y="3422166"/>
                </a:cubicBezTo>
                <a:cubicBezTo>
                  <a:pt x="146290" y="3421763"/>
                  <a:pt x="146251" y="3421169"/>
                  <a:pt x="145868" y="3420805"/>
                </a:cubicBezTo>
                <a:cubicBezTo>
                  <a:pt x="145484" y="3420441"/>
                  <a:pt x="144871" y="3420479"/>
                  <a:pt x="144527" y="3420862"/>
                </a:cubicBezTo>
                <a:close/>
                <a:moveTo>
                  <a:pt x="5605456" y="1288281"/>
                </a:moveTo>
                <a:cubicBezTo>
                  <a:pt x="5593477" y="1291424"/>
                  <a:pt x="5586310" y="1303670"/>
                  <a:pt x="5589452" y="1315649"/>
                </a:cubicBezTo>
                <a:cubicBezTo>
                  <a:pt x="5592098" y="1325729"/>
                  <a:pt x="5601183" y="1332400"/>
                  <a:pt x="5611131" y="1332400"/>
                </a:cubicBezTo>
                <a:cubicBezTo>
                  <a:pt x="5613008" y="1332399"/>
                  <a:pt x="5614925" y="1332150"/>
                  <a:pt x="5616841" y="1331652"/>
                </a:cubicBezTo>
                <a:cubicBezTo>
                  <a:pt x="5628821" y="1328508"/>
                  <a:pt x="5635970" y="1316262"/>
                  <a:pt x="5632843" y="1304284"/>
                </a:cubicBezTo>
                <a:cubicBezTo>
                  <a:pt x="5629701" y="1292306"/>
                  <a:pt x="5617435" y="1285138"/>
                  <a:pt x="5605456" y="1288281"/>
                </a:cubicBezTo>
                <a:close/>
                <a:moveTo>
                  <a:pt x="7434763" y="574086"/>
                </a:moveTo>
                <a:cubicBezTo>
                  <a:pt x="7422708" y="576922"/>
                  <a:pt x="7415252" y="589015"/>
                  <a:pt x="7418108" y="601071"/>
                </a:cubicBezTo>
                <a:lnTo>
                  <a:pt x="7418089" y="601070"/>
                </a:lnTo>
                <a:cubicBezTo>
                  <a:pt x="7420522" y="611381"/>
                  <a:pt x="7429722" y="618338"/>
                  <a:pt x="7439880" y="618338"/>
                </a:cubicBezTo>
                <a:cubicBezTo>
                  <a:pt x="7441604" y="618338"/>
                  <a:pt x="7443330" y="618147"/>
                  <a:pt x="7445073" y="617725"/>
                </a:cubicBezTo>
                <a:cubicBezTo>
                  <a:pt x="7457128" y="614869"/>
                  <a:pt x="7464584" y="602795"/>
                  <a:pt x="7461748" y="590741"/>
                </a:cubicBezTo>
                <a:cubicBezTo>
                  <a:pt x="7458891" y="578686"/>
                  <a:pt x="7446818" y="571230"/>
                  <a:pt x="7434763" y="574086"/>
                </a:cubicBezTo>
                <a:close/>
                <a:moveTo>
                  <a:pt x="617335" y="3235073"/>
                </a:moveTo>
                <a:cubicBezTo>
                  <a:pt x="615514" y="3237182"/>
                  <a:pt x="615744" y="3240364"/>
                  <a:pt x="617853" y="3242184"/>
                </a:cubicBezTo>
                <a:cubicBezTo>
                  <a:pt x="618811" y="3243008"/>
                  <a:pt x="619980" y="3243410"/>
                  <a:pt x="621149" y="3243410"/>
                </a:cubicBezTo>
                <a:cubicBezTo>
                  <a:pt x="622567" y="3243410"/>
                  <a:pt x="623967" y="3242817"/>
                  <a:pt x="624983" y="3241666"/>
                </a:cubicBezTo>
                <a:cubicBezTo>
                  <a:pt x="626803" y="3239559"/>
                  <a:pt x="626554" y="3236377"/>
                  <a:pt x="624445" y="3234537"/>
                </a:cubicBezTo>
                <a:cubicBezTo>
                  <a:pt x="622337" y="3232717"/>
                  <a:pt x="619156" y="3232965"/>
                  <a:pt x="617335" y="3235073"/>
                </a:cubicBezTo>
                <a:close/>
                <a:moveTo>
                  <a:pt x="4684852" y="1646978"/>
                </a:moveTo>
                <a:cubicBezTo>
                  <a:pt x="4673832" y="1649240"/>
                  <a:pt x="4666721" y="1659991"/>
                  <a:pt x="4668982" y="1671031"/>
                </a:cubicBezTo>
                <a:cubicBezTo>
                  <a:pt x="4670955" y="1680671"/>
                  <a:pt x="4679444" y="1687321"/>
                  <a:pt x="4688914" y="1687321"/>
                </a:cubicBezTo>
                <a:cubicBezTo>
                  <a:pt x="4690273" y="1687321"/>
                  <a:pt x="4691655" y="1687188"/>
                  <a:pt x="4693034" y="1686900"/>
                </a:cubicBezTo>
                <a:cubicBezTo>
                  <a:pt x="4704055" y="1684657"/>
                  <a:pt x="4711165" y="1673886"/>
                  <a:pt x="4708906" y="1662867"/>
                </a:cubicBezTo>
                <a:cubicBezTo>
                  <a:pt x="4706641" y="1651827"/>
                  <a:pt x="4695892" y="1644717"/>
                  <a:pt x="4684852" y="1646978"/>
                </a:cubicBezTo>
                <a:close/>
                <a:moveTo>
                  <a:pt x="2779512" y="2389481"/>
                </a:moveTo>
                <a:cubicBezTo>
                  <a:pt x="2770582" y="2390574"/>
                  <a:pt x="2764237" y="2398718"/>
                  <a:pt x="2765330" y="2407649"/>
                </a:cubicBezTo>
                <a:cubicBezTo>
                  <a:pt x="2766345" y="2415891"/>
                  <a:pt x="2773379" y="2421947"/>
                  <a:pt x="2781486" y="2421947"/>
                </a:cubicBezTo>
                <a:cubicBezTo>
                  <a:pt x="2782137" y="2421947"/>
                  <a:pt x="2782828" y="2421909"/>
                  <a:pt x="2783499" y="2421813"/>
                </a:cubicBezTo>
                <a:cubicBezTo>
                  <a:pt x="2792430" y="2420720"/>
                  <a:pt x="2798773" y="2412575"/>
                  <a:pt x="2797662" y="2403644"/>
                </a:cubicBezTo>
                <a:cubicBezTo>
                  <a:pt x="2796569" y="2394713"/>
                  <a:pt x="2788443" y="2388369"/>
                  <a:pt x="2779512" y="2389481"/>
                </a:cubicBezTo>
                <a:close/>
                <a:moveTo>
                  <a:pt x="2187102" y="2620691"/>
                </a:moveTo>
                <a:cubicBezTo>
                  <a:pt x="2184414" y="2623154"/>
                  <a:pt x="2182666" y="2626643"/>
                  <a:pt x="2182493" y="2630581"/>
                </a:cubicBezTo>
                <a:cubicBezTo>
                  <a:pt x="2182148" y="2638439"/>
                  <a:pt x="2188242" y="2645089"/>
                  <a:pt x="2196099" y="2645415"/>
                </a:cubicBezTo>
                <a:lnTo>
                  <a:pt x="2196099" y="2645434"/>
                </a:lnTo>
                <a:cubicBezTo>
                  <a:pt x="2196311" y="2645434"/>
                  <a:pt x="2196522" y="2645434"/>
                  <a:pt x="2196732" y="2645434"/>
                </a:cubicBezTo>
                <a:cubicBezTo>
                  <a:pt x="2204321" y="2645434"/>
                  <a:pt x="2210627" y="2639454"/>
                  <a:pt x="2210953" y="2631808"/>
                </a:cubicBezTo>
                <a:cubicBezTo>
                  <a:pt x="2211299" y="2623950"/>
                  <a:pt x="2205203" y="2617299"/>
                  <a:pt x="2197345" y="2616954"/>
                </a:cubicBezTo>
                <a:cubicBezTo>
                  <a:pt x="2193417" y="2616791"/>
                  <a:pt x="2189790" y="2618229"/>
                  <a:pt x="2187102" y="2620691"/>
                </a:cubicBezTo>
                <a:close/>
                <a:moveTo>
                  <a:pt x="4226992" y="1823108"/>
                </a:moveTo>
                <a:cubicBezTo>
                  <a:pt x="4216625" y="1825695"/>
                  <a:pt x="4210320" y="1836217"/>
                  <a:pt x="4212906" y="1846585"/>
                </a:cubicBezTo>
                <a:cubicBezTo>
                  <a:pt x="4215089" y="1855382"/>
                  <a:pt x="4222983" y="1861246"/>
                  <a:pt x="4231666" y="1861246"/>
                </a:cubicBezTo>
                <a:cubicBezTo>
                  <a:pt x="4233221" y="1861246"/>
                  <a:pt x="4234791" y="1861074"/>
                  <a:pt x="4236363" y="1860672"/>
                </a:cubicBezTo>
                <a:cubicBezTo>
                  <a:pt x="4246749" y="1858084"/>
                  <a:pt x="4253056" y="1847581"/>
                  <a:pt x="4250470" y="1837214"/>
                </a:cubicBezTo>
                <a:cubicBezTo>
                  <a:pt x="4247882" y="1826826"/>
                  <a:pt x="4237358" y="1820520"/>
                  <a:pt x="4226992" y="1823108"/>
                </a:cubicBezTo>
                <a:close/>
                <a:moveTo>
                  <a:pt x="1718057" y="2801363"/>
                </a:moveTo>
                <a:cubicBezTo>
                  <a:pt x="1715419" y="2803040"/>
                  <a:pt x="1713421" y="2805723"/>
                  <a:pt x="1712692" y="2809010"/>
                </a:cubicBezTo>
                <a:cubicBezTo>
                  <a:pt x="1711217" y="2815583"/>
                  <a:pt x="1715357" y="2822099"/>
                  <a:pt x="1721950" y="2823575"/>
                </a:cubicBezTo>
                <a:cubicBezTo>
                  <a:pt x="1722832" y="2823767"/>
                  <a:pt x="1723732" y="2823863"/>
                  <a:pt x="1724613" y="2823863"/>
                </a:cubicBezTo>
                <a:cubicBezTo>
                  <a:pt x="1730191" y="2823863"/>
                  <a:pt x="1735230" y="2820011"/>
                  <a:pt x="1736496" y="2814318"/>
                </a:cubicBezTo>
                <a:cubicBezTo>
                  <a:pt x="1737972" y="2807726"/>
                  <a:pt x="1733833" y="2801229"/>
                  <a:pt x="1727258" y="2799753"/>
                </a:cubicBezTo>
                <a:cubicBezTo>
                  <a:pt x="1723971" y="2799016"/>
                  <a:pt x="1720694" y="2799686"/>
                  <a:pt x="1718057" y="2801363"/>
                </a:cubicBezTo>
                <a:close/>
                <a:moveTo>
                  <a:pt x="3672539" y="2037778"/>
                </a:moveTo>
                <a:cubicBezTo>
                  <a:pt x="3662783" y="2040462"/>
                  <a:pt x="3657033" y="2050562"/>
                  <a:pt x="3659718" y="2060336"/>
                </a:cubicBezTo>
                <a:cubicBezTo>
                  <a:pt x="3661960" y="2068462"/>
                  <a:pt x="3669359" y="2073790"/>
                  <a:pt x="3677387" y="2073790"/>
                </a:cubicBezTo>
                <a:cubicBezTo>
                  <a:pt x="3679017" y="2073790"/>
                  <a:pt x="3680647" y="2073579"/>
                  <a:pt x="3682276" y="2073138"/>
                </a:cubicBezTo>
                <a:cubicBezTo>
                  <a:pt x="3692030" y="2070456"/>
                  <a:pt x="3697761" y="2060355"/>
                  <a:pt x="3695078" y="2050600"/>
                </a:cubicBezTo>
                <a:cubicBezTo>
                  <a:pt x="3692395" y="2040825"/>
                  <a:pt x="3682295" y="2035095"/>
                  <a:pt x="3672539" y="2037778"/>
                </a:cubicBezTo>
                <a:close/>
                <a:moveTo>
                  <a:pt x="6615982" y="888454"/>
                </a:moveTo>
                <a:cubicBezTo>
                  <a:pt x="6604752" y="893667"/>
                  <a:pt x="6599883" y="907006"/>
                  <a:pt x="6605097" y="918237"/>
                </a:cubicBezTo>
                <a:cubicBezTo>
                  <a:pt x="6608891" y="926401"/>
                  <a:pt x="6616998" y="931212"/>
                  <a:pt x="6625450" y="931212"/>
                </a:cubicBezTo>
                <a:cubicBezTo>
                  <a:pt x="6628612" y="931212"/>
                  <a:pt x="6631813" y="930541"/>
                  <a:pt x="6634879" y="929123"/>
                </a:cubicBezTo>
                <a:cubicBezTo>
                  <a:pt x="6646110" y="923910"/>
                  <a:pt x="6650978" y="910571"/>
                  <a:pt x="6645765" y="899340"/>
                </a:cubicBezTo>
                <a:cubicBezTo>
                  <a:pt x="6643159" y="893725"/>
                  <a:pt x="6638521" y="889701"/>
                  <a:pt x="6633131" y="887731"/>
                </a:cubicBezTo>
                <a:cubicBezTo>
                  <a:pt x="6627740" y="885762"/>
                  <a:pt x="6621598" y="885848"/>
                  <a:pt x="6615982" y="888454"/>
                </a:cubicBezTo>
                <a:close/>
                <a:moveTo>
                  <a:pt x="5041020" y="1500001"/>
                </a:moveTo>
                <a:cubicBezTo>
                  <a:pt x="5029366" y="1501917"/>
                  <a:pt x="5021474" y="1512956"/>
                  <a:pt x="5023407" y="1524609"/>
                </a:cubicBezTo>
                <a:cubicBezTo>
                  <a:pt x="5025152" y="1535092"/>
                  <a:pt x="5034215" y="1542509"/>
                  <a:pt x="5044489" y="1542509"/>
                </a:cubicBezTo>
                <a:cubicBezTo>
                  <a:pt x="5045659" y="1542509"/>
                  <a:pt x="5046843" y="1542414"/>
                  <a:pt x="5048015" y="1542222"/>
                </a:cubicBezTo>
                <a:cubicBezTo>
                  <a:pt x="5059687" y="1540286"/>
                  <a:pt x="5067563" y="1529266"/>
                  <a:pt x="5065648" y="1517613"/>
                </a:cubicBezTo>
                <a:cubicBezTo>
                  <a:pt x="5063711" y="1505942"/>
                  <a:pt x="5052690" y="1498065"/>
                  <a:pt x="5041020" y="1500001"/>
                </a:cubicBezTo>
                <a:close/>
                <a:moveTo>
                  <a:pt x="3123126" y="2247332"/>
                </a:moveTo>
                <a:cubicBezTo>
                  <a:pt x="3113773" y="2249287"/>
                  <a:pt x="3107756" y="2258448"/>
                  <a:pt x="3109711" y="2267820"/>
                </a:cubicBezTo>
                <a:cubicBezTo>
                  <a:pt x="3111417" y="2275984"/>
                  <a:pt x="3118623" y="2281600"/>
                  <a:pt x="3126634" y="2281600"/>
                </a:cubicBezTo>
                <a:cubicBezTo>
                  <a:pt x="3127803" y="2281600"/>
                  <a:pt x="3128991" y="2281485"/>
                  <a:pt x="3130180" y="2281235"/>
                </a:cubicBezTo>
                <a:cubicBezTo>
                  <a:pt x="3139551" y="2279280"/>
                  <a:pt x="3145550" y="2270119"/>
                  <a:pt x="3143614" y="2260748"/>
                </a:cubicBezTo>
                <a:cubicBezTo>
                  <a:pt x="3141659" y="2251395"/>
                  <a:pt x="3132499" y="2245377"/>
                  <a:pt x="3123126" y="2247332"/>
                </a:cubicBezTo>
                <a:close/>
                <a:moveTo>
                  <a:pt x="7888564" y="386426"/>
                </a:moveTo>
                <a:cubicBezTo>
                  <a:pt x="7884099" y="390434"/>
                  <a:pt x="7881161" y="396145"/>
                  <a:pt x="7880816" y="402613"/>
                </a:cubicBezTo>
                <a:cubicBezTo>
                  <a:pt x="7880107" y="415530"/>
                  <a:pt x="7890035" y="426589"/>
                  <a:pt x="7902971" y="427279"/>
                </a:cubicBezTo>
                <a:cubicBezTo>
                  <a:pt x="7903394" y="427298"/>
                  <a:pt x="7903814" y="427318"/>
                  <a:pt x="7904237" y="427318"/>
                </a:cubicBezTo>
                <a:cubicBezTo>
                  <a:pt x="7916617" y="427318"/>
                  <a:pt x="7926966" y="417639"/>
                  <a:pt x="7927637" y="405143"/>
                </a:cubicBezTo>
                <a:cubicBezTo>
                  <a:pt x="7928327" y="392206"/>
                  <a:pt x="7918418" y="381148"/>
                  <a:pt x="7905482" y="380458"/>
                </a:cubicBezTo>
                <a:cubicBezTo>
                  <a:pt x="7899023" y="380113"/>
                  <a:pt x="7893030" y="382418"/>
                  <a:pt x="7888564" y="386426"/>
                </a:cubicBezTo>
                <a:close/>
                <a:moveTo>
                  <a:pt x="6715297" y="842650"/>
                </a:moveTo>
                <a:cubicBezTo>
                  <a:pt x="6704046" y="847785"/>
                  <a:pt x="6699083" y="861105"/>
                  <a:pt x="6704239" y="872355"/>
                </a:cubicBezTo>
                <a:cubicBezTo>
                  <a:pt x="6707995" y="880597"/>
                  <a:pt x="6716140" y="885465"/>
                  <a:pt x="6724631" y="885465"/>
                </a:cubicBezTo>
                <a:cubicBezTo>
                  <a:pt x="6727754" y="885464"/>
                  <a:pt x="6730917" y="884813"/>
                  <a:pt x="6733944" y="883433"/>
                </a:cubicBezTo>
                <a:cubicBezTo>
                  <a:pt x="6745213" y="878277"/>
                  <a:pt x="6750177" y="864977"/>
                  <a:pt x="6745022" y="853727"/>
                </a:cubicBezTo>
                <a:cubicBezTo>
                  <a:pt x="6742444" y="848093"/>
                  <a:pt x="6737830" y="844034"/>
                  <a:pt x="6732452" y="842029"/>
                </a:cubicBezTo>
                <a:cubicBezTo>
                  <a:pt x="6727074" y="840023"/>
                  <a:pt x="6720931" y="840072"/>
                  <a:pt x="6715297" y="842650"/>
                </a:cubicBezTo>
                <a:close/>
                <a:moveTo>
                  <a:pt x="7328050" y="602182"/>
                </a:moveTo>
                <a:cubicBezTo>
                  <a:pt x="7316148" y="605612"/>
                  <a:pt x="7309287" y="618051"/>
                  <a:pt x="7312737" y="629933"/>
                </a:cubicBezTo>
                <a:cubicBezTo>
                  <a:pt x="7315574" y="639765"/>
                  <a:pt x="7324524" y="646147"/>
                  <a:pt x="7334259" y="646147"/>
                </a:cubicBezTo>
                <a:cubicBezTo>
                  <a:pt x="7336330" y="646147"/>
                  <a:pt x="7338418" y="645860"/>
                  <a:pt x="7340489" y="645247"/>
                </a:cubicBezTo>
                <a:cubicBezTo>
                  <a:pt x="7352390" y="641816"/>
                  <a:pt x="7359251" y="629396"/>
                  <a:pt x="7355821" y="617495"/>
                </a:cubicBezTo>
                <a:cubicBezTo>
                  <a:pt x="7352371" y="605594"/>
                  <a:pt x="7339952" y="598732"/>
                  <a:pt x="7328050" y="602182"/>
                </a:cubicBezTo>
                <a:close/>
                <a:moveTo>
                  <a:pt x="2435801" y="2511545"/>
                </a:moveTo>
                <a:cubicBezTo>
                  <a:pt x="2427387" y="2511736"/>
                  <a:pt x="2420698" y="2518732"/>
                  <a:pt x="2420909" y="2527165"/>
                </a:cubicBezTo>
                <a:cubicBezTo>
                  <a:pt x="2421102" y="2535463"/>
                  <a:pt x="2427886" y="2542075"/>
                  <a:pt x="2436165" y="2542075"/>
                </a:cubicBezTo>
                <a:cubicBezTo>
                  <a:pt x="2436280" y="2542075"/>
                  <a:pt x="2436395" y="2542075"/>
                  <a:pt x="2436530" y="2542056"/>
                </a:cubicBezTo>
                <a:cubicBezTo>
                  <a:pt x="2444962" y="2541864"/>
                  <a:pt x="2451631" y="2534869"/>
                  <a:pt x="2451420" y="2526436"/>
                </a:cubicBezTo>
                <a:cubicBezTo>
                  <a:pt x="2451229" y="2518004"/>
                  <a:pt x="2444232" y="2511334"/>
                  <a:pt x="2435801" y="2511545"/>
                </a:cubicBezTo>
                <a:close/>
                <a:moveTo>
                  <a:pt x="5499990" y="1314576"/>
                </a:moveTo>
                <a:cubicBezTo>
                  <a:pt x="5487957" y="1317431"/>
                  <a:pt x="5480502" y="1329506"/>
                  <a:pt x="5483356" y="1341560"/>
                </a:cubicBezTo>
                <a:cubicBezTo>
                  <a:pt x="5485807" y="1351871"/>
                  <a:pt x="5495007" y="1358809"/>
                  <a:pt x="5505165" y="1358809"/>
                </a:cubicBezTo>
                <a:cubicBezTo>
                  <a:pt x="5506870" y="1358809"/>
                  <a:pt x="5508615" y="1358618"/>
                  <a:pt x="5510360" y="1358196"/>
                </a:cubicBezTo>
                <a:cubicBezTo>
                  <a:pt x="5522413" y="1355340"/>
                  <a:pt x="5529850" y="1343247"/>
                  <a:pt x="5526993" y="1331211"/>
                </a:cubicBezTo>
                <a:cubicBezTo>
                  <a:pt x="5524139" y="1319156"/>
                  <a:pt x="5512047" y="1311701"/>
                  <a:pt x="5499990" y="1314576"/>
                </a:cubicBezTo>
                <a:close/>
                <a:moveTo>
                  <a:pt x="3569737" y="2065702"/>
                </a:moveTo>
                <a:cubicBezTo>
                  <a:pt x="3559963" y="2068309"/>
                  <a:pt x="3554156" y="2078370"/>
                  <a:pt x="3556762" y="2088145"/>
                </a:cubicBezTo>
                <a:cubicBezTo>
                  <a:pt x="3558945" y="2096348"/>
                  <a:pt x="3566363" y="2101752"/>
                  <a:pt x="3574470" y="2101752"/>
                </a:cubicBezTo>
                <a:cubicBezTo>
                  <a:pt x="3576041" y="2101752"/>
                  <a:pt x="3577633" y="2101561"/>
                  <a:pt x="3579205" y="2101139"/>
                </a:cubicBezTo>
                <a:cubicBezTo>
                  <a:pt x="3588997" y="2098514"/>
                  <a:pt x="3594804" y="2088471"/>
                  <a:pt x="3592199" y="2078696"/>
                </a:cubicBezTo>
                <a:cubicBezTo>
                  <a:pt x="3589572" y="2068903"/>
                  <a:pt x="3579530" y="2063095"/>
                  <a:pt x="3569737" y="2065702"/>
                </a:cubicBezTo>
                <a:close/>
                <a:moveTo>
                  <a:pt x="4122772" y="1849652"/>
                </a:moveTo>
                <a:cubicBezTo>
                  <a:pt x="4112421" y="1852335"/>
                  <a:pt x="4106211" y="1862895"/>
                  <a:pt x="4108894" y="1873244"/>
                </a:cubicBezTo>
                <a:cubicBezTo>
                  <a:pt x="4111158" y="1881964"/>
                  <a:pt x="4119015" y="1887752"/>
                  <a:pt x="4127619" y="1887752"/>
                </a:cubicBezTo>
                <a:cubicBezTo>
                  <a:pt x="4129228" y="1887752"/>
                  <a:pt x="4130859" y="1887542"/>
                  <a:pt x="4132487" y="1887120"/>
                </a:cubicBezTo>
                <a:cubicBezTo>
                  <a:pt x="4142836" y="1884437"/>
                  <a:pt x="4149044" y="1873877"/>
                  <a:pt x="4146363" y="1863527"/>
                </a:cubicBezTo>
                <a:cubicBezTo>
                  <a:pt x="4143698" y="1853178"/>
                  <a:pt x="4133119" y="1846969"/>
                  <a:pt x="4122772" y="1849652"/>
                </a:cubicBezTo>
                <a:close/>
                <a:moveTo>
                  <a:pt x="6815110" y="797611"/>
                </a:moveTo>
                <a:cubicBezTo>
                  <a:pt x="6803783" y="802652"/>
                  <a:pt x="6798685" y="815894"/>
                  <a:pt x="6803725" y="827221"/>
                </a:cubicBezTo>
                <a:cubicBezTo>
                  <a:pt x="6807424" y="835577"/>
                  <a:pt x="6815627" y="840541"/>
                  <a:pt x="6824214" y="840541"/>
                </a:cubicBezTo>
                <a:cubicBezTo>
                  <a:pt x="6827260" y="840541"/>
                  <a:pt x="6830346" y="839908"/>
                  <a:pt x="6833317" y="838605"/>
                </a:cubicBezTo>
                <a:cubicBezTo>
                  <a:pt x="6844624" y="833565"/>
                  <a:pt x="6849722" y="820322"/>
                  <a:pt x="6844701" y="809014"/>
                </a:cubicBezTo>
                <a:cubicBezTo>
                  <a:pt x="6842181" y="803351"/>
                  <a:pt x="6837610" y="799245"/>
                  <a:pt x="6832255" y="797182"/>
                </a:cubicBezTo>
                <a:cubicBezTo>
                  <a:pt x="6826901" y="795119"/>
                  <a:pt x="6820764" y="795101"/>
                  <a:pt x="6815110" y="797611"/>
                </a:cubicBezTo>
                <a:close/>
                <a:moveTo>
                  <a:pt x="4578925" y="1669690"/>
                </a:moveTo>
                <a:cubicBezTo>
                  <a:pt x="4567944" y="1672142"/>
                  <a:pt x="4561026" y="1683029"/>
                  <a:pt x="4563480" y="1694029"/>
                </a:cubicBezTo>
                <a:cubicBezTo>
                  <a:pt x="4565585" y="1703516"/>
                  <a:pt x="4574001" y="1709956"/>
                  <a:pt x="4583353" y="1709956"/>
                </a:cubicBezTo>
                <a:cubicBezTo>
                  <a:pt x="4584811" y="1709956"/>
                  <a:pt x="4586304" y="1709802"/>
                  <a:pt x="4587818" y="1709477"/>
                </a:cubicBezTo>
                <a:cubicBezTo>
                  <a:pt x="4598800" y="1707004"/>
                  <a:pt x="4605700" y="1696118"/>
                  <a:pt x="4603246" y="1685137"/>
                </a:cubicBezTo>
                <a:cubicBezTo>
                  <a:pt x="4600793" y="1674155"/>
                  <a:pt x="4589905" y="1667237"/>
                  <a:pt x="4578925" y="1669690"/>
                </a:cubicBezTo>
                <a:close/>
                <a:moveTo>
                  <a:pt x="1499326" y="2869515"/>
                </a:moveTo>
                <a:cubicBezTo>
                  <a:pt x="1493499" y="2867483"/>
                  <a:pt x="1487118" y="2870588"/>
                  <a:pt x="1485104" y="2876434"/>
                </a:cubicBezTo>
                <a:cubicBezTo>
                  <a:pt x="1483072" y="2882260"/>
                  <a:pt x="1486178" y="2888623"/>
                  <a:pt x="1492005" y="2890654"/>
                </a:cubicBezTo>
                <a:cubicBezTo>
                  <a:pt x="1493211" y="2891057"/>
                  <a:pt x="1494457" y="2891268"/>
                  <a:pt x="1495664" y="2891268"/>
                </a:cubicBezTo>
                <a:cubicBezTo>
                  <a:pt x="1500303" y="2891268"/>
                  <a:pt x="1504635" y="2888354"/>
                  <a:pt x="1506225" y="2883735"/>
                </a:cubicBezTo>
                <a:cubicBezTo>
                  <a:pt x="1508256" y="2877909"/>
                  <a:pt x="1505151" y="2871547"/>
                  <a:pt x="1499326" y="2869515"/>
                </a:cubicBezTo>
                <a:close/>
                <a:moveTo>
                  <a:pt x="7222871" y="635031"/>
                </a:moveTo>
                <a:cubicBezTo>
                  <a:pt x="7211123" y="638961"/>
                  <a:pt x="7204798" y="651666"/>
                  <a:pt x="7208727" y="663415"/>
                </a:cubicBezTo>
                <a:cubicBezTo>
                  <a:pt x="7211870" y="672806"/>
                  <a:pt x="7220609" y="678728"/>
                  <a:pt x="7229981" y="678728"/>
                </a:cubicBezTo>
                <a:cubicBezTo>
                  <a:pt x="7232358" y="678728"/>
                  <a:pt x="7234754" y="678345"/>
                  <a:pt x="7237111" y="677560"/>
                </a:cubicBezTo>
                <a:cubicBezTo>
                  <a:pt x="7248859" y="673630"/>
                  <a:pt x="7255183" y="660924"/>
                  <a:pt x="7251255" y="649175"/>
                </a:cubicBezTo>
                <a:cubicBezTo>
                  <a:pt x="7247326" y="637427"/>
                  <a:pt x="7234619" y="631102"/>
                  <a:pt x="7222871" y="635031"/>
                </a:cubicBezTo>
                <a:close/>
                <a:moveTo>
                  <a:pt x="242096" y="3359150"/>
                </a:moveTo>
                <a:cubicBezTo>
                  <a:pt x="241349" y="3359936"/>
                  <a:pt x="241389" y="3361201"/>
                  <a:pt x="242193" y="3361948"/>
                </a:cubicBezTo>
                <a:cubicBezTo>
                  <a:pt x="242576" y="3362313"/>
                  <a:pt x="243056" y="3362485"/>
                  <a:pt x="243535" y="3362485"/>
                </a:cubicBezTo>
                <a:cubicBezTo>
                  <a:pt x="244072" y="3362485"/>
                  <a:pt x="244588" y="3362274"/>
                  <a:pt x="244991" y="3361853"/>
                </a:cubicBezTo>
                <a:cubicBezTo>
                  <a:pt x="245740" y="3361066"/>
                  <a:pt x="245700" y="3359801"/>
                  <a:pt x="244895" y="3359054"/>
                </a:cubicBezTo>
                <a:cubicBezTo>
                  <a:pt x="244090" y="3358307"/>
                  <a:pt x="242845" y="3358345"/>
                  <a:pt x="242096" y="3359150"/>
                </a:cubicBezTo>
                <a:close/>
                <a:moveTo>
                  <a:pt x="6915554" y="753817"/>
                </a:moveTo>
                <a:cubicBezTo>
                  <a:pt x="6904170" y="758686"/>
                  <a:pt x="6898881" y="771852"/>
                  <a:pt x="6903730" y="783256"/>
                </a:cubicBezTo>
                <a:cubicBezTo>
                  <a:pt x="6907371" y="791766"/>
                  <a:pt x="6915651" y="796883"/>
                  <a:pt x="6924352" y="796883"/>
                </a:cubicBezTo>
                <a:cubicBezTo>
                  <a:pt x="6927304" y="796883"/>
                  <a:pt x="6930274" y="796288"/>
                  <a:pt x="6933149" y="795081"/>
                </a:cubicBezTo>
                <a:cubicBezTo>
                  <a:pt x="6944552" y="790213"/>
                  <a:pt x="6949841" y="777047"/>
                  <a:pt x="6944974" y="765643"/>
                </a:cubicBezTo>
                <a:cubicBezTo>
                  <a:pt x="6942550" y="759951"/>
                  <a:pt x="6938041" y="755783"/>
                  <a:pt x="6932715" y="753644"/>
                </a:cubicBezTo>
                <a:cubicBezTo>
                  <a:pt x="6927390" y="751503"/>
                  <a:pt x="6921247" y="751394"/>
                  <a:pt x="6915554" y="753817"/>
                </a:cubicBezTo>
                <a:close/>
                <a:moveTo>
                  <a:pt x="1146280" y="3005588"/>
                </a:moveTo>
                <a:cubicBezTo>
                  <a:pt x="1143788" y="3009977"/>
                  <a:pt x="1145302" y="3015554"/>
                  <a:pt x="1149691" y="3018064"/>
                </a:cubicBezTo>
                <a:cubicBezTo>
                  <a:pt x="1151129" y="3018870"/>
                  <a:pt x="1152680" y="3019253"/>
                  <a:pt x="1154215" y="3019253"/>
                </a:cubicBezTo>
                <a:cubicBezTo>
                  <a:pt x="1157377" y="3019253"/>
                  <a:pt x="1160462" y="3017586"/>
                  <a:pt x="1162149" y="3014634"/>
                </a:cubicBezTo>
                <a:cubicBezTo>
                  <a:pt x="1164641" y="3010245"/>
                  <a:pt x="1163126" y="3004668"/>
                  <a:pt x="1158737" y="3002176"/>
                </a:cubicBezTo>
                <a:cubicBezTo>
                  <a:pt x="1154348" y="2999685"/>
                  <a:pt x="1148772" y="3001199"/>
                  <a:pt x="1146280" y="3005588"/>
                </a:cubicBezTo>
                <a:close/>
                <a:moveTo>
                  <a:pt x="8375080" y="182314"/>
                </a:moveTo>
                <a:cubicBezTo>
                  <a:pt x="8369158" y="185050"/>
                  <a:pt x="8364280" y="190042"/>
                  <a:pt x="8361846" y="196645"/>
                </a:cubicBezTo>
                <a:cubicBezTo>
                  <a:pt x="8356978" y="209849"/>
                  <a:pt x="8363744" y="224511"/>
                  <a:pt x="8376948" y="229379"/>
                </a:cubicBezTo>
                <a:cubicBezTo>
                  <a:pt x="8379862" y="230433"/>
                  <a:pt x="8382832" y="230950"/>
                  <a:pt x="8385764" y="230950"/>
                </a:cubicBezTo>
                <a:cubicBezTo>
                  <a:pt x="8390949" y="230950"/>
                  <a:pt x="8395980" y="229355"/>
                  <a:pt x="8400189" y="226470"/>
                </a:cubicBezTo>
                <a:lnTo>
                  <a:pt x="8401586" y="224673"/>
                </a:lnTo>
                <a:lnTo>
                  <a:pt x="8384895" y="181916"/>
                </a:lnTo>
                <a:close/>
                <a:moveTo>
                  <a:pt x="7119168" y="671867"/>
                </a:moveTo>
                <a:cubicBezTo>
                  <a:pt x="7107572" y="676217"/>
                  <a:pt x="7101688" y="689135"/>
                  <a:pt x="7106039" y="700730"/>
                </a:cubicBezTo>
                <a:cubicBezTo>
                  <a:pt x="7109411" y="709738"/>
                  <a:pt x="7117960" y="715296"/>
                  <a:pt x="7127044" y="715296"/>
                </a:cubicBezTo>
                <a:cubicBezTo>
                  <a:pt x="7129651" y="715296"/>
                  <a:pt x="7132315" y="714836"/>
                  <a:pt x="7134902" y="713858"/>
                </a:cubicBezTo>
                <a:cubicBezTo>
                  <a:pt x="7146497" y="709527"/>
                  <a:pt x="7152381" y="696590"/>
                  <a:pt x="7148031" y="684995"/>
                </a:cubicBezTo>
                <a:cubicBezTo>
                  <a:pt x="7143699" y="673401"/>
                  <a:pt x="7130782" y="667517"/>
                  <a:pt x="7119168" y="671867"/>
                </a:cubicBezTo>
                <a:close/>
                <a:moveTo>
                  <a:pt x="7016863" y="711731"/>
                </a:moveTo>
                <a:cubicBezTo>
                  <a:pt x="7005364" y="716369"/>
                  <a:pt x="6999825" y="729440"/>
                  <a:pt x="7004445" y="740919"/>
                </a:cubicBezTo>
                <a:lnTo>
                  <a:pt x="7004463" y="740919"/>
                </a:lnTo>
                <a:cubicBezTo>
                  <a:pt x="7007989" y="749640"/>
                  <a:pt x="7016403" y="754949"/>
                  <a:pt x="7025276" y="754949"/>
                </a:cubicBezTo>
                <a:cubicBezTo>
                  <a:pt x="7028074" y="754949"/>
                  <a:pt x="7030911" y="754431"/>
                  <a:pt x="7033651" y="753320"/>
                </a:cubicBezTo>
                <a:cubicBezTo>
                  <a:pt x="7045132" y="748682"/>
                  <a:pt x="7050690" y="735611"/>
                  <a:pt x="7046051" y="724131"/>
                </a:cubicBezTo>
                <a:cubicBezTo>
                  <a:pt x="7041413" y="712651"/>
                  <a:pt x="7028362" y="707093"/>
                  <a:pt x="7016863" y="711731"/>
                </a:cubicBezTo>
                <a:close/>
                <a:moveTo>
                  <a:pt x="723972" y="3168091"/>
                </a:moveTo>
                <a:cubicBezTo>
                  <a:pt x="721864" y="3170698"/>
                  <a:pt x="722247" y="3174512"/>
                  <a:pt x="724854" y="3176639"/>
                </a:cubicBezTo>
                <a:cubicBezTo>
                  <a:pt x="725965" y="3177559"/>
                  <a:pt x="727326" y="3178000"/>
                  <a:pt x="728668" y="3178000"/>
                </a:cubicBezTo>
                <a:cubicBezTo>
                  <a:pt x="730430" y="3178000"/>
                  <a:pt x="732194" y="3177233"/>
                  <a:pt x="733383" y="3175757"/>
                </a:cubicBezTo>
                <a:cubicBezTo>
                  <a:pt x="735510" y="3173170"/>
                  <a:pt x="735108" y="3169337"/>
                  <a:pt x="732520" y="3167229"/>
                </a:cubicBezTo>
                <a:cubicBezTo>
                  <a:pt x="729913" y="3165101"/>
                  <a:pt x="726099" y="3165504"/>
                  <a:pt x="723972" y="3168091"/>
                </a:cubicBezTo>
                <a:close/>
                <a:moveTo>
                  <a:pt x="3019557" y="2267283"/>
                </a:moveTo>
                <a:cubicBezTo>
                  <a:pt x="3010128" y="2268931"/>
                  <a:pt x="3003842" y="2277920"/>
                  <a:pt x="3005509" y="2287330"/>
                </a:cubicBezTo>
                <a:lnTo>
                  <a:pt x="3005529" y="2287330"/>
                </a:lnTo>
                <a:cubicBezTo>
                  <a:pt x="3007004" y="2295724"/>
                  <a:pt x="3014306" y="2301647"/>
                  <a:pt x="3022547" y="2301647"/>
                </a:cubicBezTo>
                <a:cubicBezTo>
                  <a:pt x="3023544" y="2301647"/>
                  <a:pt x="3024559" y="2301551"/>
                  <a:pt x="3025575" y="2301378"/>
                </a:cubicBezTo>
                <a:cubicBezTo>
                  <a:pt x="3034985" y="2299730"/>
                  <a:pt x="3041290" y="2290741"/>
                  <a:pt x="3039623" y="2281331"/>
                </a:cubicBezTo>
                <a:cubicBezTo>
                  <a:pt x="3037956" y="2271921"/>
                  <a:pt x="3028987" y="2265616"/>
                  <a:pt x="3019557" y="2267283"/>
                </a:cubicBezTo>
                <a:close/>
                <a:moveTo>
                  <a:pt x="3466761" y="2092591"/>
                </a:moveTo>
                <a:cubicBezTo>
                  <a:pt x="3456950" y="2095083"/>
                  <a:pt x="3451026" y="2105068"/>
                  <a:pt x="3453519" y="2114880"/>
                </a:cubicBezTo>
                <a:cubicBezTo>
                  <a:pt x="3455627" y="2123179"/>
                  <a:pt x="3463081" y="2128698"/>
                  <a:pt x="3471264" y="2128698"/>
                </a:cubicBezTo>
                <a:cubicBezTo>
                  <a:pt x="3472759" y="2128698"/>
                  <a:pt x="3474293" y="2128526"/>
                  <a:pt x="3475807" y="2128124"/>
                </a:cubicBezTo>
                <a:cubicBezTo>
                  <a:pt x="3485619" y="2125632"/>
                  <a:pt x="3491541" y="2115667"/>
                  <a:pt x="3489051" y="2105854"/>
                </a:cubicBezTo>
                <a:cubicBezTo>
                  <a:pt x="3486558" y="2096022"/>
                  <a:pt x="3476575" y="2090099"/>
                  <a:pt x="3466761" y="2092591"/>
                </a:cubicBezTo>
                <a:close/>
                <a:moveTo>
                  <a:pt x="4018817" y="1876943"/>
                </a:moveTo>
                <a:cubicBezTo>
                  <a:pt x="4008489" y="1879683"/>
                  <a:pt x="4002356" y="1890301"/>
                  <a:pt x="4005096" y="1900631"/>
                </a:cubicBezTo>
                <a:cubicBezTo>
                  <a:pt x="4007396" y="1909295"/>
                  <a:pt x="4015235" y="1915024"/>
                  <a:pt x="4023782" y="1915024"/>
                </a:cubicBezTo>
                <a:cubicBezTo>
                  <a:pt x="4025430" y="1915024"/>
                  <a:pt x="4027096" y="1914794"/>
                  <a:pt x="4028764" y="1914354"/>
                </a:cubicBezTo>
                <a:cubicBezTo>
                  <a:pt x="4039093" y="1911613"/>
                  <a:pt x="4045245" y="1901014"/>
                  <a:pt x="4042506" y="1890684"/>
                </a:cubicBezTo>
                <a:cubicBezTo>
                  <a:pt x="4039766" y="1880354"/>
                  <a:pt x="4029147" y="1874203"/>
                  <a:pt x="4018817" y="1876943"/>
                </a:cubicBezTo>
                <a:close/>
                <a:moveTo>
                  <a:pt x="2675348" y="2400213"/>
                </a:moveTo>
                <a:cubicBezTo>
                  <a:pt x="2666380" y="2400922"/>
                  <a:pt x="2659690" y="2408800"/>
                  <a:pt x="2660418" y="2417769"/>
                </a:cubicBezTo>
                <a:cubicBezTo>
                  <a:pt x="2661109" y="2426279"/>
                  <a:pt x="2668238" y="2432737"/>
                  <a:pt x="2676653" y="2432737"/>
                </a:cubicBezTo>
                <a:cubicBezTo>
                  <a:pt x="2677092" y="2432737"/>
                  <a:pt x="2677533" y="2432718"/>
                  <a:pt x="2677993" y="2432680"/>
                </a:cubicBezTo>
                <a:cubicBezTo>
                  <a:pt x="2686944" y="2431952"/>
                  <a:pt x="2693632" y="2424093"/>
                  <a:pt x="2692904" y="2415124"/>
                </a:cubicBezTo>
                <a:cubicBezTo>
                  <a:pt x="2692176" y="2406154"/>
                  <a:pt x="2684319" y="2399466"/>
                  <a:pt x="2675348" y="2400213"/>
                </a:cubicBezTo>
                <a:close/>
                <a:moveTo>
                  <a:pt x="4933656" y="1518610"/>
                </a:moveTo>
                <a:cubicBezTo>
                  <a:pt x="4922025" y="1520737"/>
                  <a:pt x="4914337" y="1531892"/>
                  <a:pt x="4916484" y="1543524"/>
                </a:cubicBezTo>
                <a:cubicBezTo>
                  <a:pt x="4918381" y="1553836"/>
                  <a:pt x="4927372" y="1561061"/>
                  <a:pt x="4937508" y="1561061"/>
                </a:cubicBezTo>
                <a:cubicBezTo>
                  <a:pt x="4938792" y="1561061"/>
                  <a:pt x="4940097" y="1560946"/>
                  <a:pt x="4941399" y="1560696"/>
                </a:cubicBezTo>
                <a:cubicBezTo>
                  <a:pt x="4953031" y="1558569"/>
                  <a:pt x="4960717" y="1547396"/>
                  <a:pt x="4958569" y="1535782"/>
                </a:cubicBezTo>
                <a:cubicBezTo>
                  <a:pt x="4956442" y="1524148"/>
                  <a:pt x="4945272" y="1516463"/>
                  <a:pt x="4933656" y="1518610"/>
                </a:cubicBezTo>
                <a:close/>
                <a:moveTo>
                  <a:pt x="5393909" y="1338686"/>
                </a:moveTo>
                <a:cubicBezTo>
                  <a:pt x="5381816" y="1341331"/>
                  <a:pt x="5374150" y="1353290"/>
                  <a:pt x="5376796" y="1365383"/>
                </a:cubicBezTo>
                <a:cubicBezTo>
                  <a:pt x="5379097" y="1375866"/>
                  <a:pt x="5388372" y="1383015"/>
                  <a:pt x="5398684" y="1383015"/>
                </a:cubicBezTo>
                <a:cubicBezTo>
                  <a:pt x="5400273" y="1383015"/>
                  <a:pt x="5401884" y="1382862"/>
                  <a:pt x="5403492" y="1382498"/>
                </a:cubicBezTo>
                <a:cubicBezTo>
                  <a:pt x="5415586" y="1379853"/>
                  <a:pt x="5423253" y="1367894"/>
                  <a:pt x="5420606" y="1355800"/>
                </a:cubicBezTo>
                <a:cubicBezTo>
                  <a:pt x="5417964" y="1343707"/>
                  <a:pt x="5406001" y="1336041"/>
                  <a:pt x="5393909" y="1338686"/>
                </a:cubicBezTo>
                <a:close/>
                <a:moveTo>
                  <a:pt x="8136493" y="267336"/>
                </a:moveTo>
                <a:cubicBezTo>
                  <a:pt x="8131197" y="270680"/>
                  <a:pt x="8127177" y="276046"/>
                  <a:pt x="8125692" y="282639"/>
                </a:cubicBezTo>
                <a:cubicBezTo>
                  <a:pt x="8122703" y="295806"/>
                  <a:pt x="8130962" y="308915"/>
                  <a:pt x="8144148" y="311905"/>
                </a:cubicBezTo>
                <a:lnTo>
                  <a:pt x="8144167" y="311905"/>
                </a:lnTo>
                <a:cubicBezTo>
                  <a:pt x="8145969" y="312307"/>
                  <a:pt x="8147790" y="312498"/>
                  <a:pt x="8149573" y="312498"/>
                </a:cubicBezTo>
                <a:cubicBezTo>
                  <a:pt x="8160764" y="312498"/>
                  <a:pt x="8170845" y="304795"/>
                  <a:pt x="8173414" y="293429"/>
                </a:cubicBezTo>
                <a:cubicBezTo>
                  <a:pt x="8176404" y="280244"/>
                  <a:pt x="8168124" y="267154"/>
                  <a:pt x="8154957" y="264164"/>
                </a:cubicBezTo>
                <a:cubicBezTo>
                  <a:pt x="8148364" y="262669"/>
                  <a:pt x="8141790" y="263991"/>
                  <a:pt x="8136493" y="267336"/>
                </a:cubicBezTo>
                <a:close/>
                <a:moveTo>
                  <a:pt x="4473439" y="1694068"/>
                </a:moveTo>
                <a:cubicBezTo>
                  <a:pt x="4462476" y="1696693"/>
                  <a:pt x="4455731" y="1707675"/>
                  <a:pt x="4458335" y="1718638"/>
                </a:cubicBezTo>
                <a:cubicBezTo>
                  <a:pt x="4460559" y="1727991"/>
                  <a:pt x="4468916" y="1734276"/>
                  <a:pt x="4478134" y="1734276"/>
                </a:cubicBezTo>
                <a:cubicBezTo>
                  <a:pt x="4479706" y="1734276"/>
                  <a:pt x="4481295" y="1734104"/>
                  <a:pt x="4482888" y="1733720"/>
                </a:cubicBezTo>
                <a:cubicBezTo>
                  <a:pt x="4493831" y="1731115"/>
                  <a:pt x="4500598" y="1720133"/>
                  <a:pt x="4497989" y="1709170"/>
                </a:cubicBezTo>
                <a:cubicBezTo>
                  <a:pt x="4495382" y="1698226"/>
                  <a:pt x="4484382" y="1691461"/>
                  <a:pt x="4473439" y="1694068"/>
                </a:cubicBezTo>
                <a:close/>
                <a:moveTo>
                  <a:pt x="3915074" y="1904771"/>
                </a:moveTo>
                <a:cubicBezTo>
                  <a:pt x="3904767" y="1907550"/>
                  <a:pt x="3898651" y="1918186"/>
                  <a:pt x="3901449" y="1928516"/>
                </a:cubicBezTo>
                <a:cubicBezTo>
                  <a:pt x="3903768" y="1937142"/>
                  <a:pt x="3911588" y="1942815"/>
                  <a:pt x="3920116" y="1942815"/>
                </a:cubicBezTo>
                <a:cubicBezTo>
                  <a:pt x="3921781" y="1942815"/>
                  <a:pt x="3923488" y="1942603"/>
                  <a:pt x="3925177" y="1942144"/>
                </a:cubicBezTo>
                <a:cubicBezTo>
                  <a:pt x="3935486" y="1939365"/>
                  <a:pt x="3941600" y="1928727"/>
                  <a:pt x="3938821" y="1918417"/>
                </a:cubicBezTo>
                <a:cubicBezTo>
                  <a:pt x="3936023" y="1908087"/>
                  <a:pt x="3925406" y="1901973"/>
                  <a:pt x="3915074" y="1904771"/>
                </a:cubicBezTo>
                <a:close/>
                <a:moveTo>
                  <a:pt x="3363498" y="2117966"/>
                </a:moveTo>
                <a:cubicBezTo>
                  <a:pt x="3353647" y="2120285"/>
                  <a:pt x="3347534" y="2130174"/>
                  <a:pt x="3349873" y="2140025"/>
                </a:cubicBezTo>
                <a:cubicBezTo>
                  <a:pt x="3351865" y="2148458"/>
                  <a:pt x="3359378" y="2154151"/>
                  <a:pt x="3367696" y="2154150"/>
                </a:cubicBezTo>
                <a:cubicBezTo>
                  <a:pt x="3369094" y="2154150"/>
                  <a:pt x="3370513" y="2153977"/>
                  <a:pt x="3371932" y="2153651"/>
                </a:cubicBezTo>
                <a:cubicBezTo>
                  <a:pt x="3381783" y="2151313"/>
                  <a:pt x="3387876" y="2141444"/>
                  <a:pt x="3385558" y="2131592"/>
                </a:cubicBezTo>
                <a:cubicBezTo>
                  <a:pt x="3383220" y="2121742"/>
                  <a:pt x="3373350" y="2115628"/>
                  <a:pt x="3363498" y="2117966"/>
                </a:cubicBezTo>
                <a:close/>
                <a:moveTo>
                  <a:pt x="340798" y="3297093"/>
                </a:moveTo>
                <a:cubicBezTo>
                  <a:pt x="339669" y="3298299"/>
                  <a:pt x="339707" y="3300197"/>
                  <a:pt x="340933" y="3301328"/>
                </a:cubicBezTo>
                <a:cubicBezTo>
                  <a:pt x="341508" y="3301884"/>
                  <a:pt x="342236" y="3302152"/>
                  <a:pt x="342984" y="3302152"/>
                </a:cubicBezTo>
                <a:cubicBezTo>
                  <a:pt x="343789" y="3302152"/>
                  <a:pt x="344575" y="3301845"/>
                  <a:pt x="345169" y="3301213"/>
                </a:cubicBezTo>
                <a:cubicBezTo>
                  <a:pt x="346299" y="3300006"/>
                  <a:pt x="346261" y="3298108"/>
                  <a:pt x="345054" y="3296959"/>
                </a:cubicBezTo>
                <a:cubicBezTo>
                  <a:pt x="343847" y="3295827"/>
                  <a:pt x="341930" y="3295885"/>
                  <a:pt x="340798" y="3297093"/>
                </a:cubicBezTo>
                <a:close/>
                <a:moveTo>
                  <a:pt x="2083787" y="2612968"/>
                </a:moveTo>
                <a:cubicBezTo>
                  <a:pt x="2080974" y="2615287"/>
                  <a:pt x="2079048" y="2618679"/>
                  <a:pt x="2078674" y="2622589"/>
                </a:cubicBezTo>
                <a:cubicBezTo>
                  <a:pt x="2077908" y="2630428"/>
                  <a:pt x="2083657" y="2637385"/>
                  <a:pt x="2091477" y="2638151"/>
                </a:cubicBezTo>
                <a:cubicBezTo>
                  <a:pt x="2091955" y="2638190"/>
                  <a:pt x="2092416" y="2638209"/>
                  <a:pt x="2092876" y="2638209"/>
                </a:cubicBezTo>
                <a:cubicBezTo>
                  <a:pt x="2100121" y="2638209"/>
                  <a:pt x="2106330" y="2632690"/>
                  <a:pt x="2107039" y="2625330"/>
                </a:cubicBezTo>
                <a:cubicBezTo>
                  <a:pt x="2107787" y="2617491"/>
                  <a:pt x="2102056" y="2610534"/>
                  <a:pt x="2094217" y="2609786"/>
                </a:cubicBezTo>
                <a:cubicBezTo>
                  <a:pt x="2090297" y="2609403"/>
                  <a:pt x="2086599" y="2610649"/>
                  <a:pt x="2083787" y="2612968"/>
                </a:cubicBezTo>
                <a:close/>
                <a:moveTo>
                  <a:pt x="5287313" y="1361358"/>
                </a:moveTo>
                <a:cubicBezTo>
                  <a:pt x="5275181" y="1363889"/>
                  <a:pt x="5267401" y="1375770"/>
                  <a:pt x="5269930" y="1387883"/>
                </a:cubicBezTo>
                <a:cubicBezTo>
                  <a:pt x="5272136" y="1398481"/>
                  <a:pt x="5281447" y="1405745"/>
                  <a:pt x="5291856" y="1405745"/>
                </a:cubicBezTo>
                <a:cubicBezTo>
                  <a:pt x="5293370" y="1405745"/>
                  <a:pt x="5294903" y="1405591"/>
                  <a:pt x="5296454" y="1405265"/>
                </a:cubicBezTo>
                <a:cubicBezTo>
                  <a:pt x="5308569" y="1402755"/>
                  <a:pt x="5316349" y="1390872"/>
                  <a:pt x="5313839" y="1378760"/>
                </a:cubicBezTo>
                <a:cubicBezTo>
                  <a:pt x="5311306" y="1366629"/>
                  <a:pt x="5299428" y="1358848"/>
                  <a:pt x="5287313" y="1361358"/>
                </a:cubicBezTo>
                <a:close/>
                <a:moveTo>
                  <a:pt x="4368339" y="1719749"/>
                </a:moveTo>
                <a:cubicBezTo>
                  <a:pt x="4357411" y="1722471"/>
                  <a:pt x="4350761" y="1733529"/>
                  <a:pt x="4353484" y="1744454"/>
                </a:cubicBezTo>
                <a:cubicBezTo>
                  <a:pt x="4355801" y="1753710"/>
                  <a:pt x="4364122" y="1759901"/>
                  <a:pt x="4373243" y="1759901"/>
                </a:cubicBezTo>
                <a:cubicBezTo>
                  <a:pt x="4374872" y="1759901"/>
                  <a:pt x="4376542" y="1759708"/>
                  <a:pt x="4378207" y="1759288"/>
                </a:cubicBezTo>
                <a:cubicBezTo>
                  <a:pt x="4389113" y="1756566"/>
                  <a:pt x="4395761" y="1745508"/>
                  <a:pt x="4393040" y="1734583"/>
                </a:cubicBezTo>
                <a:cubicBezTo>
                  <a:pt x="4390298" y="1723658"/>
                  <a:pt x="4379240" y="1717028"/>
                  <a:pt x="4368339" y="1719749"/>
                </a:cubicBezTo>
                <a:close/>
                <a:moveTo>
                  <a:pt x="833292" y="3098923"/>
                </a:moveTo>
                <a:cubicBezTo>
                  <a:pt x="830915" y="3102028"/>
                  <a:pt x="831510" y="3106474"/>
                  <a:pt x="834633" y="3108851"/>
                </a:cubicBezTo>
                <a:cubicBezTo>
                  <a:pt x="835918" y="3109828"/>
                  <a:pt x="837412" y="3110307"/>
                  <a:pt x="838927" y="3110307"/>
                </a:cubicBezTo>
                <a:cubicBezTo>
                  <a:pt x="841053" y="3110307"/>
                  <a:pt x="843162" y="3109349"/>
                  <a:pt x="844561" y="3107509"/>
                </a:cubicBezTo>
                <a:cubicBezTo>
                  <a:pt x="846937" y="3104404"/>
                  <a:pt x="846343" y="3099958"/>
                  <a:pt x="843220" y="3097581"/>
                </a:cubicBezTo>
                <a:cubicBezTo>
                  <a:pt x="840096" y="3095205"/>
                  <a:pt x="835650" y="3095799"/>
                  <a:pt x="833292" y="3098923"/>
                </a:cubicBezTo>
                <a:close/>
                <a:moveTo>
                  <a:pt x="4826578" y="1539806"/>
                </a:moveTo>
                <a:cubicBezTo>
                  <a:pt x="4815005" y="1542241"/>
                  <a:pt x="4807604" y="1553586"/>
                  <a:pt x="4810059" y="1565162"/>
                </a:cubicBezTo>
                <a:cubicBezTo>
                  <a:pt x="4812165" y="1575224"/>
                  <a:pt x="4821060" y="1582143"/>
                  <a:pt x="4830968" y="1582143"/>
                </a:cubicBezTo>
                <a:cubicBezTo>
                  <a:pt x="4832423" y="1582143"/>
                  <a:pt x="4833920" y="1581990"/>
                  <a:pt x="4835413" y="1581683"/>
                </a:cubicBezTo>
                <a:cubicBezTo>
                  <a:pt x="4846971" y="1579248"/>
                  <a:pt x="4854369" y="1567903"/>
                  <a:pt x="4851933" y="1556327"/>
                </a:cubicBezTo>
                <a:cubicBezTo>
                  <a:pt x="4849502" y="1544771"/>
                  <a:pt x="4838135" y="1537373"/>
                  <a:pt x="4826578" y="1539806"/>
                </a:cubicBezTo>
                <a:close/>
                <a:moveTo>
                  <a:pt x="1849272" y="2700754"/>
                </a:moveTo>
                <a:cubicBezTo>
                  <a:pt x="1846486" y="2702675"/>
                  <a:pt x="1844435" y="2705660"/>
                  <a:pt x="1843783" y="2709254"/>
                </a:cubicBezTo>
                <a:cubicBezTo>
                  <a:pt x="1842461" y="2716422"/>
                  <a:pt x="1847214" y="2723321"/>
                  <a:pt x="1854400" y="2724644"/>
                </a:cubicBezTo>
                <a:cubicBezTo>
                  <a:pt x="1855206" y="2724797"/>
                  <a:pt x="1856010" y="2724874"/>
                  <a:pt x="1856797" y="2724874"/>
                </a:cubicBezTo>
                <a:cubicBezTo>
                  <a:pt x="1863044" y="2724874"/>
                  <a:pt x="1868621" y="2720409"/>
                  <a:pt x="1869791" y="2714026"/>
                </a:cubicBezTo>
                <a:cubicBezTo>
                  <a:pt x="1871113" y="2706839"/>
                  <a:pt x="1866360" y="2699959"/>
                  <a:pt x="1859173" y="2698637"/>
                </a:cubicBezTo>
                <a:cubicBezTo>
                  <a:pt x="1855580" y="2697975"/>
                  <a:pt x="1852058" y="2698833"/>
                  <a:pt x="1849272" y="2700754"/>
                </a:cubicBezTo>
                <a:close/>
                <a:moveTo>
                  <a:pt x="2915451" y="2283688"/>
                </a:moveTo>
                <a:cubicBezTo>
                  <a:pt x="2905983" y="2284992"/>
                  <a:pt x="2899371" y="2293731"/>
                  <a:pt x="2900674" y="2303218"/>
                </a:cubicBezTo>
                <a:cubicBezTo>
                  <a:pt x="2901882" y="2311881"/>
                  <a:pt x="2909299" y="2318148"/>
                  <a:pt x="2917808" y="2318148"/>
                </a:cubicBezTo>
                <a:cubicBezTo>
                  <a:pt x="2918595" y="2318148"/>
                  <a:pt x="2919399" y="2318109"/>
                  <a:pt x="2920204" y="2317994"/>
                </a:cubicBezTo>
                <a:cubicBezTo>
                  <a:pt x="2929671" y="2316672"/>
                  <a:pt x="2936284" y="2307933"/>
                  <a:pt x="2934980" y="2298465"/>
                </a:cubicBezTo>
                <a:cubicBezTo>
                  <a:pt x="2933677" y="2288997"/>
                  <a:pt x="2924918" y="2282385"/>
                  <a:pt x="2915451" y="2283688"/>
                </a:cubicBezTo>
                <a:close/>
                <a:moveTo>
                  <a:pt x="2320880" y="2515692"/>
                </a:moveTo>
                <a:cubicBezTo>
                  <a:pt x="2318049" y="2518387"/>
                  <a:pt x="2316248" y="2522162"/>
                  <a:pt x="2316152" y="2526379"/>
                </a:cubicBezTo>
                <a:cubicBezTo>
                  <a:pt x="2315941" y="2534792"/>
                  <a:pt x="2322591" y="2541806"/>
                  <a:pt x="2331024" y="2542017"/>
                </a:cubicBezTo>
                <a:lnTo>
                  <a:pt x="2331408" y="2542017"/>
                </a:lnTo>
                <a:cubicBezTo>
                  <a:pt x="2339668" y="2542017"/>
                  <a:pt x="2346470" y="2535425"/>
                  <a:pt x="2346682" y="2527126"/>
                </a:cubicBezTo>
                <a:cubicBezTo>
                  <a:pt x="2346874" y="2518693"/>
                  <a:pt x="2340224" y="2511698"/>
                  <a:pt x="2331791" y="2511488"/>
                </a:cubicBezTo>
                <a:cubicBezTo>
                  <a:pt x="2327575" y="2511382"/>
                  <a:pt x="2323712" y="2512997"/>
                  <a:pt x="2320880" y="2515692"/>
                </a:cubicBezTo>
                <a:close/>
                <a:moveTo>
                  <a:pt x="7793691" y="379155"/>
                </a:moveTo>
                <a:cubicBezTo>
                  <a:pt x="7780754" y="379519"/>
                  <a:pt x="7770579" y="390329"/>
                  <a:pt x="7770961" y="403264"/>
                </a:cubicBezTo>
                <a:lnTo>
                  <a:pt x="7770942" y="403265"/>
                </a:lnTo>
                <a:cubicBezTo>
                  <a:pt x="7771307" y="415971"/>
                  <a:pt x="7781732" y="426033"/>
                  <a:pt x="7794362" y="426033"/>
                </a:cubicBezTo>
                <a:cubicBezTo>
                  <a:pt x="7794592" y="426033"/>
                  <a:pt x="7794822" y="426033"/>
                  <a:pt x="7795051" y="426014"/>
                </a:cubicBezTo>
                <a:cubicBezTo>
                  <a:pt x="7807988" y="425631"/>
                  <a:pt x="7818185" y="414841"/>
                  <a:pt x="7817801" y="401904"/>
                </a:cubicBezTo>
                <a:cubicBezTo>
                  <a:pt x="7817418" y="388949"/>
                  <a:pt x="7806628" y="378772"/>
                  <a:pt x="7793691" y="379155"/>
                </a:cubicBezTo>
                <a:close/>
                <a:moveTo>
                  <a:pt x="3811469" y="1932887"/>
                </a:moveTo>
                <a:cubicBezTo>
                  <a:pt x="3801158" y="1935684"/>
                  <a:pt x="3795080" y="1946322"/>
                  <a:pt x="3797879" y="1956633"/>
                </a:cubicBezTo>
                <a:cubicBezTo>
                  <a:pt x="3800218" y="1965257"/>
                  <a:pt x="3808037" y="1970911"/>
                  <a:pt x="3816549" y="1970911"/>
                </a:cubicBezTo>
                <a:cubicBezTo>
                  <a:pt x="3818232" y="1970911"/>
                  <a:pt x="3819940" y="1970700"/>
                  <a:pt x="3821643" y="1970240"/>
                </a:cubicBezTo>
                <a:cubicBezTo>
                  <a:pt x="3831954" y="1967423"/>
                  <a:pt x="3838032" y="1956785"/>
                  <a:pt x="3835234" y="1946475"/>
                </a:cubicBezTo>
                <a:cubicBezTo>
                  <a:pt x="3832435" y="1936164"/>
                  <a:pt x="3821777" y="1930069"/>
                  <a:pt x="3811469" y="1932887"/>
                </a:cubicBezTo>
                <a:close/>
                <a:moveTo>
                  <a:pt x="1266850" y="2924097"/>
                </a:moveTo>
                <a:cubicBezTo>
                  <a:pt x="1264339" y="2929100"/>
                  <a:pt x="1266370" y="2935194"/>
                  <a:pt x="1271391" y="2937705"/>
                </a:cubicBezTo>
                <a:cubicBezTo>
                  <a:pt x="1272849" y="2938433"/>
                  <a:pt x="1274401" y="2938778"/>
                  <a:pt x="1275915" y="2938778"/>
                </a:cubicBezTo>
                <a:cubicBezTo>
                  <a:pt x="1279653" y="2938778"/>
                  <a:pt x="1283237" y="2936727"/>
                  <a:pt x="1285017" y="2933163"/>
                </a:cubicBezTo>
                <a:cubicBezTo>
                  <a:pt x="1287530" y="2928142"/>
                  <a:pt x="1285479" y="2922047"/>
                  <a:pt x="1280456" y="2919536"/>
                </a:cubicBezTo>
                <a:cubicBezTo>
                  <a:pt x="1275455" y="2917025"/>
                  <a:pt x="1269341" y="2919075"/>
                  <a:pt x="1266850" y="2924097"/>
                </a:cubicBezTo>
                <a:close/>
                <a:moveTo>
                  <a:pt x="3259834" y="2141290"/>
                </a:moveTo>
                <a:cubicBezTo>
                  <a:pt x="3249925" y="2143417"/>
                  <a:pt x="3243619" y="2153153"/>
                  <a:pt x="3245728" y="2163043"/>
                </a:cubicBezTo>
                <a:cubicBezTo>
                  <a:pt x="3247568" y="2171667"/>
                  <a:pt x="3255177" y="2177570"/>
                  <a:pt x="3263648" y="2177570"/>
                </a:cubicBezTo>
                <a:cubicBezTo>
                  <a:pt x="3264913" y="2177570"/>
                  <a:pt x="3266196" y="2177436"/>
                  <a:pt x="3267480" y="2177168"/>
                </a:cubicBezTo>
                <a:cubicBezTo>
                  <a:pt x="3277388" y="2175060"/>
                  <a:pt x="3283694" y="2165304"/>
                  <a:pt x="3281586" y="2155415"/>
                </a:cubicBezTo>
                <a:cubicBezTo>
                  <a:pt x="3279478" y="2145507"/>
                  <a:pt x="3269742" y="2139182"/>
                  <a:pt x="3259834" y="2141290"/>
                </a:cubicBezTo>
                <a:close/>
                <a:moveTo>
                  <a:pt x="4263484" y="1746370"/>
                </a:moveTo>
                <a:cubicBezTo>
                  <a:pt x="4252577" y="1749187"/>
                  <a:pt x="4246023" y="1760303"/>
                  <a:pt x="4248821" y="1771189"/>
                </a:cubicBezTo>
                <a:cubicBezTo>
                  <a:pt x="4251200" y="1780389"/>
                  <a:pt x="4259477" y="1786482"/>
                  <a:pt x="4268564" y="1786482"/>
                </a:cubicBezTo>
                <a:cubicBezTo>
                  <a:pt x="4270229" y="1786482"/>
                  <a:pt x="4271953" y="1786272"/>
                  <a:pt x="4273658" y="1785832"/>
                </a:cubicBezTo>
                <a:cubicBezTo>
                  <a:pt x="4284544" y="1783033"/>
                  <a:pt x="4291101" y="1771917"/>
                  <a:pt x="4288304" y="1761012"/>
                </a:cubicBezTo>
                <a:cubicBezTo>
                  <a:pt x="4285486" y="1750107"/>
                  <a:pt x="4274368" y="1743552"/>
                  <a:pt x="4263484" y="1746370"/>
                </a:cubicBezTo>
                <a:close/>
                <a:moveTo>
                  <a:pt x="2570840" y="2406384"/>
                </a:moveTo>
                <a:cubicBezTo>
                  <a:pt x="2561852" y="2406730"/>
                  <a:pt x="2554837" y="2414300"/>
                  <a:pt x="2555163" y="2423289"/>
                </a:cubicBezTo>
                <a:cubicBezTo>
                  <a:pt x="2555507" y="2432066"/>
                  <a:pt x="2562714" y="2438966"/>
                  <a:pt x="2571434" y="2438966"/>
                </a:cubicBezTo>
                <a:cubicBezTo>
                  <a:pt x="2571645" y="2438966"/>
                  <a:pt x="2571856" y="2438966"/>
                  <a:pt x="2572067" y="2438947"/>
                </a:cubicBezTo>
                <a:cubicBezTo>
                  <a:pt x="2581055" y="2438621"/>
                  <a:pt x="2588070" y="2431050"/>
                  <a:pt x="2587725" y="2422062"/>
                </a:cubicBezTo>
                <a:cubicBezTo>
                  <a:pt x="2587379" y="2413074"/>
                  <a:pt x="2579828" y="2406059"/>
                  <a:pt x="2570840" y="2406384"/>
                </a:cubicBezTo>
                <a:close/>
                <a:moveTo>
                  <a:pt x="3708015" y="1960753"/>
                </a:moveTo>
                <a:cubicBezTo>
                  <a:pt x="3697665" y="1963493"/>
                  <a:pt x="3691513" y="1974092"/>
                  <a:pt x="3694273" y="1984422"/>
                </a:cubicBezTo>
                <a:cubicBezTo>
                  <a:pt x="3696573" y="1993085"/>
                  <a:pt x="3704392" y="1998815"/>
                  <a:pt x="3712960" y="1998815"/>
                </a:cubicBezTo>
                <a:cubicBezTo>
                  <a:pt x="3714607" y="1998815"/>
                  <a:pt x="3716275" y="1998604"/>
                  <a:pt x="3717942" y="1998164"/>
                </a:cubicBezTo>
                <a:cubicBezTo>
                  <a:pt x="3728272" y="1995423"/>
                  <a:pt x="3734423" y="1984824"/>
                  <a:pt x="3731684" y="1974494"/>
                </a:cubicBezTo>
                <a:cubicBezTo>
                  <a:pt x="3728942" y="1964146"/>
                  <a:pt x="3718345" y="1958012"/>
                  <a:pt x="3708015" y="1960753"/>
                </a:cubicBezTo>
                <a:close/>
                <a:moveTo>
                  <a:pt x="1619145" y="2775338"/>
                </a:moveTo>
                <a:cubicBezTo>
                  <a:pt x="1616406" y="2776836"/>
                  <a:pt x="1614241" y="2779380"/>
                  <a:pt x="1613302" y="2782619"/>
                </a:cubicBezTo>
                <a:cubicBezTo>
                  <a:pt x="1611405" y="2789097"/>
                  <a:pt x="1615123" y="2795862"/>
                  <a:pt x="1621581" y="2797759"/>
                </a:cubicBezTo>
                <a:cubicBezTo>
                  <a:pt x="1622731" y="2798085"/>
                  <a:pt x="1623880" y="2798258"/>
                  <a:pt x="1625011" y="2798258"/>
                </a:cubicBezTo>
                <a:cubicBezTo>
                  <a:pt x="1630301" y="2798258"/>
                  <a:pt x="1635169" y="2794789"/>
                  <a:pt x="1636721" y="2789461"/>
                </a:cubicBezTo>
                <a:cubicBezTo>
                  <a:pt x="1638600" y="2783003"/>
                  <a:pt x="1634901" y="2776217"/>
                  <a:pt x="1628423" y="2774340"/>
                </a:cubicBezTo>
                <a:cubicBezTo>
                  <a:pt x="1625194" y="2773391"/>
                  <a:pt x="1621883" y="2773841"/>
                  <a:pt x="1619145" y="2775338"/>
                </a:cubicBezTo>
                <a:close/>
                <a:moveTo>
                  <a:pt x="441015" y="3234385"/>
                </a:moveTo>
                <a:cubicBezTo>
                  <a:pt x="439520" y="3236013"/>
                  <a:pt x="439615" y="3238562"/>
                  <a:pt x="441245" y="3240057"/>
                </a:cubicBezTo>
                <a:cubicBezTo>
                  <a:pt x="442030" y="3240766"/>
                  <a:pt x="443007" y="3241130"/>
                  <a:pt x="443985" y="3241130"/>
                </a:cubicBezTo>
                <a:cubicBezTo>
                  <a:pt x="445059" y="3241130"/>
                  <a:pt x="446151" y="3240689"/>
                  <a:pt x="446937" y="3239827"/>
                </a:cubicBezTo>
                <a:cubicBezTo>
                  <a:pt x="448451" y="3238198"/>
                  <a:pt x="448336" y="3235649"/>
                  <a:pt x="446706" y="3234136"/>
                </a:cubicBezTo>
                <a:cubicBezTo>
                  <a:pt x="445078" y="3232640"/>
                  <a:pt x="442529" y="3232736"/>
                  <a:pt x="441015" y="3234385"/>
                </a:cubicBezTo>
                <a:close/>
                <a:moveTo>
                  <a:pt x="4720153" y="1563418"/>
                </a:moveTo>
                <a:cubicBezTo>
                  <a:pt x="4708618" y="1566082"/>
                  <a:pt x="4701450" y="1577562"/>
                  <a:pt x="4704113" y="1589080"/>
                </a:cubicBezTo>
                <a:cubicBezTo>
                  <a:pt x="4706393" y="1598989"/>
                  <a:pt x="4715190" y="1605678"/>
                  <a:pt x="4724946" y="1605678"/>
                </a:cubicBezTo>
                <a:cubicBezTo>
                  <a:pt x="4726535" y="1605678"/>
                  <a:pt x="4728147" y="1605505"/>
                  <a:pt x="4729775" y="1605122"/>
                </a:cubicBezTo>
                <a:cubicBezTo>
                  <a:pt x="4741295" y="1602458"/>
                  <a:pt x="4748481" y="1590978"/>
                  <a:pt x="4745817" y="1579459"/>
                </a:cubicBezTo>
                <a:cubicBezTo>
                  <a:pt x="4743153" y="1567941"/>
                  <a:pt x="4731653" y="1560754"/>
                  <a:pt x="4720153" y="1563418"/>
                </a:cubicBezTo>
                <a:close/>
                <a:moveTo>
                  <a:pt x="5180370" y="1383436"/>
                </a:moveTo>
                <a:cubicBezTo>
                  <a:pt x="5168238" y="1385928"/>
                  <a:pt x="5160440" y="1397792"/>
                  <a:pt x="5162929" y="1409923"/>
                </a:cubicBezTo>
                <a:cubicBezTo>
                  <a:pt x="5165116" y="1420522"/>
                  <a:pt x="5174447" y="1427824"/>
                  <a:pt x="5184857" y="1427823"/>
                </a:cubicBezTo>
                <a:cubicBezTo>
                  <a:pt x="5186370" y="1427823"/>
                  <a:pt x="5187883" y="1427670"/>
                  <a:pt x="5189417" y="1427363"/>
                </a:cubicBezTo>
                <a:cubicBezTo>
                  <a:pt x="5201530" y="1424853"/>
                  <a:pt x="5209349" y="1413009"/>
                  <a:pt x="5206857" y="1400877"/>
                </a:cubicBezTo>
                <a:cubicBezTo>
                  <a:pt x="5204344" y="1388745"/>
                  <a:pt x="5192504" y="1380926"/>
                  <a:pt x="5180370" y="1383436"/>
                </a:cubicBezTo>
                <a:close/>
                <a:moveTo>
                  <a:pt x="4158859" y="1773661"/>
                </a:moveTo>
                <a:cubicBezTo>
                  <a:pt x="4147972" y="1776536"/>
                  <a:pt x="4141475" y="1787671"/>
                  <a:pt x="4144351" y="1798557"/>
                </a:cubicBezTo>
                <a:cubicBezTo>
                  <a:pt x="4146748" y="1807699"/>
                  <a:pt x="4155007" y="1813756"/>
                  <a:pt x="4164034" y="1813756"/>
                </a:cubicBezTo>
                <a:cubicBezTo>
                  <a:pt x="4165760" y="1813755"/>
                  <a:pt x="4167503" y="1813544"/>
                  <a:pt x="4169247" y="1813084"/>
                </a:cubicBezTo>
                <a:cubicBezTo>
                  <a:pt x="4180134" y="1810209"/>
                  <a:pt x="4186631" y="1799056"/>
                  <a:pt x="4183756" y="1788170"/>
                </a:cubicBezTo>
                <a:cubicBezTo>
                  <a:pt x="4180900" y="1777302"/>
                  <a:pt x="4169747" y="1770806"/>
                  <a:pt x="4158859" y="1773661"/>
                </a:cubicBezTo>
                <a:close/>
                <a:moveTo>
                  <a:pt x="945332" y="3027265"/>
                </a:moveTo>
                <a:cubicBezTo>
                  <a:pt x="942745" y="3030925"/>
                  <a:pt x="943627" y="3035985"/>
                  <a:pt x="947306" y="3038573"/>
                </a:cubicBezTo>
                <a:cubicBezTo>
                  <a:pt x="948724" y="3039569"/>
                  <a:pt x="950353" y="3040048"/>
                  <a:pt x="951963" y="3040048"/>
                </a:cubicBezTo>
                <a:cubicBezTo>
                  <a:pt x="954512" y="3040048"/>
                  <a:pt x="957022" y="3038840"/>
                  <a:pt x="958594" y="3036598"/>
                </a:cubicBezTo>
                <a:cubicBezTo>
                  <a:pt x="961182" y="3032937"/>
                  <a:pt x="960300" y="3027878"/>
                  <a:pt x="956640" y="3025290"/>
                </a:cubicBezTo>
                <a:cubicBezTo>
                  <a:pt x="952960" y="3022703"/>
                  <a:pt x="947919" y="3023585"/>
                  <a:pt x="945332" y="3027265"/>
                </a:cubicBezTo>
                <a:close/>
                <a:moveTo>
                  <a:pt x="3604368" y="1987718"/>
                </a:moveTo>
                <a:cubicBezTo>
                  <a:pt x="3594000" y="1990344"/>
                  <a:pt x="3587733" y="2000885"/>
                  <a:pt x="3590378" y="2011254"/>
                </a:cubicBezTo>
                <a:cubicBezTo>
                  <a:pt x="3592600" y="2020012"/>
                  <a:pt x="3600477" y="2025838"/>
                  <a:pt x="3609121" y="2025838"/>
                </a:cubicBezTo>
                <a:cubicBezTo>
                  <a:pt x="3610693" y="2025838"/>
                  <a:pt x="3612303" y="2025647"/>
                  <a:pt x="3613893" y="2025244"/>
                </a:cubicBezTo>
                <a:cubicBezTo>
                  <a:pt x="3624261" y="2022599"/>
                  <a:pt x="3630529" y="2012078"/>
                  <a:pt x="3627884" y="2001709"/>
                </a:cubicBezTo>
                <a:cubicBezTo>
                  <a:pt x="3625259" y="1991340"/>
                  <a:pt x="3614718" y="1985074"/>
                  <a:pt x="3604368" y="1987718"/>
                </a:cubicBezTo>
                <a:close/>
                <a:moveTo>
                  <a:pt x="3155728" y="2162047"/>
                </a:moveTo>
                <a:cubicBezTo>
                  <a:pt x="3145780" y="2163886"/>
                  <a:pt x="3139187" y="2173431"/>
                  <a:pt x="3141027" y="2183396"/>
                </a:cubicBezTo>
                <a:cubicBezTo>
                  <a:pt x="3142657" y="2192231"/>
                  <a:pt x="3150362" y="2198403"/>
                  <a:pt x="3159042" y="2198403"/>
                </a:cubicBezTo>
                <a:cubicBezTo>
                  <a:pt x="3160135" y="2198403"/>
                  <a:pt x="3161266" y="2198307"/>
                  <a:pt x="3162397" y="2198097"/>
                </a:cubicBezTo>
                <a:cubicBezTo>
                  <a:pt x="3172345" y="2196276"/>
                  <a:pt x="3178918" y="2186712"/>
                  <a:pt x="3177096" y="2176746"/>
                </a:cubicBezTo>
                <a:cubicBezTo>
                  <a:pt x="3175256" y="2166780"/>
                  <a:pt x="3165694" y="2160206"/>
                  <a:pt x="3155728" y="2162047"/>
                </a:cubicBezTo>
                <a:close/>
                <a:moveTo>
                  <a:pt x="2810905" y="2295878"/>
                </a:moveTo>
                <a:cubicBezTo>
                  <a:pt x="2801379" y="2296778"/>
                  <a:pt x="2794384" y="2305230"/>
                  <a:pt x="2795284" y="2314756"/>
                </a:cubicBezTo>
                <a:cubicBezTo>
                  <a:pt x="2796127" y="2323725"/>
                  <a:pt x="2803679" y="2330433"/>
                  <a:pt x="2812514" y="2330433"/>
                </a:cubicBezTo>
                <a:cubicBezTo>
                  <a:pt x="2813051" y="2330433"/>
                  <a:pt x="2813588" y="2330414"/>
                  <a:pt x="2814144" y="2330356"/>
                </a:cubicBezTo>
                <a:cubicBezTo>
                  <a:pt x="2823669" y="2329475"/>
                  <a:pt x="2830663" y="2321023"/>
                  <a:pt x="2829763" y="2311497"/>
                </a:cubicBezTo>
                <a:cubicBezTo>
                  <a:pt x="2828862" y="2301991"/>
                  <a:pt x="2820410" y="2294996"/>
                  <a:pt x="2810905" y="2295878"/>
                </a:cubicBezTo>
                <a:close/>
                <a:moveTo>
                  <a:pt x="4614208" y="1588640"/>
                </a:moveTo>
                <a:cubicBezTo>
                  <a:pt x="4602727" y="1591457"/>
                  <a:pt x="4595696" y="1603033"/>
                  <a:pt x="4598511" y="1614513"/>
                </a:cubicBezTo>
                <a:cubicBezTo>
                  <a:pt x="4600890" y="1624287"/>
                  <a:pt x="4609646" y="1630842"/>
                  <a:pt x="4619268" y="1630842"/>
                </a:cubicBezTo>
                <a:cubicBezTo>
                  <a:pt x="4620956" y="1630842"/>
                  <a:pt x="4622661" y="1630631"/>
                  <a:pt x="4624385" y="1630209"/>
                </a:cubicBezTo>
                <a:cubicBezTo>
                  <a:pt x="4635864" y="1627411"/>
                  <a:pt x="4642899" y="1615817"/>
                  <a:pt x="4640082" y="1604336"/>
                </a:cubicBezTo>
                <a:cubicBezTo>
                  <a:pt x="4637283" y="1592857"/>
                  <a:pt x="4625687" y="1585823"/>
                  <a:pt x="4614208" y="1588640"/>
                </a:cubicBezTo>
                <a:close/>
                <a:moveTo>
                  <a:pt x="5073333" y="1405669"/>
                </a:moveTo>
                <a:cubicBezTo>
                  <a:pt x="5061202" y="1408237"/>
                  <a:pt x="5053459" y="1420119"/>
                  <a:pt x="5056008" y="1432251"/>
                </a:cubicBezTo>
                <a:cubicBezTo>
                  <a:pt x="5058230" y="1442792"/>
                  <a:pt x="5067544" y="1450036"/>
                  <a:pt x="5077932" y="1450037"/>
                </a:cubicBezTo>
                <a:cubicBezTo>
                  <a:pt x="5079464" y="1450036"/>
                  <a:pt x="5081020" y="1449883"/>
                  <a:pt x="5082590" y="1449557"/>
                </a:cubicBezTo>
                <a:cubicBezTo>
                  <a:pt x="5094703" y="1447008"/>
                  <a:pt x="5102444" y="1435106"/>
                  <a:pt x="5099897" y="1422993"/>
                </a:cubicBezTo>
                <a:cubicBezTo>
                  <a:pt x="5097345" y="1410862"/>
                  <a:pt x="5085444" y="1403120"/>
                  <a:pt x="5073333" y="1405669"/>
                </a:cubicBezTo>
                <a:close/>
                <a:moveTo>
                  <a:pt x="7682341" y="386687"/>
                </a:moveTo>
                <a:cubicBezTo>
                  <a:pt x="7669461" y="388048"/>
                  <a:pt x="7660109" y="399585"/>
                  <a:pt x="7661469" y="412445"/>
                </a:cubicBezTo>
                <a:cubicBezTo>
                  <a:pt x="7662735" y="424500"/>
                  <a:pt x="7672911" y="433450"/>
                  <a:pt x="7684755" y="433450"/>
                </a:cubicBezTo>
                <a:cubicBezTo>
                  <a:pt x="7685579" y="433450"/>
                  <a:pt x="7686403" y="433412"/>
                  <a:pt x="7687228" y="433316"/>
                </a:cubicBezTo>
                <a:cubicBezTo>
                  <a:pt x="7700107" y="431974"/>
                  <a:pt x="7709440" y="420437"/>
                  <a:pt x="7708099" y="407558"/>
                </a:cubicBezTo>
                <a:cubicBezTo>
                  <a:pt x="7706757" y="394679"/>
                  <a:pt x="7695220" y="385345"/>
                  <a:pt x="7682341" y="386687"/>
                </a:cubicBezTo>
                <a:close/>
                <a:moveTo>
                  <a:pt x="73347" y="3356658"/>
                </a:moveTo>
                <a:cubicBezTo>
                  <a:pt x="73001" y="3357042"/>
                  <a:pt x="73040" y="3357655"/>
                  <a:pt x="73443" y="3358000"/>
                </a:cubicBezTo>
                <a:cubicBezTo>
                  <a:pt x="73615" y="3358153"/>
                  <a:pt x="73845" y="3358249"/>
                  <a:pt x="74055" y="3358249"/>
                </a:cubicBezTo>
                <a:cubicBezTo>
                  <a:pt x="74323" y="3358249"/>
                  <a:pt x="74592" y="3358134"/>
                  <a:pt x="74784" y="3357905"/>
                </a:cubicBezTo>
                <a:cubicBezTo>
                  <a:pt x="75129" y="3357521"/>
                  <a:pt x="75090" y="3356908"/>
                  <a:pt x="74688" y="3356562"/>
                </a:cubicBezTo>
                <a:cubicBezTo>
                  <a:pt x="74305" y="3356217"/>
                  <a:pt x="73691" y="3356256"/>
                  <a:pt x="73347" y="3356658"/>
                </a:cubicBezTo>
                <a:close/>
                <a:moveTo>
                  <a:pt x="4054429" y="1801374"/>
                </a:moveTo>
                <a:cubicBezTo>
                  <a:pt x="4043544" y="1804268"/>
                  <a:pt x="4037082" y="1815422"/>
                  <a:pt x="4039978" y="1826308"/>
                </a:cubicBezTo>
                <a:cubicBezTo>
                  <a:pt x="4042409" y="1835431"/>
                  <a:pt x="4050651" y="1841449"/>
                  <a:pt x="4059659" y="1841449"/>
                </a:cubicBezTo>
                <a:cubicBezTo>
                  <a:pt x="4061385" y="1841449"/>
                  <a:pt x="4063166" y="1841219"/>
                  <a:pt x="4064912" y="1840740"/>
                </a:cubicBezTo>
                <a:cubicBezTo>
                  <a:pt x="4075799" y="1837846"/>
                  <a:pt x="4082257" y="1826691"/>
                  <a:pt x="4079363" y="1815805"/>
                </a:cubicBezTo>
                <a:cubicBezTo>
                  <a:pt x="4076468" y="1804919"/>
                  <a:pt x="4065295" y="1798461"/>
                  <a:pt x="4054429" y="1801374"/>
                </a:cubicBezTo>
                <a:close/>
                <a:moveTo>
                  <a:pt x="543435" y="3170104"/>
                </a:moveTo>
                <a:cubicBezTo>
                  <a:pt x="541575" y="3172192"/>
                  <a:pt x="541767" y="3175373"/>
                  <a:pt x="543836" y="3177233"/>
                </a:cubicBezTo>
                <a:cubicBezTo>
                  <a:pt x="544813" y="3178096"/>
                  <a:pt x="546002" y="3178498"/>
                  <a:pt x="547190" y="3178498"/>
                </a:cubicBezTo>
                <a:cubicBezTo>
                  <a:pt x="548590" y="3178497"/>
                  <a:pt x="549969" y="3177942"/>
                  <a:pt x="550966" y="3176812"/>
                </a:cubicBezTo>
                <a:cubicBezTo>
                  <a:pt x="552825" y="3174741"/>
                  <a:pt x="552634" y="3171540"/>
                  <a:pt x="550563" y="3169682"/>
                </a:cubicBezTo>
                <a:cubicBezTo>
                  <a:pt x="548474" y="3167842"/>
                  <a:pt x="545274" y="3168033"/>
                  <a:pt x="543435" y="3170104"/>
                </a:cubicBezTo>
                <a:close/>
                <a:moveTo>
                  <a:pt x="8026331" y="248132"/>
                </a:moveTo>
                <a:cubicBezTo>
                  <a:pt x="8021313" y="251874"/>
                  <a:pt x="8017724" y="257532"/>
                  <a:pt x="8016756" y="264221"/>
                </a:cubicBezTo>
                <a:cubicBezTo>
                  <a:pt x="8014782" y="277580"/>
                  <a:pt x="8024058" y="290018"/>
                  <a:pt x="8037417" y="291973"/>
                </a:cubicBezTo>
                <a:cubicBezTo>
                  <a:pt x="8038624" y="292145"/>
                  <a:pt x="8039813" y="292221"/>
                  <a:pt x="8040982" y="292221"/>
                </a:cubicBezTo>
                <a:cubicBezTo>
                  <a:pt x="8052940" y="292221"/>
                  <a:pt x="8063385" y="283464"/>
                  <a:pt x="8065168" y="271293"/>
                </a:cubicBezTo>
                <a:cubicBezTo>
                  <a:pt x="8067123" y="257916"/>
                  <a:pt x="8057866" y="245497"/>
                  <a:pt x="8044489" y="243542"/>
                </a:cubicBezTo>
                <a:cubicBezTo>
                  <a:pt x="8037800" y="242564"/>
                  <a:pt x="8031351" y="244390"/>
                  <a:pt x="8026331" y="248132"/>
                </a:cubicBezTo>
                <a:close/>
                <a:moveTo>
                  <a:pt x="3500473" y="2013342"/>
                </a:moveTo>
                <a:cubicBezTo>
                  <a:pt x="3490086" y="2015815"/>
                  <a:pt x="3483646" y="2026260"/>
                  <a:pt x="3486138" y="2036648"/>
                </a:cubicBezTo>
                <a:cubicBezTo>
                  <a:pt x="3488245" y="2045540"/>
                  <a:pt x="3496199" y="2051520"/>
                  <a:pt x="3504957" y="2051520"/>
                </a:cubicBezTo>
                <a:cubicBezTo>
                  <a:pt x="3506434" y="2051520"/>
                  <a:pt x="3507948" y="2051348"/>
                  <a:pt x="3509442" y="2051003"/>
                </a:cubicBezTo>
                <a:cubicBezTo>
                  <a:pt x="3519850" y="2048511"/>
                  <a:pt x="3526270" y="2038085"/>
                  <a:pt x="3523797" y="2027679"/>
                </a:cubicBezTo>
                <a:cubicBezTo>
                  <a:pt x="3521306" y="2017271"/>
                  <a:pt x="3510861" y="2010852"/>
                  <a:pt x="3500473" y="2013342"/>
                </a:cubicBezTo>
                <a:close/>
                <a:moveTo>
                  <a:pt x="5941331" y="1060233"/>
                </a:moveTo>
                <a:cubicBezTo>
                  <a:pt x="5929313" y="1065024"/>
                  <a:pt x="5923448" y="1078650"/>
                  <a:pt x="5928220" y="1090686"/>
                </a:cubicBezTo>
                <a:cubicBezTo>
                  <a:pt x="5931880" y="1099866"/>
                  <a:pt x="5940699" y="1105463"/>
                  <a:pt x="5950012" y="1105463"/>
                </a:cubicBezTo>
                <a:cubicBezTo>
                  <a:pt x="5952907" y="1105463"/>
                  <a:pt x="5955838" y="1104926"/>
                  <a:pt x="5958675" y="1103795"/>
                </a:cubicBezTo>
                <a:cubicBezTo>
                  <a:pt x="5970709" y="1099023"/>
                  <a:pt x="5976574" y="1085377"/>
                  <a:pt x="5971783" y="1073342"/>
                </a:cubicBezTo>
                <a:cubicBezTo>
                  <a:pt x="5967012" y="1061306"/>
                  <a:pt x="5953368" y="1055441"/>
                  <a:pt x="5941331" y="1060233"/>
                </a:cubicBezTo>
                <a:close/>
                <a:moveTo>
                  <a:pt x="5839311" y="1099483"/>
                </a:moveTo>
                <a:cubicBezTo>
                  <a:pt x="5827160" y="1103987"/>
                  <a:pt x="5820973" y="1117479"/>
                  <a:pt x="5825476" y="1129611"/>
                </a:cubicBezTo>
                <a:cubicBezTo>
                  <a:pt x="5828963" y="1139078"/>
                  <a:pt x="5837933" y="1144923"/>
                  <a:pt x="5847459" y="1144923"/>
                </a:cubicBezTo>
                <a:cubicBezTo>
                  <a:pt x="5850159" y="1144923"/>
                  <a:pt x="5852920" y="1144445"/>
                  <a:pt x="5855605" y="1143448"/>
                </a:cubicBezTo>
                <a:cubicBezTo>
                  <a:pt x="5867754" y="1138963"/>
                  <a:pt x="5873946" y="1125471"/>
                  <a:pt x="5869441" y="1113320"/>
                </a:cubicBezTo>
                <a:cubicBezTo>
                  <a:pt x="5864937" y="1101189"/>
                  <a:pt x="5851444" y="1094999"/>
                  <a:pt x="5839311" y="1099483"/>
                </a:cubicBezTo>
                <a:close/>
                <a:moveTo>
                  <a:pt x="1396190" y="2832859"/>
                </a:moveTo>
                <a:cubicBezTo>
                  <a:pt x="1393533" y="2833920"/>
                  <a:pt x="1391281" y="2835995"/>
                  <a:pt x="1390064" y="2838831"/>
                </a:cubicBezTo>
                <a:cubicBezTo>
                  <a:pt x="1387630" y="2844504"/>
                  <a:pt x="1390256" y="2851077"/>
                  <a:pt x="1395928" y="2853512"/>
                </a:cubicBezTo>
                <a:cubicBezTo>
                  <a:pt x="1397366" y="2854125"/>
                  <a:pt x="1398861" y="2854412"/>
                  <a:pt x="1400336" y="2854412"/>
                </a:cubicBezTo>
                <a:cubicBezTo>
                  <a:pt x="1404669" y="2854412"/>
                  <a:pt x="1408808" y="2851883"/>
                  <a:pt x="1410608" y="2847647"/>
                </a:cubicBezTo>
                <a:cubicBezTo>
                  <a:pt x="1413062" y="2841974"/>
                  <a:pt x="1410418" y="2835401"/>
                  <a:pt x="1404745" y="2832966"/>
                </a:cubicBezTo>
                <a:cubicBezTo>
                  <a:pt x="1401908" y="2831749"/>
                  <a:pt x="1398846" y="2831797"/>
                  <a:pt x="1396190" y="2832859"/>
                </a:cubicBezTo>
                <a:close/>
                <a:moveTo>
                  <a:pt x="6042598" y="1018740"/>
                </a:moveTo>
                <a:cubicBezTo>
                  <a:pt x="6030659" y="1023761"/>
                  <a:pt x="6025041" y="1037503"/>
                  <a:pt x="6030083" y="1049442"/>
                </a:cubicBezTo>
                <a:cubicBezTo>
                  <a:pt x="6033839" y="1058412"/>
                  <a:pt x="6042540" y="1063797"/>
                  <a:pt x="6051701" y="1063797"/>
                </a:cubicBezTo>
                <a:cubicBezTo>
                  <a:pt x="6054728" y="1063816"/>
                  <a:pt x="6057814" y="1063223"/>
                  <a:pt x="6060783" y="1061958"/>
                </a:cubicBezTo>
                <a:cubicBezTo>
                  <a:pt x="6072706" y="1056955"/>
                  <a:pt x="6078321" y="1043195"/>
                  <a:pt x="6073298" y="1031254"/>
                </a:cubicBezTo>
                <a:cubicBezTo>
                  <a:pt x="6070788" y="1025294"/>
                  <a:pt x="6066094" y="1020910"/>
                  <a:pt x="6060536" y="1018644"/>
                </a:cubicBezTo>
                <a:cubicBezTo>
                  <a:pt x="6054979" y="1016378"/>
                  <a:pt x="6048558" y="1016230"/>
                  <a:pt x="6042598" y="1018740"/>
                </a:cubicBezTo>
                <a:close/>
                <a:moveTo>
                  <a:pt x="2216813" y="2510002"/>
                </a:moveTo>
                <a:cubicBezTo>
                  <a:pt x="2213852" y="2512551"/>
                  <a:pt x="2211864" y="2516231"/>
                  <a:pt x="2211548" y="2520438"/>
                </a:cubicBezTo>
                <a:cubicBezTo>
                  <a:pt x="2210914" y="2528851"/>
                  <a:pt x="2217220" y="2536172"/>
                  <a:pt x="2225634" y="2536804"/>
                </a:cubicBezTo>
                <a:cubicBezTo>
                  <a:pt x="2226018" y="2536843"/>
                  <a:pt x="2226400" y="2536843"/>
                  <a:pt x="2226784" y="2536843"/>
                </a:cubicBezTo>
                <a:cubicBezTo>
                  <a:pt x="2234700" y="2536843"/>
                  <a:pt x="2241388" y="2530729"/>
                  <a:pt x="2242001" y="2522718"/>
                </a:cubicBezTo>
                <a:cubicBezTo>
                  <a:pt x="2242634" y="2514304"/>
                  <a:pt x="2236329" y="2506983"/>
                  <a:pt x="2227915" y="2506351"/>
                </a:cubicBezTo>
                <a:cubicBezTo>
                  <a:pt x="2223708" y="2506035"/>
                  <a:pt x="2219774" y="2507453"/>
                  <a:pt x="2216813" y="2510002"/>
                </a:cubicBezTo>
                <a:close/>
                <a:moveTo>
                  <a:pt x="5736398" y="1135973"/>
                </a:moveTo>
                <a:cubicBezTo>
                  <a:pt x="5724127" y="1140114"/>
                  <a:pt x="5717537" y="1153414"/>
                  <a:pt x="5721675" y="1165680"/>
                </a:cubicBezTo>
                <a:cubicBezTo>
                  <a:pt x="5724972" y="1175473"/>
                  <a:pt x="5734095" y="1181645"/>
                  <a:pt x="5743888" y="1181645"/>
                </a:cubicBezTo>
                <a:cubicBezTo>
                  <a:pt x="5746362" y="1181645"/>
                  <a:pt x="5748890" y="1181242"/>
                  <a:pt x="5751385" y="1180399"/>
                </a:cubicBezTo>
                <a:cubicBezTo>
                  <a:pt x="5763648" y="1176260"/>
                  <a:pt x="5770239" y="1162958"/>
                  <a:pt x="5766102" y="1150692"/>
                </a:cubicBezTo>
                <a:cubicBezTo>
                  <a:pt x="5761961" y="1138427"/>
                  <a:pt x="5748660" y="1131834"/>
                  <a:pt x="5736398" y="1135973"/>
                </a:cubicBezTo>
                <a:close/>
                <a:moveTo>
                  <a:pt x="4508628" y="1615050"/>
                </a:moveTo>
                <a:cubicBezTo>
                  <a:pt x="4497184" y="1617962"/>
                  <a:pt x="4490268" y="1629615"/>
                  <a:pt x="4493178" y="1641057"/>
                </a:cubicBezTo>
                <a:cubicBezTo>
                  <a:pt x="4495653" y="1650755"/>
                  <a:pt x="4504355" y="1657195"/>
                  <a:pt x="4513917" y="1657195"/>
                </a:cubicBezTo>
                <a:cubicBezTo>
                  <a:pt x="4515660" y="1657195"/>
                  <a:pt x="4517442" y="1656965"/>
                  <a:pt x="4519206" y="1656524"/>
                </a:cubicBezTo>
                <a:cubicBezTo>
                  <a:pt x="4530668" y="1653591"/>
                  <a:pt x="4537585" y="1641957"/>
                  <a:pt x="4534672" y="1630497"/>
                </a:cubicBezTo>
                <a:cubicBezTo>
                  <a:pt x="4531740" y="1619036"/>
                  <a:pt x="4520088" y="1612117"/>
                  <a:pt x="4508628" y="1615050"/>
                </a:cubicBezTo>
                <a:close/>
                <a:moveTo>
                  <a:pt x="8268549" y="147299"/>
                </a:moveTo>
                <a:cubicBezTo>
                  <a:pt x="8262785" y="150356"/>
                  <a:pt x="8258190" y="155612"/>
                  <a:pt x="8256130" y="162339"/>
                </a:cubicBezTo>
                <a:cubicBezTo>
                  <a:pt x="8252010" y="175812"/>
                  <a:pt x="8259561" y="190052"/>
                  <a:pt x="8273015" y="194191"/>
                </a:cubicBezTo>
                <a:cubicBezTo>
                  <a:pt x="8275507" y="194958"/>
                  <a:pt x="8278037" y="195322"/>
                  <a:pt x="8280509" y="195322"/>
                </a:cubicBezTo>
                <a:cubicBezTo>
                  <a:pt x="8291413" y="195322"/>
                  <a:pt x="8301494" y="188269"/>
                  <a:pt x="8304868" y="177287"/>
                </a:cubicBezTo>
                <a:cubicBezTo>
                  <a:pt x="8308988" y="163834"/>
                  <a:pt x="8301437" y="149574"/>
                  <a:pt x="8287983" y="145454"/>
                </a:cubicBezTo>
                <a:cubicBezTo>
                  <a:pt x="8281246" y="143384"/>
                  <a:pt x="8274313" y="144242"/>
                  <a:pt x="8268549" y="147299"/>
                </a:cubicBezTo>
                <a:close/>
                <a:moveTo>
                  <a:pt x="6143155" y="975465"/>
                </a:moveTo>
                <a:cubicBezTo>
                  <a:pt x="6131311" y="980678"/>
                  <a:pt x="6125908" y="994515"/>
                  <a:pt x="6131120" y="1006359"/>
                </a:cubicBezTo>
                <a:cubicBezTo>
                  <a:pt x="6134972" y="1015155"/>
                  <a:pt x="6143577" y="1020388"/>
                  <a:pt x="6152584" y="1020387"/>
                </a:cubicBezTo>
                <a:cubicBezTo>
                  <a:pt x="6155747" y="1020387"/>
                  <a:pt x="6158948" y="1019755"/>
                  <a:pt x="6162014" y="1018414"/>
                </a:cubicBezTo>
                <a:cubicBezTo>
                  <a:pt x="6173858" y="1013201"/>
                  <a:pt x="6179262" y="999363"/>
                  <a:pt x="6174049" y="987520"/>
                </a:cubicBezTo>
                <a:cubicBezTo>
                  <a:pt x="6171443" y="981588"/>
                  <a:pt x="6166685" y="977276"/>
                  <a:pt x="6161097" y="975096"/>
                </a:cubicBezTo>
                <a:cubicBezTo>
                  <a:pt x="6155508" y="972916"/>
                  <a:pt x="6149087" y="972868"/>
                  <a:pt x="6143155" y="975465"/>
                </a:cubicBezTo>
                <a:close/>
                <a:moveTo>
                  <a:pt x="1981075" y="2599667"/>
                </a:moveTo>
                <a:cubicBezTo>
                  <a:pt x="1978138" y="2601828"/>
                  <a:pt x="1976024" y="2605111"/>
                  <a:pt x="1975430" y="2609001"/>
                </a:cubicBezTo>
                <a:cubicBezTo>
                  <a:pt x="1974243" y="2616763"/>
                  <a:pt x="1979590" y="2624027"/>
                  <a:pt x="1987370" y="2625215"/>
                </a:cubicBezTo>
                <a:cubicBezTo>
                  <a:pt x="1988100" y="2625330"/>
                  <a:pt x="1988827" y="2625387"/>
                  <a:pt x="1989536" y="2625387"/>
                </a:cubicBezTo>
                <a:cubicBezTo>
                  <a:pt x="1996455" y="2625387"/>
                  <a:pt x="2002530" y="2620327"/>
                  <a:pt x="2003604" y="2613275"/>
                </a:cubicBezTo>
                <a:cubicBezTo>
                  <a:pt x="2004793" y="2605512"/>
                  <a:pt x="1999444" y="2598230"/>
                  <a:pt x="1991664" y="2597061"/>
                </a:cubicBezTo>
                <a:cubicBezTo>
                  <a:pt x="1987773" y="2596467"/>
                  <a:pt x="1984012" y="2597507"/>
                  <a:pt x="1981075" y="2599667"/>
                </a:cubicBezTo>
                <a:close/>
                <a:moveTo>
                  <a:pt x="3950092" y="1829241"/>
                </a:moveTo>
                <a:cubicBezTo>
                  <a:pt x="3939224" y="1832134"/>
                  <a:pt x="3932765" y="1843308"/>
                  <a:pt x="3935680" y="1854175"/>
                </a:cubicBezTo>
                <a:cubicBezTo>
                  <a:pt x="3938114" y="1863297"/>
                  <a:pt x="3946336" y="1869316"/>
                  <a:pt x="3955341" y="1869316"/>
                </a:cubicBezTo>
                <a:cubicBezTo>
                  <a:pt x="3957088" y="1869316"/>
                  <a:pt x="3958852" y="1869085"/>
                  <a:pt x="3960613" y="1868606"/>
                </a:cubicBezTo>
                <a:cubicBezTo>
                  <a:pt x="3971478" y="1865692"/>
                  <a:pt x="3977958" y="1854539"/>
                  <a:pt x="3975044" y="1843653"/>
                </a:cubicBezTo>
                <a:cubicBezTo>
                  <a:pt x="3972131" y="1832786"/>
                  <a:pt x="3960978" y="1826328"/>
                  <a:pt x="3950092" y="1829241"/>
                </a:cubicBezTo>
                <a:close/>
                <a:moveTo>
                  <a:pt x="3051143" y="2179602"/>
                </a:moveTo>
                <a:cubicBezTo>
                  <a:pt x="3041139" y="2181116"/>
                  <a:pt x="3034239" y="2190449"/>
                  <a:pt x="3035753" y="2200472"/>
                </a:cubicBezTo>
                <a:cubicBezTo>
                  <a:pt x="3037113" y="2209557"/>
                  <a:pt x="3044933" y="2216073"/>
                  <a:pt x="3053845" y="2216073"/>
                </a:cubicBezTo>
                <a:cubicBezTo>
                  <a:pt x="3054764" y="2216073"/>
                  <a:pt x="3055685" y="2215997"/>
                  <a:pt x="3056605" y="2215882"/>
                </a:cubicBezTo>
                <a:cubicBezTo>
                  <a:pt x="3066609" y="2214368"/>
                  <a:pt x="3073507" y="2205034"/>
                  <a:pt x="3072013" y="2195011"/>
                </a:cubicBezTo>
                <a:cubicBezTo>
                  <a:pt x="3070499" y="2184988"/>
                  <a:pt x="3061166" y="2178107"/>
                  <a:pt x="3051143" y="2179602"/>
                </a:cubicBezTo>
                <a:close/>
                <a:moveTo>
                  <a:pt x="2466197" y="2407899"/>
                </a:moveTo>
                <a:cubicBezTo>
                  <a:pt x="2457209" y="2407822"/>
                  <a:pt x="2449849" y="2415047"/>
                  <a:pt x="2449773" y="2424055"/>
                </a:cubicBezTo>
                <a:cubicBezTo>
                  <a:pt x="2449697" y="2433043"/>
                  <a:pt x="2456921" y="2440403"/>
                  <a:pt x="2465910" y="2440480"/>
                </a:cubicBezTo>
                <a:lnTo>
                  <a:pt x="2466063" y="2440480"/>
                </a:lnTo>
                <a:cubicBezTo>
                  <a:pt x="2474994" y="2440480"/>
                  <a:pt x="2482258" y="2433293"/>
                  <a:pt x="2482353" y="2424343"/>
                </a:cubicBezTo>
                <a:cubicBezTo>
                  <a:pt x="2482431" y="2415335"/>
                  <a:pt x="2475205" y="2407994"/>
                  <a:pt x="2466197" y="2407899"/>
                </a:cubicBezTo>
                <a:close/>
                <a:moveTo>
                  <a:pt x="5632368" y="1169360"/>
                </a:moveTo>
                <a:cubicBezTo>
                  <a:pt x="5620003" y="1173174"/>
                  <a:pt x="5613068" y="1186302"/>
                  <a:pt x="5616880" y="1198682"/>
                </a:cubicBezTo>
                <a:lnTo>
                  <a:pt x="5616860" y="1198682"/>
                </a:lnTo>
                <a:cubicBezTo>
                  <a:pt x="5619967" y="1208764"/>
                  <a:pt x="5629240" y="1215222"/>
                  <a:pt x="5639248" y="1215222"/>
                </a:cubicBezTo>
                <a:cubicBezTo>
                  <a:pt x="5641544" y="1215222"/>
                  <a:pt x="5643864" y="1214896"/>
                  <a:pt x="5646168" y="1214187"/>
                </a:cubicBezTo>
                <a:cubicBezTo>
                  <a:pt x="5658525" y="1210374"/>
                  <a:pt x="5665485" y="1197245"/>
                  <a:pt x="5661668" y="1184865"/>
                </a:cubicBezTo>
                <a:cubicBezTo>
                  <a:pt x="5657856" y="1172503"/>
                  <a:pt x="5644728" y="1165565"/>
                  <a:pt x="5632368" y="1169360"/>
                </a:cubicBezTo>
                <a:close/>
                <a:moveTo>
                  <a:pt x="6243198" y="930791"/>
                </a:moveTo>
                <a:cubicBezTo>
                  <a:pt x="6231392" y="936137"/>
                  <a:pt x="6226179" y="950032"/>
                  <a:pt x="6231526" y="961838"/>
                </a:cubicBezTo>
                <a:cubicBezTo>
                  <a:pt x="6235455" y="970481"/>
                  <a:pt x="6243964" y="975598"/>
                  <a:pt x="6252896" y="975598"/>
                </a:cubicBezTo>
                <a:cubicBezTo>
                  <a:pt x="6256134" y="975598"/>
                  <a:pt x="6259412" y="974928"/>
                  <a:pt x="6262555" y="973490"/>
                </a:cubicBezTo>
                <a:cubicBezTo>
                  <a:pt x="6274361" y="968143"/>
                  <a:pt x="6279574" y="954249"/>
                  <a:pt x="6274227" y="942462"/>
                </a:cubicBezTo>
                <a:cubicBezTo>
                  <a:pt x="6271554" y="936559"/>
                  <a:pt x="6266743" y="932305"/>
                  <a:pt x="6261127" y="930194"/>
                </a:cubicBezTo>
                <a:cubicBezTo>
                  <a:pt x="6255512" y="928083"/>
                  <a:pt x="6249091" y="928117"/>
                  <a:pt x="6243198" y="930791"/>
                </a:cubicBezTo>
                <a:close/>
                <a:moveTo>
                  <a:pt x="4966273" y="1428743"/>
                </a:moveTo>
                <a:cubicBezTo>
                  <a:pt x="4954202" y="1431446"/>
                  <a:pt x="4946591" y="1443424"/>
                  <a:pt x="4949293" y="1455517"/>
                </a:cubicBezTo>
                <a:cubicBezTo>
                  <a:pt x="4951616" y="1465962"/>
                  <a:pt x="4960869" y="1473054"/>
                  <a:pt x="4971143" y="1473054"/>
                </a:cubicBezTo>
                <a:cubicBezTo>
                  <a:pt x="4972773" y="1473054"/>
                  <a:pt x="4974403" y="1472881"/>
                  <a:pt x="4976050" y="1472517"/>
                </a:cubicBezTo>
                <a:cubicBezTo>
                  <a:pt x="4988143" y="1469814"/>
                  <a:pt x="4995750" y="1457837"/>
                  <a:pt x="4993049" y="1445743"/>
                </a:cubicBezTo>
                <a:cubicBezTo>
                  <a:pt x="4990345" y="1433650"/>
                  <a:pt x="4978368" y="1426041"/>
                  <a:pt x="4966273" y="1428743"/>
                </a:cubicBezTo>
                <a:close/>
                <a:moveTo>
                  <a:pt x="1060189" y="2952845"/>
                </a:moveTo>
                <a:cubicBezTo>
                  <a:pt x="1057468" y="2957100"/>
                  <a:pt x="1058694" y="2962754"/>
                  <a:pt x="1062949" y="2965475"/>
                </a:cubicBezTo>
                <a:cubicBezTo>
                  <a:pt x="1064482" y="2966452"/>
                  <a:pt x="1066188" y="2966932"/>
                  <a:pt x="1067874" y="2966932"/>
                </a:cubicBezTo>
                <a:cubicBezTo>
                  <a:pt x="1070884" y="2966932"/>
                  <a:pt x="1073816" y="2965437"/>
                  <a:pt x="1075560" y="2962715"/>
                </a:cubicBezTo>
                <a:cubicBezTo>
                  <a:pt x="1078300" y="2958480"/>
                  <a:pt x="1077054" y="2952826"/>
                  <a:pt x="1072819" y="2950104"/>
                </a:cubicBezTo>
                <a:cubicBezTo>
                  <a:pt x="1068565" y="2947383"/>
                  <a:pt x="1062911" y="2948609"/>
                  <a:pt x="1060189" y="2952845"/>
                </a:cubicBezTo>
                <a:close/>
                <a:moveTo>
                  <a:pt x="3396234" y="2037146"/>
                </a:moveTo>
                <a:cubicBezTo>
                  <a:pt x="3385788" y="2039408"/>
                  <a:pt x="3379175" y="2049718"/>
                  <a:pt x="3381438" y="2060163"/>
                </a:cubicBezTo>
                <a:lnTo>
                  <a:pt x="3381419" y="2060163"/>
                </a:lnTo>
                <a:cubicBezTo>
                  <a:pt x="3383392" y="2069229"/>
                  <a:pt x="3391423" y="2075419"/>
                  <a:pt x="3400315" y="2075419"/>
                </a:cubicBezTo>
                <a:cubicBezTo>
                  <a:pt x="3401676" y="2075419"/>
                  <a:pt x="3403074" y="2075265"/>
                  <a:pt x="3404455" y="2074978"/>
                </a:cubicBezTo>
                <a:cubicBezTo>
                  <a:pt x="3414901" y="2072697"/>
                  <a:pt x="3421531" y="2062386"/>
                  <a:pt x="3419250" y="2051941"/>
                </a:cubicBezTo>
                <a:cubicBezTo>
                  <a:pt x="3416970" y="2041496"/>
                  <a:pt x="3406659" y="2034865"/>
                  <a:pt x="3396234" y="2037146"/>
                </a:cubicBezTo>
                <a:close/>
                <a:moveTo>
                  <a:pt x="1748778" y="2678542"/>
                </a:moveTo>
                <a:cubicBezTo>
                  <a:pt x="1745882" y="2680291"/>
                  <a:pt x="1743654" y="2683141"/>
                  <a:pt x="1742782" y="2686677"/>
                </a:cubicBezTo>
                <a:cubicBezTo>
                  <a:pt x="1741019" y="2693788"/>
                  <a:pt x="1745350" y="2700956"/>
                  <a:pt x="1752441" y="2702700"/>
                </a:cubicBezTo>
                <a:cubicBezTo>
                  <a:pt x="1753515" y="2702968"/>
                  <a:pt x="1754569" y="2703102"/>
                  <a:pt x="1755623" y="2703102"/>
                </a:cubicBezTo>
                <a:cubicBezTo>
                  <a:pt x="1761564" y="2703102"/>
                  <a:pt x="1766969" y="2699058"/>
                  <a:pt x="1768444" y="2693040"/>
                </a:cubicBezTo>
                <a:cubicBezTo>
                  <a:pt x="1770207" y="2685950"/>
                  <a:pt x="1765876" y="2678781"/>
                  <a:pt x="1758785" y="2677018"/>
                </a:cubicBezTo>
                <a:cubicBezTo>
                  <a:pt x="1755239" y="2676146"/>
                  <a:pt x="1751675" y="2676793"/>
                  <a:pt x="1748778" y="2678542"/>
                </a:cubicBezTo>
                <a:close/>
                <a:moveTo>
                  <a:pt x="4403292" y="1642303"/>
                </a:moveTo>
                <a:cubicBezTo>
                  <a:pt x="4391854" y="1645273"/>
                  <a:pt x="4385009" y="1656984"/>
                  <a:pt x="4388002" y="1668425"/>
                </a:cubicBezTo>
                <a:cubicBezTo>
                  <a:pt x="4390531" y="1678027"/>
                  <a:pt x="4399194" y="1684409"/>
                  <a:pt x="4408699" y="1684409"/>
                </a:cubicBezTo>
                <a:cubicBezTo>
                  <a:pt x="4410502" y="1684409"/>
                  <a:pt x="4412321" y="1684179"/>
                  <a:pt x="4414141" y="1683700"/>
                </a:cubicBezTo>
                <a:cubicBezTo>
                  <a:pt x="4425563" y="1680691"/>
                  <a:pt x="4432406" y="1669000"/>
                  <a:pt x="4429416" y="1657578"/>
                </a:cubicBezTo>
                <a:cubicBezTo>
                  <a:pt x="4426410" y="1646136"/>
                  <a:pt x="4414717" y="1639293"/>
                  <a:pt x="4403292" y="1642303"/>
                </a:cubicBezTo>
                <a:close/>
                <a:moveTo>
                  <a:pt x="6342819" y="885024"/>
                </a:moveTo>
                <a:cubicBezTo>
                  <a:pt x="6331070" y="890485"/>
                  <a:pt x="6325973" y="904419"/>
                  <a:pt x="6331435" y="916167"/>
                </a:cubicBezTo>
                <a:cubicBezTo>
                  <a:pt x="6335402" y="924715"/>
                  <a:pt x="6343854" y="929736"/>
                  <a:pt x="6352709" y="929736"/>
                </a:cubicBezTo>
                <a:cubicBezTo>
                  <a:pt x="6356005" y="929736"/>
                  <a:pt x="6359378" y="929027"/>
                  <a:pt x="6362579" y="927551"/>
                </a:cubicBezTo>
                <a:cubicBezTo>
                  <a:pt x="6374308" y="922089"/>
                  <a:pt x="6379406" y="908156"/>
                  <a:pt x="6373963" y="896407"/>
                </a:cubicBezTo>
                <a:cubicBezTo>
                  <a:pt x="6371231" y="890534"/>
                  <a:pt x="6366378" y="886321"/>
                  <a:pt x="6360741" y="884261"/>
                </a:cubicBezTo>
                <a:cubicBezTo>
                  <a:pt x="6355104" y="882201"/>
                  <a:pt x="6348683" y="882292"/>
                  <a:pt x="6342819" y="885024"/>
                </a:cubicBezTo>
                <a:close/>
                <a:moveTo>
                  <a:pt x="171033" y="3293816"/>
                </a:moveTo>
                <a:cubicBezTo>
                  <a:pt x="170303" y="3294620"/>
                  <a:pt x="170361" y="3295885"/>
                  <a:pt x="171185" y="3296614"/>
                </a:cubicBezTo>
                <a:cubicBezTo>
                  <a:pt x="171570" y="3296958"/>
                  <a:pt x="172030" y="3297131"/>
                  <a:pt x="172509" y="3297132"/>
                </a:cubicBezTo>
                <a:cubicBezTo>
                  <a:pt x="173044" y="3297131"/>
                  <a:pt x="173582" y="3296901"/>
                  <a:pt x="173984" y="3296460"/>
                </a:cubicBezTo>
                <a:cubicBezTo>
                  <a:pt x="174712" y="3295656"/>
                  <a:pt x="174656" y="3294409"/>
                  <a:pt x="173829" y="3293662"/>
                </a:cubicBezTo>
                <a:cubicBezTo>
                  <a:pt x="173025" y="3292934"/>
                  <a:pt x="171780" y="3293010"/>
                  <a:pt x="171033" y="3293816"/>
                </a:cubicBezTo>
                <a:close/>
                <a:moveTo>
                  <a:pt x="2705898" y="2303525"/>
                </a:moveTo>
                <a:cubicBezTo>
                  <a:pt x="2696353" y="2304004"/>
                  <a:pt x="2689013" y="2312130"/>
                  <a:pt x="2689492" y="2321694"/>
                </a:cubicBezTo>
                <a:cubicBezTo>
                  <a:pt x="2689952" y="2330931"/>
                  <a:pt x="2697599" y="2338118"/>
                  <a:pt x="2706760" y="2338118"/>
                </a:cubicBezTo>
                <a:cubicBezTo>
                  <a:pt x="2707047" y="2338118"/>
                  <a:pt x="2707354" y="2338118"/>
                  <a:pt x="2707642" y="2338099"/>
                </a:cubicBezTo>
                <a:cubicBezTo>
                  <a:pt x="2717204" y="2337619"/>
                  <a:pt x="2724546" y="2329493"/>
                  <a:pt x="2724066" y="2319949"/>
                </a:cubicBezTo>
                <a:cubicBezTo>
                  <a:pt x="2723587" y="2310386"/>
                  <a:pt x="2715461" y="2303046"/>
                  <a:pt x="2705898" y="2303525"/>
                </a:cubicBezTo>
                <a:close/>
                <a:moveTo>
                  <a:pt x="3845813" y="1857030"/>
                </a:moveTo>
                <a:cubicBezTo>
                  <a:pt x="3834946" y="1859924"/>
                  <a:pt x="3828448" y="1871079"/>
                  <a:pt x="3831342" y="1881945"/>
                </a:cubicBezTo>
                <a:cubicBezTo>
                  <a:pt x="3833776" y="1891068"/>
                  <a:pt x="3842018" y="1897105"/>
                  <a:pt x="3851028" y="1897105"/>
                </a:cubicBezTo>
                <a:cubicBezTo>
                  <a:pt x="3852769" y="1897105"/>
                  <a:pt x="3854515" y="1896894"/>
                  <a:pt x="3856279" y="1896414"/>
                </a:cubicBezTo>
                <a:cubicBezTo>
                  <a:pt x="3867144" y="1893540"/>
                  <a:pt x="3873640" y="1882367"/>
                  <a:pt x="3870746" y="1871500"/>
                </a:cubicBezTo>
                <a:cubicBezTo>
                  <a:pt x="3867855" y="1860614"/>
                  <a:pt x="3856700" y="1854136"/>
                  <a:pt x="3845813" y="1857030"/>
                </a:cubicBezTo>
                <a:close/>
                <a:moveTo>
                  <a:pt x="5527514" y="1200542"/>
                </a:moveTo>
                <a:cubicBezTo>
                  <a:pt x="5515057" y="1204106"/>
                  <a:pt x="5507867" y="1217101"/>
                  <a:pt x="5511434" y="1229539"/>
                </a:cubicBezTo>
                <a:cubicBezTo>
                  <a:pt x="5514385" y="1239831"/>
                  <a:pt x="5523776" y="1246519"/>
                  <a:pt x="5533952" y="1246519"/>
                </a:cubicBezTo>
                <a:cubicBezTo>
                  <a:pt x="5536099" y="1246519"/>
                  <a:pt x="5538284" y="1246231"/>
                  <a:pt x="5540450" y="1245618"/>
                </a:cubicBezTo>
                <a:cubicBezTo>
                  <a:pt x="5552908" y="1242035"/>
                  <a:pt x="5560093" y="1229041"/>
                  <a:pt x="5556529" y="1216602"/>
                </a:cubicBezTo>
                <a:cubicBezTo>
                  <a:pt x="5552945" y="1204164"/>
                  <a:pt x="5539972" y="1196958"/>
                  <a:pt x="5527514" y="1200542"/>
                </a:cubicBezTo>
                <a:close/>
                <a:moveTo>
                  <a:pt x="7571967" y="402096"/>
                </a:moveTo>
                <a:cubicBezTo>
                  <a:pt x="7559204" y="404319"/>
                  <a:pt x="7550656" y="416451"/>
                  <a:pt x="7552878" y="429215"/>
                </a:cubicBezTo>
                <a:cubicBezTo>
                  <a:pt x="7554853" y="440618"/>
                  <a:pt x="7564742" y="448649"/>
                  <a:pt x="7575935" y="448649"/>
                </a:cubicBezTo>
                <a:cubicBezTo>
                  <a:pt x="7577276" y="448648"/>
                  <a:pt x="7578618" y="448533"/>
                  <a:pt x="7579979" y="448303"/>
                </a:cubicBezTo>
                <a:cubicBezTo>
                  <a:pt x="7592743" y="446100"/>
                  <a:pt x="7601291" y="433968"/>
                  <a:pt x="7599067" y="421203"/>
                </a:cubicBezTo>
                <a:cubicBezTo>
                  <a:pt x="7596863" y="408440"/>
                  <a:pt x="7584732" y="399892"/>
                  <a:pt x="7571967" y="402096"/>
                </a:cubicBezTo>
                <a:close/>
                <a:moveTo>
                  <a:pt x="648040" y="3104501"/>
                </a:moveTo>
                <a:cubicBezTo>
                  <a:pt x="645855" y="3107069"/>
                  <a:pt x="646162" y="3110902"/>
                  <a:pt x="648710" y="3113068"/>
                </a:cubicBezTo>
                <a:cubicBezTo>
                  <a:pt x="649860" y="3114045"/>
                  <a:pt x="651260" y="3114524"/>
                  <a:pt x="652658" y="3114524"/>
                </a:cubicBezTo>
                <a:cubicBezTo>
                  <a:pt x="654365" y="3114524"/>
                  <a:pt x="656070" y="3113796"/>
                  <a:pt x="657276" y="3112377"/>
                </a:cubicBezTo>
                <a:cubicBezTo>
                  <a:pt x="659442" y="3109829"/>
                  <a:pt x="659136" y="3106015"/>
                  <a:pt x="656587" y="3103829"/>
                </a:cubicBezTo>
                <a:cubicBezTo>
                  <a:pt x="654039" y="3101664"/>
                  <a:pt x="650205" y="3101952"/>
                  <a:pt x="648040" y="3104501"/>
                </a:cubicBezTo>
                <a:close/>
                <a:moveTo>
                  <a:pt x="6442134" y="838471"/>
                </a:moveTo>
                <a:cubicBezTo>
                  <a:pt x="6430443" y="843991"/>
                  <a:pt x="6425422" y="857961"/>
                  <a:pt x="6430961" y="869672"/>
                </a:cubicBezTo>
                <a:lnTo>
                  <a:pt x="6430941" y="869672"/>
                </a:lnTo>
                <a:cubicBezTo>
                  <a:pt x="6434947" y="878143"/>
                  <a:pt x="6443361" y="883107"/>
                  <a:pt x="6452157" y="883107"/>
                </a:cubicBezTo>
                <a:cubicBezTo>
                  <a:pt x="6455512" y="883107"/>
                  <a:pt x="6458923" y="882397"/>
                  <a:pt x="6462143" y="880865"/>
                </a:cubicBezTo>
                <a:cubicBezTo>
                  <a:pt x="6473852" y="875326"/>
                  <a:pt x="6478874" y="861354"/>
                  <a:pt x="6473336" y="849644"/>
                </a:cubicBezTo>
                <a:cubicBezTo>
                  <a:pt x="6470576" y="843789"/>
                  <a:pt x="6465698" y="839611"/>
                  <a:pt x="6460049" y="837589"/>
                </a:cubicBezTo>
                <a:cubicBezTo>
                  <a:pt x="6454400" y="835567"/>
                  <a:pt x="6447979" y="835702"/>
                  <a:pt x="6442134" y="838471"/>
                </a:cubicBezTo>
                <a:close/>
                <a:moveTo>
                  <a:pt x="4859486" y="1453696"/>
                </a:moveTo>
                <a:cubicBezTo>
                  <a:pt x="4847450" y="1456629"/>
                  <a:pt x="4840074" y="1468760"/>
                  <a:pt x="4843003" y="1480777"/>
                </a:cubicBezTo>
                <a:cubicBezTo>
                  <a:pt x="4845495" y="1491030"/>
                  <a:pt x="4854674" y="1497911"/>
                  <a:pt x="4864775" y="1497911"/>
                </a:cubicBezTo>
                <a:cubicBezTo>
                  <a:pt x="4866521" y="1497911"/>
                  <a:pt x="4868303" y="1497700"/>
                  <a:pt x="4870082" y="1497279"/>
                </a:cubicBezTo>
                <a:cubicBezTo>
                  <a:pt x="4882120" y="1494346"/>
                  <a:pt x="4889500" y="1482215"/>
                  <a:pt x="4886587" y="1470179"/>
                </a:cubicBezTo>
                <a:cubicBezTo>
                  <a:pt x="4883654" y="1458163"/>
                  <a:pt x="4871521" y="1450765"/>
                  <a:pt x="4859486" y="1453696"/>
                </a:cubicBezTo>
                <a:close/>
                <a:moveTo>
                  <a:pt x="4298152" y="1670074"/>
                </a:moveTo>
                <a:cubicBezTo>
                  <a:pt x="4286730" y="1673120"/>
                  <a:pt x="4279926" y="1684850"/>
                  <a:pt x="4282974" y="1696272"/>
                </a:cubicBezTo>
                <a:cubicBezTo>
                  <a:pt x="4285523" y="1705835"/>
                  <a:pt x="4294187" y="1712160"/>
                  <a:pt x="4303633" y="1712160"/>
                </a:cubicBezTo>
                <a:cubicBezTo>
                  <a:pt x="4305474" y="1712160"/>
                  <a:pt x="4307314" y="1711930"/>
                  <a:pt x="4309174" y="1711432"/>
                </a:cubicBezTo>
                <a:cubicBezTo>
                  <a:pt x="4320575" y="1708404"/>
                  <a:pt x="4327379" y="1696674"/>
                  <a:pt x="4324333" y="1685252"/>
                </a:cubicBezTo>
                <a:cubicBezTo>
                  <a:pt x="4321308" y="1673829"/>
                  <a:pt x="4309575" y="1667045"/>
                  <a:pt x="4298152" y="1670074"/>
                </a:cubicBezTo>
                <a:close/>
                <a:moveTo>
                  <a:pt x="5422045" y="1229884"/>
                </a:moveTo>
                <a:cubicBezTo>
                  <a:pt x="5409531" y="1233257"/>
                  <a:pt x="5402151" y="1246136"/>
                  <a:pt x="5405525" y="1258632"/>
                </a:cubicBezTo>
                <a:cubicBezTo>
                  <a:pt x="5408360" y="1269077"/>
                  <a:pt x="5417811" y="1275958"/>
                  <a:pt x="5428141" y="1275958"/>
                </a:cubicBezTo>
                <a:cubicBezTo>
                  <a:pt x="5430173" y="1275957"/>
                  <a:pt x="5432223" y="1275708"/>
                  <a:pt x="5434273" y="1275152"/>
                </a:cubicBezTo>
                <a:cubicBezTo>
                  <a:pt x="5446768" y="1271760"/>
                  <a:pt x="5454167" y="1258900"/>
                  <a:pt x="5450795" y="1246385"/>
                </a:cubicBezTo>
                <a:cubicBezTo>
                  <a:pt x="5447399" y="1233889"/>
                  <a:pt x="5434541" y="1226511"/>
                  <a:pt x="5422045" y="1229884"/>
                </a:cubicBezTo>
                <a:close/>
                <a:moveTo>
                  <a:pt x="6541295" y="791362"/>
                </a:moveTo>
                <a:cubicBezTo>
                  <a:pt x="6529605" y="796940"/>
                  <a:pt x="6524660" y="810931"/>
                  <a:pt x="6530237" y="822621"/>
                </a:cubicBezTo>
                <a:cubicBezTo>
                  <a:pt x="6534242" y="831054"/>
                  <a:pt x="6542657" y="835980"/>
                  <a:pt x="6551414" y="835980"/>
                </a:cubicBezTo>
                <a:cubicBezTo>
                  <a:pt x="6554788" y="835980"/>
                  <a:pt x="6558219" y="835251"/>
                  <a:pt x="6561496" y="833698"/>
                </a:cubicBezTo>
                <a:cubicBezTo>
                  <a:pt x="6573167" y="828102"/>
                  <a:pt x="6578131" y="814112"/>
                  <a:pt x="6572554" y="802440"/>
                </a:cubicBezTo>
                <a:cubicBezTo>
                  <a:pt x="6569766" y="796595"/>
                  <a:pt x="6564873" y="792431"/>
                  <a:pt x="6559217" y="790426"/>
                </a:cubicBezTo>
                <a:cubicBezTo>
                  <a:pt x="6553561" y="788420"/>
                  <a:pt x="6547141" y="788574"/>
                  <a:pt x="6541295" y="791362"/>
                </a:cubicBezTo>
                <a:close/>
                <a:moveTo>
                  <a:pt x="3741574" y="1884245"/>
                </a:moveTo>
                <a:cubicBezTo>
                  <a:pt x="3730668" y="1887023"/>
                  <a:pt x="3724095" y="1898120"/>
                  <a:pt x="3726874" y="1909025"/>
                </a:cubicBezTo>
                <a:cubicBezTo>
                  <a:pt x="3729231" y="1918245"/>
                  <a:pt x="3737530" y="1924358"/>
                  <a:pt x="3746614" y="1924377"/>
                </a:cubicBezTo>
                <a:cubicBezTo>
                  <a:pt x="3748281" y="1924377"/>
                  <a:pt x="3749987" y="1924166"/>
                  <a:pt x="3751674" y="1923725"/>
                </a:cubicBezTo>
                <a:cubicBezTo>
                  <a:pt x="3762579" y="1920946"/>
                  <a:pt x="3769153" y="1909849"/>
                  <a:pt x="3766373" y="1898945"/>
                </a:cubicBezTo>
                <a:cubicBezTo>
                  <a:pt x="3763575" y="1888020"/>
                  <a:pt x="3752479" y="1881447"/>
                  <a:pt x="3741574" y="1884245"/>
                </a:cubicBezTo>
                <a:close/>
                <a:moveTo>
                  <a:pt x="3291610" y="2058592"/>
                </a:moveTo>
                <a:cubicBezTo>
                  <a:pt x="3281105" y="2060624"/>
                  <a:pt x="3274226" y="2070761"/>
                  <a:pt x="3276239" y="2081264"/>
                </a:cubicBezTo>
                <a:cubicBezTo>
                  <a:pt x="3278021" y="2090521"/>
                  <a:pt x="3286127" y="2096980"/>
                  <a:pt x="3295232" y="2096980"/>
                </a:cubicBezTo>
                <a:cubicBezTo>
                  <a:pt x="3296439" y="2096980"/>
                  <a:pt x="3297666" y="2096865"/>
                  <a:pt x="3298911" y="2096616"/>
                </a:cubicBezTo>
                <a:cubicBezTo>
                  <a:pt x="3309395" y="2094603"/>
                  <a:pt x="3316276" y="2084465"/>
                  <a:pt x="3314262" y="2073963"/>
                </a:cubicBezTo>
                <a:cubicBezTo>
                  <a:pt x="3312251" y="2063460"/>
                  <a:pt x="3302111" y="2056580"/>
                  <a:pt x="3291610" y="2058592"/>
                </a:cubicBezTo>
                <a:close/>
                <a:moveTo>
                  <a:pt x="2946097" y="2193362"/>
                </a:moveTo>
                <a:cubicBezTo>
                  <a:pt x="2936036" y="2194474"/>
                  <a:pt x="2928791" y="2203539"/>
                  <a:pt x="2929902" y="2213601"/>
                </a:cubicBezTo>
                <a:cubicBezTo>
                  <a:pt x="2930937" y="2222972"/>
                  <a:pt x="2938872" y="2229930"/>
                  <a:pt x="2948091" y="2229930"/>
                </a:cubicBezTo>
                <a:cubicBezTo>
                  <a:pt x="2948780" y="2229930"/>
                  <a:pt x="2949450" y="2229891"/>
                  <a:pt x="2950141" y="2229815"/>
                </a:cubicBezTo>
                <a:cubicBezTo>
                  <a:pt x="2960203" y="2228704"/>
                  <a:pt x="2967466" y="2219639"/>
                  <a:pt x="2966354" y="2209577"/>
                </a:cubicBezTo>
                <a:cubicBezTo>
                  <a:pt x="2965224" y="2199514"/>
                  <a:pt x="2956179" y="2192250"/>
                  <a:pt x="2946097" y="2193362"/>
                </a:cubicBezTo>
                <a:close/>
                <a:moveTo>
                  <a:pt x="1531465" y="2742525"/>
                </a:moveTo>
                <a:cubicBezTo>
                  <a:pt x="1525121" y="2740206"/>
                  <a:pt x="1518126" y="2743483"/>
                  <a:pt x="1515807" y="2749808"/>
                </a:cubicBezTo>
                <a:cubicBezTo>
                  <a:pt x="1513508" y="2756133"/>
                  <a:pt x="1516766" y="2763147"/>
                  <a:pt x="1523110" y="2765447"/>
                </a:cubicBezTo>
                <a:cubicBezTo>
                  <a:pt x="1524490" y="2765946"/>
                  <a:pt x="1525889" y="2766194"/>
                  <a:pt x="1527269" y="2766194"/>
                </a:cubicBezTo>
                <a:cubicBezTo>
                  <a:pt x="1532251" y="2766194"/>
                  <a:pt x="1536947" y="2763108"/>
                  <a:pt x="1538748" y="2758164"/>
                </a:cubicBezTo>
                <a:cubicBezTo>
                  <a:pt x="1541048" y="2751840"/>
                  <a:pt x="1537790" y="2744825"/>
                  <a:pt x="1531465" y="2742525"/>
                </a:cubicBezTo>
                <a:close/>
                <a:moveTo>
                  <a:pt x="7462975" y="424366"/>
                </a:moveTo>
                <a:cubicBezTo>
                  <a:pt x="7450364" y="427317"/>
                  <a:pt x="7442544" y="439928"/>
                  <a:pt x="7445477" y="452539"/>
                </a:cubicBezTo>
                <a:cubicBezTo>
                  <a:pt x="7448026" y="463348"/>
                  <a:pt x="7457666" y="470650"/>
                  <a:pt x="7468303" y="470650"/>
                </a:cubicBezTo>
                <a:cubicBezTo>
                  <a:pt x="7470065" y="470650"/>
                  <a:pt x="7471867" y="470439"/>
                  <a:pt x="7473668" y="470017"/>
                </a:cubicBezTo>
                <a:cubicBezTo>
                  <a:pt x="7486279" y="467066"/>
                  <a:pt x="7494099" y="454455"/>
                  <a:pt x="7491147" y="441845"/>
                </a:cubicBezTo>
                <a:cubicBezTo>
                  <a:pt x="7488196" y="429234"/>
                  <a:pt x="7475566" y="421414"/>
                  <a:pt x="7462975" y="424366"/>
                </a:cubicBezTo>
                <a:close/>
                <a:moveTo>
                  <a:pt x="269639" y="3231068"/>
                </a:moveTo>
                <a:cubicBezTo>
                  <a:pt x="268507" y="3232294"/>
                  <a:pt x="268603" y="3234192"/>
                  <a:pt x="269830" y="3235303"/>
                </a:cubicBezTo>
                <a:cubicBezTo>
                  <a:pt x="270406" y="3235840"/>
                  <a:pt x="271133" y="3236090"/>
                  <a:pt x="271842" y="3236090"/>
                </a:cubicBezTo>
                <a:cubicBezTo>
                  <a:pt x="272666" y="3236090"/>
                  <a:pt x="273472" y="3235764"/>
                  <a:pt x="274065" y="3235112"/>
                </a:cubicBezTo>
                <a:cubicBezTo>
                  <a:pt x="275196" y="3233886"/>
                  <a:pt x="275101" y="3231988"/>
                  <a:pt x="273874" y="3230876"/>
                </a:cubicBezTo>
                <a:cubicBezTo>
                  <a:pt x="272647" y="3229765"/>
                  <a:pt x="270750" y="3229841"/>
                  <a:pt x="269639" y="3231068"/>
                </a:cubicBezTo>
                <a:close/>
                <a:moveTo>
                  <a:pt x="6640380" y="743928"/>
                </a:moveTo>
                <a:cubicBezTo>
                  <a:pt x="6628689" y="749505"/>
                  <a:pt x="6623744" y="763496"/>
                  <a:pt x="6629321" y="775187"/>
                </a:cubicBezTo>
                <a:cubicBezTo>
                  <a:pt x="6633346" y="783620"/>
                  <a:pt x="6641760" y="788526"/>
                  <a:pt x="6650499" y="788526"/>
                </a:cubicBezTo>
                <a:cubicBezTo>
                  <a:pt x="6653891" y="788526"/>
                  <a:pt x="6657322" y="787797"/>
                  <a:pt x="6660600" y="786245"/>
                </a:cubicBezTo>
                <a:cubicBezTo>
                  <a:pt x="6672271" y="780668"/>
                  <a:pt x="6677216" y="766659"/>
                  <a:pt x="6671639" y="754986"/>
                </a:cubicBezTo>
                <a:cubicBezTo>
                  <a:pt x="6668850" y="749141"/>
                  <a:pt x="6663959" y="744982"/>
                  <a:pt x="6658302" y="742982"/>
                </a:cubicBezTo>
                <a:cubicBezTo>
                  <a:pt x="6652646" y="740982"/>
                  <a:pt x="6646225" y="741140"/>
                  <a:pt x="6640380" y="743928"/>
                </a:cubicBezTo>
                <a:close/>
                <a:moveTo>
                  <a:pt x="4753252" y="1480394"/>
                </a:moveTo>
                <a:cubicBezTo>
                  <a:pt x="4741254" y="1483479"/>
                  <a:pt x="4734028" y="1495707"/>
                  <a:pt x="4737117" y="1507704"/>
                </a:cubicBezTo>
                <a:cubicBezTo>
                  <a:pt x="4739724" y="1517824"/>
                  <a:pt x="4748827" y="1524531"/>
                  <a:pt x="4758831" y="1524531"/>
                </a:cubicBezTo>
                <a:cubicBezTo>
                  <a:pt x="4760670" y="1524531"/>
                  <a:pt x="4762547" y="1524301"/>
                  <a:pt x="4764427" y="1523842"/>
                </a:cubicBezTo>
                <a:cubicBezTo>
                  <a:pt x="4776423" y="1520737"/>
                  <a:pt x="4783630" y="1508528"/>
                  <a:pt x="4780546" y="1496531"/>
                </a:cubicBezTo>
                <a:cubicBezTo>
                  <a:pt x="4777458" y="1484533"/>
                  <a:pt x="4765230" y="1477308"/>
                  <a:pt x="4753252" y="1480394"/>
                </a:cubicBezTo>
                <a:close/>
                <a:moveTo>
                  <a:pt x="1177713" y="2875379"/>
                </a:moveTo>
                <a:cubicBezTo>
                  <a:pt x="1174913" y="2880228"/>
                  <a:pt x="1176581" y="2886438"/>
                  <a:pt x="1181429" y="2889254"/>
                </a:cubicBezTo>
                <a:cubicBezTo>
                  <a:pt x="1183040" y="2890175"/>
                  <a:pt x="1184784" y="2890615"/>
                  <a:pt x="1186489" y="2890615"/>
                </a:cubicBezTo>
                <a:cubicBezTo>
                  <a:pt x="1190015" y="2890615"/>
                  <a:pt x="1193427" y="2888776"/>
                  <a:pt x="1195305" y="2885517"/>
                </a:cubicBezTo>
                <a:cubicBezTo>
                  <a:pt x="1198104" y="2880669"/>
                  <a:pt x="1196436" y="2874459"/>
                  <a:pt x="1191588" y="2871661"/>
                </a:cubicBezTo>
                <a:cubicBezTo>
                  <a:pt x="1186739" y="2868844"/>
                  <a:pt x="1180510" y="2870511"/>
                  <a:pt x="1177713" y="2875379"/>
                </a:cubicBezTo>
                <a:close/>
                <a:moveTo>
                  <a:pt x="4193166" y="1698150"/>
                </a:moveTo>
                <a:cubicBezTo>
                  <a:pt x="4181741" y="1701217"/>
                  <a:pt x="4174957" y="1712946"/>
                  <a:pt x="4178023" y="1724368"/>
                </a:cubicBezTo>
                <a:cubicBezTo>
                  <a:pt x="4180594" y="1733913"/>
                  <a:pt x="4189236" y="1740218"/>
                  <a:pt x="4198703" y="1740218"/>
                </a:cubicBezTo>
                <a:cubicBezTo>
                  <a:pt x="4200524" y="1740218"/>
                  <a:pt x="4202383" y="1739988"/>
                  <a:pt x="4204243" y="1739490"/>
                </a:cubicBezTo>
                <a:cubicBezTo>
                  <a:pt x="4215666" y="1736423"/>
                  <a:pt x="4222431" y="1724694"/>
                  <a:pt x="4219365" y="1713272"/>
                </a:cubicBezTo>
                <a:cubicBezTo>
                  <a:pt x="4216317" y="1701850"/>
                  <a:pt x="4204568" y="1695084"/>
                  <a:pt x="4193166" y="1698150"/>
                </a:cubicBezTo>
                <a:close/>
                <a:moveTo>
                  <a:pt x="5316060" y="1257903"/>
                </a:moveTo>
                <a:cubicBezTo>
                  <a:pt x="5303529" y="1261161"/>
                  <a:pt x="5295995" y="1273945"/>
                  <a:pt x="5299256" y="1286479"/>
                </a:cubicBezTo>
                <a:cubicBezTo>
                  <a:pt x="5301994" y="1297039"/>
                  <a:pt x="5311499" y="1304053"/>
                  <a:pt x="5321925" y="1304053"/>
                </a:cubicBezTo>
                <a:cubicBezTo>
                  <a:pt x="5323881" y="1304053"/>
                  <a:pt x="5325856" y="1303805"/>
                  <a:pt x="5327847" y="1303287"/>
                </a:cubicBezTo>
                <a:cubicBezTo>
                  <a:pt x="5340364" y="1300048"/>
                  <a:pt x="5347894" y="1287246"/>
                  <a:pt x="5344637" y="1274711"/>
                </a:cubicBezTo>
                <a:cubicBezTo>
                  <a:pt x="5341397" y="1262177"/>
                  <a:pt x="5328594" y="1254646"/>
                  <a:pt x="5316060" y="1257903"/>
                </a:cubicBezTo>
                <a:close/>
                <a:moveTo>
                  <a:pt x="755039" y="3037153"/>
                </a:moveTo>
                <a:cubicBezTo>
                  <a:pt x="752568" y="3040200"/>
                  <a:pt x="753047" y="3044647"/>
                  <a:pt x="756094" y="3047119"/>
                </a:cubicBezTo>
                <a:cubicBezTo>
                  <a:pt x="757398" y="3048173"/>
                  <a:pt x="758969" y="3048691"/>
                  <a:pt x="760540" y="3048691"/>
                </a:cubicBezTo>
                <a:cubicBezTo>
                  <a:pt x="762610" y="3048691"/>
                  <a:pt x="764660" y="3047790"/>
                  <a:pt x="766059" y="3046065"/>
                </a:cubicBezTo>
                <a:cubicBezTo>
                  <a:pt x="768532" y="3043018"/>
                  <a:pt x="768053" y="3038552"/>
                  <a:pt x="765006" y="3036099"/>
                </a:cubicBezTo>
                <a:cubicBezTo>
                  <a:pt x="761959" y="3033627"/>
                  <a:pt x="757494" y="3034106"/>
                  <a:pt x="755039" y="3037153"/>
                </a:cubicBezTo>
                <a:close/>
                <a:moveTo>
                  <a:pt x="3637104" y="1910233"/>
                </a:moveTo>
                <a:cubicBezTo>
                  <a:pt x="3626160" y="1912859"/>
                  <a:pt x="3619433" y="1923879"/>
                  <a:pt x="3622077" y="1934822"/>
                </a:cubicBezTo>
                <a:cubicBezTo>
                  <a:pt x="3624321" y="1944156"/>
                  <a:pt x="3632676" y="1950423"/>
                  <a:pt x="3641876" y="1950423"/>
                </a:cubicBezTo>
                <a:cubicBezTo>
                  <a:pt x="3643447" y="1950423"/>
                  <a:pt x="3645057" y="1950232"/>
                  <a:pt x="3646667" y="1949847"/>
                </a:cubicBezTo>
                <a:cubicBezTo>
                  <a:pt x="3657610" y="1947203"/>
                  <a:pt x="3664337" y="1936202"/>
                  <a:pt x="3661692" y="1925259"/>
                </a:cubicBezTo>
                <a:cubicBezTo>
                  <a:pt x="3659048" y="1914316"/>
                  <a:pt x="3648047" y="1907589"/>
                  <a:pt x="3637104" y="1910233"/>
                </a:cubicBezTo>
                <a:close/>
                <a:moveTo>
                  <a:pt x="6739867" y="696858"/>
                </a:moveTo>
                <a:cubicBezTo>
                  <a:pt x="6728138" y="702340"/>
                  <a:pt x="6723079" y="716292"/>
                  <a:pt x="6728559" y="728021"/>
                </a:cubicBezTo>
                <a:cubicBezTo>
                  <a:pt x="6732546" y="736530"/>
                  <a:pt x="6740997" y="741532"/>
                  <a:pt x="6749814" y="741532"/>
                </a:cubicBezTo>
                <a:cubicBezTo>
                  <a:pt x="6753149" y="741532"/>
                  <a:pt x="6756522" y="740823"/>
                  <a:pt x="6759742" y="739329"/>
                </a:cubicBezTo>
                <a:cubicBezTo>
                  <a:pt x="6771471" y="733828"/>
                  <a:pt x="6776530" y="719875"/>
                  <a:pt x="6771048" y="708146"/>
                </a:cubicBezTo>
                <a:cubicBezTo>
                  <a:pt x="6768299" y="702282"/>
                  <a:pt x="6763436" y="698085"/>
                  <a:pt x="6757794" y="696041"/>
                </a:cubicBezTo>
                <a:cubicBezTo>
                  <a:pt x="6752152" y="693998"/>
                  <a:pt x="6745732" y="694109"/>
                  <a:pt x="6739867" y="696858"/>
                </a:cubicBezTo>
                <a:close/>
                <a:moveTo>
                  <a:pt x="7914756" y="238207"/>
                </a:moveTo>
                <a:cubicBezTo>
                  <a:pt x="7910077" y="242368"/>
                  <a:pt x="7906987" y="248314"/>
                  <a:pt x="7906594" y="255060"/>
                </a:cubicBezTo>
                <a:cubicBezTo>
                  <a:pt x="7905808" y="268552"/>
                  <a:pt x="7916120" y="280129"/>
                  <a:pt x="7929612" y="280914"/>
                </a:cubicBezTo>
                <a:cubicBezTo>
                  <a:pt x="7930091" y="280952"/>
                  <a:pt x="7930570" y="280952"/>
                  <a:pt x="7931050" y="280952"/>
                </a:cubicBezTo>
                <a:cubicBezTo>
                  <a:pt x="7943909" y="280952"/>
                  <a:pt x="7954699" y="270910"/>
                  <a:pt x="7955447" y="257896"/>
                </a:cubicBezTo>
                <a:cubicBezTo>
                  <a:pt x="7956232" y="244404"/>
                  <a:pt x="7945941" y="232847"/>
                  <a:pt x="7932449" y="232062"/>
                </a:cubicBezTo>
                <a:cubicBezTo>
                  <a:pt x="7925702" y="231669"/>
                  <a:pt x="7919435" y="234046"/>
                  <a:pt x="7914756" y="238207"/>
                </a:cubicBezTo>
                <a:close/>
                <a:moveTo>
                  <a:pt x="2349871" y="2408577"/>
                </a:moveTo>
                <a:cubicBezTo>
                  <a:pt x="2346760" y="2411353"/>
                  <a:pt x="2344709" y="2415316"/>
                  <a:pt x="2344460" y="2419801"/>
                </a:cubicBezTo>
                <a:cubicBezTo>
                  <a:pt x="2343941" y="2428789"/>
                  <a:pt x="2350803" y="2436493"/>
                  <a:pt x="2359792" y="2436991"/>
                </a:cubicBezTo>
                <a:cubicBezTo>
                  <a:pt x="2360099" y="2437030"/>
                  <a:pt x="2360424" y="2437030"/>
                  <a:pt x="2360731" y="2437030"/>
                </a:cubicBezTo>
                <a:cubicBezTo>
                  <a:pt x="2369317" y="2437030"/>
                  <a:pt x="2376485" y="2430322"/>
                  <a:pt x="2376983" y="2421659"/>
                </a:cubicBezTo>
                <a:cubicBezTo>
                  <a:pt x="2377501" y="2412671"/>
                  <a:pt x="2370639" y="2404985"/>
                  <a:pt x="2361651" y="2404468"/>
                </a:cubicBezTo>
                <a:cubicBezTo>
                  <a:pt x="2357157" y="2404209"/>
                  <a:pt x="2352983" y="2405800"/>
                  <a:pt x="2349871" y="2408577"/>
                </a:cubicBezTo>
                <a:close/>
                <a:moveTo>
                  <a:pt x="2113191" y="2498992"/>
                </a:moveTo>
                <a:cubicBezTo>
                  <a:pt x="2110100" y="2501382"/>
                  <a:pt x="2107921" y="2504952"/>
                  <a:pt x="2107384" y="2509130"/>
                </a:cubicBezTo>
                <a:cubicBezTo>
                  <a:pt x="2106330" y="2517505"/>
                  <a:pt x="2112233" y="2525153"/>
                  <a:pt x="2120608" y="2526207"/>
                </a:cubicBezTo>
                <a:cubicBezTo>
                  <a:pt x="2121260" y="2526302"/>
                  <a:pt x="2121911" y="2526341"/>
                  <a:pt x="2122562" y="2526341"/>
                </a:cubicBezTo>
                <a:cubicBezTo>
                  <a:pt x="2130133" y="2526341"/>
                  <a:pt x="2136707" y="2520706"/>
                  <a:pt x="2137684" y="2512982"/>
                </a:cubicBezTo>
                <a:cubicBezTo>
                  <a:pt x="2138757" y="2504626"/>
                  <a:pt x="2132836" y="2496980"/>
                  <a:pt x="2124460" y="2495926"/>
                </a:cubicBezTo>
                <a:cubicBezTo>
                  <a:pt x="2120282" y="2495389"/>
                  <a:pt x="2116281" y="2496601"/>
                  <a:pt x="2113191" y="2498992"/>
                </a:cubicBezTo>
                <a:close/>
                <a:moveTo>
                  <a:pt x="7355514" y="452501"/>
                </a:moveTo>
                <a:cubicBezTo>
                  <a:pt x="7343076" y="456084"/>
                  <a:pt x="7335890" y="469078"/>
                  <a:pt x="7339472" y="481517"/>
                </a:cubicBezTo>
                <a:cubicBezTo>
                  <a:pt x="7342444" y="491789"/>
                  <a:pt x="7351816" y="498479"/>
                  <a:pt x="7361992" y="498479"/>
                </a:cubicBezTo>
                <a:cubicBezTo>
                  <a:pt x="7364159" y="498478"/>
                  <a:pt x="7366343" y="498171"/>
                  <a:pt x="7368509" y="497558"/>
                </a:cubicBezTo>
                <a:cubicBezTo>
                  <a:pt x="7380947" y="493955"/>
                  <a:pt x="7388115" y="480981"/>
                  <a:pt x="7384530" y="468522"/>
                </a:cubicBezTo>
                <a:cubicBezTo>
                  <a:pt x="7380947" y="456084"/>
                  <a:pt x="7367953" y="448916"/>
                  <a:pt x="7355514" y="452501"/>
                </a:cubicBezTo>
                <a:close/>
                <a:moveTo>
                  <a:pt x="4647383" y="1508145"/>
                </a:moveTo>
                <a:cubicBezTo>
                  <a:pt x="4635406" y="1511327"/>
                  <a:pt x="4628294" y="1523593"/>
                  <a:pt x="4631477" y="1535571"/>
                </a:cubicBezTo>
                <a:cubicBezTo>
                  <a:pt x="4634141" y="1545614"/>
                  <a:pt x="4643205" y="1552225"/>
                  <a:pt x="4653132" y="1552225"/>
                </a:cubicBezTo>
                <a:cubicBezTo>
                  <a:pt x="4655032" y="1552225"/>
                  <a:pt x="4656985" y="1551996"/>
                  <a:pt x="4658920" y="1551478"/>
                </a:cubicBezTo>
                <a:cubicBezTo>
                  <a:pt x="4670880" y="1548296"/>
                  <a:pt x="4677991" y="1536012"/>
                  <a:pt x="4674809" y="1524033"/>
                </a:cubicBezTo>
                <a:cubicBezTo>
                  <a:pt x="4671626" y="1512074"/>
                  <a:pt x="4659344" y="1504945"/>
                  <a:pt x="4647383" y="1508145"/>
                </a:cubicBezTo>
                <a:close/>
                <a:moveTo>
                  <a:pt x="4088235" y="1726247"/>
                </a:moveTo>
                <a:cubicBezTo>
                  <a:pt x="4076831" y="1729313"/>
                  <a:pt x="4070047" y="1741042"/>
                  <a:pt x="4073093" y="1752446"/>
                </a:cubicBezTo>
                <a:cubicBezTo>
                  <a:pt x="4075663" y="1762028"/>
                  <a:pt x="4084307" y="1768334"/>
                  <a:pt x="4093774" y="1768334"/>
                </a:cubicBezTo>
                <a:cubicBezTo>
                  <a:pt x="4095596" y="1768334"/>
                  <a:pt x="4097454" y="1768103"/>
                  <a:pt x="4099292" y="1767605"/>
                </a:cubicBezTo>
                <a:cubicBezTo>
                  <a:pt x="4110716" y="1764559"/>
                  <a:pt x="4117499" y="1752830"/>
                  <a:pt x="4114453" y="1741407"/>
                </a:cubicBezTo>
                <a:cubicBezTo>
                  <a:pt x="4111386" y="1729984"/>
                  <a:pt x="4099658" y="1723199"/>
                  <a:pt x="4088235" y="1726247"/>
                </a:cubicBezTo>
                <a:close/>
                <a:moveTo>
                  <a:pt x="2600680" y="2306438"/>
                </a:moveTo>
                <a:cubicBezTo>
                  <a:pt x="2591117" y="2306476"/>
                  <a:pt x="2583412" y="2314276"/>
                  <a:pt x="2583469" y="2323840"/>
                </a:cubicBezTo>
                <a:cubicBezTo>
                  <a:pt x="2583527" y="2333365"/>
                  <a:pt x="2591269" y="2341050"/>
                  <a:pt x="2600775" y="2341050"/>
                </a:cubicBezTo>
                <a:lnTo>
                  <a:pt x="2600871" y="2341050"/>
                </a:lnTo>
                <a:cubicBezTo>
                  <a:pt x="2610435" y="2341012"/>
                  <a:pt x="2618139" y="2333212"/>
                  <a:pt x="2618101" y="2323648"/>
                </a:cubicBezTo>
                <a:cubicBezTo>
                  <a:pt x="2618043" y="2314085"/>
                  <a:pt x="2610243" y="2306380"/>
                  <a:pt x="2600680" y="2306438"/>
                </a:cubicBezTo>
                <a:close/>
                <a:moveTo>
                  <a:pt x="3186526" y="2077182"/>
                </a:moveTo>
                <a:cubicBezTo>
                  <a:pt x="3175966" y="2078888"/>
                  <a:pt x="3168779" y="2088815"/>
                  <a:pt x="3170484" y="2099376"/>
                </a:cubicBezTo>
                <a:cubicBezTo>
                  <a:pt x="3172018" y="2108881"/>
                  <a:pt x="3180239" y="2115647"/>
                  <a:pt x="3189574" y="2115647"/>
                </a:cubicBezTo>
                <a:cubicBezTo>
                  <a:pt x="3190609" y="2115647"/>
                  <a:pt x="3191643" y="2115570"/>
                  <a:pt x="3192679" y="2115398"/>
                </a:cubicBezTo>
                <a:cubicBezTo>
                  <a:pt x="3203219" y="2113711"/>
                  <a:pt x="3210406" y="2103784"/>
                  <a:pt x="3208719" y="2093224"/>
                </a:cubicBezTo>
                <a:cubicBezTo>
                  <a:pt x="3207014" y="2082663"/>
                  <a:pt x="3197086" y="2075496"/>
                  <a:pt x="3186526" y="2077182"/>
                </a:cubicBezTo>
                <a:close/>
                <a:moveTo>
                  <a:pt x="6839929" y="650728"/>
                </a:moveTo>
                <a:cubicBezTo>
                  <a:pt x="6828124" y="656075"/>
                  <a:pt x="6822891" y="669969"/>
                  <a:pt x="6828238" y="681756"/>
                </a:cubicBezTo>
                <a:cubicBezTo>
                  <a:pt x="6832167" y="690419"/>
                  <a:pt x="6840695" y="695536"/>
                  <a:pt x="6849608" y="695536"/>
                </a:cubicBezTo>
                <a:cubicBezTo>
                  <a:pt x="6852847" y="695536"/>
                  <a:pt x="6856142" y="694865"/>
                  <a:pt x="6859268" y="693447"/>
                </a:cubicBezTo>
                <a:cubicBezTo>
                  <a:pt x="6871072" y="688099"/>
                  <a:pt x="6876304" y="674205"/>
                  <a:pt x="6870957" y="662399"/>
                </a:cubicBezTo>
                <a:cubicBezTo>
                  <a:pt x="6868284" y="656505"/>
                  <a:pt x="6863473" y="652251"/>
                  <a:pt x="6857858" y="650138"/>
                </a:cubicBezTo>
                <a:cubicBezTo>
                  <a:pt x="6852242" y="648025"/>
                  <a:pt x="6845823" y="648054"/>
                  <a:pt x="6839929" y="650728"/>
                </a:cubicBezTo>
                <a:close/>
                <a:moveTo>
                  <a:pt x="5209713" y="1285175"/>
                </a:moveTo>
                <a:cubicBezTo>
                  <a:pt x="5197177" y="1288376"/>
                  <a:pt x="5189590" y="1301141"/>
                  <a:pt x="5192790" y="1313674"/>
                </a:cubicBezTo>
                <a:cubicBezTo>
                  <a:pt x="5195491" y="1324292"/>
                  <a:pt x="5205018" y="1331345"/>
                  <a:pt x="5215482" y="1331345"/>
                </a:cubicBezTo>
                <a:cubicBezTo>
                  <a:pt x="5217400" y="1331345"/>
                  <a:pt x="5219353" y="1331115"/>
                  <a:pt x="5221289" y="1330617"/>
                </a:cubicBezTo>
                <a:cubicBezTo>
                  <a:pt x="5233842" y="1327416"/>
                  <a:pt x="5241431" y="1314671"/>
                  <a:pt x="5238233" y="1302118"/>
                </a:cubicBezTo>
                <a:cubicBezTo>
                  <a:pt x="5235029" y="1289564"/>
                  <a:pt x="5222266" y="1281975"/>
                  <a:pt x="5209713" y="1285175"/>
                </a:cubicBezTo>
                <a:close/>
                <a:moveTo>
                  <a:pt x="7249664" y="485580"/>
                </a:moveTo>
                <a:cubicBezTo>
                  <a:pt x="7237379" y="489701"/>
                  <a:pt x="7230767" y="503001"/>
                  <a:pt x="7234908" y="515267"/>
                </a:cubicBezTo>
                <a:cubicBezTo>
                  <a:pt x="7238185" y="525079"/>
                  <a:pt x="7247326" y="531270"/>
                  <a:pt x="7257120" y="531270"/>
                </a:cubicBezTo>
                <a:cubicBezTo>
                  <a:pt x="7259592" y="531270"/>
                  <a:pt x="7262122" y="530868"/>
                  <a:pt x="7264594" y="530044"/>
                </a:cubicBezTo>
                <a:cubicBezTo>
                  <a:pt x="7276860" y="525903"/>
                  <a:pt x="7283472" y="512622"/>
                  <a:pt x="7279352" y="500356"/>
                </a:cubicBezTo>
                <a:cubicBezTo>
                  <a:pt x="7275231" y="488071"/>
                  <a:pt x="7261930" y="481459"/>
                  <a:pt x="7249664" y="485580"/>
                </a:cubicBezTo>
                <a:close/>
                <a:moveTo>
                  <a:pt x="6940738" y="606015"/>
                </a:moveTo>
                <a:cubicBezTo>
                  <a:pt x="6928837" y="611170"/>
                  <a:pt x="6923394" y="624969"/>
                  <a:pt x="6928530" y="636852"/>
                </a:cubicBezTo>
                <a:cubicBezTo>
                  <a:pt x="6932363" y="645706"/>
                  <a:pt x="6940988" y="650976"/>
                  <a:pt x="6950052" y="650976"/>
                </a:cubicBezTo>
                <a:cubicBezTo>
                  <a:pt x="6953177" y="650976"/>
                  <a:pt x="6956339" y="650363"/>
                  <a:pt x="6959368" y="649041"/>
                </a:cubicBezTo>
                <a:cubicBezTo>
                  <a:pt x="6971250" y="643905"/>
                  <a:pt x="6976712" y="630105"/>
                  <a:pt x="6971556" y="618223"/>
                </a:cubicBezTo>
                <a:cubicBezTo>
                  <a:pt x="6968988" y="612282"/>
                  <a:pt x="6964255" y="607946"/>
                  <a:pt x="6958677" y="605737"/>
                </a:cubicBezTo>
                <a:cubicBezTo>
                  <a:pt x="6953101" y="603528"/>
                  <a:pt x="6946680" y="603446"/>
                  <a:pt x="6940738" y="606015"/>
                </a:cubicBezTo>
                <a:close/>
                <a:moveTo>
                  <a:pt x="1879283" y="2580612"/>
                </a:moveTo>
                <a:cubicBezTo>
                  <a:pt x="1876226" y="2582601"/>
                  <a:pt x="1873931" y="2585754"/>
                  <a:pt x="1873126" y="2589606"/>
                </a:cubicBezTo>
                <a:cubicBezTo>
                  <a:pt x="1871497" y="2597311"/>
                  <a:pt x="1876423" y="2604861"/>
                  <a:pt x="1884107" y="2606490"/>
                </a:cubicBezTo>
                <a:lnTo>
                  <a:pt x="1884127" y="2606490"/>
                </a:lnTo>
                <a:cubicBezTo>
                  <a:pt x="1885124" y="2606701"/>
                  <a:pt x="1886120" y="2606796"/>
                  <a:pt x="1887098" y="2606796"/>
                </a:cubicBezTo>
                <a:cubicBezTo>
                  <a:pt x="1893690" y="2606796"/>
                  <a:pt x="1899593" y="2602198"/>
                  <a:pt x="1901012" y="2595489"/>
                </a:cubicBezTo>
                <a:cubicBezTo>
                  <a:pt x="1902641" y="2587805"/>
                  <a:pt x="1897716" y="2580234"/>
                  <a:pt x="1890011" y="2578605"/>
                </a:cubicBezTo>
                <a:cubicBezTo>
                  <a:pt x="1886159" y="2577800"/>
                  <a:pt x="1882340" y="2578624"/>
                  <a:pt x="1879283" y="2580612"/>
                </a:cubicBezTo>
                <a:close/>
                <a:moveTo>
                  <a:pt x="3532326" y="1934554"/>
                </a:moveTo>
                <a:cubicBezTo>
                  <a:pt x="3521345" y="1936988"/>
                  <a:pt x="3514407" y="1947874"/>
                  <a:pt x="3516860" y="1958856"/>
                </a:cubicBezTo>
                <a:cubicBezTo>
                  <a:pt x="3518969" y="1968362"/>
                  <a:pt x="3527382" y="1974820"/>
                  <a:pt x="3536715" y="1974820"/>
                </a:cubicBezTo>
                <a:cubicBezTo>
                  <a:pt x="3538191" y="1974820"/>
                  <a:pt x="3539686" y="1974667"/>
                  <a:pt x="3541162" y="1974341"/>
                </a:cubicBezTo>
                <a:cubicBezTo>
                  <a:pt x="3552143" y="1971888"/>
                  <a:pt x="3559081" y="1961002"/>
                  <a:pt x="3556628" y="1950020"/>
                </a:cubicBezTo>
                <a:cubicBezTo>
                  <a:pt x="3554194" y="1939039"/>
                  <a:pt x="3543308" y="1932101"/>
                  <a:pt x="3532326" y="1934554"/>
                </a:cubicBezTo>
                <a:close/>
                <a:moveTo>
                  <a:pt x="7042487" y="563200"/>
                </a:moveTo>
                <a:cubicBezTo>
                  <a:pt x="7030490" y="568087"/>
                  <a:pt x="7024741" y="581770"/>
                  <a:pt x="7029627" y="593768"/>
                </a:cubicBezTo>
                <a:cubicBezTo>
                  <a:pt x="7033326" y="602853"/>
                  <a:pt x="7042104" y="608372"/>
                  <a:pt x="7051342" y="608372"/>
                </a:cubicBezTo>
                <a:cubicBezTo>
                  <a:pt x="7054293" y="608372"/>
                  <a:pt x="7057302" y="607797"/>
                  <a:pt x="7060196" y="606628"/>
                </a:cubicBezTo>
                <a:cubicBezTo>
                  <a:pt x="7072175" y="601741"/>
                  <a:pt x="7077943" y="588056"/>
                  <a:pt x="7073056" y="576059"/>
                </a:cubicBezTo>
                <a:cubicBezTo>
                  <a:pt x="7068170" y="564062"/>
                  <a:pt x="7054485" y="558312"/>
                  <a:pt x="7042487" y="563200"/>
                </a:cubicBezTo>
                <a:close/>
                <a:moveTo>
                  <a:pt x="369222" y="3168091"/>
                </a:moveTo>
                <a:cubicBezTo>
                  <a:pt x="367708" y="3169721"/>
                  <a:pt x="367803" y="3172270"/>
                  <a:pt x="369451" y="3173784"/>
                </a:cubicBezTo>
                <a:cubicBezTo>
                  <a:pt x="370219" y="3174492"/>
                  <a:pt x="371196" y="3174838"/>
                  <a:pt x="372173" y="3174838"/>
                </a:cubicBezTo>
                <a:cubicBezTo>
                  <a:pt x="373245" y="3174838"/>
                  <a:pt x="374338" y="3174416"/>
                  <a:pt x="375124" y="3173554"/>
                </a:cubicBezTo>
                <a:cubicBezTo>
                  <a:pt x="376638" y="3171925"/>
                  <a:pt x="376542" y="3169375"/>
                  <a:pt x="374894" y="3167861"/>
                </a:cubicBezTo>
                <a:cubicBezTo>
                  <a:pt x="373266" y="3166348"/>
                  <a:pt x="370717" y="3166462"/>
                  <a:pt x="369222" y="3168091"/>
                </a:cubicBezTo>
                <a:close/>
                <a:moveTo>
                  <a:pt x="7145367" y="522798"/>
                </a:moveTo>
                <a:cubicBezTo>
                  <a:pt x="7133235" y="527380"/>
                  <a:pt x="7127121" y="540891"/>
                  <a:pt x="7131682" y="553003"/>
                </a:cubicBezTo>
                <a:cubicBezTo>
                  <a:pt x="7135228" y="562414"/>
                  <a:pt x="7144160" y="568202"/>
                  <a:pt x="7153627" y="568202"/>
                </a:cubicBezTo>
                <a:cubicBezTo>
                  <a:pt x="7156387" y="568202"/>
                  <a:pt x="7159166" y="567703"/>
                  <a:pt x="7161888" y="566687"/>
                </a:cubicBezTo>
                <a:cubicBezTo>
                  <a:pt x="7174019" y="562126"/>
                  <a:pt x="7180133" y="548596"/>
                  <a:pt x="7175571" y="536483"/>
                </a:cubicBezTo>
                <a:cubicBezTo>
                  <a:pt x="7171009" y="524371"/>
                  <a:pt x="7157479" y="518237"/>
                  <a:pt x="7145367" y="522798"/>
                </a:cubicBezTo>
                <a:close/>
                <a:moveTo>
                  <a:pt x="2840689" y="2202658"/>
                </a:moveTo>
                <a:cubicBezTo>
                  <a:pt x="2830587" y="2203309"/>
                  <a:pt x="2822922" y="2212010"/>
                  <a:pt x="2823574" y="2222129"/>
                </a:cubicBezTo>
                <a:cubicBezTo>
                  <a:pt x="2824207" y="2231827"/>
                  <a:pt x="2832274" y="2239282"/>
                  <a:pt x="2841858" y="2239282"/>
                </a:cubicBezTo>
                <a:cubicBezTo>
                  <a:pt x="2842260" y="2239282"/>
                  <a:pt x="2842662" y="2239264"/>
                  <a:pt x="2843063" y="2239244"/>
                </a:cubicBezTo>
                <a:cubicBezTo>
                  <a:pt x="2853165" y="2238593"/>
                  <a:pt x="2860830" y="2229853"/>
                  <a:pt x="2860179" y="2219753"/>
                </a:cubicBezTo>
                <a:cubicBezTo>
                  <a:pt x="2859528" y="2209653"/>
                  <a:pt x="2850788" y="2201987"/>
                  <a:pt x="2840689" y="2202658"/>
                </a:cubicBezTo>
                <a:close/>
                <a:moveTo>
                  <a:pt x="4541765" y="1536548"/>
                </a:moveTo>
                <a:cubicBezTo>
                  <a:pt x="4529804" y="1539806"/>
                  <a:pt x="4522750" y="1552129"/>
                  <a:pt x="4525990" y="1564070"/>
                </a:cubicBezTo>
                <a:cubicBezTo>
                  <a:pt x="4528710" y="1574055"/>
                  <a:pt x="4537758" y="1580628"/>
                  <a:pt x="4547630" y="1580628"/>
                </a:cubicBezTo>
                <a:cubicBezTo>
                  <a:pt x="4549564" y="1580628"/>
                  <a:pt x="4551558" y="1580360"/>
                  <a:pt x="4553511" y="1579824"/>
                </a:cubicBezTo>
                <a:cubicBezTo>
                  <a:pt x="4565469" y="1576585"/>
                  <a:pt x="4572524" y="1564262"/>
                  <a:pt x="4569284" y="1552322"/>
                </a:cubicBezTo>
                <a:cubicBezTo>
                  <a:pt x="4566025" y="1540362"/>
                  <a:pt x="4553723" y="1533309"/>
                  <a:pt x="4541765" y="1536548"/>
                </a:cubicBezTo>
                <a:close/>
                <a:moveTo>
                  <a:pt x="3983343" y="1754171"/>
                </a:moveTo>
                <a:cubicBezTo>
                  <a:pt x="3971921" y="1757180"/>
                  <a:pt x="3965098" y="1768890"/>
                  <a:pt x="3968127" y="1780332"/>
                </a:cubicBezTo>
                <a:cubicBezTo>
                  <a:pt x="3970657" y="1789914"/>
                  <a:pt x="3979319" y="1796257"/>
                  <a:pt x="3988807" y="1796257"/>
                </a:cubicBezTo>
                <a:cubicBezTo>
                  <a:pt x="3990605" y="1796257"/>
                  <a:pt x="3992446" y="1796028"/>
                  <a:pt x="3994285" y="1795548"/>
                </a:cubicBezTo>
                <a:cubicBezTo>
                  <a:pt x="4005711" y="1792520"/>
                  <a:pt x="4012533" y="1780810"/>
                  <a:pt x="4009503" y="1769388"/>
                </a:cubicBezTo>
                <a:cubicBezTo>
                  <a:pt x="4006476" y="1757965"/>
                  <a:pt x="3994766" y="1751143"/>
                  <a:pt x="3983343" y="1754171"/>
                </a:cubicBezTo>
                <a:close/>
                <a:moveTo>
                  <a:pt x="864550" y="2967757"/>
                </a:moveTo>
                <a:cubicBezTo>
                  <a:pt x="861829" y="2971321"/>
                  <a:pt x="862538" y="2976419"/>
                  <a:pt x="866103" y="2979121"/>
                </a:cubicBezTo>
                <a:cubicBezTo>
                  <a:pt x="867578" y="2980233"/>
                  <a:pt x="869302" y="2980770"/>
                  <a:pt x="871009" y="2980770"/>
                </a:cubicBezTo>
                <a:cubicBezTo>
                  <a:pt x="873462" y="2980770"/>
                  <a:pt x="875877" y="2979677"/>
                  <a:pt x="877468" y="2977569"/>
                </a:cubicBezTo>
                <a:cubicBezTo>
                  <a:pt x="880170" y="2973985"/>
                  <a:pt x="879480" y="2968906"/>
                  <a:pt x="875915" y="2966204"/>
                </a:cubicBezTo>
                <a:cubicBezTo>
                  <a:pt x="872350" y="2963483"/>
                  <a:pt x="867253" y="2964192"/>
                  <a:pt x="864550" y="2967757"/>
                </a:cubicBezTo>
                <a:close/>
                <a:moveTo>
                  <a:pt x="8159769" y="119145"/>
                </a:moveTo>
                <a:cubicBezTo>
                  <a:pt x="8154228" y="122590"/>
                  <a:pt x="8150002" y="128148"/>
                  <a:pt x="8148402" y="135009"/>
                </a:cubicBezTo>
                <a:cubicBezTo>
                  <a:pt x="8145221" y="148712"/>
                  <a:pt x="8153749" y="162415"/>
                  <a:pt x="8167452" y="165616"/>
                </a:cubicBezTo>
                <a:cubicBezTo>
                  <a:pt x="8169407" y="166057"/>
                  <a:pt x="8171343" y="166287"/>
                  <a:pt x="8173260" y="166287"/>
                </a:cubicBezTo>
                <a:cubicBezTo>
                  <a:pt x="8184836" y="166287"/>
                  <a:pt x="8195318" y="158333"/>
                  <a:pt x="8198060" y="146565"/>
                </a:cubicBezTo>
                <a:cubicBezTo>
                  <a:pt x="8201260" y="132862"/>
                  <a:pt x="8192731" y="119160"/>
                  <a:pt x="8179028" y="115959"/>
                </a:cubicBezTo>
                <a:cubicBezTo>
                  <a:pt x="8172167" y="114368"/>
                  <a:pt x="8165310" y="115700"/>
                  <a:pt x="8159769" y="119145"/>
                </a:cubicBezTo>
                <a:close/>
                <a:moveTo>
                  <a:pt x="5103232" y="1312256"/>
                </a:moveTo>
                <a:cubicBezTo>
                  <a:pt x="5090696" y="1315476"/>
                  <a:pt x="5083107" y="1328240"/>
                  <a:pt x="5086326" y="1340774"/>
                </a:cubicBezTo>
                <a:cubicBezTo>
                  <a:pt x="5089029" y="1351372"/>
                  <a:pt x="5098554" y="1358445"/>
                  <a:pt x="5109017" y="1358444"/>
                </a:cubicBezTo>
                <a:cubicBezTo>
                  <a:pt x="5110935" y="1358444"/>
                  <a:pt x="5112890" y="1358196"/>
                  <a:pt x="5114826" y="1357697"/>
                </a:cubicBezTo>
                <a:cubicBezTo>
                  <a:pt x="5127379" y="1354496"/>
                  <a:pt x="5134951" y="1341733"/>
                  <a:pt x="5131749" y="1329198"/>
                </a:cubicBezTo>
                <a:cubicBezTo>
                  <a:pt x="5128546" y="1316645"/>
                  <a:pt x="5115785" y="1309075"/>
                  <a:pt x="5103232" y="1312256"/>
                </a:cubicBezTo>
                <a:close/>
                <a:moveTo>
                  <a:pt x="1304443" y="2789102"/>
                </a:moveTo>
                <a:cubicBezTo>
                  <a:pt x="1301721" y="2789984"/>
                  <a:pt x="1299334" y="2791905"/>
                  <a:pt x="1297936" y="2794655"/>
                </a:cubicBezTo>
                <a:cubicBezTo>
                  <a:pt x="1295119" y="2800155"/>
                  <a:pt x="1297284" y="2806883"/>
                  <a:pt x="1302786" y="2809700"/>
                </a:cubicBezTo>
                <a:cubicBezTo>
                  <a:pt x="1304414" y="2810524"/>
                  <a:pt x="1306158" y="2810926"/>
                  <a:pt x="1307863" y="2810926"/>
                </a:cubicBezTo>
                <a:cubicBezTo>
                  <a:pt x="1311927" y="2810926"/>
                  <a:pt x="1315856" y="2808703"/>
                  <a:pt x="1317830" y="2804832"/>
                </a:cubicBezTo>
                <a:cubicBezTo>
                  <a:pt x="1320646" y="2799332"/>
                  <a:pt x="1318463" y="2792604"/>
                  <a:pt x="1312962" y="2789787"/>
                </a:cubicBezTo>
                <a:cubicBezTo>
                  <a:pt x="1310221" y="2788378"/>
                  <a:pt x="1307164" y="2788220"/>
                  <a:pt x="1304443" y="2789102"/>
                </a:cubicBezTo>
                <a:close/>
                <a:moveTo>
                  <a:pt x="4436258" y="1565373"/>
                </a:moveTo>
                <a:cubicBezTo>
                  <a:pt x="4424318" y="1568650"/>
                  <a:pt x="4417304" y="1580993"/>
                  <a:pt x="4420580" y="1592933"/>
                </a:cubicBezTo>
                <a:cubicBezTo>
                  <a:pt x="4423304" y="1602880"/>
                  <a:pt x="4432332" y="1609434"/>
                  <a:pt x="4442182" y="1609434"/>
                </a:cubicBezTo>
                <a:cubicBezTo>
                  <a:pt x="4444152" y="1609434"/>
                  <a:pt x="4446148" y="1609165"/>
                  <a:pt x="4448122" y="1608629"/>
                </a:cubicBezTo>
                <a:cubicBezTo>
                  <a:pt x="4460081" y="1605332"/>
                  <a:pt x="4467097" y="1593009"/>
                  <a:pt x="4463819" y="1581069"/>
                </a:cubicBezTo>
                <a:cubicBezTo>
                  <a:pt x="4460540" y="1569129"/>
                  <a:pt x="4448199" y="1562096"/>
                  <a:pt x="4436258" y="1565373"/>
                </a:cubicBezTo>
                <a:close/>
                <a:moveTo>
                  <a:pt x="3878395" y="1781634"/>
                </a:moveTo>
                <a:cubicBezTo>
                  <a:pt x="3866954" y="1784605"/>
                  <a:pt x="3860074" y="1796277"/>
                  <a:pt x="3863042" y="1807719"/>
                </a:cubicBezTo>
                <a:cubicBezTo>
                  <a:pt x="3865535" y="1817358"/>
                  <a:pt x="3874236" y="1823760"/>
                  <a:pt x="3883741" y="1823760"/>
                </a:cubicBezTo>
                <a:cubicBezTo>
                  <a:pt x="3885523" y="1823760"/>
                  <a:pt x="3887326" y="1823549"/>
                  <a:pt x="3889127" y="1823070"/>
                </a:cubicBezTo>
                <a:cubicBezTo>
                  <a:pt x="3900567" y="1820119"/>
                  <a:pt x="3907449" y="1808447"/>
                  <a:pt x="3904479" y="1797005"/>
                </a:cubicBezTo>
                <a:cubicBezTo>
                  <a:pt x="3901527" y="1785564"/>
                  <a:pt x="3889837" y="1778683"/>
                  <a:pt x="3878395" y="1781634"/>
                </a:cubicBezTo>
                <a:close/>
                <a:moveTo>
                  <a:pt x="3081002" y="2092285"/>
                </a:moveTo>
                <a:cubicBezTo>
                  <a:pt x="3070385" y="2093607"/>
                  <a:pt x="3062851" y="2103286"/>
                  <a:pt x="3064175" y="2113903"/>
                </a:cubicBezTo>
                <a:cubicBezTo>
                  <a:pt x="3065401" y="2123678"/>
                  <a:pt x="3073739" y="2130864"/>
                  <a:pt x="3083359" y="2130864"/>
                </a:cubicBezTo>
                <a:cubicBezTo>
                  <a:pt x="3084163" y="2130864"/>
                  <a:pt x="3084968" y="2130807"/>
                  <a:pt x="3085774" y="2130710"/>
                </a:cubicBezTo>
                <a:cubicBezTo>
                  <a:pt x="3096392" y="2129389"/>
                  <a:pt x="3103923" y="2119710"/>
                  <a:pt x="3102602" y="2109112"/>
                </a:cubicBezTo>
                <a:cubicBezTo>
                  <a:pt x="3101279" y="2098494"/>
                  <a:pt x="3091601" y="2090962"/>
                  <a:pt x="3081002" y="2092285"/>
                </a:cubicBezTo>
                <a:close/>
                <a:moveTo>
                  <a:pt x="211" y="3294716"/>
                </a:moveTo>
                <a:cubicBezTo>
                  <a:pt x="-115" y="3295118"/>
                  <a:pt x="-57" y="3295732"/>
                  <a:pt x="346" y="3296057"/>
                </a:cubicBezTo>
                <a:cubicBezTo>
                  <a:pt x="537" y="3296211"/>
                  <a:pt x="748" y="3296287"/>
                  <a:pt x="959" y="3296287"/>
                </a:cubicBezTo>
                <a:cubicBezTo>
                  <a:pt x="1246" y="3296288"/>
                  <a:pt x="1514" y="3296154"/>
                  <a:pt x="1706" y="3295924"/>
                </a:cubicBezTo>
                <a:cubicBezTo>
                  <a:pt x="2032" y="3295520"/>
                  <a:pt x="1974" y="3294908"/>
                  <a:pt x="1572" y="3294582"/>
                </a:cubicBezTo>
                <a:cubicBezTo>
                  <a:pt x="1151" y="3294237"/>
                  <a:pt x="556" y="3294294"/>
                  <a:pt x="211" y="3294716"/>
                </a:cubicBezTo>
                <a:close/>
                <a:moveTo>
                  <a:pt x="3427166" y="1956728"/>
                </a:moveTo>
                <a:cubicBezTo>
                  <a:pt x="3416128" y="1958932"/>
                  <a:pt x="3408959" y="1969646"/>
                  <a:pt x="3411145" y="1980704"/>
                </a:cubicBezTo>
                <a:cubicBezTo>
                  <a:pt x="3413080" y="1990382"/>
                  <a:pt x="3421590" y="1997109"/>
                  <a:pt x="3431114" y="1997109"/>
                </a:cubicBezTo>
                <a:cubicBezTo>
                  <a:pt x="3432437" y="1997109"/>
                  <a:pt x="3433759" y="1996975"/>
                  <a:pt x="3435101" y="1996707"/>
                </a:cubicBezTo>
                <a:cubicBezTo>
                  <a:pt x="3446141" y="1994503"/>
                  <a:pt x="3453308" y="1983789"/>
                  <a:pt x="3451123" y="1972751"/>
                </a:cubicBezTo>
                <a:cubicBezTo>
                  <a:pt x="3448920" y="1961711"/>
                  <a:pt x="3438206" y="1954543"/>
                  <a:pt x="3427166" y="1956728"/>
                </a:cubicBezTo>
                <a:close/>
                <a:moveTo>
                  <a:pt x="1649861" y="2650182"/>
                </a:moveTo>
                <a:cubicBezTo>
                  <a:pt x="1646860" y="2651749"/>
                  <a:pt x="1644455" y="2654460"/>
                  <a:pt x="1643352" y="2657948"/>
                </a:cubicBezTo>
                <a:cubicBezTo>
                  <a:pt x="1641168" y="2664906"/>
                  <a:pt x="1645039" y="2672341"/>
                  <a:pt x="1651996" y="2674527"/>
                </a:cubicBezTo>
                <a:cubicBezTo>
                  <a:pt x="1653318" y="2674929"/>
                  <a:pt x="1654659" y="2675140"/>
                  <a:pt x="1655963" y="2675140"/>
                </a:cubicBezTo>
                <a:cubicBezTo>
                  <a:pt x="1661598" y="2675140"/>
                  <a:pt x="1666810" y="2671518"/>
                  <a:pt x="1668593" y="2665864"/>
                </a:cubicBezTo>
                <a:cubicBezTo>
                  <a:pt x="1670777" y="2658907"/>
                  <a:pt x="1666907" y="2651490"/>
                  <a:pt x="1659949" y="2649286"/>
                </a:cubicBezTo>
                <a:cubicBezTo>
                  <a:pt x="1656461" y="2648194"/>
                  <a:pt x="1652863" y="2648615"/>
                  <a:pt x="1649861" y="2650182"/>
                </a:cubicBezTo>
                <a:close/>
                <a:moveTo>
                  <a:pt x="4996670" y="1339662"/>
                </a:moveTo>
                <a:cubicBezTo>
                  <a:pt x="4984155" y="1342940"/>
                  <a:pt x="4976664" y="1355761"/>
                  <a:pt x="4979939" y="1368276"/>
                </a:cubicBezTo>
                <a:cubicBezTo>
                  <a:pt x="4982700" y="1378817"/>
                  <a:pt x="4992206" y="1385794"/>
                  <a:pt x="5002612" y="1385794"/>
                </a:cubicBezTo>
                <a:cubicBezTo>
                  <a:pt x="5004566" y="1385794"/>
                  <a:pt x="5006578" y="1385545"/>
                  <a:pt x="5008574" y="1385027"/>
                </a:cubicBezTo>
                <a:cubicBezTo>
                  <a:pt x="5021086" y="1381731"/>
                  <a:pt x="5028584" y="1368928"/>
                  <a:pt x="5025306" y="1356394"/>
                </a:cubicBezTo>
                <a:cubicBezTo>
                  <a:pt x="5022028" y="1343879"/>
                  <a:pt x="5009203" y="1336386"/>
                  <a:pt x="4996670" y="1339662"/>
                </a:cubicBezTo>
                <a:close/>
                <a:moveTo>
                  <a:pt x="470222" y="3104366"/>
                </a:moveTo>
                <a:cubicBezTo>
                  <a:pt x="468363" y="3106437"/>
                  <a:pt x="468517" y="3109637"/>
                  <a:pt x="470586" y="3111515"/>
                </a:cubicBezTo>
                <a:cubicBezTo>
                  <a:pt x="471564" y="3112377"/>
                  <a:pt x="472771" y="3112799"/>
                  <a:pt x="473978" y="3112799"/>
                </a:cubicBezTo>
                <a:cubicBezTo>
                  <a:pt x="475359" y="3112799"/>
                  <a:pt x="476720" y="3112244"/>
                  <a:pt x="477716" y="3111132"/>
                </a:cubicBezTo>
                <a:cubicBezTo>
                  <a:pt x="479594" y="3109062"/>
                  <a:pt x="479422" y="3105881"/>
                  <a:pt x="477352" y="3104002"/>
                </a:cubicBezTo>
                <a:cubicBezTo>
                  <a:pt x="475281" y="3102143"/>
                  <a:pt x="472101" y="3102297"/>
                  <a:pt x="470222" y="3104366"/>
                </a:cubicBezTo>
                <a:close/>
                <a:moveTo>
                  <a:pt x="4330871" y="1594313"/>
                </a:moveTo>
                <a:cubicBezTo>
                  <a:pt x="4318929" y="1597609"/>
                  <a:pt x="4311896" y="1609951"/>
                  <a:pt x="4315192" y="1621891"/>
                </a:cubicBezTo>
                <a:cubicBezTo>
                  <a:pt x="4317913" y="1631838"/>
                  <a:pt x="4326938" y="1638374"/>
                  <a:pt x="4336792" y="1638374"/>
                </a:cubicBezTo>
                <a:cubicBezTo>
                  <a:pt x="4338764" y="1638374"/>
                  <a:pt x="4340755" y="1638105"/>
                  <a:pt x="4342750" y="1637569"/>
                </a:cubicBezTo>
                <a:cubicBezTo>
                  <a:pt x="4354693" y="1634291"/>
                  <a:pt x="4361705" y="1621949"/>
                  <a:pt x="4358429" y="1610009"/>
                </a:cubicBezTo>
                <a:cubicBezTo>
                  <a:pt x="4355151" y="1598069"/>
                  <a:pt x="4342809" y="1591036"/>
                  <a:pt x="4330871" y="1594313"/>
                </a:cubicBezTo>
                <a:close/>
                <a:moveTo>
                  <a:pt x="7819910" y="230337"/>
                </a:moveTo>
                <a:cubicBezTo>
                  <a:pt x="7806398" y="230701"/>
                  <a:pt x="7795742" y="241951"/>
                  <a:pt x="7796106" y="255443"/>
                </a:cubicBezTo>
                <a:cubicBezTo>
                  <a:pt x="7796451" y="268725"/>
                  <a:pt x="7807336" y="279266"/>
                  <a:pt x="7820542" y="279266"/>
                </a:cubicBezTo>
                <a:lnTo>
                  <a:pt x="7821213" y="279266"/>
                </a:lnTo>
                <a:cubicBezTo>
                  <a:pt x="7834705" y="278902"/>
                  <a:pt x="7845360" y="267671"/>
                  <a:pt x="7845016" y="254159"/>
                </a:cubicBezTo>
                <a:cubicBezTo>
                  <a:pt x="7844671" y="240648"/>
                  <a:pt x="7833420" y="229992"/>
                  <a:pt x="7819910" y="230337"/>
                </a:cubicBezTo>
                <a:close/>
                <a:moveTo>
                  <a:pt x="3773406" y="1808159"/>
                </a:moveTo>
                <a:cubicBezTo>
                  <a:pt x="3761926" y="1810976"/>
                  <a:pt x="3754913" y="1822572"/>
                  <a:pt x="3757731" y="1834052"/>
                </a:cubicBezTo>
                <a:lnTo>
                  <a:pt x="3757709" y="1834052"/>
                </a:lnTo>
                <a:cubicBezTo>
                  <a:pt x="3760106" y="1843807"/>
                  <a:pt x="3768845" y="1850361"/>
                  <a:pt x="3778485" y="1850361"/>
                </a:cubicBezTo>
                <a:cubicBezTo>
                  <a:pt x="3780173" y="1850361"/>
                  <a:pt x="3781876" y="1850150"/>
                  <a:pt x="3783603" y="1849729"/>
                </a:cubicBezTo>
                <a:cubicBezTo>
                  <a:pt x="3795082" y="1846911"/>
                  <a:pt x="3802115" y="1835316"/>
                  <a:pt x="3799299" y="1823837"/>
                </a:cubicBezTo>
                <a:cubicBezTo>
                  <a:pt x="3796484" y="1812375"/>
                  <a:pt x="3784888" y="1805342"/>
                  <a:pt x="3773406" y="1808159"/>
                </a:cubicBezTo>
                <a:close/>
                <a:moveTo>
                  <a:pt x="2483031" y="2309099"/>
                </a:moveTo>
                <a:cubicBezTo>
                  <a:pt x="2479771" y="2312101"/>
                  <a:pt x="2477658" y="2316346"/>
                  <a:pt x="2477467" y="2321118"/>
                </a:cubicBezTo>
                <a:cubicBezTo>
                  <a:pt x="2477063" y="2330663"/>
                  <a:pt x="2484481" y="2338731"/>
                  <a:pt x="2494044" y="2339134"/>
                </a:cubicBezTo>
                <a:cubicBezTo>
                  <a:pt x="2494293" y="2339134"/>
                  <a:pt x="2494523" y="2339153"/>
                  <a:pt x="2494772" y="2339153"/>
                </a:cubicBezTo>
                <a:cubicBezTo>
                  <a:pt x="2504010" y="2339153"/>
                  <a:pt x="2511676" y="2331870"/>
                  <a:pt x="2512059" y="2322555"/>
                </a:cubicBezTo>
                <a:cubicBezTo>
                  <a:pt x="2512462" y="2312992"/>
                  <a:pt x="2505026" y="2304943"/>
                  <a:pt x="2495481" y="2304541"/>
                </a:cubicBezTo>
                <a:cubicBezTo>
                  <a:pt x="2490699" y="2304339"/>
                  <a:pt x="2486292" y="2306097"/>
                  <a:pt x="2483031" y="2309099"/>
                </a:cubicBezTo>
                <a:close/>
                <a:moveTo>
                  <a:pt x="976686" y="2896116"/>
                </a:moveTo>
                <a:cubicBezTo>
                  <a:pt x="973773" y="2900236"/>
                  <a:pt x="974769" y="2905929"/>
                  <a:pt x="978890" y="2908841"/>
                </a:cubicBezTo>
                <a:cubicBezTo>
                  <a:pt x="980481" y="2909953"/>
                  <a:pt x="982321" y="2910509"/>
                  <a:pt x="984141" y="2910509"/>
                </a:cubicBezTo>
                <a:cubicBezTo>
                  <a:pt x="987016" y="2910509"/>
                  <a:pt x="989833" y="2909148"/>
                  <a:pt x="991616" y="2906637"/>
                </a:cubicBezTo>
                <a:cubicBezTo>
                  <a:pt x="994529" y="2902498"/>
                  <a:pt x="993532" y="2896805"/>
                  <a:pt x="989412" y="2893911"/>
                </a:cubicBezTo>
                <a:cubicBezTo>
                  <a:pt x="985293" y="2890999"/>
                  <a:pt x="979580" y="2891976"/>
                  <a:pt x="976686" y="2896116"/>
                </a:cubicBezTo>
                <a:close/>
                <a:moveTo>
                  <a:pt x="4890286" y="1368296"/>
                </a:moveTo>
                <a:cubicBezTo>
                  <a:pt x="4877809" y="1371745"/>
                  <a:pt x="4870470" y="1384643"/>
                  <a:pt x="4873916" y="1397139"/>
                </a:cubicBezTo>
                <a:cubicBezTo>
                  <a:pt x="4876773" y="1407527"/>
                  <a:pt x="4886220" y="1414350"/>
                  <a:pt x="4896516" y="1414369"/>
                </a:cubicBezTo>
                <a:cubicBezTo>
                  <a:pt x="4898567" y="1414369"/>
                  <a:pt x="4900673" y="1414082"/>
                  <a:pt x="4902744" y="1413507"/>
                </a:cubicBezTo>
                <a:cubicBezTo>
                  <a:pt x="4915238" y="1410076"/>
                  <a:pt x="4922559" y="1397158"/>
                  <a:pt x="4919130" y="1384682"/>
                </a:cubicBezTo>
                <a:cubicBezTo>
                  <a:pt x="4915677" y="1372186"/>
                  <a:pt x="4902762" y="1364865"/>
                  <a:pt x="4890286" y="1368296"/>
                </a:cubicBezTo>
                <a:close/>
                <a:moveTo>
                  <a:pt x="2245444" y="2399459"/>
                </a:moveTo>
                <a:cubicBezTo>
                  <a:pt x="2242198" y="2402077"/>
                  <a:pt x="2239951" y="2405934"/>
                  <a:pt x="2239472" y="2410410"/>
                </a:cubicBezTo>
                <a:cubicBezTo>
                  <a:pt x="2238514" y="2419360"/>
                  <a:pt x="2244991" y="2427371"/>
                  <a:pt x="2253941" y="2428329"/>
                </a:cubicBezTo>
                <a:cubicBezTo>
                  <a:pt x="2254517" y="2428406"/>
                  <a:pt x="2255110" y="2428425"/>
                  <a:pt x="2255686" y="2428425"/>
                </a:cubicBezTo>
                <a:cubicBezTo>
                  <a:pt x="2263908" y="2428425"/>
                  <a:pt x="2270980" y="2422235"/>
                  <a:pt x="2271880" y="2413878"/>
                </a:cubicBezTo>
                <a:cubicBezTo>
                  <a:pt x="2272819" y="2404928"/>
                  <a:pt x="2266342" y="2396898"/>
                  <a:pt x="2257411" y="2395939"/>
                </a:cubicBezTo>
                <a:cubicBezTo>
                  <a:pt x="2252936" y="2395460"/>
                  <a:pt x="2248690" y="2396840"/>
                  <a:pt x="2245444" y="2399459"/>
                </a:cubicBezTo>
                <a:close/>
                <a:moveTo>
                  <a:pt x="2734952" y="2207123"/>
                </a:moveTo>
                <a:cubicBezTo>
                  <a:pt x="2724834" y="2207315"/>
                  <a:pt x="2716784" y="2215671"/>
                  <a:pt x="2716976" y="2225790"/>
                </a:cubicBezTo>
                <a:cubicBezTo>
                  <a:pt x="2717168" y="2235794"/>
                  <a:pt x="2725351" y="2243786"/>
                  <a:pt x="2735316" y="2243786"/>
                </a:cubicBezTo>
                <a:lnTo>
                  <a:pt x="2735662" y="2243786"/>
                </a:lnTo>
                <a:cubicBezTo>
                  <a:pt x="2745781" y="2243595"/>
                  <a:pt x="2753830" y="2235219"/>
                  <a:pt x="2753640" y="2225100"/>
                </a:cubicBezTo>
                <a:cubicBezTo>
                  <a:pt x="2753447" y="2214981"/>
                  <a:pt x="2745090" y="2206912"/>
                  <a:pt x="2734952" y="2207123"/>
                </a:cubicBezTo>
                <a:close/>
                <a:moveTo>
                  <a:pt x="3321585" y="1976277"/>
                </a:moveTo>
                <a:cubicBezTo>
                  <a:pt x="3310488" y="1978155"/>
                  <a:pt x="3303014" y="1988696"/>
                  <a:pt x="3304911" y="1999793"/>
                </a:cubicBezTo>
                <a:cubicBezTo>
                  <a:pt x="3306617" y="2009720"/>
                  <a:pt x="3315221" y="2016735"/>
                  <a:pt x="3324977" y="2016735"/>
                </a:cubicBezTo>
                <a:cubicBezTo>
                  <a:pt x="3326108" y="2016735"/>
                  <a:pt x="3327277" y="2016639"/>
                  <a:pt x="3328426" y="2016447"/>
                </a:cubicBezTo>
                <a:cubicBezTo>
                  <a:pt x="3339524" y="2014550"/>
                  <a:pt x="3346979" y="2004028"/>
                  <a:pt x="3345101" y="1992931"/>
                </a:cubicBezTo>
                <a:cubicBezTo>
                  <a:pt x="3343204" y="1981835"/>
                  <a:pt x="3332681" y="1974379"/>
                  <a:pt x="3321585" y="1976277"/>
                </a:cubicBezTo>
                <a:close/>
                <a:moveTo>
                  <a:pt x="4225495" y="1623156"/>
                </a:moveTo>
                <a:cubicBezTo>
                  <a:pt x="4213558" y="1626415"/>
                  <a:pt x="4206524" y="1638737"/>
                  <a:pt x="4209763" y="1650697"/>
                </a:cubicBezTo>
                <a:cubicBezTo>
                  <a:pt x="4212484" y="1660663"/>
                  <a:pt x="4221531" y="1667217"/>
                  <a:pt x="4231403" y="1667217"/>
                </a:cubicBezTo>
                <a:cubicBezTo>
                  <a:pt x="4233356" y="1667217"/>
                  <a:pt x="4235330" y="1666968"/>
                  <a:pt x="4237304" y="1666431"/>
                </a:cubicBezTo>
                <a:cubicBezTo>
                  <a:pt x="4249245" y="1663174"/>
                  <a:pt x="4256296" y="1650850"/>
                  <a:pt x="4253037" y="1638911"/>
                </a:cubicBezTo>
                <a:cubicBezTo>
                  <a:pt x="4249779" y="1626951"/>
                  <a:pt x="4237455" y="1619898"/>
                  <a:pt x="4225495" y="1623156"/>
                </a:cubicBezTo>
                <a:close/>
                <a:moveTo>
                  <a:pt x="98453" y="3230244"/>
                </a:moveTo>
                <a:cubicBezTo>
                  <a:pt x="97744" y="3231068"/>
                  <a:pt x="97841" y="3232333"/>
                  <a:pt x="98664" y="3233041"/>
                </a:cubicBezTo>
                <a:cubicBezTo>
                  <a:pt x="99048" y="3233349"/>
                  <a:pt x="99507" y="3233502"/>
                  <a:pt x="99948" y="3233502"/>
                </a:cubicBezTo>
                <a:cubicBezTo>
                  <a:pt x="100524" y="3233502"/>
                  <a:pt x="101061" y="3233272"/>
                  <a:pt x="101463" y="3232812"/>
                </a:cubicBezTo>
                <a:cubicBezTo>
                  <a:pt x="102171" y="3231970"/>
                  <a:pt x="102075" y="3230723"/>
                  <a:pt x="101233" y="3230014"/>
                </a:cubicBezTo>
                <a:cubicBezTo>
                  <a:pt x="100408" y="3229304"/>
                  <a:pt x="99162" y="3229420"/>
                  <a:pt x="98453" y="3230244"/>
                </a:cubicBezTo>
                <a:close/>
                <a:moveTo>
                  <a:pt x="2010307" y="2482519"/>
                </a:moveTo>
                <a:cubicBezTo>
                  <a:pt x="2007092" y="2484742"/>
                  <a:pt x="2004725" y="2488192"/>
                  <a:pt x="2003968" y="2492341"/>
                </a:cubicBezTo>
                <a:cubicBezTo>
                  <a:pt x="2002473" y="2500639"/>
                  <a:pt x="2007974" y="2508593"/>
                  <a:pt x="2016271" y="2510108"/>
                </a:cubicBezTo>
                <a:lnTo>
                  <a:pt x="2016253" y="2510108"/>
                </a:lnTo>
                <a:cubicBezTo>
                  <a:pt x="2017191" y="2510260"/>
                  <a:pt x="2018113" y="2510338"/>
                  <a:pt x="2019013" y="2510338"/>
                </a:cubicBezTo>
                <a:cubicBezTo>
                  <a:pt x="2026257" y="2510338"/>
                  <a:pt x="2032678" y="2505182"/>
                  <a:pt x="2034020" y="2497803"/>
                </a:cubicBezTo>
                <a:cubicBezTo>
                  <a:pt x="2035533" y="2489524"/>
                  <a:pt x="2030033" y="2481570"/>
                  <a:pt x="2021735" y="2480057"/>
                </a:cubicBezTo>
                <a:cubicBezTo>
                  <a:pt x="2017585" y="2479300"/>
                  <a:pt x="2013522" y="2480296"/>
                  <a:pt x="2010307" y="2482519"/>
                </a:cubicBezTo>
                <a:close/>
                <a:moveTo>
                  <a:pt x="4784302" y="1398040"/>
                </a:moveTo>
                <a:cubicBezTo>
                  <a:pt x="4771844" y="1401586"/>
                  <a:pt x="4764617" y="1414541"/>
                  <a:pt x="4768163" y="1426999"/>
                </a:cubicBezTo>
                <a:cubicBezTo>
                  <a:pt x="4771080" y="1437310"/>
                  <a:pt x="4780485" y="1444056"/>
                  <a:pt x="4790704" y="1444056"/>
                </a:cubicBezTo>
                <a:cubicBezTo>
                  <a:pt x="4792810" y="1444056"/>
                  <a:pt x="4794976" y="1443768"/>
                  <a:pt x="4797123" y="1443155"/>
                </a:cubicBezTo>
                <a:lnTo>
                  <a:pt x="4797106" y="1443155"/>
                </a:lnTo>
                <a:cubicBezTo>
                  <a:pt x="4809562" y="1439629"/>
                  <a:pt x="4816805" y="1426654"/>
                  <a:pt x="4813259" y="1414196"/>
                </a:cubicBezTo>
                <a:cubicBezTo>
                  <a:pt x="4809733" y="1401739"/>
                  <a:pt x="4796760" y="1394514"/>
                  <a:pt x="4784302" y="1398040"/>
                </a:cubicBezTo>
                <a:close/>
                <a:moveTo>
                  <a:pt x="3668094" y="1833132"/>
                </a:moveTo>
                <a:cubicBezTo>
                  <a:pt x="3656575" y="1835757"/>
                  <a:pt x="3649349" y="1847219"/>
                  <a:pt x="3651995" y="1858755"/>
                </a:cubicBezTo>
                <a:cubicBezTo>
                  <a:pt x="3654255" y="1868683"/>
                  <a:pt x="3663072" y="1875410"/>
                  <a:pt x="3672827" y="1875410"/>
                </a:cubicBezTo>
                <a:cubicBezTo>
                  <a:pt x="3674399" y="1875410"/>
                  <a:pt x="3676009" y="1875238"/>
                  <a:pt x="3677600" y="1874854"/>
                </a:cubicBezTo>
                <a:cubicBezTo>
                  <a:pt x="3689137" y="1872248"/>
                  <a:pt x="3696343" y="1860768"/>
                  <a:pt x="3693718" y="1849249"/>
                </a:cubicBezTo>
                <a:cubicBezTo>
                  <a:pt x="3691092" y="1837713"/>
                  <a:pt x="3679612" y="1830506"/>
                  <a:pt x="3668094" y="1833132"/>
                </a:cubicBezTo>
                <a:close/>
                <a:moveTo>
                  <a:pt x="2975075" y="2103305"/>
                </a:moveTo>
                <a:cubicBezTo>
                  <a:pt x="2964419" y="2104186"/>
                  <a:pt x="2956504" y="2113539"/>
                  <a:pt x="2957386" y="2124194"/>
                </a:cubicBezTo>
                <a:cubicBezTo>
                  <a:pt x="2958209" y="2134295"/>
                  <a:pt x="2966681" y="2141961"/>
                  <a:pt x="2976647" y="2141961"/>
                </a:cubicBezTo>
                <a:cubicBezTo>
                  <a:pt x="2977183" y="2141961"/>
                  <a:pt x="2977720" y="2141942"/>
                  <a:pt x="2978257" y="2141904"/>
                </a:cubicBezTo>
                <a:cubicBezTo>
                  <a:pt x="2988912" y="2141022"/>
                  <a:pt x="2996847" y="2131669"/>
                  <a:pt x="2995965" y="2121013"/>
                </a:cubicBezTo>
                <a:cubicBezTo>
                  <a:pt x="2995084" y="2110357"/>
                  <a:pt x="2985731" y="2102442"/>
                  <a:pt x="2975075" y="2103305"/>
                </a:cubicBezTo>
                <a:close/>
                <a:moveTo>
                  <a:pt x="5759796" y="1015195"/>
                </a:moveTo>
                <a:cubicBezTo>
                  <a:pt x="5747146" y="1019967"/>
                  <a:pt x="5740766" y="1034073"/>
                  <a:pt x="5745536" y="1046721"/>
                </a:cubicBezTo>
                <a:lnTo>
                  <a:pt x="5745519" y="1046721"/>
                </a:lnTo>
                <a:cubicBezTo>
                  <a:pt x="5749197" y="1056515"/>
                  <a:pt x="5758513" y="1062572"/>
                  <a:pt x="5768421" y="1062572"/>
                </a:cubicBezTo>
                <a:cubicBezTo>
                  <a:pt x="5771278" y="1062572"/>
                  <a:pt x="5774189" y="1062054"/>
                  <a:pt x="5777044" y="1060980"/>
                </a:cubicBezTo>
                <a:cubicBezTo>
                  <a:pt x="5789695" y="1056228"/>
                  <a:pt x="5796076" y="1042122"/>
                  <a:pt x="5791323" y="1029473"/>
                </a:cubicBezTo>
                <a:cubicBezTo>
                  <a:pt x="5786572" y="1016824"/>
                  <a:pt x="5772446" y="1010423"/>
                  <a:pt x="5759796" y="1015195"/>
                </a:cubicBezTo>
                <a:close/>
                <a:moveTo>
                  <a:pt x="5862139" y="975120"/>
                </a:moveTo>
                <a:cubicBezTo>
                  <a:pt x="5849605" y="980199"/>
                  <a:pt x="5843587" y="994458"/>
                  <a:pt x="5848665" y="1006992"/>
                </a:cubicBezTo>
                <a:cubicBezTo>
                  <a:pt x="5852516" y="1016498"/>
                  <a:pt x="5861678" y="1022248"/>
                  <a:pt x="5871337" y="1022248"/>
                </a:cubicBezTo>
                <a:cubicBezTo>
                  <a:pt x="5874405" y="1022248"/>
                  <a:pt x="5877529" y="1021673"/>
                  <a:pt x="5880537" y="1020447"/>
                </a:cubicBezTo>
                <a:cubicBezTo>
                  <a:pt x="5893054" y="1015367"/>
                  <a:pt x="5899091" y="1001108"/>
                  <a:pt x="5894009" y="988575"/>
                </a:cubicBezTo>
                <a:cubicBezTo>
                  <a:pt x="5888933" y="976059"/>
                  <a:pt x="5874656" y="970022"/>
                  <a:pt x="5862139" y="975120"/>
                </a:cubicBezTo>
                <a:close/>
                <a:moveTo>
                  <a:pt x="573199" y="3039645"/>
                </a:moveTo>
                <a:cubicBezTo>
                  <a:pt x="570995" y="3042156"/>
                  <a:pt x="571244" y="3045989"/>
                  <a:pt x="573773" y="3048193"/>
                </a:cubicBezTo>
                <a:cubicBezTo>
                  <a:pt x="574924" y="3049209"/>
                  <a:pt x="576341" y="3049707"/>
                  <a:pt x="577760" y="3049707"/>
                </a:cubicBezTo>
                <a:cubicBezTo>
                  <a:pt x="579447" y="3049707"/>
                  <a:pt x="581133" y="3048999"/>
                  <a:pt x="582340" y="3047638"/>
                </a:cubicBezTo>
                <a:cubicBezTo>
                  <a:pt x="584545" y="3045107"/>
                  <a:pt x="584295" y="3041274"/>
                  <a:pt x="581765" y="3039071"/>
                </a:cubicBezTo>
                <a:cubicBezTo>
                  <a:pt x="579236" y="3036867"/>
                  <a:pt x="575421" y="3037115"/>
                  <a:pt x="573199" y="3039645"/>
                </a:cubicBezTo>
                <a:close/>
                <a:moveTo>
                  <a:pt x="1427530" y="2704130"/>
                </a:moveTo>
                <a:cubicBezTo>
                  <a:pt x="1424615" y="2705254"/>
                  <a:pt x="1422127" y="2707491"/>
                  <a:pt x="1420767" y="2710577"/>
                </a:cubicBezTo>
                <a:cubicBezTo>
                  <a:pt x="1418026" y="2716729"/>
                  <a:pt x="1420804" y="2723935"/>
                  <a:pt x="1426957" y="2726676"/>
                </a:cubicBezTo>
                <a:cubicBezTo>
                  <a:pt x="1428567" y="2727384"/>
                  <a:pt x="1430253" y="2727730"/>
                  <a:pt x="1431902" y="2727730"/>
                </a:cubicBezTo>
                <a:cubicBezTo>
                  <a:pt x="1436578" y="2727730"/>
                  <a:pt x="1441043" y="2725027"/>
                  <a:pt x="1443056" y="2720485"/>
                </a:cubicBezTo>
                <a:cubicBezTo>
                  <a:pt x="1445797" y="2714314"/>
                  <a:pt x="1443018" y="2707108"/>
                  <a:pt x="1436865" y="2704367"/>
                </a:cubicBezTo>
                <a:cubicBezTo>
                  <a:pt x="1433790" y="2702997"/>
                  <a:pt x="1430445" y="2703006"/>
                  <a:pt x="1427530" y="2704130"/>
                </a:cubicBezTo>
                <a:close/>
                <a:moveTo>
                  <a:pt x="5656418" y="1052816"/>
                </a:moveTo>
                <a:cubicBezTo>
                  <a:pt x="5643692" y="1057320"/>
                  <a:pt x="5637004" y="1071311"/>
                  <a:pt x="5641508" y="1084036"/>
                </a:cubicBezTo>
                <a:cubicBezTo>
                  <a:pt x="5645073" y="1094079"/>
                  <a:pt x="5654505" y="1100365"/>
                  <a:pt x="5664582" y="1100365"/>
                </a:cubicBezTo>
                <a:cubicBezTo>
                  <a:pt x="5667285" y="1100365"/>
                  <a:pt x="5670046" y="1099905"/>
                  <a:pt x="5672746" y="1098947"/>
                </a:cubicBezTo>
                <a:cubicBezTo>
                  <a:pt x="5685494" y="1094444"/>
                  <a:pt x="5692161" y="1080472"/>
                  <a:pt x="5687639" y="1067726"/>
                </a:cubicBezTo>
                <a:cubicBezTo>
                  <a:pt x="5683133" y="1054982"/>
                  <a:pt x="5669164" y="1048312"/>
                  <a:pt x="5656418" y="1052816"/>
                </a:cubicBezTo>
                <a:close/>
                <a:moveTo>
                  <a:pt x="5963638" y="932650"/>
                </a:moveTo>
                <a:cubicBezTo>
                  <a:pt x="5951218" y="937997"/>
                  <a:pt x="5945490" y="952390"/>
                  <a:pt x="5950817" y="964789"/>
                </a:cubicBezTo>
                <a:cubicBezTo>
                  <a:pt x="5954802" y="974067"/>
                  <a:pt x="5963831" y="979605"/>
                  <a:pt x="5973316" y="979605"/>
                </a:cubicBezTo>
                <a:cubicBezTo>
                  <a:pt x="5976535" y="979605"/>
                  <a:pt x="5979816" y="978973"/>
                  <a:pt x="5982957" y="977611"/>
                </a:cubicBezTo>
                <a:cubicBezTo>
                  <a:pt x="5995375" y="972283"/>
                  <a:pt x="6001105" y="957890"/>
                  <a:pt x="5995778" y="945472"/>
                </a:cubicBezTo>
                <a:cubicBezTo>
                  <a:pt x="5993104" y="939262"/>
                  <a:pt x="5988170" y="934725"/>
                  <a:pt x="5982354" y="932406"/>
                </a:cubicBezTo>
                <a:cubicBezTo>
                  <a:pt x="5976535" y="930087"/>
                  <a:pt x="5969838" y="929986"/>
                  <a:pt x="5963638" y="932650"/>
                </a:cubicBezTo>
                <a:close/>
                <a:moveTo>
                  <a:pt x="4120127" y="1651674"/>
                </a:moveTo>
                <a:cubicBezTo>
                  <a:pt x="4108170" y="1654875"/>
                  <a:pt x="4101056" y="1667160"/>
                  <a:pt x="4104276" y="1679138"/>
                </a:cubicBezTo>
                <a:cubicBezTo>
                  <a:pt x="4106958" y="1689161"/>
                  <a:pt x="4116024" y="1695755"/>
                  <a:pt x="4125913" y="1695755"/>
                </a:cubicBezTo>
                <a:cubicBezTo>
                  <a:pt x="4127848" y="1695755"/>
                  <a:pt x="4129784" y="1695505"/>
                  <a:pt x="4131741" y="1694988"/>
                </a:cubicBezTo>
                <a:cubicBezTo>
                  <a:pt x="4143697" y="1691787"/>
                  <a:pt x="4150791" y="1679483"/>
                  <a:pt x="4147590" y="1667524"/>
                </a:cubicBezTo>
                <a:cubicBezTo>
                  <a:pt x="4144389" y="1655564"/>
                  <a:pt x="4132085" y="1648454"/>
                  <a:pt x="4120127" y="1651674"/>
                </a:cubicBezTo>
                <a:close/>
                <a:moveTo>
                  <a:pt x="5552370" y="1088675"/>
                </a:moveTo>
                <a:cubicBezTo>
                  <a:pt x="5539549" y="1092967"/>
                  <a:pt x="5532648" y="1106843"/>
                  <a:pt x="5536964" y="1119645"/>
                </a:cubicBezTo>
                <a:cubicBezTo>
                  <a:pt x="5540393" y="1129880"/>
                  <a:pt x="5549918" y="1136339"/>
                  <a:pt x="5560153" y="1136339"/>
                </a:cubicBezTo>
                <a:cubicBezTo>
                  <a:pt x="5562739" y="1136339"/>
                  <a:pt x="5565365" y="1135917"/>
                  <a:pt x="5567936" y="1135055"/>
                </a:cubicBezTo>
                <a:cubicBezTo>
                  <a:pt x="5580755" y="1130762"/>
                  <a:pt x="5587654" y="1116886"/>
                  <a:pt x="5583342" y="1104083"/>
                </a:cubicBezTo>
                <a:cubicBezTo>
                  <a:pt x="5579047" y="1091261"/>
                  <a:pt x="5565172" y="1084362"/>
                  <a:pt x="5552370" y="1088675"/>
                </a:cubicBezTo>
                <a:close/>
                <a:moveTo>
                  <a:pt x="6064387" y="888321"/>
                </a:moveTo>
                <a:cubicBezTo>
                  <a:pt x="6052064" y="893859"/>
                  <a:pt x="6046566" y="908329"/>
                  <a:pt x="6052103" y="920671"/>
                </a:cubicBezTo>
                <a:cubicBezTo>
                  <a:pt x="6056182" y="929736"/>
                  <a:pt x="6065097" y="935103"/>
                  <a:pt x="6074429" y="935103"/>
                </a:cubicBezTo>
                <a:cubicBezTo>
                  <a:pt x="6077786" y="935103"/>
                  <a:pt x="6081195" y="934413"/>
                  <a:pt x="6084453" y="932956"/>
                </a:cubicBezTo>
                <a:cubicBezTo>
                  <a:pt x="6096776" y="927418"/>
                  <a:pt x="6102277" y="912929"/>
                  <a:pt x="6096738" y="900605"/>
                </a:cubicBezTo>
                <a:cubicBezTo>
                  <a:pt x="6093968" y="894444"/>
                  <a:pt x="6088962" y="889988"/>
                  <a:pt x="6083107" y="887765"/>
                </a:cubicBezTo>
                <a:cubicBezTo>
                  <a:pt x="6077253" y="885542"/>
                  <a:pt x="6070549" y="885552"/>
                  <a:pt x="6064387" y="888321"/>
                </a:cubicBezTo>
                <a:close/>
                <a:moveTo>
                  <a:pt x="4678566" y="1428263"/>
                </a:moveTo>
                <a:cubicBezTo>
                  <a:pt x="4666129" y="1431829"/>
                  <a:pt x="4658940" y="1444822"/>
                  <a:pt x="4662504" y="1457260"/>
                </a:cubicBezTo>
                <a:cubicBezTo>
                  <a:pt x="4665457" y="1467553"/>
                  <a:pt x="4674847" y="1474241"/>
                  <a:pt x="4685025" y="1474241"/>
                </a:cubicBezTo>
                <a:cubicBezTo>
                  <a:pt x="4687169" y="1474241"/>
                  <a:pt x="4689356" y="1473954"/>
                  <a:pt x="4691521" y="1473322"/>
                </a:cubicBezTo>
                <a:cubicBezTo>
                  <a:pt x="4703960" y="1469756"/>
                  <a:pt x="4711148" y="1456762"/>
                  <a:pt x="4707584" y="1444324"/>
                </a:cubicBezTo>
                <a:cubicBezTo>
                  <a:pt x="4703999" y="1431886"/>
                  <a:pt x="4691022" y="1424680"/>
                  <a:pt x="4678566" y="1428263"/>
                </a:cubicBezTo>
                <a:close/>
                <a:moveTo>
                  <a:pt x="1105382" y="2818842"/>
                </a:moveTo>
                <a:lnTo>
                  <a:pt x="1105383" y="2818846"/>
                </a:lnTo>
                <a:lnTo>
                  <a:pt x="1105401" y="2818842"/>
                </a:lnTo>
                <a:close/>
                <a:moveTo>
                  <a:pt x="1778776" y="2555721"/>
                </a:moveTo>
                <a:cubicBezTo>
                  <a:pt x="1775613" y="2557533"/>
                  <a:pt x="1773140" y="2560551"/>
                  <a:pt x="1772106" y="2564346"/>
                </a:cubicBezTo>
                <a:cubicBezTo>
                  <a:pt x="1770036" y="2571935"/>
                  <a:pt x="1774501" y="2579755"/>
                  <a:pt x="1782091" y="2581843"/>
                </a:cubicBezTo>
                <a:cubicBezTo>
                  <a:pt x="1783336" y="2582169"/>
                  <a:pt x="1784602" y="2582342"/>
                  <a:pt x="1785847" y="2582342"/>
                </a:cubicBezTo>
                <a:cubicBezTo>
                  <a:pt x="1792114" y="2582342"/>
                  <a:pt x="1797844" y="2578164"/>
                  <a:pt x="1799589" y="2571839"/>
                </a:cubicBezTo>
                <a:cubicBezTo>
                  <a:pt x="1801659" y="2564250"/>
                  <a:pt x="1797173" y="2556411"/>
                  <a:pt x="1789585" y="2554341"/>
                </a:cubicBezTo>
                <a:cubicBezTo>
                  <a:pt x="1785791" y="2553306"/>
                  <a:pt x="1781938" y="2553910"/>
                  <a:pt x="1778776" y="2555721"/>
                </a:cubicBezTo>
                <a:close/>
                <a:moveTo>
                  <a:pt x="5447710" y="1122980"/>
                </a:moveTo>
                <a:cubicBezTo>
                  <a:pt x="5434829" y="1127101"/>
                  <a:pt x="5427739" y="1140881"/>
                  <a:pt x="5431876" y="1153741"/>
                </a:cubicBezTo>
                <a:cubicBezTo>
                  <a:pt x="5435211" y="1164128"/>
                  <a:pt x="5444814" y="1170760"/>
                  <a:pt x="5455183" y="1170759"/>
                </a:cubicBezTo>
                <a:cubicBezTo>
                  <a:pt x="5457655" y="1170759"/>
                  <a:pt x="5460167" y="1170377"/>
                  <a:pt x="5462641" y="1169571"/>
                </a:cubicBezTo>
                <a:cubicBezTo>
                  <a:pt x="5475516" y="1165451"/>
                  <a:pt x="5482587" y="1151671"/>
                  <a:pt x="5478469" y="1138811"/>
                </a:cubicBezTo>
                <a:cubicBezTo>
                  <a:pt x="5474348" y="1125951"/>
                  <a:pt x="5460568" y="1118860"/>
                  <a:pt x="5447710" y="1122980"/>
                </a:cubicBezTo>
                <a:close/>
                <a:moveTo>
                  <a:pt x="6164582" y="842476"/>
                </a:moveTo>
                <a:cubicBezTo>
                  <a:pt x="6152316" y="848188"/>
                  <a:pt x="6147008" y="862734"/>
                  <a:pt x="6152699" y="874982"/>
                </a:cubicBezTo>
                <a:cubicBezTo>
                  <a:pt x="6156858" y="883893"/>
                  <a:pt x="6165675" y="889145"/>
                  <a:pt x="6174912" y="889145"/>
                </a:cubicBezTo>
                <a:cubicBezTo>
                  <a:pt x="6178362" y="889145"/>
                  <a:pt x="6181869" y="888416"/>
                  <a:pt x="6185204" y="886864"/>
                </a:cubicBezTo>
                <a:cubicBezTo>
                  <a:pt x="6197451" y="881153"/>
                  <a:pt x="6202779" y="866606"/>
                  <a:pt x="6197067" y="854359"/>
                </a:cubicBezTo>
                <a:cubicBezTo>
                  <a:pt x="6194222" y="848227"/>
                  <a:pt x="6189161" y="843833"/>
                  <a:pt x="6183283" y="841684"/>
                </a:cubicBezTo>
                <a:cubicBezTo>
                  <a:pt x="6177404" y="839535"/>
                  <a:pt x="6170705" y="839631"/>
                  <a:pt x="6164582" y="842476"/>
                </a:cubicBezTo>
                <a:close/>
                <a:moveTo>
                  <a:pt x="1091353" y="2821869"/>
                </a:moveTo>
                <a:cubicBezTo>
                  <a:pt x="1088305" y="2826584"/>
                  <a:pt x="1089647" y="2832870"/>
                  <a:pt x="1094361" y="2835917"/>
                </a:cubicBezTo>
                <a:cubicBezTo>
                  <a:pt x="1096067" y="2837010"/>
                  <a:pt x="1097983" y="2837547"/>
                  <a:pt x="1099862" y="2837547"/>
                </a:cubicBezTo>
                <a:cubicBezTo>
                  <a:pt x="1103198" y="2837547"/>
                  <a:pt x="1106456" y="2835899"/>
                  <a:pt x="1108411" y="2832890"/>
                </a:cubicBezTo>
                <a:lnTo>
                  <a:pt x="1105383" y="2818846"/>
                </a:lnTo>
                <a:close/>
                <a:moveTo>
                  <a:pt x="3215563" y="1992625"/>
                </a:moveTo>
                <a:cubicBezTo>
                  <a:pt x="3204408" y="1994139"/>
                  <a:pt x="3196607" y="2004430"/>
                  <a:pt x="3198141" y="2015585"/>
                </a:cubicBezTo>
                <a:cubicBezTo>
                  <a:pt x="3199540" y="2025780"/>
                  <a:pt x="3208279" y="2033179"/>
                  <a:pt x="3218303" y="2033179"/>
                </a:cubicBezTo>
                <a:cubicBezTo>
                  <a:pt x="3219223" y="2033179"/>
                  <a:pt x="3220163" y="2033122"/>
                  <a:pt x="3221100" y="2033006"/>
                </a:cubicBezTo>
                <a:cubicBezTo>
                  <a:pt x="3232255" y="2031473"/>
                  <a:pt x="3240055" y="2021200"/>
                  <a:pt x="3238523" y="2010046"/>
                </a:cubicBezTo>
                <a:cubicBezTo>
                  <a:pt x="3236989" y="1998891"/>
                  <a:pt x="3226716" y="1991092"/>
                  <a:pt x="3215563" y="1992625"/>
                </a:cubicBezTo>
                <a:close/>
                <a:moveTo>
                  <a:pt x="4014659" y="1679598"/>
                </a:moveTo>
                <a:cubicBezTo>
                  <a:pt x="4002681" y="1682722"/>
                  <a:pt x="3995494" y="1694988"/>
                  <a:pt x="3998638" y="1706966"/>
                </a:cubicBezTo>
                <a:cubicBezTo>
                  <a:pt x="4001262" y="1717047"/>
                  <a:pt x="4010347" y="1723716"/>
                  <a:pt x="4020314" y="1723716"/>
                </a:cubicBezTo>
                <a:cubicBezTo>
                  <a:pt x="4022192" y="1723716"/>
                  <a:pt x="4024088" y="1723486"/>
                  <a:pt x="4025986" y="1722988"/>
                </a:cubicBezTo>
                <a:cubicBezTo>
                  <a:pt x="4037965" y="1719864"/>
                  <a:pt x="4045150" y="1707618"/>
                  <a:pt x="4042027" y="1695620"/>
                </a:cubicBezTo>
                <a:cubicBezTo>
                  <a:pt x="4038884" y="1683642"/>
                  <a:pt x="4026639" y="1676474"/>
                  <a:pt x="4014659" y="1679598"/>
                </a:cubicBezTo>
                <a:close/>
                <a:moveTo>
                  <a:pt x="3562416" y="1856111"/>
                </a:moveTo>
                <a:cubicBezTo>
                  <a:pt x="3550840" y="1858488"/>
                  <a:pt x="3543404" y="1869814"/>
                  <a:pt x="3545780" y="1881390"/>
                </a:cubicBezTo>
                <a:cubicBezTo>
                  <a:pt x="3547869" y="1891509"/>
                  <a:pt x="3556782" y="1898466"/>
                  <a:pt x="3566728" y="1898466"/>
                </a:cubicBezTo>
                <a:cubicBezTo>
                  <a:pt x="3568146" y="1898466"/>
                  <a:pt x="3569603" y="1898332"/>
                  <a:pt x="3571059" y="1898026"/>
                </a:cubicBezTo>
                <a:cubicBezTo>
                  <a:pt x="3582635" y="1895630"/>
                  <a:pt x="3590090" y="1884323"/>
                  <a:pt x="3587695" y="1872746"/>
                </a:cubicBezTo>
                <a:cubicBezTo>
                  <a:pt x="3585318" y="1861171"/>
                  <a:pt x="3573992" y="1853715"/>
                  <a:pt x="3562416" y="1856111"/>
                </a:cubicBezTo>
                <a:close/>
                <a:moveTo>
                  <a:pt x="7707792" y="237677"/>
                </a:moveTo>
                <a:cubicBezTo>
                  <a:pt x="7694357" y="239057"/>
                  <a:pt x="7684583" y="251073"/>
                  <a:pt x="7685962" y="264528"/>
                </a:cubicBezTo>
                <a:cubicBezTo>
                  <a:pt x="7687266" y="277100"/>
                  <a:pt x="7697884" y="286472"/>
                  <a:pt x="7710265" y="286472"/>
                </a:cubicBezTo>
                <a:cubicBezTo>
                  <a:pt x="7711108" y="286472"/>
                  <a:pt x="7711951" y="286434"/>
                  <a:pt x="7712814" y="286338"/>
                </a:cubicBezTo>
                <a:cubicBezTo>
                  <a:pt x="7726248" y="284958"/>
                  <a:pt x="7736022" y="272941"/>
                  <a:pt x="7734644" y="259506"/>
                </a:cubicBezTo>
                <a:cubicBezTo>
                  <a:pt x="7733243" y="246052"/>
                  <a:pt x="7721227" y="236278"/>
                  <a:pt x="7707792" y="237677"/>
                </a:cubicBezTo>
                <a:close/>
                <a:moveTo>
                  <a:pt x="201477" y="3166427"/>
                </a:moveTo>
                <a:lnTo>
                  <a:pt x="197332" y="3168045"/>
                </a:lnTo>
                <a:lnTo>
                  <a:pt x="197500" y="3170525"/>
                </a:lnTo>
                <a:cubicBezTo>
                  <a:pt x="198075" y="3171023"/>
                  <a:pt x="198765" y="3171271"/>
                  <a:pt x="199475" y="3171272"/>
                </a:cubicBezTo>
                <a:cubicBezTo>
                  <a:pt x="200317" y="3171272"/>
                  <a:pt x="201142" y="3170927"/>
                  <a:pt x="201735" y="3170238"/>
                </a:cubicBezTo>
                <a:close/>
                <a:moveTo>
                  <a:pt x="688592" y="2976278"/>
                </a:moveTo>
                <a:lnTo>
                  <a:pt x="678855" y="2980079"/>
                </a:lnTo>
                <a:lnTo>
                  <a:pt x="679145" y="2983509"/>
                </a:lnTo>
                <a:cubicBezTo>
                  <a:pt x="680468" y="2984641"/>
                  <a:pt x="682097" y="2985177"/>
                  <a:pt x="683707" y="2985177"/>
                </a:cubicBezTo>
                <a:cubicBezTo>
                  <a:pt x="685739" y="2985177"/>
                  <a:pt x="687732" y="2984333"/>
                  <a:pt x="689131" y="2982666"/>
                </a:cubicBezTo>
                <a:close/>
                <a:moveTo>
                  <a:pt x="1570383" y="2632064"/>
                </a:moveTo>
                <a:lnTo>
                  <a:pt x="1552933" y="2638876"/>
                </a:lnTo>
                <a:lnTo>
                  <a:pt x="1553505" y="2640163"/>
                </a:lnTo>
                <a:cubicBezTo>
                  <a:pt x="1555076" y="2640757"/>
                  <a:pt x="1556667" y="2641045"/>
                  <a:pt x="1558259" y="2641045"/>
                </a:cubicBezTo>
                <a:cubicBezTo>
                  <a:pt x="1563568" y="2641045"/>
                  <a:pt x="1568588" y="2637806"/>
                  <a:pt x="1570601" y="2632554"/>
                </a:cubicBezTo>
                <a:close/>
                <a:moveTo>
                  <a:pt x="2166890" y="2399213"/>
                </a:moveTo>
                <a:lnTo>
                  <a:pt x="2140641" y="2409459"/>
                </a:lnTo>
                <a:lnTo>
                  <a:pt x="2148629" y="2414357"/>
                </a:lnTo>
                <a:cubicBezTo>
                  <a:pt x="2149510" y="2414492"/>
                  <a:pt x="2150353" y="2414568"/>
                  <a:pt x="2151216" y="2414568"/>
                </a:cubicBezTo>
                <a:cubicBezTo>
                  <a:pt x="2159073" y="2414568"/>
                  <a:pt x="2166011" y="2408838"/>
                  <a:pt x="2167276" y="2400826"/>
                </a:cubicBezTo>
                <a:close/>
                <a:moveTo>
                  <a:pt x="2403226" y="2306957"/>
                </a:moveTo>
                <a:lnTo>
                  <a:pt x="2373360" y="2318615"/>
                </a:lnTo>
                <a:lnTo>
                  <a:pt x="2375662" y="2325987"/>
                </a:lnTo>
                <a:cubicBezTo>
                  <a:pt x="2378501" y="2329388"/>
                  <a:pt x="2382636" y="2331707"/>
                  <a:pt x="2387389" y="2332139"/>
                </a:cubicBezTo>
                <a:lnTo>
                  <a:pt x="2387408" y="2332139"/>
                </a:lnTo>
                <a:cubicBezTo>
                  <a:pt x="2387925" y="2332196"/>
                  <a:pt x="2388443" y="2332196"/>
                  <a:pt x="2388980" y="2332196"/>
                </a:cubicBezTo>
                <a:cubicBezTo>
                  <a:pt x="2397834" y="2332196"/>
                  <a:pt x="2405386" y="2325431"/>
                  <a:pt x="2406190" y="2316442"/>
                </a:cubicBezTo>
                <a:close/>
                <a:moveTo>
                  <a:pt x="2642400" y="2213594"/>
                </a:moveTo>
                <a:lnTo>
                  <a:pt x="2610840" y="2225914"/>
                </a:lnTo>
                <a:lnTo>
                  <a:pt x="2615318" y="2237610"/>
                </a:lnTo>
                <a:cubicBezTo>
                  <a:pt x="2618543" y="2241017"/>
                  <a:pt x="2623066" y="2243192"/>
                  <a:pt x="2628126" y="2243326"/>
                </a:cubicBezTo>
                <a:lnTo>
                  <a:pt x="2628126" y="2243345"/>
                </a:lnTo>
                <a:cubicBezTo>
                  <a:pt x="2628299" y="2243345"/>
                  <a:pt x="2628471" y="2243345"/>
                  <a:pt x="2628642" y="2243345"/>
                </a:cubicBezTo>
                <a:cubicBezTo>
                  <a:pt x="2638532" y="2243345"/>
                  <a:pt x="2646697" y="2235449"/>
                  <a:pt x="2646965" y="2225503"/>
                </a:cubicBezTo>
                <a:close/>
                <a:moveTo>
                  <a:pt x="2884682" y="2119017"/>
                </a:moveTo>
                <a:lnTo>
                  <a:pt x="2851291" y="2132052"/>
                </a:lnTo>
                <a:lnTo>
                  <a:pt x="2856130" y="2142889"/>
                </a:lnTo>
                <a:cubicBezTo>
                  <a:pt x="2859623" y="2146250"/>
                  <a:pt x="2864367" y="2148305"/>
                  <a:pt x="2869551" y="2148305"/>
                </a:cubicBezTo>
                <a:cubicBezTo>
                  <a:pt x="2869781" y="2148305"/>
                  <a:pt x="2870011" y="2148305"/>
                  <a:pt x="2870241" y="2148286"/>
                </a:cubicBezTo>
                <a:cubicBezTo>
                  <a:pt x="2880916" y="2147921"/>
                  <a:pt x="2889273" y="2138952"/>
                  <a:pt x="2888908" y="2128277"/>
                </a:cubicBezTo>
                <a:close/>
                <a:moveTo>
                  <a:pt x="3131081" y="2022833"/>
                </a:moveTo>
                <a:lnTo>
                  <a:pt x="3095529" y="2036712"/>
                </a:lnTo>
                <a:lnTo>
                  <a:pt x="3097496" y="2040603"/>
                </a:lnTo>
                <a:cubicBezTo>
                  <a:pt x="3101136" y="2043882"/>
                  <a:pt x="3105936" y="2045847"/>
                  <a:pt x="3111111" y="2045847"/>
                </a:cubicBezTo>
                <a:cubicBezTo>
                  <a:pt x="3111782" y="2045847"/>
                  <a:pt x="3112453" y="2045827"/>
                  <a:pt x="3113143" y="2045751"/>
                </a:cubicBezTo>
                <a:cubicBezTo>
                  <a:pt x="3124335" y="2044658"/>
                  <a:pt x="3132538" y="2034674"/>
                  <a:pt x="3131427" y="2023481"/>
                </a:cubicBezTo>
                <a:close/>
                <a:moveTo>
                  <a:pt x="3363428" y="1932135"/>
                </a:moveTo>
                <a:lnTo>
                  <a:pt x="3352278" y="1936487"/>
                </a:lnTo>
                <a:lnTo>
                  <a:pt x="3352958" y="1936739"/>
                </a:lnTo>
                <a:cubicBezTo>
                  <a:pt x="3354012" y="1936739"/>
                  <a:pt x="3355066" y="1936663"/>
                  <a:pt x="3356140" y="1936509"/>
                </a:cubicBezTo>
                <a:close/>
                <a:moveTo>
                  <a:pt x="3477222" y="1887715"/>
                </a:moveTo>
                <a:lnTo>
                  <a:pt x="3439606" y="1902398"/>
                </a:lnTo>
                <a:lnTo>
                  <a:pt x="3446478" y="1914163"/>
                </a:lnTo>
                <a:cubicBezTo>
                  <a:pt x="3450237" y="1917273"/>
                  <a:pt x="3455033" y="1919089"/>
                  <a:pt x="3460111" y="1919089"/>
                </a:cubicBezTo>
                <a:cubicBezTo>
                  <a:pt x="3461376" y="1919089"/>
                  <a:pt x="3462641" y="1918973"/>
                  <a:pt x="3463925" y="1918743"/>
                </a:cubicBezTo>
                <a:cubicBezTo>
                  <a:pt x="3475539" y="1916654"/>
                  <a:pt x="3483282" y="1905519"/>
                  <a:pt x="3481193" y="1893905"/>
                </a:cubicBezTo>
                <a:close/>
                <a:moveTo>
                  <a:pt x="3713462" y="1795497"/>
                </a:moveTo>
                <a:lnTo>
                  <a:pt x="3700852" y="1800419"/>
                </a:lnTo>
                <a:lnTo>
                  <a:pt x="3701824" y="1800761"/>
                </a:lnTo>
                <a:cubicBezTo>
                  <a:pt x="3703397" y="1800761"/>
                  <a:pt x="3704967" y="1800608"/>
                  <a:pt x="3706559" y="1800263"/>
                </a:cubicBezTo>
                <a:close/>
                <a:moveTo>
                  <a:pt x="3830129" y="1749955"/>
                </a:moveTo>
                <a:lnTo>
                  <a:pt x="3790428" y="1765452"/>
                </a:lnTo>
                <a:lnTo>
                  <a:pt x="3794610" y="1771997"/>
                </a:lnTo>
                <a:cubicBezTo>
                  <a:pt x="3798484" y="1775027"/>
                  <a:pt x="3803324" y="1776766"/>
                  <a:pt x="3808402" y="1776766"/>
                </a:cubicBezTo>
                <a:cubicBezTo>
                  <a:pt x="3810107" y="1776766"/>
                  <a:pt x="3811833" y="1776574"/>
                  <a:pt x="3813561" y="1776172"/>
                </a:cubicBezTo>
                <a:cubicBezTo>
                  <a:pt x="3819597" y="1774754"/>
                  <a:pt x="3824478" y="1771026"/>
                  <a:pt x="3827496" y="1766146"/>
                </a:cubicBezTo>
                <a:close/>
                <a:moveTo>
                  <a:pt x="3927934" y="1711776"/>
                </a:moveTo>
                <a:lnTo>
                  <a:pt x="3894104" y="1724982"/>
                </a:lnTo>
                <a:lnTo>
                  <a:pt x="3892789" y="1733931"/>
                </a:lnTo>
                <a:cubicBezTo>
                  <a:pt x="3895338" y="1744108"/>
                  <a:pt x="3904478" y="1750894"/>
                  <a:pt x="3914521" y="1750894"/>
                </a:cubicBezTo>
                <a:cubicBezTo>
                  <a:pt x="3916323" y="1750894"/>
                  <a:pt x="3918162" y="1750683"/>
                  <a:pt x="3920002" y="1750203"/>
                </a:cubicBezTo>
                <a:cubicBezTo>
                  <a:pt x="3932020" y="1747194"/>
                  <a:pt x="3939301" y="1734986"/>
                  <a:pt x="3936274" y="1722988"/>
                </a:cubicBezTo>
                <a:close/>
                <a:moveTo>
                  <a:pt x="4169093" y="1617638"/>
                </a:moveTo>
                <a:lnTo>
                  <a:pt x="4154776" y="1623226"/>
                </a:lnTo>
                <a:lnTo>
                  <a:pt x="4156158" y="1623693"/>
                </a:lnTo>
                <a:cubicBezTo>
                  <a:pt x="4158171" y="1623693"/>
                  <a:pt x="4160222" y="1623424"/>
                  <a:pt x="4162253" y="1622887"/>
                </a:cubicBezTo>
                <a:close/>
                <a:moveTo>
                  <a:pt x="4283854" y="1572840"/>
                </a:moveTo>
                <a:lnTo>
                  <a:pt x="4246366" y="1587473"/>
                </a:lnTo>
                <a:lnTo>
                  <a:pt x="4248137" y="1590072"/>
                </a:lnTo>
                <a:cubicBezTo>
                  <a:pt x="4252138" y="1593071"/>
                  <a:pt x="4257063" y="1594772"/>
                  <a:pt x="4262199" y="1594772"/>
                </a:cubicBezTo>
                <a:cubicBezTo>
                  <a:pt x="4264267" y="1594772"/>
                  <a:pt x="4266377" y="1594503"/>
                  <a:pt x="4268465" y="1593909"/>
                </a:cubicBezTo>
                <a:cubicBezTo>
                  <a:pt x="4274704" y="1592184"/>
                  <a:pt x="4279653" y="1588093"/>
                  <a:pt x="4282613" y="1582873"/>
                </a:cubicBezTo>
                <a:close/>
                <a:moveTo>
                  <a:pt x="4388115" y="1532141"/>
                </a:moveTo>
                <a:lnTo>
                  <a:pt x="4345867" y="1548632"/>
                </a:lnTo>
                <a:lnTo>
                  <a:pt x="4354033" y="1560488"/>
                </a:lnTo>
                <a:cubicBezTo>
                  <a:pt x="4358027" y="1563461"/>
                  <a:pt x="4362932" y="1565143"/>
                  <a:pt x="4368049" y="1565143"/>
                </a:cubicBezTo>
                <a:cubicBezTo>
                  <a:pt x="4370157" y="1565143"/>
                  <a:pt x="4372305" y="1564855"/>
                  <a:pt x="4374430" y="1564261"/>
                </a:cubicBezTo>
                <a:cubicBezTo>
                  <a:pt x="4386888" y="1560734"/>
                  <a:pt x="4394151" y="1547779"/>
                  <a:pt x="4390626" y="1535322"/>
                </a:cubicBezTo>
                <a:close/>
                <a:moveTo>
                  <a:pt x="4487081" y="1493509"/>
                </a:moveTo>
                <a:lnTo>
                  <a:pt x="4452504" y="1507006"/>
                </a:lnTo>
                <a:lnTo>
                  <a:pt x="4451247" y="1518034"/>
                </a:lnTo>
                <a:cubicBezTo>
                  <a:pt x="4454197" y="1528326"/>
                  <a:pt x="4463568" y="1535034"/>
                  <a:pt x="4473765" y="1535034"/>
                </a:cubicBezTo>
                <a:cubicBezTo>
                  <a:pt x="4475910" y="1535034"/>
                  <a:pt x="4478077" y="1534746"/>
                  <a:pt x="4480243" y="1534133"/>
                </a:cubicBezTo>
                <a:cubicBezTo>
                  <a:pt x="4492684" y="1530549"/>
                  <a:pt x="4499888" y="1517574"/>
                  <a:pt x="4496323" y="1505136"/>
                </a:cubicBezTo>
                <a:close/>
                <a:moveTo>
                  <a:pt x="4575557" y="1458971"/>
                </a:moveTo>
                <a:lnTo>
                  <a:pt x="4569723" y="1461248"/>
                </a:lnTo>
                <a:lnTo>
                  <a:pt x="4558916" y="1469867"/>
                </a:lnTo>
                <a:cubicBezTo>
                  <a:pt x="4556013" y="1475118"/>
                  <a:pt x="4555113" y="1481476"/>
                  <a:pt x="4556904" y="1487695"/>
                </a:cubicBezTo>
                <a:cubicBezTo>
                  <a:pt x="4559876" y="1497968"/>
                  <a:pt x="4569249" y="1504657"/>
                  <a:pt x="4579422" y="1504657"/>
                </a:cubicBezTo>
                <a:cubicBezTo>
                  <a:pt x="4581570" y="1504657"/>
                  <a:pt x="4583753" y="1504350"/>
                  <a:pt x="4585923" y="1503737"/>
                </a:cubicBezTo>
                <a:cubicBezTo>
                  <a:pt x="4598380" y="1500153"/>
                  <a:pt x="4605547" y="1487159"/>
                  <a:pt x="4601962" y="1474701"/>
                </a:cubicBezTo>
                <a:cubicBezTo>
                  <a:pt x="4600171" y="1468482"/>
                  <a:pt x="4596026" y="1463576"/>
                  <a:pt x="4590775" y="1460675"/>
                </a:cubicBezTo>
                <a:close/>
                <a:moveTo>
                  <a:pt x="4834446" y="1357912"/>
                </a:moveTo>
                <a:lnTo>
                  <a:pt x="4819422" y="1363777"/>
                </a:lnTo>
                <a:lnTo>
                  <a:pt x="4820888" y="1364253"/>
                </a:lnTo>
                <a:cubicBezTo>
                  <a:pt x="4823282" y="1364253"/>
                  <a:pt x="4825718" y="1363908"/>
                  <a:pt x="4828131" y="1363160"/>
                </a:cubicBezTo>
                <a:close/>
                <a:moveTo>
                  <a:pt x="4948595" y="1313353"/>
                </a:moveTo>
                <a:lnTo>
                  <a:pt x="4913084" y="1327215"/>
                </a:lnTo>
                <a:lnTo>
                  <a:pt x="4926470" y="1331576"/>
                </a:lnTo>
                <a:cubicBezTo>
                  <a:pt x="4928864" y="1331576"/>
                  <a:pt x="4931297" y="1331231"/>
                  <a:pt x="4933694" y="1330483"/>
                </a:cubicBezTo>
                <a:cubicBezTo>
                  <a:pt x="4940153" y="1328490"/>
                  <a:pt x="4945189" y="1324073"/>
                  <a:pt x="4948112" y="1318539"/>
                </a:cubicBezTo>
                <a:close/>
                <a:moveTo>
                  <a:pt x="5055259" y="1271716"/>
                </a:moveTo>
                <a:lnTo>
                  <a:pt x="5013145" y="1288156"/>
                </a:lnTo>
                <a:lnTo>
                  <a:pt x="5017742" y="1294670"/>
                </a:lnTo>
                <a:cubicBezTo>
                  <a:pt x="5021884" y="1297705"/>
                  <a:pt x="5026944" y="1299416"/>
                  <a:pt x="5032205" y="1299416"/>
                </a:cubicBezTo>
                <a:cubicBezTo>
                  <a:pt x="5034542" y="1299416"/>
                  <a:pt x="5036919" y="1299091"/>
                  <a:pt x="5039257" y="1298381"/>
                </a:cubicBezTo>
                <a:cubicBezTo>
                  <a:pt x="5045725" y="1296436"/>
                  <a:pt x="5050794" y="1292052"/>
                  <a:pt x="5053760" y="1286538"/>
                </a:cubicBezTo>
                <a:close/>
                <a:moveTo>
                  <a:pt x="5157745" y="1231710"/>
                </a:moveTo>
                <a:lnTo>
                  <a:pt x="5114894" y="1248437"/>
                </a:lnTo>
                <a:lnTo>
                  <a:pt x="5114693" y="1250391"/>
                </a:lnTo>
                <a:cubicBezTo>
                  <a:pt x="5117856" y="1261009"/>
                  <a:pt x="5127588" y="1267889"/>
                  <a:pt x="5138110" y="1267889"/>
                </a:cubicBezTo>
                <a:cubicBezTo>
                  <a:pt x="5140429" y="1267889"/>
                  <a:pt x="5142789" y="1267544"/>
                  <a:pt x="5145127" y="1266855"/>
                </a:cubicBezTo>
                <a:cubicBezTo>
                  <a:pt x="5158082" y="1262983"/>
                  <a:pt x="5165443" y="1249356"/>
                  <a:pt x="5161570" y="1236420"/>
                </a:cubicBezTo>
                <a:close/>
                <a:moveTo>
                  <a:pt x="5257709" y="1192688"/>
                </a:moveTo>
                <a:lnTo>
                  <a:pt x="5221819" y="1206698"/>
                </a:lnTo>
                <a:lnTo>
                  <a:pt x="5220619" y="1218749"/>
                </a:lnTo>
                <a:cubicBezTo>
                  <a:pt x="5223798" y="1229329"/>
                  <a:pt x="5233517" y="1236152"/>
                  <a:pt x="5244039" y="1236152"/>
                </a:cubicBezTo>
                <a:cubicBezTo>
                  <a:pt x="5246379" y="1236152"/>
                  <a:pt x="5248753" y="1235807"/>
                  <a:pt x="5251109" y="1235098"/>
                </a:cubicBezTo>
                <a:cubicBezTo>
                  <a:pt x="5264047" y="1231188"/>
                  <a:pt x="5271369" y="1217542"/>
                  <a:pt x="5267458" y="1204606"/>
                </a:cubicBezTo>
                <a:close/>
                <a:moveTo>
                  <a:pt x="5349812" y="1156735"/>
                </a:moveTo>
                <a:lnTo>
                  <a:pt x="5334516" y="1162706"/>
                </a:lnTo>
                <a:lnTo>
                  <a:pt x="5328119" y="1168012"/>
                </a:lnTo>
                <a:cubicBezTo>
                  <a:pt x="5325194" y="1173548"/>
                  <a:pt x="5324379" y="1180198"/>
                  <a:pt x="5326372" y="1186648"/>
                </a:cubicBezTo>
                <a:cubicBezTo>
                  <a:pt x="5329631" y="1197151"/>
                  <a:pt x="5339309" y="1203896"/>
                  <a:pt x="5349755" y="1203896"/>
                </a:cubicBezTo>
                <a:cubicBezTo>
                  <a:pt x="5352150" y="1203896"/>
                  <a:pt x="5354585" y="1203551"/>
                  <a:pt x="5356980" y="1202804"/>
                </a:cubicBezTo>
                <a:cubicBezTo>
                  <a:pt x="5369897" y="1198818"/>
                  <a:pt x="5377123" y="1185114"/>
                  <a:pt x="5373137" y="1172196"/>
                </a:cubicBezTo>
                <a:cubicBezTo>
                  <a:pt x="5371142" y="1165747"/>
                  <a:pt x="5366720" y="1160712"/>
                  <a:pt x="5361181" y="1157789"/>
                </a:cubicBezTo>
                <a:close/>
                <a:moveTo>
                  <a:pt x="6276902" y="794838"/>
                </a:moveTo>
                <a:lnTo>
                  <a:pt x="6258388" y="802065"/>
                </a:lnTo>
                <a:lnTo>
                  <a:pt x="6251772" y="809410"/>
                </a:lnTo>
                <a:cubicBezTo>
                  <a:pt x="6249681" y="815310"/>
                  <a:pt x="6249839" y="822008"/>
                  <a:pt x="6252742" y="828103"/>
                </a:cubicBezTo>
                <a:cubicBezTo>
                  <a:pt x="6256940" y="836919"/>
                  <a:pt x="6265718" y="842055"/>
                  <a:pt x="6274859" y="842055"/>
                </a:cubicBezTo>
                <a:cubicBezTo>
                  <a:pt x="6278385" y="842055"/>
                  <a:pt x="6281969" y="841289"/>
                  <a:pt x="6285361" y="839660"/>
                </a:cubicBezTo>
                <a:cubicBezTo>
                  <a:pt x="6297570" y="833852"/>
                  <a:pt x="6302744" y="819248"/>
                  <a:pt x="6296918" y="807041"/>
                </a:cubicBezTo>
                <a:cubicBezTo>
                  <a:pt x="6294015" y="800946"/>
                  <a:pt x="6288912" y="796606"/>
                  <a:pt x="6283010" y="794516"/>
                </a:cubicBezTo>
                <a:close/>
                <a:moveTo>
                  <a:pt x="6387967" y="751483"/>
                </a:moveTo>
                <a:lnTo>
                  <a:pt x="6351517" y="765712"/>
                </a:lnTo>
                <a:lnTo>
                  <a:pt x="6352383" y="780343"/>
                </a:lnTo>
                <a:cubicBezTo>
                  <a:pt x="6356618" y="789063"/>
                  <a:pt x="6365338" y="794142"/>
                  <a:pt x="6374423" y="794142"/>
                </a:cubicBezTo>
                <a:cubicBezTo>
                  <a:pt x="6378006" y="794142"/>
                  <a:pt x="6381648" y="793356"/>
                  <a:pt x="6385079" y="791689"/>
                </a:cubicBezTo>
                <a:cubicBezTo>
                  <a:pt x="6397229" y="785786"/>
                  <a:pt x="6402309" y="771143"/>
                  <a:pt x="6396406" y="758993"/>
                </a:cubicBezTo>
                <a:close/>
                <a:moveTo>
                  <a:pt x="6494888" y="709746"/>
                </a:moveTo>
                <a:lnTo>
                  <a:pt x="6451386" y="726727"/>
                </a:lnTo>
                <a:lnTo>
                  <a:pt x="6451716" y="731970"/>
                </a:lnTo>
                <a:cubicBezTo>
                  <a:pt x="6455971" y="740651"/>
                  <a:pt x="6464673" y="745673"/>
                  <a:pt x="6473718" y="745673"/>
                </a:cubicBezTo>
                <a:cubicBezTo>
                  <a:pt x="6477321" y="745673"/>
                  <a:pt x="6481002" y="744868"/>
                  <a:pt x="6484470" y="743182"/>
                </a:cubicBezTo>
                <a:cubicBezTo>
                  <a:pt x="6496601" y="737221"/>
                  <a:pt x="6501604" y="722560"/>
                  <a:pt x="6495663" y="710428"/>
                </a:cubicBezTo>
                <a:close/>
                <a:moveTo>
                  <a:pt x="6595371" y="670522"/>
                </a:moveTo>
                <a:lnTo>
                  <a:pt x="6555470" y="686097"/>
                </a:lnTo>
                <a:lnTo>
                  <a:pt x="6572860" y="696916"/>
                </a:lnTo>
                <a:cubicBezTo>
                  <a:pt x="6576502" y="696916"/>
                  <a:pt x="6580182" y="696092"/>
                  <a:pt x="6583670" y="694387"/>
                </a:cubicBezTo>
                <a:cubicBezTo>
                  <a:pt x="6589726" y="691397"/>
                  <a:pt x="6594000" y="686237"/>
                  <a:pt x="6596012" y="680307"/>
                </a:cubicBezTo>
                <a:close/>
                <a:moveTo>
                  <a:pt x="6694916" y="631663"/>
                </a:moveTo>
                <a:lnTo>
                  <a:pt x="6664653" y="643477"/>
                </a:lnTo>
                <a:lnTo>
                  <a:pt x="6671964" y="648026"/>
                </a:lnTo>
                <a:cubicBezTo>
                  <a:pt x="6675587" y="648026"/>
                  <a:pt x="6679285" y="647220"/>
                  <a:pt x="6682755" y="645496"/>
                </a:cubicBezTo>
                <a:close/>
                <a:moveTo>
                  <a:pt x="7513339" y="312186"/>
                </a:moveTo>
                <a:lnTo>
                  <a:pt x="7487839" y="322140"/>
                </a:lnTo>
                <a:lnTo>
                  <a:pt x="7492546" y="323768"/>
                </a:lnTo>
                <a:cubicBezTo>
                  <a:pt x="7494386" y="323768"/>
                  <a:pt x="7496264" y="323538"/>
                  <a:pt x="7498162" y="323097"/>
                </a:cubicBezTo>
                <a:close/>
                <a:moveTo>
                  <a:pt x="7622722" y="269487"/>
                </a:moveTo>
                <a:lnTo>
                  <a:pt x="7579625" y="286310"/>
                </a:lnTo>
                <a:lnTo>
                  <a:pt x="7585179" y="295947"/>
                </a:lnTo>
                <a:cubicBezTo>
                  <a:pt x="7589480" y="299533"/>
                  <a:pt x="7594985" y="301632"/>
                  <a:pt x="7600831" y="301632"/>
                </a:cubicBezTo>
                <a:cubicBezTo>
                  <a:pt x="7602210" y="301632"/>
                  <a:pt x="7603610" y="301517"/>
                  <a:pt x="7605009" y="301286"/>
                </a:cubicBezTo>
                <a:cubicBezTo>
                  <a:pt x="7618309" y="298968"/>
                  <a:pt x="7627241" y="286319"/>
                  <a:pt x="7624941" y="272999"/>
                </a:cubicBezTo>
                <a:close/>
                <a:moveTo>
                  <a:pt x="8068933" y="95305"/>
                </a:moveTo>
                <a:lnTo>
                  <a:pt x="8046020" y="104249"/>
                </a:lnTo>
                <a:lnTo>
                  <a:pt x="8038892" y="116131"/>
                </a:lnTo>
                <a:cubicBezTo>
                  <a:pt x="8036822" y="130045"/>
                  <a:pt x="8046424" y="143020"/>
                  <a:pt x="8060357" y="145089"/>
                </a:cubicBezTo>
                <a:cubicBezTo>
                  <a:pt x="8061621" y="145282"/>
                  <a:pt x="8062886" y="145378"/>
                  <a:pt x="8064133" y="145378"/>
                </a:cubicBezTo>
                <a:cubicBezTo>
                  <a:pt x="8076551" y="145378"/>
                  <a:pt x="8087437" y="136293"/>
                  <a:pt x="8089315" y="123643"/>
                </a:cubicBezTo>
                <a:cubicBezTo>
                  <a:pt x="8090350" y="116677"/>
                  <a:pt x="8088467" y="109950"/>
                  <a:pt x="8084586" y="104706"/>
                </a:cubicBezTo>
                <a:close/>
                <a:moveTo>
                  <a:pt x="8313080" y="0"/>
                </a:moveTo>
                <a:lnTo>
                  <a:pt x="8275587" y="14636"/>
                </a:lnTo>
                <a:lnTo>
                  <a:pt x="8277303" y="33940"/>
                </a:lnTo>
                <a:cubicBezTo>
                  <a:pt x="8280446" y="39953"/>
                  <a:pt x="8285884" y="44768"/>
                  <a:pt x="8292870" y="46963"/>
                </a:cubicBezTo>
                <a:cubicBezTo>
                  <a:pt x="8295515" y="47788"/>
                  <a:pt x="8298178" y="48190"/>
                  <a:pt x="8300805" y="48190"/>
                </a:cubicBezTo>
                <a:cubicBezTo>
                  <a:pt x="8306449" y="48190"/>
                  <a:pt x="8311882" y="46374"/>
                  <a:pt x="8316350" y="43142"/>
                </a:cubicBezTo>
                <a:lnTo>
                  <a:pt x="8325671" y="30198"/>
                </a:lnTo>
                <a:lnTo>
                  <a:pt x="8314273" y="999"/>
                </a:lnTo>
                <a:close/>
              </a:path>
            </a:pathLst>
          </a:custGeom>
          <a:gradFill>
            <a:gsLst>
              <a:gs pos="0">
                <a:srgbClr val="1E2757"/>
              </a:gs>
              <a:gs pos="82000">
                <a:srgbClr val="FEBE20">
                  <a:alpha val="9803"/>
                </a:srgbClr>
              </a:gs>
              <a:gs pos="100000">
                <a:srgbClr val="FEBE20">
                  <a:alpha val="980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 flipH="1">
            <a:off x="1080644" y="2047124"/>
            <a:ext cx="217800" cy="872400"/>
          </a:xfrm>
          <a:prstGeom prst="straightConnector1">
            <a:avLst/>
          </a:prstGeom>
          <a:noFill/>
          <a:ln cap="flat" cmpd="sng" w="9525">
            <a:solidFill>
              <a:srgbClr val="4884C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569" y="4366823"/>
            <a:ext cx="1469380" cy="33326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type="title"/>
          </p:nvPr>
        </p:nvSpPr>
        <p:spPr>
          <a:xfrm>
            <a:off x="1483048" y="2047124"/>
            <a:ext cx="46479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Manrope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386954" y="4886864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028950" y="4886864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02428" y="2047124"/>
            <a:ext cx="6783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300"/>
              <a:buNone/>
              <a:defRPr b="1" sz="3300">
                <a:solidFill>
                  <a:srgbClr val="FEBE20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5562" t="0"/>
          <a:stretch/>
        </p:blipFill>
        <p:spPr>
          <a:xfrm>
            <a:off x="1" y="-1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E2757"/>
              </a:gs>
              <a:gs pos="16000">
                <a:srgbClr val="1E2757"/>
              </a:gs>
              <a:gs pos="100000">
                <a:srgbClr val="1E27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954" y="870347"/>
            <a:ext cx="1963304" cy="44528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type="ctrTitle"/>
          </p:nvPr>
        </p:nvSpPr>
        <p:spPr>
          <a:xfrm>
            <a:off x="386954" y="2178617"/>
            <a:ext cx="3348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b="1"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386953" y="4495800"/>
            <a:ext cx="1089600" cy="20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3028950" y="4862708"/>
            <a:ext cx="3086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>
  <p:cSld name="Agenda Slid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using a computer&#10;&#10;AI-generated content may be incorrect." id="69" name="Google Shape;69;p15"/>
          <p:cNvPicPr preferRelativeResize="0"/>
          <p:nvPr/>
        </p:nvPicPr>
        <p:blipFill rotWithShape="1">
          <a:blip r:embed="rId2">
            <a:alphaModFix/>
          </a:blip>
          <a:srcRect b="4721" l="3217" r="3516" t="10811"/>
          <a:stretch/>
        </p:blipFill>
        <p:spPr>
          <a:xfrm>
            <a:off x="0" y="1"/>
            <a:ext cx="3786188" cy="5143499"/>
          </a:xfrm>
          <a:custGeom>
            <a:rect b="b" l="l" r="r" t="t"/>
            <a:pathLst>
              <a:path extrusionOk="0" h="6857999" w="5048250">
                <a:moveTo>
                  <a:pt x="0" y="0"/>
                </a:moveTo>
                <a:lnTo>
                  <a:pt x="5048250" y="0"/>
                </a:lnTo>
                <a:lnTo>
                  <a:pt x="5048250" y="6857999"/>
                </a:lnTo>
                <a:lnTo>
                  <a:pt x="0" y="68579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0"/>
            <a:ext cx="3786300" cy="5143500"/>
          </a:xfrm>
          <a:prstGeom prst="rect">
            <a:avLst/>
          </a:prstGeom>
          <a:gradFill>
            <a:gsLst>
              <a:gs pos="0">
                <a:srgbClr val="1E2757"/>
              </a:gs>
              <a:gs pos="100000">
                <a:srgbClr val="1D214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86953" y="438149"/>
            <a:ext cx="32610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b="1"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4" name="Google Shape;74;p15"/>
          <p:cNvCxnSpPr/>
          <p:nvPr/>
        </p:nvCxnSpPr>
        <p:spPr>
          <a:xfrm>
            <a:off x="4381500" y="1194738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" name="Google Shape;75;p15"/>
          <p:cNvSpPr/>
          <p:nvPr/>
        </p:nvSpPr>
        <p:spPr>
          <a:xfrm>
            <a:off x="4381500" y="624599"/>
            <a:ext cx="438600" cy="4386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4437080" y="690299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2" type="body"/>
          </p:nvPr>
        </p:nvSpPr>
        <p:spPr>
          <a:xfrm>
            <a:off x="4950619" y="657556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5"/>
          <p:cNvSpPr/>
          <p:nvPr/>
        </p:nvSpPr>
        <p:spPr>
          <a:xfrm>
            <a:off x="4381500" y="1326298"/>
            <a:ext cx="438600" cy="4386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79" name="Google Shape;79;p15"/>
          <p:cNvSpPr txBox="1"/>
          <p:nvPr>
            <p:ph idx="3" type="body"/>
          </p:nvPr>
        </p:nvSpPr>
        <p:spPr>
          <a:xfrm>
            <a:off x="4437080" y="1391997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4" type="body"/>
          </p:nvPr>
        </p:nvSpPr>
        <p:spPr>
          <a:xfrm>
            <a:off x="4950619" y="1359254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5"/>
          <p:cNvSpPr/>
          <p:nvPr/>
        </p:nvSpPr>
        <p:spPr>
          <a:xfrm>
            <a:off x="4381500" y="2027997"/>
            <a:ext cx="438600" cy="4386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82" name="Google Shape;82;p15"/>
          <p:cNvSpPr txBox="1"/>
          <p:nvPr>
            <p:ph idx="5" type="body"/>
          </p:nvPr>
        </p:nvSpPr>
        <p:spPr>
          <a:xfrm>
            <a:off x="4437080" y="2089398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6" type="body"/>
          </p:nvPr>
        </p:nvSpPr>
        <p:spPr>
          <a:xfrm>
            <a:off x="4950619" y="2060953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/>
          <p:nvPr/>
        </p:nvSpPr>
        <p:spPr>
          <a:xfrm>
            <a:off x="4381500" y="2729696"/>
            <a:ext cx="438600" cy="4386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85" name="Google Shape;85;p15"/>
          <p:cNvSpPr txBox="1"/>
          <p:nvPr>
            <p:ph idx="7" type="body"/>
          </p:nvPr>
        </p:nvSpPr>
        <p:spPr>
          <a:xfrm>
            <a:off x="4437080" y="2795394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8" type="body"/>
          </p:nvPr>
        </p:nvSpPr>
        <p:spPr>
          <a:xfrm>
            <a:off x="4950619" y="2762651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15"/>
          <p:cNvSpPr/>
          <p:nvPr/>
        </p:nvSpPr>
        <p:spPr>
          <a:xfrm>
            <a:off x="4381500" y="3431396"/>
            <a:ext cx="438600" cy="4386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88" name="Google Shape;88;p15"/>
          <p:cNvSpPr txBox="1"/>
          <p:nvPr>
            <p:ph idx="9" type="body"/>
          </p:nvPr>
        </p:nvSpPr>
        <p:spPr>
          <a:xfrm>
            <a:off x="4437080" y="3501646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3" type="body"/>
          </p:nvPr>
        </p:nvSpPr>
        <p:spPr>
          <a:xfrm>
            <a:off x="4950619" y="3464350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15"/>
          <p:cNvSpPr/>
          <p:nvPr/>
        </p:nvSpPr>
        <p:spPr>
          <a:xfrm>
            <a:off x="4381500" y="4133094"/>
            <a:ext cx="438600" cy="4386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91" name="Google Shape;91;p15"/>
          <p:cNvSpPr txBox="1"/>
          <p:nvPr>
            <p:ph idx="14" type="body"/>
          </p:nvPr>
        </p:nvSpPr>
        <p:spPr>
          <a:xfrm>
            <a:off x="4437080" y="4206049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5" type="body"/>
          </p:nvPr>
        </p:nvSpPr>
        <p:spPr>
          <a:xfrm>
            <a:off x="4950619" y="4166051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cxnSp>
        <p:nvCxnSpPr>
          <p:cNvPr id="93" name="Google Shape;93;p15"/>
          <p:cNvCxnSpPr/>
          <p:nvPr/>
        </p:nvCxnSpPr>
        <p:spPr>
          <a:xfrm>
            <a:off x="4381500" y="1896437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15"/>
          <p:cNvCxnSpPr/>
          <p:nvPr/>
        </p:nvCxnSpPr>
        <p:spPr>
          <a:xfrm>
            <a:off x="4381500" y="2598135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15"/>
          <p:cNvCxnSpPr/>
          <p:nvPr/>
        </p:nvCxnSpPr>
        <p:spPr>
          <a:xfrm>
            <a:off x="4381500" y="3299834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15"/>
          <p:cNvCxnSpPr/>
          <p:nvPr/>
        </p:nvCxnSpPr>
        <p:spPr>
          <a:xfrm>
            <a:off x="4381500" y="4001532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3441" y="210528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model of a city&#10;&#10;Description automatically generated" id="106" name="Google Shape;106;p17"/>
          <p:cNvPicPr preferRelativeResize="0"/>
          <p:nvPr/>
        </p:nvPicPr>
        <p:blipFill rotWithShape="1">
          <a:blip r:embed="rId2">
            <a:alphaModFix/>
          </a:blip>
          <a:srcRect b="16010" l="18236" r="2542" t="4769"/>
          <a:stretch/>
        </p:blipFill>
        <p:spPr>
          <a:xfrm>
            <a:off x="0" y="0"/>
            <a:ext cx="9143998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 flipH="1">
            <a:off x="0" y="3488180"/>
            <a:ext cx="3991445" cy="1655320"/>
          </a:xfrm>
          <a:custGeom>
            <a:rect b="b" l="l" r="r" t="t"/>
            <a:pathLst>
              <a:path extrusionOk="0" h="2207093" w="5321926">
                <a:moveTo>
                  <a:pt x="5321926" y="0"/>
                </a:moveTo>
                <a:lnTo>
                  <a:pt x="0" y="2207093"/>
                </a:lnTo>
                <a:lnTo>
                  <a:pt x="5321926" y="2207093"/>
                </a:lnTo>
                <a:lnTo>
                  <a:pt x="5321926" y="0"/>
                </a:lnTo>
                <a:close/>
              </a:path>
            </a:pathLst>
          </a:custGeom>
          <a:solidFill>
            <a:srgbClr val="FEBE2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1513115" y="0"/>
            <a:ext cx="76308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9000">
                <a:srgbClr val="FFFFFF">
                  <a:alpha val="0"/>
                </a:srgbClr>
              </a:gs>
              <a:gs pos="8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463348" y="2114306"/>
            <a:ext cx="7694787" cy="3036568"/>
          </a:xfrm>
          <a:custGeom>
            <a:rect b="b" l="l" r="r" t="t"/>
            <a:pathLst>
              <a:path extrusionOk="0" h="4048757" w="10259716">
                <a:moveTo>
                  <a:pt x="10259716" y="0"/>
                </a:moveTo>
                <a:lnTo>
                  <a:pt x="6100671" y="2128624"/>
                </a:lnTo>
                <a:lnTo>
                  <a:pt x="1494395" y="4038925"/>
                </a:lnTo>
                <a:lnTo>
                  <a:pt x="0" y="4048757"/>
                </a:lnTo>
                <a:lnTo>
                  <a:pt x="10259716" y="0"/>
                </a:lnTo>
                <a:close/>
              </a:path>
            </a:pathLst>
          </a:custGeom>
          <a:solidFill>
            <a:srgbClr val="FEBE20">
              <a:alpha val="298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1838325" y="2113712"/>
            <a:ext cx="7296041" cy="3025793"/>
          </a:xfrm>
          <a:custGeom>
            <a:rect b="b" l="l" r="r" t="t"/>
            <a:pathLst>
              <a:path extrusionOk="0" h="3770458" w="9091640">
                <a:moveTo>
                  <a:pt x="9091640" y="0"/>
                </a:moveTo>
                <a:lnTo>
                  <a:pt x="9091640" y="3770458"/>
                </a:lnTo>
                <a:lnTo>
                  <a:pt x="0" y="3770458"/>
                </a:lnTo>
                <a:lnTo>
                  <a:pt x="9091640" y="0"/>
                </a:lnTo>
                <a:close/>
              </a:path>
            </a:pathLst>
          </a:custGeom>
          <a:solidFill>
            <a:srgbClr val="1D2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 rotWithShape="1">
          <a:blip r:embed="rId3">
            <a:alphaModFix/>
          </a:blip>
          <a:srcRect b="13716" l="0" r="0" t="13709"/>
          <a:stretch/>
        </p:blipFill>
        <p:spPr>
          <a:xfrm>
            <a:off x="1838325" y="2113713"/>
            <a:ext cx="7305675" cy="3029788"/>
          </a:xfrm>
          <a:custGeom>
            <a:rect b="b" l="l" r="r" t="t"/>
            <a:pathLst>
              <a:path extrusionOk="0" h="4039717" w="9740900">
                <a:moveTo>
                  <a:pt x="9740900" y="0"/>
                </a:moveTo>
                <a:lnTo>
                  <a:pt x="9740900" y="4039717"/>
                </a:lnTo>
                <a:lnTo>
                  <a:pt x="0" y="403971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1838325" y="2113712"/>
            <a:ext cx="7296041" cy="3025793"/>
          </a:xfrm>
          <a:custGeom>
            <a:rect b="b" l="l" r="r" t="t"/>
            <a:pathLst>
              <a:path extrusionOk="0" h="3770458" w="9091640">
                <a:moveTo>
                  <a:pt x="9091640" y="0"/>
                </a:moveTo>
                <a:lnTo>
                  <a:pt x="9091640" y="3770458"/>
                </a:lnTo>
                <a:lnTo>
                  <a:pt x="0" y="3770458"/>
                </a:lnTo>
                <a:lnTo>
                  <a:pt x="9091640" y="0"/>
                </a:lnTo>
                <a:close/>
              </a:path>
            </a:pathLst>
          </a:custGeom>
          <a:gradFill>
            <a:gsLst>
              <a:gs pos="0">
                <a:srgbClr val="1D214F">
                  <a:alpha val="72941"/>
                </a:srgbClr>
              </a:gs>
              <a:gs pos="100000">
                <a:srgbClr val="1D214F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32767" y="-28575"/>
            <a:ext cx="1552575" cy="5229225"/>
          </a:xfrm>
          <a:custGeom>
            <a:rect b="b" l="l" r="r" t="t"/>
            <a:pathLst>
              <a:path extrusionOk="0" h="6972300" w="2070100">
                <a:moveTo>
                  <a:pt x="2070100" y="0"/>
                </a:moveTo>
                <a:lnTo>
                  <a:pt x="0" y="850900"/>
                </a:lnTo>
                <a:lnTo>
                  <a:pt x="0" y="6972300"/>
                </a:lnTo>
              </a:path>
            </a:pathLst>
          </a:custGeom>
          <a:noFill/>
          <a:ln cap="flat" cmpd="sng" w="9525">
            <a:solidFill>
              <a:srgbClr val="1E27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7"/>
          <p:cNvSpPr/>
          <p:nvPr/>
        </p:nvSpPr>
        <p:spPr>
          <a:xfrm flipH="1" rot="9596122">
            <a:off x="2613875" y="3433401"/>
            <a:ext cx="7121448" cy="2712311"/>
          </a:xfrm>
          <a:custGeom>
            <a:rect b="b" l="l" r="r" t="t"/>
            <a:pathLst>
              <a:path extrusionOk="0" h="3613746" w="9488256">
                <a:moveTo>
                  <a:pt x="4324206" y="1456844"/>
                </a:moveTo>
                <a:lnTo>
                  <a:pt x="4328190" y="1453668"/>
                </a:lnTo>
                <a:lnTo>
                  <a:pt x="4317666" y="1457529"/>
                </a:lnTo>
                <a:lnTo>
                  <a:pt x="4318175" y="1457697"/>
                </a:lnTo>
                <a:cubicBezTo>
                  <a:pt x="4320169" y="1457697"/>
                  <a:pt x="4322195" y="1457413"/>
                  <a:pt x="4324206" y="1456844"/>
                </a:cubicBezTo>
                <a:close/>
                <a:moveTo>
                  <a:pt x="2957966" y="1959649"/>
                </a:moveTo>
                <a:cubicBezTo>
                  <a:pt x="2963158" y="1959142"/>
                  <a:pt x="2967656" y="1956573"/>
                  <a:pt x="2970728" y="1952833"/>
                </a:cubicBezTo>
                <a:lnTo>
                  <a:pt x="2971136" y="1951488"/>
                </a:lnTo>
                <a:lnTo>
                  <a:pt x="2952455" y="1958341"/>
                </a:lnTo>
                <a:lnTo>
                  <a:pt x="2956082" y="1959738"/>
                </a:lnTo>
                <a:cubicBezTo>
                  <a:pt x="2956705" y="1959738"/>
                  <a:pt x="2957327" y="1959720"/>
                  <a:pt x="2957966" y="1959649"/>
                </a:cubicBezTo>
                <a:close/>
                <a:moveTo>
                  <a:pt x="3706458" y="1685481"/>
                </a:moveTo>
                <a:lnTo>
                  <a:pt x="3716396" y="1678098"/>
                </a:lnTo>
                <a:lnTo>
                  <a:pt x="3697823" y="1684911"/>
                </a:lnTo>
                <a:lnTo>
                  <a:pt x="3701373" y="1686122"/>
                </a:lnTo>
                <a:cubicBezTo>
                  <a:pt x="3703046" y="1686122"/>
                  <a:pt x="3704751" y="1685927"/>
                  <a:pt x="3706458" y="1685481"/>
                </a:cubicBezTo>
                <a:close/>
                <a:moveTo>
                  <a:pt x="3283373" y="1841829"/>
                </a:moveTo>
                <a:cubicBezTo>
                  <a:pt x="3288760" y="1840860"/>
                  <a:pt x="3293250" y="1837793"/>
                  <a:pt x="3296150" y="1833622"/>
                </a:cubicBezTo>
                <a:lnTo>
                  <a:pt x="3296474" y="1832141"/>
                </a:lnTo>
                <a:lnTo>
                  <a:pt x="3274473" y="1840212"/>
                </a:lnTo>
                <a:lnTo>
                  <a:pt x="3279836" y="1842149"/>
                </a:lnTo>
                <a:cubicBezTo>
                  <a:pt x="3281008" y="1842150"/>
                  <a:pt x="3282182" y="1842043"/>
                  <a:pt x="3283373" y="1841829"/>
                </a:cubicBezTo>
                <a:close/>
                <a:moveTo>
                  <a:pt x="7427349" y="322515"/>
                </a:moveTo>
                <a:cubicBezTo>
                  <a:pt x="7433313" y="322515"/>
                  <a:pt x="7438799" y="320186"/>
                  <a:pt x="7442878" y="316348"/>
                </a:cubicBezTo>
                <a:lnTo>
                  <a:pt x="7445844" y="309992"/>
                </a:lnTo>
                <a:lnTo>
                  <a:pt x="7419888" y="319514"/>
                </a:lnTo>
                <a:lnTo>
                  <a:pt x="7426015" y="322479"/>
                </a:lnTo>
                <a:cubicBezTo>
                  <a:pt x="7426460" y="322515"/>
                  <a:pt x="7426904" y="322515"/>
                  <a:pt x="7427349" y="322515"/>
                </a:cubicBezTo>
                <a:close/>
                <a:moveTo>
                  <a:pt x="1847868" y="2370627"/>
                </a:moveTo>
                <a:cubicBezTo>
                  <a:pt x="1854287" y="2370627"/>
                  <a:pt x="1860082" y="2366253"/>
                  <a:pt x="1861646" y="2359746"/>
                </a:cubicBezTo>
                <a:lnTo>
                  <a:pt x="1861017" y="2358722"/>
                </a:lnTo>
                <a:lnTo>
                  <a:pt x="1841820" y="2365764"/>
                </a:lnTo>
                <a:lnTo>
                  <a:pt x="1844561" y="2370236"/>
                </a:lnTo>
                <a:cubicBezTo>
                  <a:pt x="1845682" y="2370502"/>
                  <a:pt x="1846783" y="2370627"/>
                  <a:pt x="1847868" y="2370627"/>
                </a:cubicBezTo>
                <a:close/>
                <a:moveTo>
                  <a:pt x="8088841" y="83151"/>
                </a:moveTo>
                <a:cubicBezTo>
                  <a:pt x="8092861" y="80673"/>
                  <a:pt x="8096243" y="77051"/>
                  <a:pt x="8098448" y="72473"/>
                </a:cubicBezTo>
                <a:lnTo>
                  <a:pt x="8098555" y="70553"/>
                </a:lnTo>
                <a:lnTo>
                  <a:pt x="8063462" y="83426"/>
                </a:lnTo>
                <a:lnTo>
                  <a:pt x="8064366" y="84438"/>
                </a:lnTo>
                <a:cubicBezTo>
                  <a:pt x="8067922" y="86145"/>
                  <a:pt x="8071692" y="86962"/>
                  <a:pt x="8075407" y="86962"/>
                </a:cubicBezTo>
                <a:cubicBezTo>
                  <a:pt x="8080163" y="86962"/>
                  <a:pt x="8084821" y="85629"/>
                  <a:pt x="8088841" y="83151"/>
                </a:cubicBezTo>
                <a:close/>
                <a:moveTo>
                  <a:pt x="6713828" y="587581"/>
                </a:moveTo>
                <a:cubicBezTo>
                  <a:pt x="6719455" y="585465"/>
                  <a:pt x="6723686" y="581269"/>
                  <a:pt x="6725981" y="576198"/>
                </a:cubicBezTo>
                <a:lnTo>
                  <a:pt x="6726051" y="574040"/>
                </a:lnTo>
                <a:lnTo>
                  <a:pt x="6698944" y="583984"/>
                </a:lnTo>
                <a:lnTo>
                  <a:pt x="6706165" y="588985"/>
                </a:lnTo>
                <a:cubicBezTo>
                  <a:pt x="6708725" y="588985"/>
                  <a:pt x="6711303" y="588522"/>
                  <a:pt x="6713828" y="587581"/>
                </a:cubicBezTo>
                <a:close/>
                <a:moveTo>
                  <a:pt x="441945" y="2888402"/>
                </a:moveTo>
                <a:cubicBezTo>
                  <a:pt x="443225" y="2888402"/>
                  <a:pt x="444505" y="2887868"/>
                  <a:pt x="445429" y="2886856"/>
                </a:cubicBezTo>
                <a:cubicBezTo>
                  <a:pt x="447172" y="2884917"/>
                  <a:pt x="447011" y="2881966"/>
                  <a:pt x="445092" y="2880241"/>
                </a:cubicBezTo>
                <a:cubicBezTo>
                  <a:pt x="443153" y="2878499"/>
                  <a:pt x="440202" y="2878658"/>
                  <a:pt x="438478" y="2880597"/>
                </a:cubicBezTo>
                <a:cubicBezTo>
                  <a:pt x="436735" y="2882516"/>
                  <a:pt x="436896" y="2885467"/>
                  <a:pt x="438816" y="2887210"/>
                </a:cubicBezTo>
                <a:cubicBezTo>
                  <a:pt x="439723" y="2888011"/>
                  <a:pt x="440843" y="2888402"/>
                  <a:pt x="441945" y="2888402"/>
                </a:cubicBezTo>
                <a:close/>
                <a:moveTo>
                  <a:pt x="4422166" y="1428629"/>
                </a:moveTo>
                <a:cubicBezTo>
                  <a:pt x="4427935" y="1426975"/>
                  <a:pt x="4432487" y="1423135"/>
                  <a:pt x="4435183" y="1418266"/>
                </a:cubicBezTo>
                <a:lnTo>
                  <a:pt x="4435640" y="1414251"/>
                </a:lnTo>
                <a:lnTo>
                  <a:pt x="4404573" y="1425648"/>
                </a:lnTo>
                <a:lnTo>
                  <a:pt x="4416140" y="1429482"/>
                </a:lnTo>
                <a:cubicBezTo>
                  <a:pt x="4418129" y="1429482"/>
                  <a:pt x="4420158" y="1429216"/>
                  <a:pt x="4422166" y="1428629"/>
                </a:cubicBezTo>
                <a:close/>
                <a:moveTo>
                  <a:pt x="6809104" y="553588"/>
                </a:moveTo>
                <a:cubicBezTo>
                  <a:pt x="6814794" y="551667"/>
                  <a:pt x="6819171" y="547627"/>
                  <a:pt x="6821650" y="542644"/>
                </a:cubicBezTo>
                <a:lnTo>
                  <a:pt x="6821909" y="538876"/>
                </a:lnTo>
                <a:lnTo>
                  <a:pt x="6789618" y="550721"/>
                </a:lnTo>
                <a:lnTo>
                  <a:pt x="6802171" y="554725"/>
                </a:lnTo>
                <a:cubicBezTo>
                  <a:pt x="6804464" y="554725"/>
                  <a:pt x="6806811" y="554352"/>
                  <a:pt x="6809104" y="553588"/>
                </a:cubicBezTo>
                <a:close/>
                <a:moveTo>
                  <a:pt x="6619493" y="624631"/>
                </a:moveTo>
                <a:cubicBezTo>
                  <a:pt x="6625048" y="622364"/>
                  <a:pt x="6629165" y="618057"/>
                  <a:pt x="6631324" y="612926"/>
                </a:cubicBezTo>
                <a:lnTo>
                  <a:pt x="6631348" y="608781"/>
                </a:lnTo>
                <a:lnTo>
                  <a:pt x="6601555" y="619710"/>
                </a:lnTo>
                <a:lnTo>
                  <a:pt x="6611279" y="626249"/>
                </a:lnTo>
                <a:cubicBezTo>
                  <a:pt x="6614016" y="626249"/>
                  <a:pt x="6616808" y="625716"/>
                  <a:pt x="6619493" y="624631"/>
                </a:cubicBezTo>
                <a:close/>
                <a:moveTo>
                  <a:pt x="3804775" y="1660235"/>
                </a:moveTo>
                <a:cubicBezTo>
                  <a:pt x="3810331" y="1658786"/>
                  <a:pt x="3814776" y="1655221"/>
                  <a:pt x="3817469" y="1650627"/>
                </a:cubicBezTo>
                <a:lnTo>
                  <a:pt x="3818871" y="1640506"/>
                </a:lnTo>
                <a:lnTo>
                  <a:pt x="3784544" y="1653098"/>
                </a:lnTo>
                <a:lnTo>
                  <a:pt x="3786905" y="1656648"/>
                </a:lnTo>
                <a:cubicBezTo>
                  <a:pt x="3790472" y="1659363"/>
                  <a:pt x="3794890" y="1660910"/>
                  <a:pt x="3799513" y="1660910"/>
                </a:cubicBezTo>
                <a:cubicBezTo>
                  <a:pt x="3801256" y="1660910"/>
                  <a:pt x="3803014" y="1660697"/>
                  <a:pt x="3804775" y="1660235"/>
                </a:cubicBezTo>
                <a:close/>
                <a:moveTo>
                  <a:pt x="6905502" y="523452"/>
                </a:moveTo>
                <a:cubicBezTo>
                  <a:pt x="6911271" y="521780"/>
                  <a:pt x="6915818" y="517936"/>
                  <a:pt x="6918507" y="513065"/>
                </a:cubicBezTo>
                <a:lnTo>
                  <a:pt x="6919634" y="503026"/>
                </a:lnTo>
                <a:lnTo>
                  <a:pt x="6883832" y="516160"/>
                </a:lnTo>
                <a:lnTo>
                  <a:pt x="6886505" y="520012"/>
                </a:lnTo>
                <a:cubicBezTo>
                  <a:pt x="6890203" y="522754"/>
                  <a:pt x="6894736" y="524306"/>
                  <a:pt x="6899456" y="524306"/>
                </a:cubicBezTo>
                <a:cubicBezTo>
                  <a:pt x="6901466" y="524306"/>
                  <a:pt x="6903493" y="524021"/>
                  <a:pt x="6905502" y="523452"/>
                </a:cubicBezTo>
                <a:close/>
                <a:moveTo>
                  <a:pt x="2732637" y="2054767"/>
                </a:moveTo>
                <a:cubicBezTo>
                  <a:pt x="2742538" y="2054429"/>
                  <a:pt x="2750290" y="2046108"/>
                  <a:pt x="2749952" y="2036205"/>
                </a:cubicBezTo>
                <a:lnTo>
                  <a:pt x="2748553" y="2033140"/>
                </a:lnTo>
                <a:lnTo>
                  <a:pt x="2717252" y="2044622"/>
                </a:lnTo>
                <a:lnTo>
                  <a:pt x="2719546" y="2049760"/>
                </a:lnTo>
                <a:cubicBezTo>
                  <a:pt x="2722786" y="2052878"/>
                  <a:pt x="2727187" y="2054784"/>
                  <a:pt x="2731996" y="2054785"/>
                </a:cubicBezTo>
                <a:cubicBezTo>
                  <a:pt x="2732210" y="2054785"/>
                  <a:pt x="2732423" y="2054784"/>
                  <a:pt x="2732637" y="2054767"/>
                </a:cubicBezTo>
                <a:close/>
                <a:moveTo>
                  <a:pt x="6525958" y="663976"/>
                </a:moveTo>
                <a:cubicBezTo>
                  <a:pt x="6531469" y="661594"/>
                  <a:pt x="6535492" y="657203"/>
                  <a:pt x="6537539" y="652029"/>
                </a:cubicBezTo>
                <a:lnTo>
                  <a:pt x="6537395" y="643247"/>
                </a:lnTo>
                <a:lnTo>
                  <a:pt x="6502499" y="656047"/>
                </a:lnTo>
                <a:lnTo>
                  <a:pt x="6517317" y="665771"/>
                </a:lnTo>
                <a:cubicBezTo>
                  <a:pt x="6520215" y="665772"/>
                  <a:pt x="6523149" y="665202"/>
                  <a:pt x="6525958" y="663976"/>
                </a:cubicBezTo>
                <a:close/>
                <a:moveTo>
                  <a:pt x="4520128" y="1400645"/>
                </a:moveTo>
                <a:lnTo>
                  <a:pt x="4520112" y="1400645"/>
                </a:lnTo>
                <a:cubicBezTo>
                  <a:pt x="4525890" y="1399009"/>
                  <a:pt x="4530459" y="1395182"/>
                  <a:pt x="4533172" y="1390320"/>
                </a:cubicBezTo>
                <a:lnTo>
                  <a:pt x="4534613" y="1377944"/>
                </a:lnTo>
                <a:lnTo>
                  <a:pt x="4497361" y="1391610"/>
                </a:lnTo>
                <a:lnTo>
                  <a:pt x="4501179" y="1397156"/>
                </a:lnTo>
                <a:cubicBezTo>
                  <a:pt x="4504884" y="1399916"/>
                  <a:pt x="4509435" y="1401480"/>
                  <a:pt x="4514174" y="1401480"/>
                </a:cubicBezTo>
                <a:cubicBezTo>
                  <a:pt x="4516128" y="1401480"/>
                  <a:pt x="4518137" y="1401214"/>
                  <a:pt x="4520128" y="1400645"/>
                </a:cubicBezTo>
                <a:close/>
                <a:moveTo>
                  <a:pt x="2065625" y="2301786"/>
                </a:moveTo>
                <a:cubicBezTo>
                  <a:pt x="2072914" y="2301786"/>
                  <a:pt x="2079350" y="2296471"/>
                  <a:pt x="2080523" y="2289039"/>
                </a:cubicBezTo>
                <a:lnTo>
                  <a:pt x="2078139" y="2279073"/>
                </a:lnTo>
                <a:lnTo>
                  <a:pt x="2051742" y="2288757"/>
                </a:lnTo>
                <a:lnTo>
                  <a:pt x="2053375" y="2295551"/>
                </a:lnTo>
                <a:cubicBezTo>
                  <a:pt x="2055646" y="2298680"/>
                  <a:pt x="2059108" y="2300942"/>
                  <a:pt x="2063224" y="2301590"/>
                </a:cubicBezTo>
                <a:cubicBezTo>
                  <a:pt x="2064042" y="2301715"/>
                  <a:pt x="2064825" y="2301786"/>
                  <a:pt x="2065625" y="2301786"/>
                </a:cubicBezTo>
                <a:close/>
                <a:moveTo>
                  <a:pt x="2508515" y="2142950"/>
                </a:moveTo>
                <a:cubicBezTo>
                  <a:pt x="2517689" y="2142950"/>
                  <a:pt x="2525263" y="2135625"/>
                  <a:pt x="2525511" y="2126398"/>
                </a:cubicBezTo>
                <a:lnTo>
                  <a:pt x="2521668" y="2116370"/>
                </a:lnTo>
                <a:lnTo>
                  <a:pt x="2492159" y="2127195"/>
                </a:lnTo>
                <a:lnTo>
                  <a:pt x="2496154" y="2137629"/>
                </a:lnTo>
                <a:cubicBezTo>
                  <a:pt x="2499145" y="2140789"/>
                  <a:pt x="2503341" y="2142807"/>
                  <a:pt x="2508035" y="2142932"/>
                </a:cubicBezTo>
                <a:lnTo>
                  <a:pt x="2508035" y="2142950"/>
                </a:lnTo>
                <a:cubicBezTo>
                  <a:pt x="2508196" y="2142950"/>
                  <a:pt x="2508355" y="2142950"/>
                  <a:pt x="2508515" y="2142950"/>
                </a:cubicBezTo>
                <a:close/>
                <a:moveTo>
                  <a:pt x="3382758" y="1822610"/>
                </a:moveTo>
                <a:cubicBezTo>
                  <a:pt x="3393496" y="1820388"/>
                  <a:pt x="3400412" y="1809899"/>
                  <a:pt x="3398190" y="1799160"/>
                </a:cubicBezTo>
                <a:lnTo>
                  <a:pt x="3395838" y="1795690"/>
                </a:lnTo>
                <a:lnTo>
                  <a:pt x="3360262" y="1808741"/>
                </a:lnTo>
                <a:lnTo>
                  <a:pt x="3366290" y="1818619"/>
                </a:lnTo>
                <a:cubicBezTo>
                  <a:pt x="3369753" y="1821405"/>
                  <a:pt x="3374126" y="1823019"/>
                  <a:pt x="3378740" y="1823019"/>
                </a:cubicBezTo>
                <a:cubicBezTo>
                  <a:pt x="3380056" y="1823019"/>
                  <a:pt x="3381406" y="1822895"/>
                  <a:pt x="3382758" y="1822610"/>
                </a:cubicBezTo>
                <a:close/>
                <a:moveTo>
                  <a:pt x="2286188" y="2225373"/>
                </a:moveTo>
                <a:cubicBezTo>
                  <a:pt x="2294402" y="2225373"/>
                  <a:pt x="2301409" y="2219097"/>
                  <a:pt x="2302155" y="2210759"/>
                </a:cubicBezTo>
                <a:cubicBezTo>
                  <a:pt x="2302555" y="2206341"/>
                  <a:pt x="2301123" y="2202180"/>
                  <a:pt x="2298488" y="2199027"/>
                </a:cubicBezTo>
                <a:lnTo>
                  <a:pt x="2297604" y="2198565"/>
                </a:lnTo>
                <a:lnTo>
                  <a:pt x="2270381" y="2208552"/>
                </a:lnTo>
                <a:lnTo>
                  <a:pt x="2273835" y="2219613"/>
                </a:lnTo>
                <a:cubicBezTo>
                  <a:pt x="2276468" y="2222768"/>
                  <a:pt x="2280304" y="2224920"/>
                  <a:pt x="2284713" y="2225320"/>
                </a:cubicBezTo>
                <a:lnTo>
                  <a:pt x="2284731" y="2225320"/>
                </a:lnTo>
                <a:cubicBezTo>
                  <a:pt x="2285210" y="2225373"/>
                  <a:pt x="2285691" y="2225373"/>
                  <a:pt x="2286188" y="2225373"/>
                </a:cubicBezTo>
                <a:close/>
                <a:moveTo>
                  <a:pt x="1200163" y="2623833"/>
                </a:moveTo>
                <a:cubicBezTo>
                  <a:pt x="1203720" y="2623833"/>
                  <a:pt x="1207204" y="2622003"/>
                  <a:pt x="1209125" y="2618695"/>
                </a:cubicBezTo>
                <a:cubicBezTo>
                  <a:pt x="1212023" y="2613753"/>
                  <a:pt x="1210369" y="2607406"/>
                  <a:pt x="1205426" y="2604509"/>
                </a:cubicBezTo>
                <a:cubicBezTo>
                  <a:pt x="1202955" y="2603060"/>
                  <a:pt x="1200127" y="2602753"/>
                  <a:pt x="1197557" y="2603426"/>
                </a:cubicBezTo>
                <a:cubicBezTo>
                  <a:pt x="1194985" y="2604099"/>
                  <a:pt x="1192670" y="2605752"/>
                  <a:pt x="1191221" y="2608224"/>
                </a:cubicBezTo>
                <a:cubicBezTo>
                  <a:pt x="1188341" y="2613166"/>
                  <a:pt x="1189995" y="2619514"/>
                  <a:pt x="1194937" y="2622412"/>
                </a:cubicBezTo>
                <a:cubicBezTo>
                  <a:pt x="1196573" y="2623372"/>
                  <a:pt x="1198386" y="2623834"/>
                  <a:pt x="1200163" y="2623833"/>
                </a:cubicBezTo>
                <a:close/>
                <a:moveTo>
                  <a:pt x="804689" y="2769728"/>
                </a:moveTo>
                <a:cubicBezTo>
                  <a:pt x="806894" y="2769728"/>
                  <a:pt x="809081" y="2768750"/>
                  <a:pt x="810574" y="2766901"/>
                </a:cubicBezTo>
                <a:cubicBezTo>
                  <a:pt x="813170" y="2763665"/>
                  <a:pt x="812636" y="2758918"/>
                  <a:pt x="809400" y="2756322"/>
                </a:cubicBezTo>
                <a:cubicBezTo>
                  <a:pt x="806164" y="2753727"/>
                  <a:pt x="801418" y="2754242"/>
                  <a:pt x="798822" y="2757478"/>
                </a:cubicBezTo>
                <a:cubicBezTo>
                  <a:pt x="796226" y="2760732"/>
                  <a:pt x="796741" y="2765461"/>
                  <a:pt x="799978" y="2768075"/>
                </a:cubicBezTo>
                <a:cubicBezTo>
                  <a:pt x="801364" y="2769176"/>
                  <a:pt x="803035" y="2769728"/>
                  <a:pt x="804689" y="2769728"/>
                </a:cubicBezTo>
                <a:close/>
                <a:moveTo>
                  <a:pt x="6433099" y="705170"/>
                </a:moveTo>
                <a:cubicBezTo>
                  <a:pt x="6438574" y="702690"/>
                  <a:pt x="6442526" y="698227"/>
                  <a:pt x="6444488" y="693016"/>
                </a:cubicBezTo>
                <a:lnTo>
                  <a:pt x="6443981" y="677514"/>
                </a:lnTo>
                <a:lnTo>
                  <a:pt x="6404241" y="692092"/>
                </a:lnTo>
                <a:lnTo>
                  <a:pt x="6404314" y="694325"/>
                </a:lnTo>
                <a:cubicBezTo>
                  <a:pt x="6407959" y="702361"/>
                  <a:pt x="6415871" y="707108"/>
                  <a:pt x="6424138" y="707108"/>
                </a:cubicBezTo>
                <a:cubicBezTo>
                  <a:pt x="6427143" y="707108"/>
                  <a:pt x="6430200" y="706486"/>
                  <a:pt x="6433099" y="705170"/>
                </a:cubicBezTo>
                <a:close/>
                <a:moveTo>
                  <a:pt x="885" y="3064999"/>
                </a:moveTo>
                <a:cubicBezTo>
                  <a:pt x="1152" y="3065000"/>
                  <a:pt x="1418" y="3064875"/>
                  <a:pt x="1596" y="3064644"/>
                </a:cubicBezTo>
                <a:cubicBezTo>
                  <a:pt x="1898" y="3064235"/>
                  <a:pt x="1809" y="3063684"/>
                  <a:pt x="1418" y="3063399"/>
                </a:cubicBezTo>
                <a:cubicBezTo>
                  <a:pt x="1027" y="3063097"/>
                  <a:pt x="476" y="3063186"/>
                  <a:pt x="174" y="3063577"/>
                </a:cubicBezTo>
                <a:cubicBezTo>
                  <a:pt x="-111" y="3063968"/>
                  <a:pt x="-40" y="3064519"/>
                  <a:pt x="352" y="3064821"/>
                </a:cubicBezTo>
                <a:cubicBezTo>
                  <a:pt x="511" y="3064946"/>
                  <a:pt x="707" y="3065000"/>
                  <a:pt x="885" y="3064999"/>
                </a:cubicBezTo>
                <a:close/>
                <a:moveTo>
                  <a:pt x="3902879" y="1634260"/>
                </a:moveTo>
                <a:cubicBezTo>
                  <a:pt x="3913971" y="1631291"/>
                  <a:pt x="3920551" y="1619877"/>
                  <a:pt x="3917582" y="1608783"/>
                </a:cubicBezTo>
                <a:lnTo>
                  <a:pt x="3914895" y="1605280"/>
                </a:lnTo>
                <a:lnTo>
                  <a:pt x="3877474" y="1619008"/>
                </a:lnTo>
                <a:lnTo>
                  <a:pt x="3877402" y="1619557"/>
                </a:lnTo>
                <a:cubicBezTo>
                  <a:pt x="3879889" y="1628855"/>
                  <a:pt x="3888300" y="1634971"/>
                  <a:pt x="3897474" y="1634972"/>
                </a:cubicBezTo>
                <a:cubicBezTo>
                  <a:pt x="3899269" y="1634971"/>
                  <a:pt x="3901065" y="1634740"/>
                  <a:pt x="3902879" y="1634260"/>
                </a:cubicBezTo>
                <a:close/>
                <a:moveTo>
                  <a:pt x="7003054" y="497903"/>
                </a:moveTo>
                <a:cubicBezTo>
                  <a:pt x="7014753" y="495165"/>
                  <a:pt x="7022007" y="483467"/>
                  <a:pt x="7019268" y="471769"/>
                </a:cubicBezTo>
                <a:lnTo>
                  <a:pt x="7016260" y="467580"/>
                </a:lnTo>
                <a:lnTo>
                  <a:pt x="6977072" y="481956"/>
                </a:lnTo>
                <a:lnTo>
                  <a:pt x="6984677" y="493850"/>
                </a:lnTo>
                <a:cubicBezTo>
                  <a:pt x="6988441" y="496796"/>
                  <a:pt x="6993143" y="498490"/>
                  <a:pt x="6998076" y="498490"/>
                </a:cubicBezTo>
                <a:cubicBezTo>
                  <a:pt x="6999712" y="498490"/>
                  <a:pt x="7001383" y="498294"/>
                  <a:pt x="7003054" y="497903"/>
                </a:cubicBezTo>
                <a:close/>
                <a:moveTo>
                  <a:pt x="4618108" y="1373141"/>
                </a:moveTo>
                <a:cubicBezTo>
                  <a:pt x="4629700" y="1369958"/>
                  <a:pt x="4636491" y="1357975"/>
                  <a:pt x="4633310" y="1346401"/>
                </a:cubicBezTo>
                <a:lnTo>
                  <a:pt x="4630484" y="1342775"/>
                </a:lnTo>
                <a:lnTo>
                  <a:pt x="4591474" y="1357085"/>
                </a:lnTo>
                <a:lnTo>
                  <a:pt x="4591366" y="1357958"/>
                </a:lnTo>
                <a:cubicBezTo>
                  <a:pt x="4594016" y="1367594"/>
                  <a:pt x="4602781" y="1373923"/>
                  <a:pt x="4612332" y="1373941"/>
                </a:cubicBezTo>
                <a:cubicBezTo>
                  <a:pt x="4614234" y="1373941"/>
                  <a:pt x="4616188" y="1373675"/>
                  <a:pt x="4618108" y="1373141"/>
                </a:cubicBezTo>
                <a:close/>
                <a:moveTo>
                  <a:pt x="1515562" y="2511880"/>
                </a:moveTo>
                <a:cubicBezTo>
                  <a:pt x="1520487" y="2511880"/>
                  <a:pt x="1525144" y="2508875"/>
                  <a:pt x="1527011" y="2504003"/>
                </a:cubicBezTo>
                <a:cubicBezTo>
                  <a:pt x="1529429" y="2497674"/>
                  <a:pt x="1526282" y="2490581"/>
                  <a:pt x="1519953" y="2488145"/>
                </a:cubicBezTo>
                <a:cubicBezTo>
                  <a:pt x="1513624" y="2485727"/>
                  <a:pt x="1506530" y="2488874"/>
                  <a:pt x="1504094" y="2495203"/>
                </a:cubicBezTo>
                <a:cubicBezTo>
                  <a:pt x="1501677" y="2501532"/>
                  <a:pt x="1504841" y="2508626"/>
                  <a:pt x="1511152" y="2511062"/>
                </a:cubicBezTo>
                <a:cubicBezTo>
                  <a:pt x="1512610" y="2511613"/>
                  <a:pt x="1514085" y="2511880"/>
                  <a:pt x="1515562" y="2511880"/>
                </a:cubicBezTo>
                <a:close/>
                <a:moveTo>
                  <a:pt x="3058114" y="1947827"/>
                </a:moveTo>
                <a:cubicBezTo>
                  <a:pt x="3068462" y="1946404"/>
                  <a:pt x="3075699" y="1936874"/>
                  <a:pt x="3074277" y="1926527"/>
                </a:cubicBezTo>
                <a:lnTo>
                  <a:pt x="3068079" y="1915925"/>
                </a:lnTo>
                <a:lnTo>
                  <a:pt x="3038054" y="1926940"/>
                </a:lnTo>
                <a:lnTo>
                  <a:pt x="3036816" y="1931665"/>
                </a:lnTo>
                <a:cubicBezTo>
                  <a:pt x="3038114" y="1941124"/>
                  <a:pt x="3046221" y="1947986"/>
                  <a:pt x="3055519" y="1947987"/>
                </a:cubicBezTo>
                <a:cubicBezTo>
                  <a:pt x="3056373" y="1947987"/>
                  <a:pt x="3057244" y="1947933"/>
                  <a:pt x="3058114" y="1947827"/>
                </a:cubicBezTo>
                <a:close/>
                <a:moveTo>
                  <a:pt x="6340773" y="747733"/>
                </a:moveTo>
                <a:cubicBezTo>
                  <a:pt x="6351653" y="742631"/>
                  <a:pt x="6356347" y="729687"/>
                  <a:pt x="6351261" y="718806"/>
                </a:cubicBezTo>
                <a:lnTo>
                  <a:pt x="6345575" y="713613"/>
                </a:lnTo>
                <a:lnTo>
                  <a:pt x="6311352" y="726168"/>
                </a:lnTo>
                <a:lnTo>
                  <a:pt x="6311846" y="737243"/>
                </a:lnTo>
                <a:cubicBezTo>
                  <a:pt x="6315544" y="745137"/>
                  <a:pt x="6323384" y="749777"/>
                  <a:pt x="6331563" y="749777"/>
                </a:cubicBezTo>
                <a:cubicBezTo>
                  <a:pt x="6334657" y="749777"/>
                  <a:pt x="6337786" y="749120"/>
                  <a:pt x="6340773" y="747733"/>
                </a:cubicBezTo>
                <a:close/>
                <a:moveTo>
                  <a:pt x="348143" y="2946165"/>
                </a:moveTo>
                <a:cubicBezTo>
                  <a:pt x="349157" y="2946165"/>
                  <a:pt x="350188" y="2945739"/>
                  <a:pt x="350917" y="2944921"/>
                </a:cubicBezTo>
                <a:cubicBezTo>
                  <a:pt x="352304" y="2943374"/>
                  <a:pt x="352161" y="2941027"/>
                  <a:pt x="350632" y="2939641"/>
                </a:cubicBezTo>
                <a:cubicBezTo>
                  <a:pt x="349086" y="2938272"/>
                  <a:pt x="346721" y="2938414"/>
                  <a:pt x="345352" y="2939961"/>
                </a:cubicBezTo>
                <a:cubicBezTo>
                  <a:pt x="343983" y="2941490"/>
                  <a:pt x="344108" y="2943855"/>
                  <a:pt x="345654" y="2945223"/>
                </a:cubicBezTo>
                <a:cubicBezTo>
                  <a:pt x="346366" y="2945864"/>
                  <a:pt x="347255" y="2946165"/>
                  <a:pt x="348143" y="2946165"/>
                </a:cubicBezTo>
                <a:close/>
                <a:moveTo>
                  <a:pt x="4000807" y="1607769"/>
                </a:moveTo>
                <a:cubicBezTo>
                  <a:pt x="4011884" y="1604747"/>
                  <a:pt x="4018425" y="1593315"/>
                  <a:pt x="4015401" y="1582239"/>
                </a:cubicBezTo>
                <a:lnTo>
                  <a:pt x="4007069" y="1571468"/>
                </a:lnTo>
                <a:lnTo>
                  <a:pt x="3976602" y="1582644"/>
                </a:lnTo>
                <a:lnTo>
                  <a:pt x="3975257" y="1593173"/>
                </a:lnTo>
                <a:cubicBezTo>
                  <a:pt x="3977781" y="1602418"/>
                  <a:pt x="3986175" y="1608498"/>
                  <a:pt x="3995332" y="1608499"/>
                </a:cubicBezTo>
                <a:cubicBezTo>
                  <a:pt x="3997144" y="1608499"/>
                  <a:pt x="3998975" y="1608267"/>
                  <a:pt x="4000807" y="1607769"/>
                </a:cubicBezTo>
                <a:close/>
                <a:moveTo>
                  <a:pt x="4716284" y="1346721"/>
                </a:moveTo>
                <a:cubicBezTo>
                  <a:pt x="4727891" y="1343664"/>
                  <a:pt x="4734845" y="1331787"/>
                  <a:pt x="4731805" y="1320160"/>
                </a:cubicBezTo>
                <a:lnTo>
                  <a:pt x="4723163" y="1308776"/>
                </a:lnTo>
                <a:lnTo>
                  <a:pt x="4691189" y="1320506"/>
                </a:lnTo>
                <a:lnTo>
                  <a:pt x="4689721" y="1331183"/>
                </a:lnTo>
                <a:cubicBezTo>
                  <a:pt x="4692281" y="1340961"/>
                  <a:pt x="4701099" y="1347433"/>
                  <a:pt x="4710753" y="1347433"/>
                </a:cubicBezTo>
                <a:cubicBezTo>
                  <a:pt x="4712565" y="1347433"/>
                  <a:pt x="4714432" y="1347202"/>
                  <a:pt x="4716284" y="1346721"/>
                </a:cubicBezTo>
                <a:close/>
                <a:moveTo>
                  <a:pt x="3481592" y="1801115"/>
                </a:moveTo>
                <a:cubicBezTo>
                  <a:pt x="3492294" y="1798697"/>
                  <a:pt x="3498979" y="1788048"/>
                  <a:pt x="3496543" y="1777362"/>
                </a:cubicBezTo>
                <a:cubicBezTo>
                  <a:pt x="3495325" y="1772011"/>
                  <a:pt x="3492054" y="1767665"/>
                  <a:pt x="3487751" y="1764960"/>
                </a:cubicBezTo>
                <a:lnTo>
                  <a:pt x="3482190" y="1764013"/>
                </a:lnTo>
                <a:lnTo>
                  <a:pt x="3460230" y="1772069"/>
                </a:lnTo>
                <a:lnTo>
                  <a:pt x="3457838" y="1786181"/>
                </a:lnTo>
                <a:cubicBezTo>
                  <a:pt x="3459936" y="1795391"/>
                  <a:pt x="3468115" y="1801631"/>
                  <a:pt x="3477164" y="1801631"/>
                </a:cubicBezTo>
                <a:cubicBezTo>
                  <a:pt x="3478622" y="1801631"/>
                  <a:pt x="3480115" y="1801471"/>
                  <a:pt x="3481592" y="1801115"/>
                </a:cubicBezTo>
                <a:close/>
                <a:moveTo>
                  <a:pt x="1095464" y="2676815"/>
                </a:moveTo>
                <a:lnTo>
                  <a:pt x="1095446" y="2676815"/>
                </a:lnTo>
                <a:lnTo>
                  <a:pt x="1095446" y="2676820"/>
                </a:lnTo>
                <a:close/>
                <a:moveTo>
                  <a:pt x="8288452" y="41951"/>
                </a:moveTo>
                <a:cubicBezTo>
                  <a:pt x="8292532" y="39542"/>
                  <a:pt x="8296016" y="36009"/>
                  <a:pt x="8298390" y="31510"/>
                </a:cubicBezTo>
                <a:cubicBezTo>
                  <a:pt x="8301804" y="25039"/>
                  <a:pt x="8302275" y="17798"/>
                  <a:pt x="8300275" y="11323"/>
                </a:cubicBezTo>
                <a:lnTo>
                  <a:pt x="8290881" y="0"/>
                </a:lnTo>
                <a:lnTo>
                  <a:pt x="8250807" y="14701"/>
                </a:lnTo>
                <a:lnTo>
                  <a:pt x="8249664" y="26979"/>
                </a:lnTo>
                <a:cubicBezTo>
                  <a:pt x="8251667" y="33457"/>
                  <a:pt x="8256139" y="39173"/>
                  <a:pt x="8262601" y="42586"/>
                </a:cubicBezTo>
                <a:cubicBezTo>
                  <a:pt x="8266548" y="44667"/>
                  <a:pt x="8270779" y="45645"/>
                  <a:pt x="8274940" y="45644"/>
                </a:cubicBezTo>
                <a:cubicBezTo>
                  <a:pt x="8279696" y="45645"/>
                  <a:pt x="8284372" y="44360"/>
                  <a:pt x="8288452" y="41951"/>
                </a:cubicBezTo>
                <a:close/>
                <a:moveTo>
                  <a:pt x="7101675" y="477760"/>
                </a:moveTo>
                <a:cubicBezTo>
                  <a:pt x="7113515" y="475716"/>
                  <a:pt x="7121444" y="464462"/>
                  <a:pt x="7119381" y="452621"/>
                </a:cubicBezTo>
                <a:cubicBezTo>
                  <a:pt x="7118359" y="446700"/>
                  <a:pt x="7115035" y="441758"/>
                  <a:pt x="7110486" y="438551"/>
                </a:cubicBezTo>
                <a:lnTo>
                  <a:pt x="7101133" y="436446"/>
                </a:lnTo>
                <a:lnTo>
                  <a:pt x="7080096" y="444163"/>
                </a:lnTo>
                <a:lnTo>
                  <a:pt x="7076534" y="460052"/>
                </a:lnTo>
                <a:cubicBezTo>
                  <a:pt x="7078367" y="470631"/>
                  <a:pt x="7087539" y="478080"/>
                  <a:pt x="7097923" y="478080"/>
                </a:cubicBezTo>
                <a:cubicBezTo>
                  <a:pt x="7099168" y="478080"/>
                  <a:pt x="7100411" y="477974"/>
                  <a:pt x="7101675" y="477760"/>
                </a:cubicBezTo>
                <a:close/>
                <a:moveTo>
                  <a:pt x="6248803" y="791255"/>
                </a:moveTo>
                <a:cubicBezTo>
                  <a:pt x="6259630" y="786081"/>
                  <a:pt x="6264217" y="773086"/>
                  <a:pt x="6259043" y="762258"/>
                </a:cubicBezTo>
                <a:cubicBezTo>
                  <a:pt x="6256457" y="756836"/>
                  <a:pt x="6251919" y="752977"/>
                  <a:pt x="6246671" y="751122"/>
                </a:cubicBezTo>
                <a:lnTo>
                  <a:pt x="6242764" y="751328"/>
                </a:lnTo>
                <a:lnTo>
                  <a:pt x="6224678" y="757963"/>
                </a:lnTo>
                <a:lnTo>
                  <a:pt x="6218910" y="764371"/>
                </a:lnTo>
                <a:cubicBezTo>
                  <a:pt x="6217053" y="769618"/>
                  <a:pt x="6217201" y="775574"/>
                  <a:pt x="6219787" y="780997"/>
                </a:cubicBezTo>
                <a:cubicBezTo>
                  <a:pt x="6223521" y="788820"/>
                  <a:pt x="6231325" y="793371"/>
                  <a:pt x="6239433" y="793372"/>
                </a:cubicBezTo>
                <a:cubicBezTo>
                  <a:pt x="6242580" y="793371"/>
                  <a:pt x="6245762" y="792695"/>
                  <a:pt x="6248803" y="791255"/>
                </a:cubicBezTo>
                <a:close/>
                <a:moveTo>
                  <a:pt x="4098626" y="1580994"/>
                </a:moveTo>
                <a:cubicBezTo>
                  <a:pt x="4109703" y="1577955"/>
                  <a:pt x="4116208" y="1566505"/>
                  <a:pt x="4113170" y="1555429"/>
                </a:cubicBezTo>
                <a:cubicBezTo>
                  <a:pt x="4111649" y="1549891"/>
                  <a:pt x="4108027" y="1545491"/>
                  <a:pt x="4103400" y="1542855"/>
                </a:cubicBezTo>
                <a:lnTo>
                  <a:pt x="4089749" y="1541137"/>
                </a:lnTo>
                <a:lnTo>
                  <a:pt x="4085038" y="1542866"/>
                </a:lnTo>
                <a:lnTo>
                  <a:pt x="4075032" y="1550652"/>
                </a:lnTo>
                <a:cubicBezTo>
                  <a:pt x="4072398" y="1555282"/>
                  <a:pt x="4071532" y="1560913"/>
                  <a:pt x="4073061" y="1566451"/>
                </a:cubicBezTo>
                <a:cubicBezTo>
                  <a:pt x="4075584" y="1575679"/>
                  <a:pt x="4083957" y="1581741"/>
                  <a:pt x="4093098" y="1581742"/>
                </a:cubicBezTo>
                <a:cubicBezTo>
                  <a:pt x="4094927" y="1581742"/>
                  <a:pt x="4096774" y="1581492"/>
                  <a:pt x="4098626" y="1580994"/>
                </a:cubicBezTo>
                <a:close/>
                <a:moveTo>
                  <a:pt x="7765447" y="238534"/>
                </a:moveTo>
                <a:cubicBezTo>
                  <a:pt x="7769440" y="235625"/>
                  <a:pt x="7772561" y="231443"/>
                  <a:pt x="7774125" y="226349"/>
                </a:cubicBezTo>
                <a:cubicBezTo>
                  <a:pt x="7777947" y="213869"/>
                  <a:pt x="7770943" y="200641"/>
                  <a:pt x="7758462" y="196819"/>
                </a:cubicBezTo>
                <a:lnTo>
                  <a:pt x="7752921" y="197345"/>
                </a:lnTo>
                <a:lnTo>
                  <a:pt x="7736412" y="203401"/>
                </a:lnTo>
                <a:lnTo>
                  <a:pt x="7728913" y="212482"/>
                </a:lnTo>
                <a:cubicBezTo>
                  <a:pt x="7725091" y="224980"/>
                  <a:pt x="7732096" y="238190"/>
                  <a:pt x="7744577" y="242030"/>
                </a:cubicBezTo>
                <a:cubicBezTo>
                  <a:pt x="7746888" y="242742"/>
                  <a:pt x="7749235" y="243079"/>
                  <a:pt x="7751529" y="243079"/>
                </a:cubicBezTo>
                <a:cubicBezTo>
                  <a:pt x="7756586" y="243079"/>
                  <a:pt x="7761453" y="241444"/>
                  <a:pt x="7765447" y="238534"/>
                </a:cubicBezTo>
                <a:close/>
                <a:moveTo>
                  <a:pt x="4814850" y="1321369"/>
                </a:moveTo>
                <a:cubicBezTo>
                  <a:pt x="4826494" y="1318400"/>
                  <a:pt x="4833519" y="1306559"/>
                  <a:pt x="4830548" y="1294931"/>
                </a:cubicBezTo>
                <a:cubicBezTo>
                  <a:pt x="4827577" y="1283286"/>
                  <a:pt x="4815739" y="1276264"/>
                  <a:pt x="4804095" y="1279215"/>
                </a:cubicBezTo>
                <a:cubicBezTo>
                  <a:pt x="4792465" y="1282202"/>
                  <a:pt x="4785425" y="1294042"/>
                  <a:pt x="4788412" y="1305670"/>
                </a:cubicBezTo>
                <a:cubicBezTo>
                  <a:pt x="4790919" y="1315501"/>
                  <a:pt x="4799754" y="1322062"/>
                  <a:pt x="4809461" y="1322062"/>
                </a:cubicBezTo>
                <a:cubicBezTo>
                  <a:pt x="4811239" y="1322062"/>
                  <a:pt x="4813054" y="1321832"/>
                  <a:pt x="4814850" y="1321369"/>
                </a:cubicBezTo>
                <a:close/>
                <a:moveTo>
                  <a:pt x="2832838" y="2048847"/>
                </a:moveTo>
                <a:cubicBezTo>
                  <a:pt x="2842723" y="2048028"/>
                  <a:pt x="2850084" y="2039352"/>
                  <a:pt x="2849266" y="2029467"/>
                </a:cubicBezTo>
                <a:cubicBezTo>
                  <a:pt x="2848449" y="2019581"/>
                  <a:pt x="2839771" y="2012239"/>
                  <a:pt x="2829886" y="2013040"/>
                </a:cubicBezTo>
                <a:cubicBezTo>
                  <a:pt x="2820001" y="2013857"/>
                  <a:pt x="2812660" y="2022533"/>
                  <a:pt x="2813477" y="2032418"/>
                </a:cubicBezTo>
                <a:cubicBezTo>
                  <a:pt x="2814241" y="2041788"/>
                  <a:pt x="2822100" y="2048899"/>
                  <a:pt x="2831345" y="2048899"/>
                </a:cubicBezTo>
                <a:cubicBezTo>
                  <a:pt x="2831842" y="2048899"/>
                  <a:pt x="2832340" y="2048882"/>
                  <a:pt x="2832838" y="2048847"/>
                </a:cubicBezTo>
                <a:close/>
                <a:moveTo>
                  <a:pt x="704275" y="2831118"/>
                </a:moveTo>
                <a:cubicBezTo>
                  <a:pt x="706159" y="2831118"/>
                  <a:pt x="708008" y="2830335"/>
                  <a:pt x="709306" y="2828788"/>
                </a:cubicBezTo>
                <a:cubicBezTo>
                  <a:pt x="711653" y="2825997"/>
                  <a:pt x="711296" y="2821855"/>
                  <a:pt x="708524" y="2819508"/>
                </a:cubicBezTo>
                <a:cubicBezTo>
                  <a:pt x="705750" y="2817179"/>
                  <a:pt x="701590" y="2817535"/>
                  <a:pt x="699261" y="2820308"/>
                </a:cubicBezTo>
                <a:cubicBezTo>
                  <a:pt x="696914" y="2823082"/>
                  <a:pt x="697270" y="2827242"/>
                  <a:pt x="700043" y="2829571"/>
                </a:cubicBezTo>
                <a:cubicBezTo>
                  <a:pt x="701270" y="2830620"/>
                  <a:pt x="702781" y="2831118"/>
                  <a:pt x="704275" y="2831118"/>
                </a:cubicBezTo>
                <a:close/>
                <a:moveTo>
                  <a:pt x="3157676" y="1932465"/>
                </a:moveTo>
                <a:cubicBezTo>
                  <a:pt x="3167971" y="1930706"/>
                  <a:pt x="3174888" y="1920945"/>
                  <a:pt x="3173145" y="1910650"/>
                </a:cubicBezTo>
                <a:cubicBezTo>
                  <a:pt x="3171385" y="1900357"/>
                  <a:pt x="3161623" y="1893441"/>
                  <a:pt x="3151331" y="1895201"/>
                </a:cubicBezTo>
                <a:cubicBezTo>
                  <a:pt x="3141037" y="1896943"/>
                  <a:pt x="3134103" y="1906721"/>
                  <a:pt x="3135862" y="1917015"/>
                </a:cubicBezTo>
                <a:cubicBezTo>
                  <a:pt x="3137445" y="1926225"/>
                  <a:pt x="3145427" y="1932732"/>
                  <a:pt x="3154476" y="1932732"/>
                </a:cubicBezTo>
                <a:cubicBezTo>
                  <a:pt x="3155526" y="1932732"/>
                  <a:pt x="3156610" y="1932643"/>
                  <a:pt x="3157676" y="1932465"/>
                </a:cubicBezTo>
                <a:close/>
                <a:moveTo>
                  <a:pt x="1726686" y="2457424"/>
                </a:moveTo>
                <a:cubicBezTo>
                  <a:pt x="1732500" y="2457424"/>
                  <a:pt x="1737816" y="2453548"/>
                  <a:pt x="1739435" y="2447680"/>
                </a:cubicBezTo>
                <a:cubicBezTo>
                  <a:pt x="1741354" y="2440641"/>
                  <a:pt x="1737193" y="2433369"/>
                  <a:pt x="1730155" y="2431448"/>
                </a:cubicBezTo>
                <a:cubicBezTo>
                  <a:pt x="1723113" y="2429529"/>
                  <a:pt x="1715859" y="2433689"/>
                  <a:pt x="1713939" y="2440730"/>
                </a:cubicBezTo>
                <a:cubicBezTo>
                  <a:pt x="1712019" y="2447769"/>
                  <a:pt x="1716161" y="2455023"/>
                  <a:pt x="1723201" y="2456961"/>
                </a:cubicBezTo>
                <a:cubicBezTo>
                  <a:pt x="1724357" y="2457263"/>
                  <a:pt x="1725531" y="2457424"/>
                  <a:pt x="1726686" y="2457424"/>
                </a:cubicBezTo>
                <a:close/>
                <a:moveTo>
                  <a:pt x="3579926" y="1777807"/>
                </a:moveTo>
                <a:cubicBezTo>
                  <a:pt x="3590574" y="1775194"/>
                  <a:pt x="3597099" y="1764437"/>
                  <a:pt x="3594487" y="1753788"/>
                </a:cubicBezTo>
                <a:cubicBezTo>
                  <a:pt x="3591875" y="1743156"/>
                  <a:pt x="3581118" y="1736631"/>
                  <a:pt x="3570467" y="1739245"/>
                </a:cubicBezTo>
                <a:cubicBezTo>
                  <a:pt x="3559817" y="1741858"/>
                  <a:pt x="3553311" y="1752615"/>
                  <a:pt x="3555926" y="1763264"/>
                </a:cubicBezTo>
                <a:lnTo>
                  <a:pt x="3555905" y="1763264"/>
                </a:lnTo>
                <a:cubicBezTo>
                  <a:pt x="3558129" y="1772314"/>
                  <a:pt x="3566235" y="1778394"/>
                  <a:pt x="3575178" y="1778394"/>
                </a:cubicBezTo>
                <a:cubicBezTo>
                  <a:pt x="3576744" y="1778394"/>
                  <a:pt x="3578324" y="1778198"/>
                  <a:pt x="3579926" y="1777807"/>
                </a:cubicBezTo>
                <a:close/>
                <a:moveTo>
                  <a:pt x="4196375" y="1554149"/>
                </a:moveTo>
                <a:cubicBezTo>
                  <a:pt x="4207468" y="1551090"/>
                  <a:pt x="4213975" y="1539659"/>
                  <a:pt x="4210935" y="1528582"/>
                </a:cubicBezTo>
                <a:cubicBezTo>
                  <a:pt x="4207894" y="1517506"/>
                  <a:pt x="4196446" y="1510981"/>
                  <a:pt x="4185367" y="1514021"/>
                </a:cubicBezTo>
                <a:cubicBezTo>
                  <a:pt x="4174292" y="1517061"/>
                  <a:pt x="4167786" y="1528511"/>
                  <a:pt x="4170825" y="1539588"/>
                </a:cubicBezTo>
                <a:cubicBezTo>
                  <a:pt x="4173351" y="1548815"/>
                  <a:pt x="4181726" y="1554895"/>
                  <a:pt x="4190864" y="1554895"/>
                </a:cubicBezTo>
                <a:cubicBezTo>
                  <a:pt x="4192691" y="1554895"/>
                  <a:pt x="4194543" y="1554646"/>
                  <a:pt x="4196375" y="1554149"/>
                </a:cubicBezTo>
                <a:close/>
                <a:moveTo>
                  <a:pt x="6156868" y="835276"/>
                </a:moveTo>
                <a:cubicBezTo>
                  <a:pt x="6167695" y="830084"/>
                  <a:pt x="6172299" y="817106"/>
                  <a:pt x="6167126" y="806279"/>
                </a:cubicBezTo>
                <a:cubicBezTo>
                  <a:pt x="6164539" y="800856"/>
                  <a:pt x="6160001" y="796994"/>
                  <a:pt x="6154755" y="795134"/>
                </a:cubicBezTo>
                <a:cubicBezTo>
                  <a:pt x="6149507" y="793273"/>
                  <a:pt x="6143552" y="793416"/>
                  <a:pt x="6138129" y="796002"/>
                </a:cubicBezTo>
                <a:cubicBezTo>
                  <a:pt x="6127283" y="801177"/>
                  <a:pt x="6122696" y="814155"/>
                  <a:pt x="6127871" y="825000"/>
                </a:cubicBezTo>
                <a:cubicBezTo>
                  <a:pt x="6131586" y="832823"/>
                  <a:pt x="6139391" y="837392"/>
                  <a:pt x="6147516" y="837392"/>
                </a:cubicBezTo>
                <a:cubicBezTo>
                  <a:pt x="6150646" y="837392"/>
                  <a:pt x="6153828" y="836716"/>
                  <a:pt x="6156868" y="835276"/>
                </a:cubicBezTo>
                <a:close/>
                <a:moveTo>
                  <a:pt x="1090325" y="2694167"/>
                </a:moveTo>
                <a:cubicBezTo>
                  <a:pt x="1093420" y="2694167"/>
                  <a:pt x="1096442" y="2692638"/>
                  <a:pt x="1098256" y="2689847"/>
                </a:cubicBezTo>
                <a:lnTo>
                  <a:pt x="1095446" y="2676820"/>
                </a:lnTo>
                <a:lnTo>
                  <a:pt x="1082432" y="2679624"/>
                </a:lnTo>
                <a:cubicBezTo>
                  <a:pt x="1079604" y="2683998"/>
                  <a:pt x="1080849" y="2689829"/>
                  <a:pt x="1085222" y="2692656"/>
                </a:cubicBezTo>
                <a:cubicBezTo>
                  <a:pt x="1086805" y="2693669"/>
                  <a:pt x="1088582" y="2694167"/>
                  <a:pt x="1090325" y="2694167"/>
                </a:cubicBezTo>
                <a:close/>
                <a:moveTo>
                  <a:pt x="7529329" y="332969"/>
                </a:moveTo>
                <a:cubicBezTo>
                  <a:pt x="7540422" y="332969"/>
                  <a:pt x="7550111" y="324845"/>
                  <a:pt x="7551765" y="313555"/>
                </a:cubicBezTo>
                <a:cubicBezTo>
                  <a:pt x="7553579" y="301145"/>
                  <a:pt x="7544991" y="289624"/>
                  <a:pt x="7532582" y="287811"/>
                </a:cubicBezTo>
                <a:cubicBezTo>
                  <a:pt x="7520172" y="285997"/>
                  <a:pt x="7508652" y="294584"/>
                  <a:pt x="7506855" y="306994"/>
                </a:cubicBezTo>
                <a:cubicBezTo>
                  <a:pt x="7505024" y="319387"/>
                  <a:pt x="7513629" y="330924"/>
                  <a:pt x="7526020" y="332738"/>
                </a:cubicBezTo>
                <a:cubicBezTo>
                  <a:pt x="7527142" y="332898"/>
                  <a:pt x="7528244" y="332969"/>
                  <a:pt x="7529329" y="332969"/>
                </a:cubicBezTo>
                <a:close/>
                <a:moveTo>
                  <a:pt x="255071" y="3003750"/>
                </a:moveTo>
                <a:cubicBezTo>
                  <a:pt x="255853" y="3003751"/>
                  <a:pt x="256617" y="3003431"/>
                  <a:pt x="257168" y="3002792"/>
                </a:cubicBezTo>
                <a:cubicBezTo>
                  <a:pt x="258182" y="3001635"/>
                  <a:pt x="258057" y="2999876"/>
                  <a:pt x="256902" y="2998862"/>
                </a:cubicBezTo>
                <a:cubicBezTo>
                  <a:pt x="255747" y="2997848"/>
                  <a:pt x="253986" y="2997973"/>
                  <a:pt x="252973" y="2999128"/>
                </a:cubicBezTo>
                <a:cubicBezTo>
                  <a:pt x="251960" y="3000285"/>
                  <a:pt x="252084" y="3002044"/>
                  <a:pt x="253239" y="3003058"/>
                </a:cubicBezTo>
                <a:cubicBezTo>
                  <a:pt x="253773" y="3003520"/>
                  <a:pt x="254413" y="3003750"/>
                  <a:pt x="255071" y="3003750"/>
                </a:cubicBezTo>
                <a:close/>
                <a:moveTo>
                  <a:pt x="4913611" y="1296247"/>
                </a:moveTo>
                <a:cubicBezTo>
                  <a:pt x="4925256" y="1293278"/>
                  <a:pt x="4932295" y="1281456"/>
                  <a:pt x="4929329" y="1269810"/>
                </a:cubicBezTo>
                <a:cubicBezTo>
                  <a:pt x="4926357" y="1258165"/>
                  <a:pt x="4914517" y="1251124"/>
                  <a:pt x="4902872" y="1254093"/>
                </a:cubicBezTo>
                <a:cubicBezTo>
                  <a:pt x="4891243" y="1257063"/>
                  <a:pt x="4884205" y="1268904"/>
                  <a:pt x="4887174" y="1280531"/>
                </a:cubicBezTo>
                <a:cubicBezTo>
                  <a:pt x="4889679" y="1290380"/>
                  <a:pt x="4898517" y="1296923"/>
                  <a:pt x="4908224" y="1296923"/>
                </a:cubicBezTo>
                <a:cubicBezTo>
                  <a:pt x="4910004" y="1296923"/>
                  <a:pt x="4911815" y="1296709"/>
                  <a:pt x="4913611" y="1296247"/>
                </a:cubicBezTo>
                <a:close/>
                <a:moveTo>
                  <a:pt x="2607792" y="2143358"/>
                </a:moveTo>
                <a:cubicBezTo>
                  <a:pt x="2617180" y="2143181"/>
                  <a:pt x="2624646" y="2135411"/>
                  <a:pt x="2624469" y="2126025"/>
                </a:cubicBezTo>
                <a:cubicBezTo>
                  <a:pt x="2624291" y="2116637"/>
                  <a:pt x="2616539" y="2109152"/>
                  <a:pt x="2607134" y="2109348"/>
                </a:cubicBezTo>
                <a:cubicBezTo>
                  <a:pt x="2597748" y="2109525"/>
                  <a:pt x="2590280" y="2117278"/>
                  <a:pt x="2590457" y="2126665"/>
                </a:cubicBezTo>
                <a:cubicBezTo>
                  <a:pt x="2590636" y="2135945"/>
                  <a:pt x="2598227" y="2143359"/>
                  <a:pt x="2607472" y="2143359"/>
                </a:cubicBezTo>
                <a:close/>
                <a:moveTo>
                  <a:pt x="7977751" y="175635"/>
                </a:moveTo>
                <a:cubicBezTo>
                  <a:pt x="7981712" y="173074"/>
                  <a:pt x="7984982" y="169350"/>
                  <a:pt x="7986992" y="164691"/>
                </a:cubicBezTo>
                <a:cubicBezTo>
                  <a:pt x="7992343" y="152228"/>
                  <a:pt x="7986583" y="137757"/>
                  <a:pt x="7974102" y="132388"/>
                </a:cubicBezTo>
                <a:cubicBezTo>
                  <a:pt x="7967861" y="129712"/>
                  <a:pt x="7961124" y="129815"/>
                  <a:pt x="7955277" y="132146"/>
                </a:cubicBezTo>
                <a:cubicBezTo>
                  <a:pt x="7949430" y="134477"/>
                  <a:pt x="7944474" y="139037"/>
                  <a:pt x="7941798" y="145278"/>
                </a:cubicBezTo>
                <a:cubicBezTo>
                  <a:pt x="7936429" y="157758"/>
                  <a:pt x="7942189" y="172230"/>
                  <a:pt x="7954670" y="177581"/>
                </a:cubicBezTo>
                <a:cubicBezTo>
                  <a:pt x="7957835" y="178950"/>
                  <a:pt x="7961141" y="179591"/>
                  <a:pt x="7964377" y="179591"/>
                </a:cubicBezTo>
                <a:cubicBezTo>
                  <a:pt x="7969142" y="179591"/>
                  <a:pt x="7973791" y="178195"/>
                  <a:pt x="7977751" y="175635"/>
                </a:cubicBezTo>
                <a:close/>
                <a:moveTo>
                  <a:pt x="3677817" y="1753077"/>
                </a:moveTo>
                <a:cubicBezTo>
                  <a:pt x="3688429" y="1750339"/>
                  <a:pt x="3694813" y="1739512"/>
                  <a:pt x="3692057" y="1728897"/>
                </a:cubicBezTo>
                <a:cubicBezTo>
                  <a:pt x="3689320" y="1718283"/>
                  <a:pt x="3678474" y="1711901"/>
                  <a:pt x="3667861" y="1714638"/>
                </a:cubicBezTo>
                <a:cubicBezTo>
                  <a:pt x="3657247" y="1717395"/>
                  <a:pt x="3650865" y="1728222"/>
                  <a:pt x="3653618" y="1738836"/>
                </a:cubicBezTo>
                <a:cubicBezTo>
                  <a:pt x="3655931" y="1747778"/>
                  <a:pt x="3664003" y="1753717"/>
                  <a:pt x="3672820" y="1753717"/>
                </a:cubicBezTo>
                <a:cubicBezTo>
                  <a:pt x="3674473" y="1753717"/>
                  <a:pt x="3676146" y="1753521"/>
                  <a:pt x="3677817" y="1753077"/>
                </a:cubicBezTo>
                <a:close/>
                <a:moveTo>
                  <a:pt x="4294140" y="1527427"/>
                </a:moveTo>
                <a:cubicBezTo>
                  <a:pt x="4305233" y="1524422"/>
                  <a:pt x="4311777" y="1512991"/>
                  <a:pt x="4308772" y="1501914"/>
                </a:cubicBezTo>
                <a:cubicBezTo>
                  <a:pt x="4305747" y="1490820"/>
                  <a:pt x="4294336" y="1484278"/>
                  <a:pt x="4283242" y="1487282"/>
                </a:cubicBezTo>
                <a:cubicBezTo>
                  <a:pt x="4272147" y="1490304"/>
                  <a:pt x="4265604" y="1501736"/>
                  <a:pt x="4268609" y="1512813"/>
                </a:cubicBezTo>
                <a:cubicBezTo>
                  <a:pt x="4271132" y="1522075"/>
                  <a:pt x="4279525" y="1528173"/>
                  <a:pt x="4288684" y="1528173"/>
                </a:cubicBezTo>
                <a:cubicBezTo>
                  <a:pt x="4290478" y="1528173"/>
                  <a:pt x="4292328" y="1527925"/>
                  <a:pt x="4294140" y="1527427"/>
                </a:cubicBezTo>
                <a:close/>
                <a:moveTo>
                  <a:pt x="1942985" y="2390628"/>
                </a:moveTo>
                <a:cubicBezTo>
                  <a:pt x="1949706" y="2390628"/>
                  <a:pt x="1955662" y="2385845"/>
                  <a:pt x="1956907" y="2379000"/>
                </a:cubicBezTo>
                <a:cubicBezTo>
                  <a:pt x="1958311" y="2371320"/>
                  <a:pt x="1953208" y="2363942"/>
                  <a:pt x="1945510" y="2362537"/>
                </a:cubicBezTo>
                <a:cubicBezTo>
                  <a:pt x="1937811" y="2361133"/>
                  <a:pt x="1930434" y="2366235"/>
                  <a:pt x="1929028" y="2373933"/>
                </a:cubicBezTo>
                <a:cubicBezTo>
                  <a:pt x="1927642" y="2381631"/>
                  <a:pt x="1932745" y="2389010"/>
                  <a:pt x="1940442" y="2390415"/>
                </a:cubicBezTo>
                <a:lnTo>
                  <a:pt x="1940425" y="2390415"/>
                </a:lnTo>
                <a:cubicBezTo>
                  <a:pt x="1941295" y="2390557"/>
                  <a:pt x="1942150" y="2390629"/>
                  <a:pt x="1942985" y="2390628"/>
                </a:cubicBezTo>
                <a:close/>
                <a:moveTo>
                  <a:pt x="6064702" y="879030"/>
                </a:moveTo>
                <a:cubicBezTo>
                  <a:pt x="6075564" y="873892"/>
                  <a:pt x="6080223" y="860931"/>
                  <a:pt x="6075085" y="850068"/>
                </a:cubicBezTo>
                <a:cubicBezTo>
                  <a:pt x="6072525" y="844637"/>
                  <a:pt x="6068000" y="840761"/>
                  <a:pt x="6062760" y="838885"/>
                </a:cubicBezTo>
                <a:cubicBezTo>
                  <a:pt x="6057519" y="837009"/>
                  <a:pt x="6051563" y="837134"/>
                  <a:pt x="6046141" y="839703"/>
                </a:cubicBezTo>
                <a:cubicBezTo>
                  <a:pt x="6035296" y="844824"/>
                  <a:pt x="6030637" y="857784"/>
                  <a:pt x="6035776" y="868647"/>
                </a:cubicBezTo>
                <a:lnTo>
                  <a:pt x="6035758" y="868647"/>
                </a:lnTo>
                <a:cubicBezTo>
                  <a:pt x="6039474" y="876505"/>
                  <a:pt x="6047279" y="881110"/>
                  <a:pt x="6055439" y="881110"/>
                </a:cubicBezTo>
                <a:cubicBezTo>
                  <a:pt x="6058550" y="881110"/>
                  <a:pt x="6061715" y="880452"/>
                  <a:pt x="6064702" y="879030"/>
                </a:cubicBezTo>
                <a:close/>
                <a:moveTo>
                  <a:pt x="1398345" y="2592294"/>
                </a:moveTo>
                <a:cubicBezTo>
                  <a:pt x="1402683" y="2592294"/>
                  <a:pt x="1406826" y="2589787"/>
                  <a:pt x="1408693" y="2585573"/>
                </a:cubicBezTo>
                <a:cubicBezTo>
                  <a:pt x="1411235" y="2579849"/>
                  <a:pt x="1408657" y="2573164"/>
                  <a:pt x="1402950" y="2570621"/>
                </a:cubicBezTo>
                <a:cubicBezTo>
                  <a:pt x="1400097" y="2569351"/>
                  <a:pt x="1396993" y="2569359"/>
                  <a:pt x="1394289" y="2570402"/>
                </a:cubicBezTo>
                <a:cubicBezTo>
                  <a:pt x="1391586" y="2571444"/>
                  <a:pt x="1389278" y="2573520"/>
                  <a:pt x="1388016" y="2576382"/>
                </a:cubicBezTo>
                <a:cubicBezTo>
                  <a:pt x="1385474" y="2582089"/>
                  <a:pt x="1388051" y="2588774"/>
                  <a:pt x="1393758" y="2591316"/>
                </a:cubicBezTo>
                <a:cubicBezTo>
                  <a:pt x="1395252" y="2591973"/>
                  <a:pt x="1396816" y="2592294"/>
                  <a:pt x="1398345" y="2592294"/>
                </a:cubicBezTo>
                <a:close/>
                <a:moveTo>
                  <a:pt x="7201165" y="463857"/>
                </a:moveTo>
                <a:cubicBezTo>
                  <a:pt x="7213112" y="462613"/>
                  <a:pt x="7221771" y="451909"/>
                  <a:pt x="7220526" y="439962"/>
                </a:cubicBezTo>
                <a:cubicBezTo>
                  <a:pt x="7219281" y="428014"/>
                  <a:pt x="7208579" y="419356"/>
                  <a:pt x="7196631" y="420601"/>
                </a:cubicBezTo>
                <a:cubicBezTo>
                  <a:pt x="7184683" y="421863"/>
                  <a:pt x="7176008" y="432566"/>
                  <a:pt x="7177270" y="444495"/>
                </a:cubicBezTo>
                <a:cubicBezTo>
                  <a:pt x="7178444" y="455678"/>
                  <a:pt x="7187884" y="463981"/>
                  <a:pt x="7198872" y="463981"/>
                </a:cubicBezTo>
                <a:cubicBezTo>
                  <a:pt x="7199636" y="463981"/>
                  <a:pt x="7200400" y="463946"/>
                  <a:pt x="7201165" y="463857"/>
                </a:cubicBezTo>
                <a:close/>
                <a:moveTo>
                  <a:pt x="2384328" y="2231827"/>
                </a:moveTo>
                <a:cubicBezTo>
                  <a:pt x="2392898" y="2231827"/>
                  <a:pt x="2400010" y="2225070"/>
                  <a:pt x="2400365" y="2216430"/>
                </a:cubicBezTo>
                <a:cubicBezTo>
                  <a:pt x="2400738" y="2207558"/>
                  <a:pt x="2393840" y="2200092"/>
                  <a:pt x="2384986" y="2199719"/>
                </a:cubicBezTo>
                <a:cubicBezTo>
                  <a:pt x="2376114" y="2199345"/>
                  <a:pt x="2368630" y="2206243"/>
                  <a:pt x="2368274" y="2215097"/>
                </a:cubicBezTo>
                <a:cubicBezTo>
                  <a:pt x="2367900" y="2223951"/>
                  <a:pt x="2374782" y="2231436"/>
                  <a:pt x="2383653" y="2231809"/>
                </a:cubicBezTo>
                <a:cubicBezTo>
                  <a:pt x="2383885" y="2231809"/>
                  <a:pt x="2384097" y="2231827"/>
                  <a:pt x="2384328" y="2231827"/>
                </a:cubicBezTo>
                <a:close/>
                <a:moveTo>
                  <a:pt x="2162537" y="2314641"/>
                </a:moveTo>
                <a:cubicBezTo>
                  <a:pt x="2170164" y="2314641"/>
                  <a:pt x="2176725" y="2308899"/>
                  <a:pt x="2177560" y="2301146"/>
                </a:cubicBezTo>
                <a:cubicBezTo>
                  <a:pt x="2178431" y="2292844"/>
                  <a:pt x="2172423" y="2285394"/>
                  <a:pt x="2164137" y="2284505"/>
                </a:cubicBezTo>
                <a:cubicBezTo>
                  <a:pt x="2155835" y="2283617"/>
                  <a:pt x="2148385" y="2289625"/>
                  <a:pt x="2147496" y="2297929"/>
                </a:cubicBezTo>
                <a:cubicBezTo>
                  <a:pt x="2146607" y="2306232"/>
                  <a:pt x="2152616" y="2313663"/>
                  <a:pt x="2160919" y="2314552"/>
                </a:cubicBezTo>
                <a:cubicBezTo>
                  <a:pt x="2161452" y="2314623"/>
                  <a:pt x="2162004" y="2314641"/>
                  <a:pt x="2162537" y="2314641"/>
                </a:cubicBezTo>
                <a:close/>
                <a:moveTo>
                  <a:pt x="3256635" y="1914153"/>
                </a:moveTo>
                <a:cubicBezTo>
                  <a:pt x="3266875" y="1912109"/>
                  <a:pt x="3273524" y="1902170"/>
                  <a:pt x="3271498" y="1891930"/>
                </a:cubicBezTo>
                <a:cubicBezTo>
                  <a:pt x="3269454" y="1881689"/>
                  <a:pt x="3259514" y="1875039"/>
                  <a:pt x="3249274" y="1877066"/>
                </a:cubicBezTo>
                <a:cubicBezTo>
                  <a:pt x="3239033" y="1879111"/>
                  <a:pt x="3232384" y="1889049"/>
                  <a:pt x="3234411" y="1899308"/>
                </a:cubicBezTo>
                <a:cubicBezTo>
                  <a:pt x="3236207" y="1908286"/>
                  <a:pt x="3244101" y="1914526"/>
                  <a:pt x="3252936" y="1914526"/>
                </a:cubicBezTo>
                <a:cubicBezTo>
                  <a:pt x="3254163" y="1914526"/>
                  <a:pt x="3255390" y="1914402"/>
                  <a:pt x="3256635" y="1914153"/>
                </a:cubicBezTo>
                <a:close/>
                <a:moveTo>
                  <a:pt x="5012460" y="1270894"/>
                </a:moveTo>
                <a:cubicBezTo>
                  <a:pt x="5024072" y="1267890"/>
                  <a:pt x="5031058" y="1256014"/>
                  <a:pt x="5028036" y="1244386"/>
                </a:cubicBezTo>
                <a:cubicBezTo>
                  <a:pt x="5025031" y="1232759"/>
                  <a:pt x="5013154" y="1225772"/>
                  <a:pt x="5001526" y="1228794"/>
                </a:cubicBezTo>
                <a:cubicBezTo>
                  <a:pt x="4989901" y="1231816"/>
                  <a:pt x="4982913" y="1243676"/>
                  <a:pt x="4985938" y="1255302"/>
                </a:cubicBezTo>
                <a:cubicBezTo>
                  <a:pt x="4988477" y="1265099"/>
                  <a:pt x="4997296" y="1271606"/>
                  <a:pt x="5006967" y="1271605"/>
                </a:cubicBezTo>
                <a:cubicBezTo>
                  <a:pt x="5008781" y="1271606"/>
                  <a:pt x="5010613" y="1271375"/>
                  <a:pt x="5012460" y="1270894"/>
                </a:cubicBezTo>
                <a:close/>
                <a:moveTo>
                  <a:pt x="4391923" y="1501131"/>
                </a:moveTo>
                <a:cubicBezTo>
                  <a:pt x="4403018" y="1498180"/>
                  <a:pt x="4409615" y="1486784"/>
                  <a:pt x="4406663" y="1475672"/>
                </a:cubicBezTo>
                <a:cubicBezTo>
                  <a:pt x="4403710" y="1464578"/>
                  <a:pt x="4392316" y="1457965"/>
                  <a:pt x="4381221" y="1460934"/>
                </a:cubicBezTo>
                <a:cubicBezTo>
                  <a:pt x="4370109" y="1463885"/>
                  <a:pt x="4363513" y="1475264"/>
                  <a:pt x="4366466" y="1486375"/>
                </a:cubicBezTo>
                <a:cubicBezTo>
                  <a:pt x="4368936" y="1495692"/>
                  <a:pt x="4377345" y="1501825"/>
                  <a:pt x="4386554" y="1501825"/>
                </a:cubicBezTo>
                <a:cubicBezTo>
                  <a:pt x="4388316" y="1501825"/>
                  <a:pt x="4390128" y="1501612"/>
                  <a:pt x="4391923" y="1501131"/>
                </a:cubicBezTo>
                <a:close/>
                <a:moveTo>
                  <a:pt x="3775368" y="1727546"/>
                </a:moveTo>
                <a:cubicBezTo>
                  <a:pt x="3785966" y="1724737"/>
                  <a:pt x="3792295" y="1713874"/>
                  <a:pt x="3789484" y="1703278"/>
                </a:cubicBezTo>
                <a:cubicBezTo>
                  <a:pt x="3786677" y="1692682"/>
                  <a:pt x="3775814" y="1686353"/>
                  <a:pt x="3765217" y="1689162"/>
                </a:cubicBezTo>
                <a:cubicBezTo>
                  <a:pt x="3754620" y="1691953"/>
                  <a:pt x="3748292" y="1702816"/>
                  <a:pt x="3751102" y="1713430"/>
                </a:cubicBezTo>
                <a:cubicBezTo>
                  <a:pt x="3753449" y="1722320"/>
                  <a:pt x="3761484" y="1728204"/>
                  <a:pt x="3770285" y="1728204"/>
                </a:cubicBezTo>
                <a:cubicBezTo>
                  <a:pt x="3771954" y="1728204"/>
                  <a:pt x="3773662" y="1727991"/>
                  <a:pt x="3775368" y="1727546"/>
                </a:cubicBezTo>
                <a:close/>
                <a:moveTo>
                  <a:pt x="5972340" y="922339"/>
                </a:moveTo>
                <a:cubicBezTo>
                  <a:pt x="5983221" y="917272"/>
                  <a:pt x="5987951" y="904347"/>
                  <a:pt x="5982901" y="893449"/>
                </a:cubicBezTo>
                <a:cubicBezTo>
                  <a:pt x="5980367" y="888000"/>
                  <a:pt x="5975865" y="884092"/>
                  <a:pt x="5970636" y="882181"/>
                </a:cubicBezTo>
                <a:cubicBezTo>
                  <a:pt x="5965407" y="880270"/>
                  <a:pt x="5959451" y="880354"/>
                  <a:pt x="5954010" y="882888"/>
                </a:cubicBezTo>
                <a:cubicBezTo>
                  <a:pt x="5943111" y="887955"/>
                  <a:pt x="5938383" y="900880"/>
                  <a:pt x="5943449" y="911779"/>
                </a:cubicBezTo>
                <a:cubicBezTo>
                  <a:pt x="5947130" y="919709"/>
                  <a:pt x="5954971" y="924366"/>
                  <a:pt x="5963184" y="924365"/>
                </a:cubicBezTo>
                <a:cubicBezTo>
                  <a:pt x="5966242" y="924366"/>
                  <a:pt x="5969371" y="923708"/>
                  <a:pt x="5972340" y="922339"/>
                </a:cubicBezTo>
                <a:close/>
                <a:moveTo>
                  <a:pt x="605991" y="2890980"/>
                </a:moveTo>
                <a:cubicBezTo>
                  <a:pt x="607556" y="2890980"/>
                  <a:pt x="609121" y="2890322"/>
                  <a:pt x="610241" y="2889060"/>
                </a:cubicBezTo>
                <a:cubicBezTo>
                  <a:pt x="612286" y="2886712"/>
                  <a:pt x="612055" y="2883157"/>
                  <a:pt x="609707" y="2881113"/>
                </a:cubicBezTo>
                <a:cubicBezTo>
                  <a:pt x="607361" y="2879068"/>
                  <a:pt x="603823" y="2879299"/>
                  <a:pt x="601760" y="2881645"/>
                </a:cubicBezTo>
                <a:cubicBezTo>
                  <a:pt x="599716" y="2883975"/>
                  <a:pt x="599947" y="2887531"/>
                  <a:pt x="602293" y="2889575"/>
                </a:cubicBezTo>
                <a:cubicBezTo>
                  <a:pt x="603360" y="2890518"/>
                  <a:pt x="604676" y="2890980"/>
                  <a:pt x="605991" y="2890980"/>
                </a:cubicBezTo>
                <a:close/>
                <a:moveTo>
                  <a:pt x="2932577" y="2038463"/>
                </a:moveTo>
                <a:cubicBezTo>
                  <a:pt x="2942428" y="2037236"/>
                  <a:pt x="2949413" y="2028258"/>
                  <a:pt x="2948188" y="2018426"/>
                </a:cubicBezTo>
                <a:cubicBezTo>
                  <a:pt x="2946961" y="2008577"/>
                  <a:pt x="2937983" y="2001589"/>
                  <a:pt x="2928151" y="2002817"/>
                </a:cubicBezTo>
                <a:cubicBezTo>
                  <a:pt x="2918301" y="2004043"/>
                  <a:pt x="2911313" y="2013022"/>
                  <a:pt x="2912541" y="2022871"/>
                </a:cubicBezTo>
                <a:cubicBezTo>
                  <a:pt x="2913679" y="2031939"/>
                  <a:pt x="2921412" y="2038605"/>
                  <a:pt x="2930338" y="2038605"/>
                </a:cubicBezTo>
                <a:cubicBezTo>
                  <a:pt x="2931084" y="2038606"/>
                  <a:pt x="2931830" y="2038553"/>
                  <a:pt x="2932577" y="2038463"/>
                </a:cubicBezTo>
                <a:close/>
                <a:moveTo>
                  <a:pt x="5111188" y="1244795"/>
                </a:moveTo>
                <a:cubicBezTo>
                  <a:pt x="5122780" y="1241648"/>
                  <a:pt x="5129642" y="1229719"/>
                  <a:pt x="5126515" y="1218109"/>
                </a:cubicBezTo>
                <a:cubicBezTo>
                  <a:pt x="5123364" y="1206517"/>
                  <a:pt x="5111437" y="1199673"/>
                  <a:pt x="5099844" y="1202802"/>
                </a:cubicBezTo>
                <a:cubicBezTo>
                  <a:pt x="5088236" y="1205931"/>
                  <a:pt x="5081389" y="1217878"/>
                  <a:pt x="5084519" y="1229470"/>
                </a:cubicBezTo>
                <a:cubicBezTo>
                  <a:pt x="5087150" y="1239159"/>
                  <a:pt x="5095917" y="1245542"/>
                  <a:pt x="5105500" y="1245542"/>
                </a:cubicBezTo>
                <a:cubicBezTo>
                  <a:pt x="5107384" y="1245542"/>
                  <a:pt x="5109287" y="1245311"/>
                  <a:pt x="5111188" y="1244795"/>
                </a:cubicBezTo>
                <a:close/>
                <a:moveTo>
                  <a:pt x="162745" y="3061479"/>
                </a:moveTo>
                <a:cubicBezTo>
                  <a:pt x="163279" y="3061479"/>
                  <a:pt x="163776" y="3061266"/>
                  <a:pt x="164149" y="3060840"/>
                </a:cubicBezTo>
                <a:cubicBezTo>
                  <a:pt x="164807" y="3060057"/>
                  <a:pt x="164717" y="3058901"/>
                  <a:pt x="163936" y="3058243"/>
                </a:cubicBezTo>
                <a:cubicBezTo>
                  <a:pt x="163171" y="3057585"/>
                  <a:pt x="162015" y="3057692"/>
                  <a:pt x="161358" y="3058457"/>
                </a:cubicBezTo>
                <a:cubicBezTo>
                  <a:pt x="160700" y="3059221"/>
                  <a:pt x="160789" y="3060395"/>
                  <a:pt x="161553" y="3061052"/>
                </a:cubicBezTo>
                <a:cubicBezTo>
                  <a:pt x="161910" y="3061337"/>
                  <a:pt x="162335" y="3061479"/>
                  <a:pt x="162745" y="3061479"/>
                </a:cubicBezTo>
                <a:close/>
                <a:moveTo>
                  <a:pt x="5879552" y="964955"/>
                </a:moveTo>
                <a:cubicBezTo>
                  <a:pt x="5890505" y="959995"/>
                  <a:pt x="5895341" y="947106"/>
                  <a:pt x="5890380" y="936171"/>
                </a:cubicBezTo>
                <a:cubicBezTo>
                  <a:pt x="5887900" y="930696"/>
                  <a:pt x="5883437" y="926749"/>
                  <a:pt x="5878228" y="924791"/>
                </a:cubicBezTo>
                <a:cubicBezTo>
                  <a:pt x="5873019" y="922833"/>
                  <a:pt x="5867063" y="922865"/>
                  <a:pt x="5861596" y="925344"/>
                </a:cubicBezTo>
                <a:cubicBezTo>
                  <a:pt x="5850644" y="930304"/>
                  <a:pt x="5845808" y="943194"/>
                  <a:pt x="5850768" y="954146"/>
                </a:cubicBezTo>
                <a:cubicBezTo>
                  <a:pt x="5854413" y="962163"/>
                  <a:pt x="5862306" y="966911"/>
                  <a:pt x="5870592" y="966911"/>
                </a:cubicBezTo>
                <a:cubicBezTo>
                  <a:pt x="5873596" y="966911"/>
                  <a:pt x="5876637" y="966289"/>
                  <a:pt x="5879552" y="964955"/>
                </a:cubicBezTo>
                <a:close/>
                <a:moveTo>
                  <a:pt x="3872778" y="1701625"/>
                </a:moveTo>
                <a:cubicBezTo>
                  <a:pt x="3883375" y="1698798"/>
                  <a:pt x="3889669" y="1687917"/>
                  <a:pt x="3886842" y="1677322"/>
                </a:cubicBezTo>
                <a:cubicBezTo>
                  <a:pt x="3883997" y="1666725"/>
                  <a:pt x="3873118" y="1660431"/>
                  <a:pt x="3862521" y="1663258"/>
                </a:cubicBezTo>
                <a:cubicBezTo>
                  <a:pt x="3851943" y="1666102"/>
                  <a:pt x="3845649" y="1676983"/>
                  <a:pt x="3848474" y="1687562"/>
                </a:cubicBezTo>
                <a:cubicBezTo>
                  <a:pt x="3850859" y="1696451"/>
                  <a:pt x="3858877" y="1702300"/>
                  <a:pt x="3867659" y="1702300"/>
                </a:cubicBezTo>
                <a:cubicBezTo>
                  <a:pt x="3869349" y="1702300"/>
                  <a:pt x="3871073" y="1702087"/>
                  <a:pt x="3872778" y="1701625"/>
                </a:cubicBezTo>
                <a:close/>
                <a:moveTo>
                  <a:pt x="982976" y="2761852"/>
                </a:moveTo>
                <a:cubicBezTo>
                  <a:pt x="985642" y="2761852"/>
                  <a:pt x="988256" y="2760588"/>
                  <a:pt x="989909" y="2758260"/>
                </a:cubicBezTo>
                <a:cubicBezTo>
                  <a:pt x="992612" y="2754420"/>
                  <a:pt x="991687" y="2749139"/>
                  <a:pt x="987865" y="2746454"/>
                </a:cubicBezTo>
                <a:cubicBezTo>
                  <a:pt x="984043" y="2743753"/>
                  <a:pt x="978744" y="2744659"/>
                  <a:pt x="976059" y="2748500"/>
                </a:cubicBezTo>
                <a:cubicBezTo>
                  <a:pt x="973357" y="2752322"/>
                  <a:pt x="974281" y="2757602"/>
                  <a:pt x="978104" y="2760304"/>
                </a:cubicBezTo>
                <a:cubicBezTo>
                  <a:pt x="979580" y="2761335"/>
                  <a:pt x="981287" y="2761851"/>
                  <a:pt x="982976" y="2761852"/>
                </a:cubicBezTo>
                <a:close/>
                <a:moveTo>
                  <a:pt x="4489797" y="1475495"/>
                </a:moveTo>
                <a:cubicBezTo>
                  <a:pt x="4500926" y="1472614"/>
                  <a:pt x="4507612" y="1461289"/>
                  <a:pt x="4504750" y="1450160"/>
                </a:cubicBezTo>
                <a:cubicBezTo>
                  <a:pt x="4501886" y="1439030"/>
                  <a:pt x="4490543" y="1432328"/>
                  <a:pt x="4479432" y="1435190"/>
                </a:cubicBezTo>
                <a:cubicBezTo>
                  <a:pt x="4468302" y="1438052"/>
                  <a:pt x="4461598" y="1449395"/>
                  <a:pt x="4464463" y="1460525"/>
                </a:cubicBezTo>
                <a:cubicBezTo>
                  <a:pt x="4466882" y="1469912"/>
                  <a:pt x="4475326" y="1476134"/>
                  <a:pt x="4484606" y="1476135"/>
                </a:cubicBezTo>
                <a:cubicBezTo>
                  <a:pt x="4486312" y="1476135"/>
                  <a:pt x="4488053" y="1475921"/>
                  <a:pt x="4489797" y="1475495"/>
                </a:cubicBezTo>
                <a:close/>
                <a:moveTo>
                  <a:pt x="3355023" y="1893406"/>
                </a:moveTo>
                <a:cubicBezTo>
                  <a:pt x="3365210" y="1891130"/>
                  <a:pt x="3371645" y="1881031"/>
                  <a:pt x="3369370" y="1870844"/>
                </a:cubicBezTo>
                <a:cubicBezTo>
                  <a:pt x="3367112" y="1860656"/>
                  <a:pt x="3357014" y="1854220"/>
                  <a:pt x="3346826" y="1856496"/>
                </a:cubicBezTo>
                <a:cubicBezTo>
                  <a:pt x="3336639" y="1858754"/>
                  <a:pt x="3330203" y="1868852"/>
                  <a:pt x="3332479" y="1879040"/>
                </a:cubicBezTo>
                <a:cubicBezTo>
                  <a:pt x="3334435" y="1887858"/>
                  <a:pt x="3342240" y="1893849"/>
                  <a:pt x="3350898" y="1893850"/>
                </a:cubicBezTo>
                <a:cubicBezTo>
                  <a:pt x="3352267" y="1893850"/>
                  <a:pt x="3353653" y="1893708"/>
                  <a:pt x="3355023" y="1893406"/>
                </a:cubicBezTo>
                <a:close/>
                <a:moveTo>
                  <a:pt x="5209684" y="1217398"/>
                </a:moveTo>
                <a:cubicBezTo>
                  <a:pt x="5221241" y="1214074"/>
                  <a:pt x="5227906" y="1202019"/>
                  <a:pt x="5224600" y="1190480"/>
                </a:cubicBezTo>
                <a:cubicBezTo>
                  <a:pt x="5221275" y="1178942"/>
                  <a:pt x="5209240" y="1172258"/>
                  <a:pt x="5197683" y="1175582"/>
                </a:cubicBezTo>
                <a:cubicBezTo>
                  <a:pt x="5186127" y="1178889"/>
                  <a:pt x="5179458" y="1190943"/>
                  <a:pt x="5182767" y="1202481"/>
                </a:cubicBezTo>
                <a:cubicBezTo>
                  <a:pt x="5185504" y="1212029"/>
                  <a:pt x="5194216" y="1218234"/>
                  <a:pt x="5203656" y="1218234"/>
                </a:cubicBezTo>
                <a:cubicBezTo>
                  <a:pt x="5205647" y="1218233"/>
                  <a:pt x="5207675" y="1217966"/>
                  <a:pt x="5209684" y="1217398"/>
                </a:cubicBezTo>
                <a:close/>
                <a:moveTo>
                  <a:pt x="5786283" y="1006629"/>
                </a:moveTo>
                <a:cubicBezTo>
                  <a:pt x="5797271" y="1001794"/>
                  <a:pt x="5802285" y="988957"/>
                  <a:pt x="5797449" y="977970"/>
                </a:cubicBezTo>
                <a:cubicBezTo>
                  <a:pt x="5795032" y="972467"/>
                  <a:pt x="5790618" y="968467"/>
                  <a:pt x="5785433" y="966445"/>
                </a:cubicBezTo>
                <a:cubicBezTo>
                  <a:pt x="5780248" y="964422"/>
                  <a:pt x="5774293" y="964378"/>
                  <a:pt x="5768790" y="966787"/>
                </a:cubicBezTo>
                <a:cubicBezTo>
                  <a:pt x="5757802" y="971623"/>
                  <a:pt x="5752790" y="984459"/>
                  <a:pt x="5757625" y="995446"/>
                </a:cubicBezTo>
                <a:cubicBezTo>
                  <a:pt x="5761199" y="1003606"/>
                  <a:pt x="5769181" y="1008460"/>
                  <a:pt x="5777537" y="1008460"/>
                </a:cubicBezTo>
                <a:cubicBezTo>
                  <a:pt x="5780470" y="1008460"/>
                  <a:pt x="5783440" y="1007873"/>
                  <a:pt x="5786283" y="1006629"/>
                </a:cubicBezTo>
                <a:close/>
                <a:moveTo>
                  <a:pt x="8182216" y="129369"/>
                </a:moveTo>
                <a:cubicBezTo>
                  <a:pt x="8186197" y="126965"/>
                  <a:pt x="8189565" y="123445"/>
                  <a:pt x="8191805" y="118983"/>
                </a:cubicBezTo>
                <a:cubicBezTo>
                  <a:pt x="8198135" y="106377"/>
                  <a:pt x="8193049" y="91016"/>
                  <a:pt x="8180445" y="84687"/>
                </a:cubicBezTo>
                <a:cubicBezTo>
                  <a:pt x="8174143" y="81522"/>
                  <a:pt x="8167150" y="81215"/>
                  <a:pt x="8160944" y="83276"/>
                </a:cubicBezTo>
                <a:cubicBezTo>
                  <a:pt x="8154737" y="85336"/>
                  <a:pt x="8149314" y="89763"/>
                  <a:pt x="8146149" y="96065"/>
                </a:cubicBezTo>
                <a:cubicBezTo>
                  <a:pt x="8139819" y="108671"/>
                  <a:pt x="8144922" y="124014"/>
                  <a:pt x="8157527" y="130343"/>
                </a:cubicBezTo>
                <a:cubicBezTo>
                  <a:pt x="8161208" y="132192"/>
                  <a:pt x="8165119" y="133063"/>
                  <a:pt x="8168959" y="133063"/>
                </a:cubicBezTo>
                <a:cubicBezTo>
                  <a:pt x="8173645" y="133063"/>
                  <a:pt x="8178236" y="131774"/>
                  <a:pt x="8182216" y="129369"/>
                </a:cubicBezTo>
                <a:close/>
                <a:moveTo>
                  <a:pt x="3970138" y="1675543"/>
                </a:moveTo>
                <a:cubicBezTo>
                  <a:pt x="3980734" y="1672698"/>
                  <a:pt x="3987011" y="1661817"/>
                  <a:pt x="3984165" y="1651222"/>
                </a:cubicBezTo>
                <a:cubicBezTo>
                  <a:pt x="3981337" y="1640625"/>
                  <a:pt x="3970439" y="1634349"/>
                  <a:pt x="3959861" y="1637194"/>
                </a:cubicBezTo>
                <a:cubicBezTo>
                  <a:pt x="3949263" y="1640039"/>
                  <a:pt x="3942969" y="1650920"/>
                  <a:pt x="3945814" y="1661515"/>
                </a:cubicBezTo>
                <a:cubicBezTo>
                  <a:pt x="3948199" y="1670369"/>
                  <a:pt x="3956216" y="1676219"/>
                  <a:pt x="3964997" y="1676219"/>
                </a:cubicBezTo>
                <a:cubicBezTo>
                  <a:pt x="3966687" y="1676219"/>
                  <a:pt x="3968413" y="1676005"/>
                  <a:pt x="3970138" y="1675543"/>
                </a:cubicBezTo>
                <a:close/>
                <a:moveTo>
                  <a:pt x="2707425" y="2139146"/>
                </a:moveTo>
                <a:cubicBezTo>
                  <a:pt x="2716796" y="2138541"/>
                  <a:pt x="2723906" y="2130434"/>
                  <a:pt x="2723302" y="2121064"/>
                </a:cubicBezTo>
                <a:cubicBezTo>
                  <a:pt x="2722698" y="2111694"/>
                  <a:pt x="2714590" y="2104583"/>
                  <a:pt x="2705222" y="2105205"/>
                </a:cubicBezTo>
                <a:cubicBezTo>
                  <a:pt x="2695851" y="2105810"/>
                  <a:pt x="2688740" y="2113881"/>
                  <a:pt x="2689345" y="2123268"/>
                </a:cubicBezTo>
                <a:cubicBezTo>
                  <a:pt x="2689932" y="2132265"/>
                  <a:pt x="2697416" y="2139180"/>
                  <a:pt x="2706306" y="2139181"/>
                </a:cubicBezTo>
                <a:cubicBezTo>
                  <a:pt x="2706679" y="2139181"/>
                  <a:pt x="2707052" y="2139163"/>
                  <a:pt x="2707425" y="2139146"/>
                </a:cubicBezTo>
                <a:close/>
                <a:moveTo>
                  <a:pt x="1606198" y="2543508"/>
                </a:moveTo>
                <a:cubicBezTo>
                  <a:pt x="1611426" y="2543509"/>
                  <a:pt x="1616261" y="2540148"/>
                  <a:pt x="1617914" y="2534903"/>
                </a:cubicBezTo>
                <a:cubicBezTo>
                  <a:pt x="1619941" y="2528450"/>
                  <a:pt x="1616350" y="2521569"/>
                  <a:pt x="1609896" y="2519525"/>
                </a:cubicBezTo>
                <a:cubicBezTo>
                  <a:pt x="1603424" y="2517498"/>
                  <a:pt x="1596545" y="2521089"/>
                  <a:pt x="1594499" y="2527561"/>
                </a:cubicBezTo>
                <a:cubicBezTo>
                  <a:pt x="1592473" y="2534015"/>
                  <a:pt x="1596064" y="2540913"/>
                  <a:pt x="1602518" y="2542940"/>
                </a:cubicBezTo>
                <a:cubicBezTo>
                  <a:pt x="1603744" y="2543313"/>
                  <a:pt x="1604989" y="2543508"/>
                  <a:pt x="1606198" y="2543508"/>
                </a:cubicBezTo>
                <a:close/>
                <a:moveTo>
                  <a:pt x="4587811" y="1450853"/>
                </a:moveTo>
                <a:cubicBezTo>
                  <a:pt x="4598977" y="1448132"/>
                  <a:pt x="4605823" y="1436879"/>
                  <a:pt x="4603120" y="1425714"/>
                </a:cubicBezTo>
                <a:cubicBezTo>
                  <a:pt x="4600399" y="1414567"/>
                  <a:pt x="4589145" y="1407704"/>
                  <a:pt x="4577980" y="1410423"/>
                </a:cubicBezTo>
                <a:cubicBezTo>
                  <a:pt x="4566815" y="1413144"/>
                  <a:pt x="4559973" y="1424398"/>
                  <a:pt x="4562689" y="1435545"/>
                </a:cubicBezTo>
                <a:cubicBezTo>
                  <a:pt x="4565001" y="1445057"/>
                  <a:pt x="4573516" y="1451440"/>
                  <a:pt x="4582887" y="1451440"/>
                </a:cubicBezTo>
                <a:cubicBezTo>
                  <a:pt x="4584506" y="1451440"/>
                  <a:pt x="4586160" y="1451244"/>
                  <a:pt x="4587811" y="1450853"/>
                </a:cubicBezTo>
                <a:close/>
                <a:moveTo>
                  <a:pt x="5692376" y="1047023"/>
                </a:moveTo>
                <a:cubicBezTo>
                  <a:pt x="5703436" y="1042382"/>
                  <a:pt x="5708645" y="1029618"/>
                  <a:pt x="5703986" y="1018541"/>
                </a:cubicBezTo>
                <a:cubicBezTo>
                  <a:pt x="5701657" y="1013011"/>
                  <a:pt x="5697303" y="1008945"/>
                  <a:pt x="5692147" y="1006842"/>
                </a:cubicBezTo>
                <a:cubicBezTo>
                  <a:pt x="5686993" y="1004740"/>
                  <a:pt x="5681036" y="1004603"/>
                  <a:pt x="5675507" y="1006931"/>
                </a:cubicBezTo>
                <a:cubicBezTo>
                  <a:pt x="5664431" y="1011590"/>
                  <a:pt x="5659220" y="1024337"/>
                  <a:pt x="5663898" y="1035413"/>
                </a:cubicBezTo>
                <a:cubicBezTo>
                  <a:pt x="5667381" y="1043734"/>
                  <a:pt x="5675453" y="1048729"/>
                  <a:pt x="5683952" y="1048729"/>
                </a:cubicBezTo>
                <a:cubicBezTo>
                  <a:pt x="5686759" y="1048747"/>
                  <a:pt x="5689622" y="1048196"/>
                  <a:pt x="5692376" y="1047023"/>
                </a:cubicBezTo>
                <a:close/>
                <a:moveTo>
                  <a:pt x="5307755" y="1188241"/>
                </a:moveTo>
                <a:cubicBezTo>
                  <a:pt x="5319217" y="1184703"/>
                  <a:pt x="5325674" y="1172524"/>
                  <a:pt x="5322134" y="1161038"/>
                </a:cubicBezTo>
                <a:cubicBezTo>
                  <a:pt x="5318596" y="1149572"/>
                  <a:pt x="5306419" y="1143135"/>
                  <a:pt x="5294952" y="1146655"/>
                </a:cubicBezTo>
                <a:cubicBezTo>
                  <a:pt x="5283482" y="1150194"/>
                  <a:pt x="5277049" y="1162372"/>
                  <a:pt x="5280585" y="1173857"/>
                </a:cubicBezTo>
                <a:lnTo>
                  <a:pt x="5280567" y="1173857"/>
                </a:lnTo>
                <a:cubicBezTo>
                  <a:pt x="5283449" y="1183209"/>
                  <a:pt x="5292050" y="1189200"/>
                  <a:pt x="5301335" y="1189200"/>
                </a:cubicBezTo>
                <a:cubicBezTo>
                  <a:pt x="5303465" y="1189200"/>
                  <a:pt x="5305617" y="1188898"/>
                  <a:pt x="5307755" y="1188241"/>
                </a:cubicBezTo>
                <a:close/>
                <a:moveTo>
                  <a:pt x="7301189" y="457083"/>
                </a:moveTo>
                <a:cubicBezTo>
                  <a:pt x="7313190" y="456728"/>
                  <a:pt x="7322648" y="446718"/>
                  <a:pt x="7322292" y="434717"/>
                </a:cubicBezTo>
                <a:cubicBezTo>
                  <a:pt x="7321937" y="422699"/>
                  <a:pt x="7311927" y="413258"/>
                  <a:pt x="7299926" y="413613"/>
                </a:cubicBezTo>
                <a:cubicBezTo>
                  <a:pt x="7287925" y="413951"/>
                  <a:pt x="7278486" y="423979"/>
                  <a:pt x="7278841" y="435979"/>
                </a:cubicBezTo>
                <a:lnTo>
                  <a:pt x="7278823" y="435979"/>
                </a:lnTo>
                <a:cubicBezTo>
                  <a:pt x="7279162" y="447766"/>
                  <a:pt x="7288833" y="457101"/>
                  <a:pt x="7300549" y="457101"/>
                </a:cubicBezTo>
                <a:cubicBezTo>
                  <a:pt x="7300762" y="457101"/>
                  <a:pt x="7300976" y="457101"/>
                  <a:pt x="7301189" y="457083"/>
                </a:cubicBezTo>
                <a:close/>
                <a:moveTo>
                  <a:pt x="3031749" y="2024258"/>
                </a:moveTo>
                <a:cubicBezTo>
                  <a:pt x="3041527" y="2022694"/>
                  <a:pt x="3048195" y="2013484"/>
                  <a:pt x="3046629" y="2003688"/>
                </a:cubicBezTo>
                <a:cubicBezTo>
                  <a:pt x="3045047" y="1993891"/>
                  <a:pt x="3035838" y="1987242"/>
                  <a:pt x="3026041" y="1988806"/>
                </a:cubicBezTo>
                <a:cubicBezTo>
                  <a:pt x="3016245" y="1990390"/>
                  <a:pt x="3009577" y="1999598"/>
                  <a:pt x="3011160" y="2009395"/>
                </a:cubicBezTo>
                <a:cubicBezTo>
                  <a:pt x="3012583" y="2018213"/>
                  <a:pt x="3020209" y="2024489"/>
                  <a:pt x="3028869" y="2024489"/>
                </a:cubicBezTo>
                <a:cubicBezTo>
                  <a:pt x="3029828" y="2024489"/>
                  <a:pt x="3030788" y="2024418"/>
                  <a:pt x="3031749" y="2024258"/>
                </a:cubicBezTo>
                <a:close/>
                <a:moveTo>
                  <a:pt x="509718" y="2949508"/>
                </a:moveTo>
                <a:cubicBezTo>
                  <a:pt x="510998" y="2949508"/>
                  <a:pt x="512261" y="2948993"/>
                  <a:pt x="513185" y="2947961"/>
                </a:cubicBezTo>
                <a:cubicBezTo>
                  <a:pt x="514927" y="2946041"/>
                  <a:pt x="514768" y="2943089"/>
                  <a:pt x="512847" y="2941348"/>
                </a:cubicBezTo>
                <a:cubicBezTo>
                  <a:pt x="510927" y="2939622"/>
                  <a:pt x="507976" y="2939765"/>
                  <a:pt x="506234" y="2941685"/>
                </a:cubicBezTo>
                <a:cubicBezTo>
                  <a:pt x="504509" y="2943605"/>
                  <a:pt x="504651" y="2946575"/>
                  <a:pt x="506571" y="2948316"/>
                </a:cubicBezTo>
                <a:cubicBezTo>
                  <a:pt x="507479" y="2949116"/>
                  <a:pt x="508598" y="2949508"/>
                  <a:pt x="509718" y="2949508"/>
                </a:cubicBezTo>
                <a:close/>
                <a:moveTo>
                  <a:pt x="3452896" y="1870683"/>
                </a:moveTo>
                <a:cubicBezTo>
                  <a:pt x="3463047" y="1868230"/>
                  <a:pt x="3469288" y="1858025"/>
                  <a:pt x="3466834" y="1847874"/>
                </a:cubicBezTo>
                <a:cubicBezTo>
                  <a:pt x="3464381" y="1837722"/>
                  <a:pt x="3454175" y="1831481"/>
                  <a:pt x="3444024" y="1833935"/>
                </a:cubicBezTo>
                <a:cubicBezTo>
                  <a:pt x="3433872" y="1836370"/>
                  <a:pt x="3427632" y="1846593"/>
                  <a:pt x="3430085" y="1856744"/>
                </a:cubicBezTo>
                <a:cubicBezTo>
                  <a:pt x="3432166" y="1865404"/>
                  <a:pt x="3439917" y="1871217"/>
                  <a:pt x="3448451" y="1871217"/>
                </a:cubicBezTo>
                <a:cubicBezTo>
                  <a:pt x="3449909" y="1871217"/>
                  <a:pt x="3451402" y="1871040"/>
                  <a:pt x="3452896" y="1870683"/>
                </a:cubicBezTo>
                <a:close/>
                <a:moveTo>
                  <a:pt x="5597655" y="1085834"/>
                </a:moveTo>
                <a:cubicBezTo>
                  <a:pt x="5608818" y="1081407"/>
                  <a:pt x="5614259" y="1068749"/>
                  <a:pt x="5609814" y="1057583"/>
                </a:cubicBezTo>
                <a:cubicBezTo>
                  <a:pt x="5605388" y="1046418"/>
                  <a:pt x="5592731" y="1040978"/>
                  <a:pt x="5581565" y="1045423"/>
                </a:cubicBezTo>
                <a:cubicBezTo>
                  <a:pt x="5570417" y="1049868"/>
                  <a:pt x="5564976" y="1062508"/>
                  <a:pt x="5569403" y="1073673"/>
                </a:cubicBezTo>
                <a:cubicBezTo>
                  <a:pt x="5572798" y="1082189"/>
                  <a:pt x="5580979" y="1087381"/>
                  <a:pt x="5589618" y="1087381"/>
                </a:cubicBezTo>
                <a:cubicBezTo>
                  <a:pt x="5592304" y="1087381"/>
                  <a:pt x="5595023" y="1086884"/>
                  <a:pt x="5597655" y="1085834"/>
                </a:cubicBezTo>
                <a:close/>
                <a:moveTo>
                  <a:pt x="5405361" y="1156896"/>
                </a:moveTo>
                <a:cubicBezTo>
                  <a:pt x="5416736" y="1153056"/>
                  <a:pt x="5422851" y="1140717"/>
                  <a:pt x="5419012" y="1129339"/>
                </a:cubicBezTo>
                <a:cubicBezTo>
                  <a:pt x="5415171" y="1117960"/>
                  <a:pt x="5402832" y="1111844"/>
                  <a:pt x="5391457" y="1115684"/>
                </a:cubicBezTo>
                <a:cubicBezTo>
                  <a:pt x="5380074" y="1119525"/>
                  <a:pt x="5373961" y="1131864"/>
                  <a:pt x="5377799" y="1143242"/>
                </a:cubicBezTo>
                <a:cubicBezTo>
                  <a:pt x="5380858" y="1152327"/>
                  <a:pt x="5389321" y="1158051"/>
                  <a:pt x="5398405" y="1158052"/>
                </a:cubicBezTo>
                <a:cubicBezTo>
                  <a:pt x="5400701" y="1158052"/>
                  <a:pt x="5403046" y="1157679"/>
                  <a:pt x="5405361" y="1156896"/>
                </a:cubicBezTo>
                <a:close/>
                <a:moveTo>
                  <a:pt x="1283279" y="2669472"/>
                </a:moveTo>
                <a:cubicBezTo>
                  <a:pt x="1287049" y="2669472"/>
                  <a:pt x="1290694" y="2667410"/>
                  <a:pt x="1292525" y="2663818"/>
                </a:cubicBezTo>
                <a:cubicBezTo>
                  <a:pt x="1295138" y="2658716"/>
                  <a:pt x="1293113" y="2652476"/>
                  <a:pt x="1288009" y="2649862"/>
                </a:cubicBezTo>
                <a:cubicBezTo>
                  <a:pt x="1285467" y="2648555"/>
                  <a:pt x="1282631" y="2648409"/>
                  <a:pt x="1280107" y="2649226"/>
                </a:cubicBezTo>
                <a:cubicBezTo>
                  <a:pt x="1277582" y="2650045"/>
                  <a:pt x="1275368" y="2651827"/>
                  <a:pt x="1274070" y="2654379"/>
                </a:cubicBezTo>
                <a:cubicBezTo>
                  <a:pt x="1271458" y="2659481"/>
                  <a:pt x="1273466" y="2665721"/>
                  <a:pt x="1278569" y="2668335"/>
                </a:cubicBezTo>
                <a:cubicBezTo>
                  <a:pt x="1280080" y="2669099"/>
                  <a:pt x="1281698" y="2669472"/>
                  <a:pt x="1283279" y="2669472"/>
                </a:cubicBezTo>
                <a:close/>
                <a:moveTo>
                  <a:pt x="5502041" y="1122618"/>
                </a:moveTo>
                <a:cubicBezTo>
                  <a:pt x="5513311" y="1118458"/>
                  <a:pt x="5519055" y="1105942"/>
                  <a:pt x="5514876" y="1094670"/>
                </a:cubicBezTo>
                <a:cubicBezTo>
                  <a:pt x="5510698" y="1083417"/>
                  <a:pt x="5498181" y="1077674"/>
                  <a:pt x="5486925" y="1081834"/>
                </a:cubicBezTo>
                <a:cubicBezTo>
                  <a:pt x="5475655" y="1086012"/>
                  <a:pt x="5469914" y="1098528"/>
                  <a:pt x="5474091" y="1109782"/>
                </a:cubicBezTo>
                <a:cubicBezTo>
                  <a:pt x="5477326" y="1118565"/>
                  <a:pt x="5485647" y="1123987"/>
                  <a:pt x="5494484" y="1123987"/>
                </a:cubicBezTo>
                <a:cubicBezTo>
                  <a:pt x="5496989" y="1123987"/>
                  <a:pt x="5499549" y="1123543"/>
                  <a:pt x="5502041" y="1122618"/>
                </a:cubicBezTo>
                <a:close/>
                <a:moveTo>
                  <a:pt x="4067478" y="1649515"/>
                </a:moveTo>
                <a:cubicBezTo>
                  <a:pt x="4078054" y="1646706"/>
                  <a:pt x="4084366" y="1635825"/>
                  <a:pt x="4081540" y="1625228"/>
                </a:cubicBezTo>
                <a:cubicBezTo>
                  <a:pt x="4078733" y="1614632"/>
                  <a:pt x="4067850" y="1608339"/>
                  <a:pt x="4057253" y="1611148"/>
                </a:cubicBezTo>
                <a:cubicBezTo>
                  <a:pt x="4046657" y="1613975"/>
                  <a:pt x="4040345" y="1624855"/>
                  <a:pt x="4043172" y="1635452"/>
                </a:cubicBezTo>
                <a:cubicBezTo>
                  <a:pt x="4045538" y="1644323"/>
                  <a:pt x="4053575" y="1650190"/>
                  <a:pt x="4062337" y="1650190"/>
                </a:cubicBezTo>
                <a:cubicBezTo>
                  <a:pt x="4064045" y="1650190"/>
                  <a:pt x="4065752" y="1649977"/>
                  <a:pt x="4067478" y="1649515"/>
                </a:cubicBezTo>
                <a:close/>
                <a:moveTo>
                  <a:pt x="2482752" y="2233587"/>
                </a:moveTo>
                <a:cubicBezTo>
                  <a:pt x="2491625" y="2233551"/>
                  <a:pt x="2498771" y="2226316"/>
                  <a:pt x="2498736" y="2217443"/>
                </a:cubicBezTo>
                <a:cubicBezTo>
                  <a:pt x="2498683" y="2208572"/>
                  <a:pt x="2491446" y="2201425"/>
                  <a:pt x="2482575" y="2201478"/>
                </a:cubicBezTo>
                <a:cubicBezTo>
                  <a:pt x="2473703" y="2201514"/>
                  <a:pt x="2466556" y="2208750"/>
                  <a:pt x="2466609" y="2217622"/>
                </a:cubicBezTo>
                <a:cubicBezTo>
                  <a:pt x="2466662" y="2226457"/>
                  <a:pt x="2473845" y="2233587"/>
                  <a:pt x="2482664" y="2233587"/>
                </a:cubicBezTo>
                <a:close/>
                <a:moveTo>
                  <a:pt x="70916" y="3119722"/>
                </a:moveTo>
                <a:cubicBezTo>
                  <a:pt x="71183" y="3119723"/>
                  <a:pt x="71431" y="3119599"/>
                  <a:pt x="71609" y="3119385"/>
                </a:cubicBezTo>
                <a:cubicBezTo>
                  <a:pt x="71912" y="3119011"/>
                  <a:pt x="71858" y="3118442"/>
                  <a:pt x="71485" y="3118140"/>
                </a:cubicBezTo>
                <a:cubicBezTo>
                  <a:pt x="71094" y="3117821"/>
                  <a:pt x="70542" y="3117874"/>
                  <a:pt x="70222" y="3118265"/>
                </a:cubicBezTo>
                <a:cubicBezTo>
                  <a:pt x="69920" y="3118638"/>
                  <a:pt x="69974" y="3119208"/>
                  <a:pt x="70347" y="3119509"/>
                </a:cubicBezTo>
                <a:cubicBezTo>
                  <a:pt x="70524" y="3119652"/>
                  <a:pt x="70720" y="3119723"/>
                  <a:pt x="70916" y="3119722"/>
                </a:cubicBezTo>
                <a:close/>
                <a:moveTo>
                  <a:pt x="4686112" y="1427883"/>
                </a:moveTo>
                <a:cubicBezTo>
                  <a:pt x="4697330" y="1425376"/>
                  <a:pt x="4704387" y="1414264"/>
                  <a:pt x="4701881" y="1403045"/>
                </a:cubicBezTo>
                <a:cubicBezTo>
                  <a:pt x="4699374" y="1391827"/>
                  <a:pt x="4688262" y="1384769"/>
                  <a:pt x="4677043" y="1387276"/>
                </a:cubicBezTo>
                <a:cubicBezTo>
                  <a:pt x="4665845" y="1389782"/>
                  <a:pt x="4658784" y="1400894"/>
                  <a:pt x="4661291" y="1412112"/>
                </a:cubicBezTo>
                <a:cubicBezTo>
                  <a:pt x="4663446" y="1421802"/>
                  <a:pt x="4672030" y="1428381"/>
                  <a:pt x="4681560" y="1428380"/>
                </a:cubicBezTo>
                <a:cubicBezTo>
                  <a:pt x="4683072" y="1428381"/>
                  <a:pt x="4684585" y="1428220"/>
                  <a:pt x="4686112" y="1427883"/>
                </a:cubicBezTo>
                <a:close/>
                <a:moveTo>
                  <a:pt x="1820613" y="2480109"/>
                </a:moveTo>
                <a:cubicBezTo>
                  <a:pt x="1826728" y="2480109"/>
                  <a:pt x="1832204" y="2475842"/>
                  <a:pt x="1833521" y="2469619"/>
                </a:cubicBezTo>
                <a:cubicBezTo>
                  <a:pt x="1835031" y="2462491"/>
                  <a:pt x="1830463" y="2455468"/>
                  <a:pt x="1823316" y="2453957"/>
                </a:cubicBezTo>
                <a:cubicBezTo>
                  <a:pt x="1816168" y="2452463"/>
                  <a:pt x="1809146" y="2457014"/>
                  <a:pt x="1807652" y="2464162"/>
                </a:cubicBezTo>
                <a:cubicBezTo>
                  <a:pt x="1806141" y="2471309"/>
                  <a:pt x="1810710" y="2478314"/>
                  <a:pt x="1817839" y="2479824"/>
                </a:cubicBezTo>
                <a:lnTo>
                  <a:pt x="1817858" y="2479825"/>
                </a:lnTo>
                <a:cubicBezTo>
                  <a:pt x="1818782" y="2480020"/>
                  <a:pt x="1819706" y="2480109"/>
                  <a:pt x="1820613" y="2480109"/>
                </a:cubicBezTo>
                <a:close/>
                <a:moveTo>
                  <a:pt x="3550306" y="1846451"/>
                </a:moveTo>
                <a:cubicBezTo>
                  <a:pt x="3560423" y="1843873"/>
                  <a:pt x="3566521" y="1833579"/>
                  <a:pt x="3563943" y="1823463"/>
                </a:cubicBezTo>
                <a:cubicBezTo>
                  <a:pt x="3561347" y="1813329"/>
                  <a:pt x="3551053" y="1807231"/>
                  <a:pt x="3540937" y="1809827"/>
                </a:cubicBezTo>
                <a:cubicBezTo>
                  <a:pt x="3530820" y="1812404"/>
                  <a:pt x="3524723" y="1822698"/>
                  <a:pt x="3527301" y="1832814"/>
                </a:cubicBezTo>
                <a:cubicBezTo>
                  <a:pt x="3529487" y="1841366"/>
                  <a:pt x="3537186" y="1847038"/>
                  <a:pt x="3545613" y="1847055"/>
                </a:cubicBezTo>
                <a:cubicBezTo>
                  <a:pt x="3547159" y="1847055"/>
                  <a:pt x="3548741" y="1846860"/>
                  <a:pt x="3550306" y="1846451"/>
                </a:cubicBezTo>
                <a:close/>
                <a:moveTo>
                  <a:pt x="878027" y="2827029"/>
                </a:moveTo>
                <a:cubicBezTo>
                  <a:pt x="880303" y="2827030"/>
                  <a:pt x="882543" y="2826016"/>
                  <a:pt x="884018" y="2824060"/>
                </a:cubicBezTo>
                <a:cubicBezTo>
                  <a:pt x="886526" y="2820735"/>
                  <a:pt x="885886" y="2816024"/>
                  <a:pt x="882579" y="2813517"/>
                </a:cubicBezTo>
                <a:cubicBezTo>
                  <a:pt x="879271" y="2810993"/>
                  <a:pt x="874542" y="2811651"/>
                  <a:pt x="872035" y="2814958"/>
                </a:cubicBezTo>
                <a:cubicBezTo>
                  <a:pt x="869511" y="2818264"/>
                  <a:pt x="870169" y="2822993"/>
                  <a:pt x="873476" y="2825500"/>
                </a:cubicBezTo>
                <a:cubicBezTo>
                  <a:pt x="874844" y="2826532"/>
                  <a:pt x="876445" y="2827029"/>
                  <a:pt x="878027" y="2827029"/>
                </a:cubicBezTo>
                <a:close/>
                <a:moveTo>
                  <a:pt x="7644121" y="346888"/>
                </a:moveTo>
                <a:cubicBezTo>
                  <a:pt x="7648055" y="343783"/>
                  <a:pt x="7650989" y="339361"/>
                  <a:pt x="7652181" y="334089"/>
                </a:cubicBezTo>
                <a:cubicBezTo>
                  <a:pt x="7654954" y="321858"/>
                  <a:pt x="7647273" y="309715"/>
                  <a:pt x="7635059" y="306941"/>
                </a:cubicBezTo>
                <a:cubicBezTo>
                  <a:pt x="7622827" y="304168"/>
                  <a:pt x="7610666" y="311848"/>
                  <a:pt x="7607911" y="324080"/>
                </a:cubicBezTo>
                <a:cubicBezTo>
                  <a:pt x="7605138" y="336294"/>
                  <a:pt x="7612800" y="348455"/>
                  <a:pt x="7625032" y="351228"/>
                </a:cubicBezTo>
                <a:lnTo>
                  <a:pt x="7625050" y="351229"/>
                </a:lnTo>
                <a:cubicBezTo>
                  <a:pt x="7626721" y="351601"/>
                  <a:pt x="7628410" y="351779"/>
                  <a:pt x="7630064" y="351779"/>
                </a:cubicBezTo>
                <a:cubicBezTo>
                  <a:pt x="7635255" y="351778"/>
                  <a:pt x="7640188" y="349992"/>
                  <a:pt x="7644121" y="346888"/>
                </a:cubicBezTo>
                <a:close/>
                <a:moveTo>
                  <a:pt x="4164851" y="1623789"/>
                </a:moveTo>
                <a:cubicBezTo>
                  <a:pt x="4175447" y="1620997"/>
                  <a:pt x="4181796" y="1610152"/>
                  <a:pt x="4179021" y="1599556"/>
                </a:cubicBezTo>
                <a:cubicBezTo>
                  <a:pt x="4176233" y="1588942"/>
                  <a:pt x="4165386" y="1582595"/>
                  <a:pt x="4154787" y="1585386"/>
                </a:cubicBezTo>
                <a:cubicBezTo>
                  <a:pt x="4144176" y="1588142"/>
                  <a:pt x="4137827" y="1599006"/>
                  <a:pt x="4140602" y="1609619"/>
                </a:cubicBezTo>
                <a:cubicBezTo>
                  <a:pt x="4142950" y="1618526"/>
                  <a:pt x="4150985" y="1624446"/>
                  <a:pt x="4159803" y="1624446"/>
                </a:cubicBezTo>
                <a:cubicBezTo>
                  <a:pt x="4161475" y="1624446"/>
                  <a:pt x="4163163" y="1624232"/>
                  <a:pt x="4164851" y="1623789"/>
                </a:cubicBezTo>
                <a:close/>
                <a:moveTo>
                  <a:pt x="2259984" y="2322623"/>
                </a:moveTo>
                <a:cubicBezTo>
                  <a:pt x="2267948" y="2322623"/>
                  <a:pt x="2274598" y="2316401"/>
                  <a:pt x="2275060" y="2308365"/>
                </a:cubicBezTo>
                <a:cubicBezTo>
                  <a:pt x="2275541" y="2300026"/>
                  <a:pt x="2269175" y="2292897"/>
                  <a:pt x="2260837" y="2292417"/>
                </a:cubicBezTo>
                <a:cubicBezTo>
                  <a:pt x="2252499" y="2291937"/>
                  <a:pt x="2245351" y="2298320"/>
                  <a:pt x="2244890" y="2306641"/>
                </a:cubicBezTo>
                <a:cubicBezTo>
                  <a:pt x="2244409" y="2314979"/>
                  <a:pt x="2250774" y="2322126"/>
                  <a:pt x="2259112" y="2322588"/>
                </a:cubicBezTo>
                <a:cubicBezTo>
                  <a:pt x="2259397" y="2322624"/>
                  <a:pt x="2259699" y="2322623"/>
                  <a:pt x="2259984" y="2322623"/>
                </a:cubicBezTo>
                <a:close/>
                <a:moveTo>
                  <a:pt x="2039044" y="2405474"/>
                </a:moveTo>
                <a:cubicBezTo>
                  <a:pt x="2046068" y="2405474"/>
                  <a:pt x="2052165" y="2400246"/>
                  <a:pt x="2053072" y="2393081"/>
                </a:cubicBezTo>
                <a:cubicBezTo>
                  <a:pt x="2054068" y="2385330"/>
                  <a:pt x="2048574" y="2378236"/>
                  <a:pt x="2040805" y="2377258"/>
                </a:cubicBezTo>
                <a:cubicBezTo>
                  <a:pt x="2033052" y="2376263"/>
                  <a:pt x="2025959" y="2381756"/>
                  <a:pt x="2024963" y="2389508"/>
                </a:cubicBezTo>
                <a:cubicBezTo>
                  <a:pt x="2023986" y="2397277"/>
                  <a:pt x="2029462" y="2404371"/>
                  <a:pt x="2037231" y="2405349"/>
                </a:cubicBezTo>
                <a:cubicBezTo>
                  <a:pt x="2037836" y="2405438"/>
                  <a:pt x="2038440" y="2405474"/>
                  <a:pt x="2039044" y="2405474"/>
                </a:cubicBezTo>
                <a:close/>
                <a:moveTo>
                  <a:pt x="3130296" y="2006835"/>
                </a:moveTo>
                <a:cubicBezTo>
                  <a:pt x="3140021" y="2004968"/>
                  <a:pt x="3146405" y="1995563"/>
                  <a:pt x="3144537" y="1985820"/>
                </a:cubicBezTo>
                <a:cubicBezTo>
                  <a:pt x="3142671" y="1976077"/>
                  <a:pt x="3133265" y="1969695"/>
                  <a:pt x="3123523" y="1971562"/>
                </a:cubicBezTo>
                <a:cubicBezTo>
                  <a:pt x="3113780" y="1973446"/>
                  <a:pt x="3107398" y="1982850"/>
                  <a:pt x="3109265" y="1992593"/>
                </a:cubicBezTo>
                <a:cubicBezTo>
                  <a:pt x="3110918" y="2001181"/>
                  <a:pt x="3118437" y="2007173"/>
                  <a:pt x="3126884" y="2007173"/>
                </a:cubicBezTo>
                <a:cubicBezTo>
                  <a:pt x="3128003" y="2007173"/>
                  <a:pt x="3129141" y="2007066"/>
                  <a:pt x="3130296" y="2006835"/>
                </a:cubicBezTo>
                <a:close/>
                <a:moveTo>
                  <a:pt x="7862551" y="271974"/>
                </a:moveTo>
                <a:cubicBezTo>
                  <a:pt x="7866455" y="269299"/>
                  <a:pt x="7869598" y="265427"/>
                  <a:pt x="7871358" y="260645"/>
                </a:cubicBezTo>
                <a:cubicBezTo>
                  <a:pt x="7875874" y="248378"/>
                  <a:pt x="7869598" y="234795"/>
                  <a:pt x="7857348" y="230279"/>
                </a:cubicBezTo>
                <a:cubicBezTo>
                  <a:pt x="7845081" y="225780"/>
                  <a:pt x="7831498" y="232057"/>
                  <a:pt x="7826982" y="244306"/>
                </a:cubicBezTo>
                <a:cubicBezTo>
                  <a:pt x="7822466" y="256556"/>
                  <a:pt x="7828742" y="270157"/>
                  <a:pt x="7840992" y="274672"/>
                </a:cubicBezTo>
                <a:cubicBezTo>
                  <a:pt x="7843694" y="275650"/>
                  <a:pt x="7846450" y="276130"/>
                  <a:pt x="7849170" y="276130"/>
                </a:cubicBezTo>
                <a:cubicBezTo>
                  <a:pt x="7853979" y="276130"/>
                  <a:pt x="7858647" y="274650"/>
                  <a:pt x="7862551" y="271974"/>
                </a:cubicBezTo>
                <a:close/>
                <a:moveTo>
                  <a:pt x="3647344" y="1821116"/>
                </a:moveTo>
                <a:cubicBezTo>
                  <a:pt x="3657424" y="1818449"/>
                  <a:pt x="3663450" y="1808084"/>
                  <a:pt x="3660765" y="1798004"/>
                </a:cubicBezTo>
                <a:cubicBezTo>
                  <a:pt x="3658083" y="1787905"/>
                  <a:pt x="3647735" y="1781896"/>
                  <a:pt x="3637636" y="1784581"/>
                </a:cubicBezTo>
                <a:cubicBezTo>
                  <a:pt x="3627555" y="1787265"/>
                  <a:pt x="3621527" y="1797612"/>
                  <a:pt x="3624212" y="1807693"/>
                </a:cubicBezTo>
                <a:cubicBezTo>
                  <a:pt x="3626470" y="1816156"/>
                  <a:pt x="3634115" y="1821756"/>
                  <a:pt x="3642473" y="1821756"/>
                </a:cubicBezTo>
                <a:cubicBezTo>
                  <a:pt x="3644089" y="1821756"/>
                  <a:pt x="3645708" y="1821561"/>
                  <a:pt x="3647344" y="1821116"/>
                </a:cubicBezTo>
                <a:close/>
                <a:moveTo>
                  <a:pt x="415276" y="3007059"/>
                </a:moveTo>
                <a:cubicBezTo>
                  <a:pt x="416272" y="3007059"/>
                  <a:pt x="417286" y="3006667"/>
                  <a:pt x="418015" y="3005868"/>
                </a:cubicBezTo>
                <a:cubicBezTo>
                  <a:pt x="419420" y="3004356"/>
                  <a:pt x="419330" y="3001992"/>
                  <a:pt x="417801" y="3000587"/>
                </a:cubicBezTo>
                <a:cubicBezTo>
                  <a:pt x="416290" y="2999183"/>
                  <a:pt x="413925" y="2999289"/>
                  <a:pt x="412539" y="3000800"/>
                </a:cubicBezTo>
                <a:cubicBezTo>
                  <a:pt x="411134" y="3002312"/>
                  <a:pt x="411223" y="3004676"/>
                  <a:pt x="412752" y="3006081"/>
                </a:cubicBezTo>
                <a:cubicBezTo>
                  <a:pt x="413464" y="3006738"/>
                  <a:pt x="414370" y="3007059"/>
                  <a:pt x="415276" y="3007059"/>
                </a:cubicBezTo>
                <a:close/>
                <a:moveTo>
                  <a:pt x="2806756" y="2130398"/>
                </a:moveTo>
                <a:cubicBezTo>
                  <a:pt x="2816090" y="2129367"/>
                  <a:pt x="2822828" y="2120958"/>
                  <a:pt x="2821797" y="2111624"/>
                </a:cubicBezTo>
                <a:cubicBezTo>
                  <a:pt x="2820748" y="2102289"/>
                  <a:pt x="2812357" y="2095551"/>
                  <a:pt x="2803004" y="2096583"/>
                </a:cubicBezTo>
                <a:cubicBezTo>
                  <a:pt x="2793672" y="2097614"/>
                  <a:pt x="2786951" y="2106023"/>
                  <a:pt x="2787982" y="2115357"/>
                </a:cubicBezTo>
                <a:cubicBezTo>
                  <a:pt x="2788941" y="2124051"/>
                  <a:pt x="2796302" y="2130505"/>
                  <a:pt x="2804854" y="2130505"/>
                </a:cubicBezTo>
                <a:cubicBezTo>
                  <a:pt x="2805494" y="2130505"/>
                  <a:pt x="2806116" y="2130469"/>
                  <a:pt x="2806756" y="2130398"/>
                </a:cubicBezTo>
                <a:close/>
                <a:moveTo>
                  <a:pt x="4784945" y="1406584"/>
                </a:moveTo>
                <a:cubicBezTo>
                  <a:pt x="4796182" y="1404219"/>
                  <a:pt x="4803363" y="1393178"/>
                  <a:pt x="4801000" y="1381942"/>
                </a:cubicBezTo>
                <a:cubicBezTo>
                  <a:pt x="4798633" y="1370688"/>
                  <a:pt x="4787594" y="1363505"/>
                  <a:pt x="4776358" y="1365870"/>
                </a:cubicBezTo>
                <a:cubicBezTo>
                  <a:pt x="4765105" y="1368252"/>
                  <a:pt x="4757921" y="1379275"/>
                  <a:pt x="4760286" y="1390530"/>
                </a:cubicBezTo>
                <a:cubicBezTo>
                  <a:pt x="4762349" y="1400308"/>
                  <a:pt x="4770988" y="1407028"/>
                  <a:pt x="4780625" y="1407028"/>
                </a:cubicBezTo>
                <a:cubicBezTo>
                  <a:pt x="4782046" y="1407028"/>
                  <a:pt x="4783489" y="1406885"/>
                  <a:pt x="4784945" y="1406584"/>
                </a:cubicBezTo>
                <a:close/>
                <a:moveTo>
                  <a:pt x="4262315" y="1598578"/>
                </a:moveTo>
                <a:cubicBezTo>
                  <a:pt x="4272949" y="1595858"/>
                  <a:pt x="4279365" y="1585066"/>
                  <a:pt x="4276663" y="1574435"/>
                </a:cubicBezTo>
                <a:cubicBezTo>
                  <a:pt x="4273944" y="1563802"/>
                  <a:pt x="4263133" y="1557384"/>
                  <a:pt x="4252503" y="1560105"/>
                </a:cubicBezTo>
                <a:cubicBezTo>
                  <a:pt x="4241887" y="1562807"/>
                  <a:pt x="4235470" y="1573617"/>
                  <a:pt x="4238171" y="1584231"/>
                </a:cubicBezTo>
                <a:cubicBezTo>
                  <a:pt x="4240466" y="1593227"/>
                  <a:pt x="4248540" y="1599201"/>
                  <a:pt x="4257409" y="1599201"/>
                </a:cubicBezTo>
                <a:cubicBezTo>
                  <a:pt x="4259026" y="1599201"/>
                  <a:pt x="4260679" y="1598987"/>
                  <a:pt x="4262315" y="1598578"/>
                </a:cubicBezTo>
                <a:close/>
                <a:moveTo>
                  <a:pt x="3744131" y="1795319"/>
                </a:moveTo>
                <a:cubicBezTo>
                  <a:pt x="3754212" y="1792616"/>
                  <a:pt x="3760222" y="1782269"/>
                  <a:pt x="3757519" y="1772170"/>
                </a:cubicBezTo>
                <a:cubicBezTo>
                  <a:pt x="3754816" y="1762090"/>
                  <a:pt x="3744469" y="1756099"/>
                  <a:pt x="3734372" y="1758801"/>
                </a:cubicBezTo>
                <a:cubicBezTo>
                  <a:pt x="3724289" y="1761485"/>
                  <a:pt x="3718297" y="1771851"/>
                  <a:pt x="3721002" y="1781932"/>
                </a:cubicBezTo>
                <a:cubicBezTo>
                  <a:pt x="3723259" y="1790394"/>
                  <a:pt x="3730887" y="1795977"/>
                  <a:pt x="3739240" y="1795977"/>
                </a:cubicBezTo>
                <a:cubicBezTo>
                  <a:pt x="3740861" y="1795977"/>
                  <a:pt x="3742498" y="1795763"/>
                  <a:pt x="3744131" y="1795319"/>
                </a:cubicBezTo>
                <a:close/>
                <a:moveTo>
                  <a:pt x="3228206" y="1986762"/>
                </a:moveTo>
                <a:cubicBezTo>
                  <a:pt x="3237895" y="1984646"/>
                  <a:pt x="3244046" y="1975081"/>
                  <a:pt x="3241930" y="1965392"/>
                </a:cubicBezTo>
                <a:cubicBezTo>
                  <a:pt x="3239814" y="1955702"/>
                  <a:pt x="3230250" y="1949551"/>
                  <a:pt x="3220578" y="1951667"/>
                </a:cubicBezTo>
                <a:cubicBezTo>
                  <a:pt x="3210889" y="1953765"/>
                  <a:pt x="3204754" y="1963330"/>
                  <a:pt x="3206853" y="1973019"/>
                </a:cubicBezTo>
                <a:lnTo>
                  <a:pt x="3206835" y="1973019"/>
                </a:lnTo>
                <a:cubicBezTo>
                  <a:pt x="3208666" y="1981429"/>
                  <a:pt x="3216116" y="1987171"/>
                  <a:pt x="3224365" y="1987171"/>
                </a:cubicBezTo>
                <a:cubicBezTo>
                  <a:pt x="3225626" y="1987171"/>
                  <a:pt x="3226925" y="1987029"/>
                  <a:pt x="3228206" y="1986762"/>
                </a:cubicBezTo>
                <a:close/>
                <a:moveTo>
                  <a:pt x="7735652" y="333307"/>
                </a:moveTo>
                <a:lnTo>
                  <a:pt x="7735635" y="333307"/>
                </a:lnTo>
                <a:lnTo>
                  <a:pt x="7735636" y="333309"/>
                </a:lnTo>
                <a:close/>
                <a:moveTo>
                  <a:pt x="1170686" y="2743396"/>
                </a:moveTo>
                <a:cubicBezTo>
                  <a:pt x="1173957" y="2743397"/>
                  <a:pt x="1177121" y="2741690"/>
                  <a:pt x="1178864" y="2738667"/>
                </a:cubicBezTo>
                <a:cubicBezTo>
                  <a:pt x="1181461" y="2734169"/>
                  <a:pt x="1179913" y="2728409"/>
                  <a:pt x="1175415" y="2725813"/>
                </a:cubicBezTo>
                <a:cubicBezTo>
                  <a:pt x="1170917" y="2723200"/>
                  <a:pt x="1165139" y="2724747"/>
                  <a:pt x="1162544" y="2729262"/>
                </a:cubicBezTo>
                <a:cubicBezTo>
                  <a:pt x="1159947" y="2733761"/>
                  <a:pt x="1161494" y="2739521"/>
                  <a:pt x="1165992" y="2742134"/>
                </a:cubicBezTo>
                <a:cubicBezTo>
                  <a:pt x="1167487" y="2742988"/>
                  <a:pt x="1169104" y="2743396"/>
                  <a:pt x="1170686" y="2743396"/>
                </a:cubicBezTo>
                <a:close/>
                <a:moveTo>
                  <a:pt x="1486814" y="2627976"/>
                </a:moveTo>
                <a:cubicBezTo>
                  <a:pt x="1491435" y="2627976"/>
                  <a:pt x="1495792" y="2625114"/>
                  <a:pt x="1497463" y="2620527"/>
                </a:cubicBezTo>
                <a:cubicBezTo>
                  <a:pt x="1499596" y="2614660"/>
                  <a:pt x="1496574" y="2608153"/>
                  <a:pt x="1490707" y="2606019"/>
                </a:cubicBezTo>
                <a:cubicBezTo>
                  <a:pt x="1484822" y="2603868"/>
                  <a:pt x="1478333" y="2606908"/>
                  <a:pt x="1476181" y="2612775"/>
                </a:cubicBezTo>
                <a:cubicBezTo>
                  <a:pt x="1474049" y="2618643"/>
                  <a:pt x="1477070" y="2625150"/>
                  <a:pt x="1482956" y="2627283"/>
                </a:cubicBezTo>
                <a:cubicBezTo>
                  <a:pt x="1484236" y="2627746"/>
                  <a:pt x="1485533" y="2627976"/>
                  <a:pt x="1486814" y="2627976"/>
                </a:cubicBezTo>
                <a:close/>
                <a:moveTo>
                  <a:pt x="4359886" y="1574167"/>
                </a:moveTo>
                <a:cubicBezTo>
                  <a:pt x="4370535" y="1571572"/>
                  <a:pt x="4377060" y="1560816"/>
                  <a:pt x="4374448" y="1550167"/>
                </a:cubicBezTo>
                <a:cubicBezTo>
                  <a:pt x="4371852" y="1539517"/>
                  <a:pt x="4361095" y="1532992"/>
                  <a:pt x="4350445" y="1535605"/>
                </a:cubicBezTo>
                <a:cubicBezTo>
                  <a:pt x="4339795" y="1538219"/>
                  <a:pt x="4333272" y="1548957"/>
                  <a:pt x="4335883" y="1559607"/>
                </a:cubicBezTo>
                <a:cubicBezTo>
                  <a:pt x="4338092" y="1568674"/>
                  <a:pt x="4346214" y="1574755"/>
                  <a:pt x="4355139" y="1574755"/>
                </a:cubicBezTo>
                <a:cubicBezTo>
                  <a:pt x="4356706" y="1574755"/>
                  <a:pt x="4358287" y="1574559"/>
                  <a:pt x="4359886" y="1574167"/>
                </a:cubicBezTo>
                <a:close/>
                <a:moveTo>
                  <a:pt x="7402476" y="458292"/>
                </a:moveTo>
                <a:cubicBezTo>
                  <a:pt x="7413961" y="458292"/>
                  <a:pt x="7423561" y="449314"/>
                  <a:pt x="7424183" y="437722"/>
                </a:cubicBezTo>
                <a:cubicBezTo>
                  <a:pt x="7424823" y="425721"/>
                  <a:pt x="7415631" y="415463"/>
                  <a:pt x="7403631" y="414822"/>
                </a:cubicBezTo>
                <a:cubicBezTo>
                  <a:pt x="7391648" y="414183"/>
                  <a:pt x="7381390" y="423374"/>
                  <a:pt x="7380749" y="435375"/>
                </a:cubicBezTo>
                <a:cubicBezTo>
                  <a:pt x="7380092" y="447358"/>
                  <a:pt x="7389301" y="457616"/>
                  <a:pt x="7401302" y="458257"/>
                </a:cubicBezTo>
                <a:cubicBezTo>
                  <a:pt x="7401694" y="458274"/>
                  <a:pt x="7402084" y="458292"/>
                  <a:pt x="7402476" y="458292"/>
                </a:cubicBezTo>
                <a:close/>
                <a:moveTo>
                  <a:pt x="775550" y="2890037"/>
                </a:moveTo>
                <a:cubicBezTo>
                  <a:pt x="777469" y="2890037"/>
                  <a:pt x="779372" y="2889201"/>
                  <a:pt x="780670" y="2887601"/>
                </a:cubicBezTo>
                <a:cubicBezTo>
                  <a:pt x="782963" y="2884774"/>
                  <a:pt x="782518" y="2880632"/>
                  <a:pt x="779692" y="2878356"/>
                </a:cubicBezTo>
                <a:cubicBezTo>
                  <a:pt x="776866" y="2876063"/>
                  <a:pt x="772723" y="2876508"/>
                  <a:pt x="770447" y="2879334"/>
                </a:cubicBezTo>
                <a:cubicBezTo>
                  <a:pt x="768154" y="2882160"/>
                  <a:pt x="768599" y="2886286"/>
                  <a:pt x="771425" y="2888579"/>
                </a:cubicBezTo>
                <a:cubicBezTo>
                  <a:pt x="772634" y="2889557"/>
                  <a:pt x="774092" y="2890037"/>
                  <a:pt x="775550" y="2890037"/>
                </a:cubicBezTo>
                <a:close/>
                <a:moveTo>
                  <a:pt x="4884045" y="1385995"/>
                </a:moveTo>
                <a:cubicBezTo>
                  <a:pt x="4895281" y="1383667"/>
                  <a:pt x="4902535" y="1372679"/>
                  <a:pt x="4900223" y="1361426"/>
                </a:cubicBezTo>
                <a:cubicBezTo>
                  <a:pt x="4897892" y="1350171"/>
                  <a:pt x="4886908" y="1342917"/>
                  <a:pt x="4875651" y="1345246"/>
                </a:cubicBezTo>
                <a:cubicBezTo>
                  <a:pt x="4864397" y="1347558"/>
                  <a:pt x="4857163" y="1358563"/>
                  <a:pt x="4859472" y="1369817"/>
                </a:cubicBezTo>
                <a:cubicBezTo>
                  <a:pt x="4861501" y="1379649"/>
                  <a:pt x="4870157" y="1386422"/>
                  <a:pt x="4879814" y="1386422"/>
                </a:cubicBezTo>
                <a:cubicBezTo>
                  <a:pt x="4881218" y="1386422"/>
                  <a:pt x="4882621" y="1386280"/>
                  <a:pt x="4884045" y="1385995"/>
                </a:cubicBezTo>
                <a:close/>
                <a:moveTo>
                  <a:pt x="6688795" y="724104"/>
                </a:moveTo>
                <a:cubicBezTo>
                  <a:pt x="6699550" y="720087"/>
                  <a:pt x="6705009" y="708086"/>
                  <a:pt x="6700973" y="697330"/>
                </a:cubicBezTo>
                <a:cubicBezTo>
                  <a:pt x="6696954" y="686574"/>
                  <a:pt x="6684972" y="681116"/>
                  <a:pt x="6674198" y="685151"/>
                </a:cubicBezTo>
                <a:cubicBezTo>
                  <a:pt x="6663441" y="689187"/>
                  <a:pt x="6657983" y="701170"/>
                  <a:pt x="6662018" y="711926"/>
                </a:cubicBezTo>
                <a:cubicBezTo>
                  <a:pt x="6665148" y="720282"/>
                  <a:pt x="6673078" y="725439"/>
                  <a:pt x="6681504" y="725439"/>
                </a:cubicBezTo>
                <a:cubicBezTo>
                  <a:pt x="6683922" y="725439"/>
                  <a:pt x="6686394" y="725012"/>
                  <a:pt x="6688795" y="724104"/>
                </a:cubicBezTo>
                <a:close/>
                <a:moveTo>
                  <a:pt x="2581799" y="2230849"/>
                </a:moveTo>
                <a:cubicBezTo>
                  <a:pt x="2590670" y="2230404"/>
                  <a:pt x="2597480" y="2222866"/>
                  <a:pt x="2597035" y="2214012"/>
                </a:cubicBezTo>
                <a:cubicBezTo>
                  <a:pt x="2596592" y="2205141"/>
                  <a:pt x="2589053" y="2198332"/>
                  <a:pt x="2580182" y="2198775"/>
                </a:cubicBezTo>
                <a:cubicBezTo>
                  <a:pt x="2571327" y="2199221"/>
                  <a:pt x="2564518" y="2206758"/>
                  <a:pt x="2564962" y="2215630"/>
                </a:cubicBezTo>
                <a:cubicBezTo>
                  <a:pt x="2565389" y="2224199"/>
                  <a:pt x="2572483" y="2230867"/>
                  <a:pt x="2580981" y="2230867"/>
                </a:cubicBezTo>
                <a:cubicBezTo>
                  <a:pt x="2581247" y="2230867"/>
                  <a:pt x="2581532" y="2230867"/>
                  <a:pt x="2581799" y="2230849"/>
                </a:cubicBezTo>
                <a:close/>
                <a:moveTo>
                  <a:pt x="3840885" y="1769469"/>
                </a:moveTo>
                <a:cubicBezTo>
                  <a:pt x="3850984" y="1766784"/>
                  <a:pt x="3856976" y="1756436"/>
                  <a:pt x="3854291" y="1746338"/>
                </a:cubicBezTo>
                <a:cubicBezTo>
                  <a:pt x="3851605" y="1736239"/>
                  <a:pt x="3841240" y="1730248"/>
                  <a:pt x="3831161" y="1732951"/>
                </a:cubicBezTo>
                <a:cubicBezTo>
                  <a:pt x="3821063" y="1735635"/>
                  <a:pt x="3815068" y="1745983"/>
                  <a:pt x="3817755" y="1756081"/>
                </a:cubicBezTo>
                <a:cubicBezTo>
                  <a:pt x="3820010" y="1764543"/>
                  <a:pt x="3827656" y="1770126"/>
                  <a:pt x="3836013" y="1770126"/>
                </a:cubicBezTo>
                <a:cubicBezTo>
                  <a:pt x="3837614" y="1770126"/>
                  <a:pt x="3839265" y="1769913"/>
                  <a:pt x="3840885" y="1769469"/>
                </a:cubicBezTo>
                <a:close/>
                <a:moveTo>
                  <a:pt x="6783609" y="690432"/>
                </a:moveTo>
                <a:cubicBezTo>
                  <a:pt x="6794508" y="686787"/>
                  <a:pt x="6800374" y="675000"/>
                  <a:pt x="6796730" y="664101"/>
                </a:cubicBezTo>
                <a:cubicBezTo>
                  <a:pt x="6793085" y="653202"/>
                  <a:pt x="6781298" y="647335"/>
                  <a:pt x="6770399" y="650980"/>
                </a:cubicBezTo>
                <a:cubicBezTo>
                  <a:pt x="6759501" y="654625"/>
                  <a:pt x="6753633" y="666412"/>
                  <a:pt x="6757279" y="677311"/>
                </a:cubicBezTo>
                <a:cubicBezTo>
                  <a:pt x="6760194" y="686022"/>
                  <a:pt x="6768301" y="691516"/>
                  <a:pt x="6776995" y="691516"/>
                </a:cubicBezTo>
                <a:cubicBezTo>
                  <a:pt x="6779200" y="691516"/>
                  <a:pt x="6781422" y="691160"/>
                  <a:pt x="6783609" y="690432"/>
                </a:cubicBezTo>
                <a:close/>
                <a:moveTo>
                  <a:pt x="8072073" y="218269"/>
                </a:moveTo>
                <a:cubicBezTo>
                  <a:pt x="8075971" y="215829"/>
                  <a:pt x="8079229" y="212268"/>
                  <a:pt x="8081309" y="207788"/>
                </a:cubicBezTo>
                <a:cubicBezTo>
                  <a:pt x="8087034" y="195467"/>
                  <a:pt x="8081700" y="180853"/>
                  <a:pt x="8069380" y="175128"/>
                </a:cubicBezTo>
                <a:cubicBezTo>
                  <a:pt x="8063219" y="172266"/>
                  <a:pt x="8056481" y="172168"/>
                  <a:pt x="8050567" y="174326"/>
                </a:cubicBezTo>
                <a:cubicBezTo>
                  <a:pt x="8044654" y="176484"/>
                  <a:pt x="8039565" y="180897"/>
                  <a:pt x="8036702" y="187058"/>
                </a:cubicBezTo>
                <a:cubicBezTo>
                  <a:pt x="8030977" y="199378"/>
                  <a:pt x="8036328" y="214011"/>
                  <a:pt x="8048649" y="219735"/>
                </a:cubicBezTo>
                <a:cubicBezTo>
                  <a:pt x="8052010" y="221282"/>
                  <a:pt x="8055529" y="222029"/>
                  <a:pt x="8058996" y="222029"/>
                </a:cubicBezTo>
                <a:cubicBezTo>
                  <a:pt x="8063637" y="222029"/>
                  <a:pt x="8068175" y="220709"/>
                  <a:pt x="8072073" y="218269"/>
                </a:cubicBezTo>
                <a:close/>
                <a:moveTo>
                  <a:pt x="6594868" y="760711"/>
                </a:moveTo>
                <a:cubicBezTo>
                  <a:pt x="6605518" y="756409"/>
                  <a:pt x="6610674" y="744284"/>
                  <a:pt x="6606371" y="733634"/>
                </a:cubicBezTo>
                <a:cubicBezTo>
                  <a:pt x="6602069" y="722985"/>
                  <a:pt x="6589961" y="717829"/>
                  <a:pt x="6579294" y="722131"/>
                </a:cubicBezTo>
                <a:cubicBezTo>
                  <a:pt x="6568627" y="726434"/>
                  <a:pt x="6563489" y="738559"/>
                  <a:pt x="6567774" y="749208"/>
                </a:cubicBezTo>
                <a:lnTo>
                  <a:pt x="6567791" y="749208"/>
                </a:lnTo>
                <a:cubicBezTo>
                  <a:pt x="6571062" y="757298"/>
                  <a:pt x="6578867" y="762223"/>
                  <a:pt x="6587099" y="762223"/>
                </a:cubicBezTo>
                <a:cubicBezTo>
                  <a:pt x="6589694" y="762223"/>
                  <a:pt x="6592326" y="761743"/>
                  <a:pt x="6594868" y="760711"/>
                </a:cubicBezTo>
                <a:close/>
                <a:moveTo>
                  <a:pt x="322204" y="3063880"/>
                </a:moveTo>
                <a:cubicBezTo>
                  <a:pt x="322968" y="3063879"/>
                  <a:pt x="323715" y="3063577"/>
                  <a:pt x="324266" y="3062972"/>
                </a:cubicBezTo>
                <a:cubicBezTo>
                  <a:pt x="325316" y="3061835"/>
                  <a:pt x="325227" y="3060074"/>
                  <a:pt x="324089" y="3059044"/>
                </a:cubicBezTo>
                <a:cubicBezTo>
                  <a:pt x="322950" y="3058012"/>
                  <a:pt x="321190" y="3058083"/>
                  <a:pt x="320160" y="3059221"/>
                </a:cubicBezTo>
                <a:cubicBezTo>
                  <a:pt x="319110" y="3060359"/>
                  <a:pt x="319199" y="3062119"/>
                  <a:pt x="320337" y="3063150"/>
                </a:cubicBezTo>
                <a:cubicBezTo>
                  <a:pt x="320871" y="3063648"/>
                  <a:pt x="321546" y="3063879"/>
                  <a:pt x="322204" y="3063880"/>
                </a:cubicBezTo>
                <a:close/>
                <a:moveTo>
                  <a:pt x="2905519" y="2117473"/>
                </a:moveTo>
                <a:cubicBezTo>
                  <a:pt x="2914799" y="2116068"/>
                  <a:pt x="2921198" y="2107410"/>
                  <a:pt x="2919811" y="2098112"/>
                </a:cubicBezTo>
                <a:cubicBezTo>
                  <a:pt x="2918408" y="2088814"/>
                  <a:pt x="2909750" y="2082430"/>
                  <a:pt x="2900451" y="2083817"/>
                </a:cubicBezTo>
                <a:cubicBezTo>
                  <a:pt x="2891171" y="2085222"/>
                  <a:pt x="2884770" y="2093880"/>
                  <a:pt x="2886175" y="2103178"/>
                </a:cubicBezTo>
                <a:cubicBezTo>
                  <a:pt x="2887437" y="2111606"/>
                  <a:pt x="2894691" y="2117650"/>
                  <a:pt x="2902958" y="2117650"/>
                </a:cubicBezTo>
                <a:cubicBezTo>
                  <a:pt x="2903811" y="2117650"/>
                  <a:pt x="2904665" y="2117580"/>
                  <a:pt x="2905519" y="2117473"/>
                </a:cubicBezTo>
                <a:close/>
                <a:moveTo>
                  <a:pt x="6879509" y="660456"/>
                </a:moveTo>
                <a:cubicBezTo>
                  <a:pt x="6890549" y="657274"/>
                  <a:pt x="6896914" y="645753"/>
                  <a:pt x="6893732" y="634713"/>
                </a:cubicBezTo>
                <a:cubicBezTo>
                  <a:pt x="6890531" y="623673"/>
                  <a:pt x="6879011" y="617307"/>
                  <a:pt x="6867969" y="620507"/>
                </a:cubicBezTo>
                <a:cubicBezTo>
                  <a:pt x="6856929" y="623689"/>
                  <a:pt x="6850564" y="635229"/>
                  <a:pt x="6853764" y="646251"/>
                </a:cubicBezTo>
                <a:cubicBezTo>
                  <a:pt x="6856397" y="655372"/>
                  <a:pt x="6864699" y="661292"/>
                  <a:pt x="6873730" y="661292"/>
                </a:cubicBezTo>
                <a:cubicBezTo>
                  <a:pt x="6875650" y="661292"/>
                  <a:pt x="6877588" y="661026"/>
                  <a:pt x="6879509" y="660456"/>
                </a:cubicBezTo>
                <a:close/>
                <a:moveTo>
                  <a:pt x="3325598" y="1964521"/>
                </a:moveTo>
                <a:cubicBezTo>
                  <a:pt x="3335252" y="1962209"/>
                  <a:pt x="3341208" y="1952538"/>
                  <a:pt x="3338914" y="1942884"/>
                </a:cubicBezTo>
                <a:cubicBezTo>
                  <a:pt x="3336604" y="1933230"/>
                  <a:pt x="3326914" y="1927275"/>
                  <a:pt x="3317278" y="1929585"/>
                </a:cubicBezTo>
                <a:cubicBezTo>
                  <a:pt x="3307642" y="1931879"/>
                  <a:pt x="3301668" y="1941568"/>
                  <a:pt x="3303979" y="1951205"/>
                </a:cubicBezTo>
                <a:cubicBezTo>
                  <a:pt x="3305934" y="1959453"/>
                  <a:pt x="3313313" y="1965001"/>
                  <a:pt x="3321438" y="1965001"/>
                </a:cubicBezTo>
                <a:cubicBezTo>
                  <a:pt x="3322806" y="1965001"/>
                  <a:pt x="3324211" y="1964841"/>
                  <a:pt x="3325598" y="1964521"/>
                </a:cubicBezTo>
                <a:close/>
                <a:moveTo>
                  <a:pt x="6501636" y="799452"/>
                </a:moveTo>
                <a:cubicBezTo>
                  <a:pt x="6512214" y="794936"/>
                  <a:pt x="6517121" y="782722"/>
                  <a:pt x="6512606" y="772144"/>
                </a:cubicBezTo>
                <a:cubicBezTo>
                  <a:pt x="6510357" y="766863"/>
                  <a:pt x="6506174" y="762997"/>
                  <a:pt x="6501233" y="761012"/>
                </a:cubicBezTo>
                <a:cubicBezTo>
                  <a:pt x="6496293" y="759027"/>
                  <a:pt x="6490595" y="758925"/>
                  <a:pt x="6485314" y="761173"/>
                </a:cubicBezTo>
                <a:cubicBezTo>
                  <a:pt x="6474754" y="765690"/>
                  <a:pt x="6469847" y="777904"/>
                  <a:pt x="6474345" y="788482"/>
                </a:cubicBezTo>
                <a:cubicBezTo>
                  <a:pt x="6477722" y="796376"/>
                  <a:pt x="6485403" y="801123"/>
                  <a:pt x="6493476" y="801123"/>
                </a:cubicBezTo>
                <a:cubicBezTo>
                  <a:pt x="6496214" y="801123"/>
                  <a:pt x="6498969" y="800572"/>
                  <a:pt x="6501636" y="799452"/>
                </a:cubicBezTo>
                <a:close/>
                <a:moveTo>
                  <a:pt x="4457652" y="1550896"/>
                </a:moveTo>
                <a:cubicBezTo>
                  <a:pt x="4468339" y="1548424"/>
                  <a:pt x="4475006" y="1537774"/>
                  <a:pt x="4472534" y="1527089"/>
                </a:cubicBezTo>
                <a:cubicBezTo>
                  <a:pt x="4470062" y="1516404"/>
                  <a:pt x="4459395" y="1509737"/>
                  <a:pt x="4448726" y="1512209"/>
                </a:cubicBezTo>
                <a:cubicBezTo>
                  <a:pt x="4438026" y="1514680"/>
                  <a:pt x="4431377" y="1525329"/>
                  <a:pt x="4433847" y="1536014"/>
                </a:cubicBezTo>
                <a:cubicBezTo>
                  <a:pt x="4435961" y="1545206"/>
                  <a:pt x="4444123" y="1551411"/>
                  <a:pt x="4453173" y="1551411"/>
                </a:cubicBezTo>
                <a:cubicBezTo>
                  <a:pt x="4454647" y="1551411"/>
                  <a:pt x="4456142" y="1551251"/>
                  <a:pt x="4457652" y="1550896"/>
                </a:cubicBezTo>
                <a:close/>
                <a:moveTo>
                  <a:pt x="3937673" y="1743814"/>
                </a:moveTo>
                <a:cubicBezTo>
                  <a:pt x="3947772" y="1741147"/>
                  <a:pt x="3953799" y="1730800"/>
                  <a:pt x="3951133" y="1720701"/>
                </a:cubicBezTo>
                <a:cubicBezTo>
                  <a:pt x="3948483" y="1710620"/>
                  <a:pt x="3938136" y="1704594"/>
                  <a:pt x="3928036" y="1707242"/>
                </a:cubicBezTo>
                <a:cubicBezTo>
                  <a:pt x="3917937" y="1709909"/>
                  <a:pt x="3911910" y="1720239"/>
                  <a:pt x="3914578" y="1730337"/>
                </a:cubicBezTo>
                <a:cubicBezTo>
                  <a:pt x="3916801" y="1738818"/>
                  <a:pt x="3924464" y="1744436"/>
                  <a:pt x="3932837" y="1744436"/>
                </a:cubicBezTo>
                <a:cubicBezTo>
                  <a:pt x="3934438" y="1744436"/>
                  <a:pt x="3936055" y="1744241"/>
                  <a:pt x="3937673" y="1743814"/>
                </a:cubicBezTo>
                <a:close/>
                <a:moveTo>
                  <a:pt x="2357696" y="2325824"/>
                </a:moveTo>
                <a:cubicBezTo>
                  <a:pt x="2365981" y="2325824"/>
                  <a:pt x="2372720" y="2319156"/>
                  <a:pt x="2372808" y="2310854"/>
                </a:cubicBezTo>
                <a:cubicBezTo>
                  <a:pt x="2372880" y="2302497"/>
                  <a:pt x="2366176" y="2295688"/>
                  <a:pt x="2357820" y="2295599"/>
                </a:cubicBezTo>
                <a:cubicBezTo>
                  <a:pt x="2349482" y="2295529"/>
                  <a:pt x="2342655" y="2302231"/>
                  <a:pt x="2342585" y="2310587"/>
                </a:cubicBezTo>
                <a:cubicBezTo>
                  <a:pt x="2342513" y="2318925"/>
                  <a:pt x="2349216" y="2325752"/>
                  <a:pt x="2357555" y="2325824"/>
                </a:cubicBezTo>
                <a:close/>
                <a:moveTo>
                  <a:pt x="6409025" y="839828"/>
                </a:moveTo>
                <a:cubicBezTo>
                  <a:pt x="6419515" y="835152"/>
                  <a:pt x="6424244" y="822867"/>
                  <a:pt x="6419587" y="812377"/>
                </a:cubicBezTo>
                <a:cubicBezTo>
                  <a:pt x="6417248" y="807124"/>
                  <a:pt x="6413008" y="803315"/>
                  <a:pt x="6408041" y="801401"/>
                </a:cubicBezTo>
                <a:cubicBezTo>
                  <a:pt x="6403074" y="799487"/>
                  <a:pt x="6397381" y="799470"/>
                  <a:pt x="6392135" y="801799"/>
                </a:cubicBezTo>
                <a:cubicBezTo>
                  <a:pt x="6381628" y="806475"/>
                  <a:pt x="6376899" y="818759"/>
                  <a:pt x="6381575" y="829267"/>
                </a:cubicBezTo>
                <a:cubicBezTo>
                  <a:pt x="6385006" y="837019"/>
                  <a:pt x="6392616" y="841623"/>
                  <a:pt x="6400581" y="841623"/>
                </a:cubicBezTo>
                <a:cubicBezTo>
                  <a:pt x="6403407" y="841623"/>
                  <a:pt x="6406269" y="841037"/>
                  <a:pt x="6409025" y="839828"/>
                </a:cubicBezTo>
                <a:close/>
                <a:moveTo>
                  <a:pt x="1698648" y="2569448"/>
                </a:moveTo>
                <a:cubicBezTo>
                  <a:pt x="1704160" y="2569448"/>
                  <a:pt x="1709173" y="2565697"/>
                  <a:pt x="1710542" y="2560114"/>
                </a:cubicBezTo>
                <a:cubicBezTo>
                  <a:pt x="1712178" y="2553536"/>
                  <a:pt x="1708161" y="2546887"/>
                  <a:pt x="1701582" y="2545251"/>
                </a:cubicBezTo>
                <a:cubicBezTo>
                  <a:pt x="1695003" y="2543633"/>
                  <a:pt x="1688355" y="2547651"/>
                  <a:pt x="1686736" y="2554212"/>
                </a:cubicBezTo>
                <a:cubicBezTo>
                  <a:pt x="1685101" y="2560807"/>
                  <a:pt x="1689119" y="2567457"/>
                  <a:pt x="1695697" y="2569075"/>
                </a:cubicBezTo>
                <a:cubicBezTo>
                  <a:pt x="1696693" y="2569323"/>
                  <a:pt x="1697672" y="2569448"/>
                  <a:pt x="1698648" y="2569448"/>
                </a:cubicBezTo>
                <a:close/>
                <a:moveTo>
                  <a:pt x="4983339" y="1365496"/>
                </a:moveTo>
                <a:cubicBezTo>
                  <a:pt x="4994578" y="1363167"/>
                  <a:pt x="5001794" y="1352144"/>
                  <a:pt x="4999466" y="1340908"/>
                </a:cubicBezTo>
                <a:cubicBezTo>
                  <a:pt x="4997116" y="1329654"/>
                  <a:pt x="4986097" y="1322436"/>
                  <a:pt x="4974859" y="1324764"/>
                </a:cubicBezTo>
                <a:cubicBezTo>
                  <a:pt x="4963605" y="1327112"/>
                  <a:pt x="4956387" y="1338135"/>
                  <a:pt x="4958733" y="1349372"/>
                </a:cubicBezTo>
                <a:cubicBezTo>
                  <a:pt x="4960780" y="1359202"/>
                  <a:pt x="4969418" y="1365941"/>
                  <a:pt x="4979072" y="1365941"/>
                </a:cubicBezTo>
                <a:cubicBezTo>
                  <a:pt x="4980477" y="1365941"/>
                  <a:pt x="4981900" y="1365798"/>
                  <a:pt x="4983339" y="1365496"/>
                </a:cubicBezTo>
                <a:close/>
                <a:moveTo>
                  <a:pt x="6976528" y="634926"/>
                </a:moveTo>
                <a:cubicBezTo>
                  <a:pt x="6987711" y="632276"/>
                  <a:pt x="6994627" y="621076"/>
                  <a:pt x="6991996" y="609893"/>
                </a:cubicBezTo>
                <a:cubicBezTo>
                  <a:pt x="6989346" y="598710"/>
                  <a:pt x="6978146" y="591795"/>
                  <a:pt x="6966963" y="594443"/>
                </a:cubicBezTo>
                <a:cubicBezTo>
                  <a:pt x="6955780" y="597074"/>
                  <a:pt x="6948864" y="608293"/>
                  <a:pt x="6951513" y="619476"/>
                </a:cubicBezTo>
                <a:lnTo>
                  <a:pt x="6951495" y="619476"/>
                </a:lnTo>
                <a:cubicBezTo>
                  <a:pt x="6953753" y="629041"/>
                  <a:pt x="6962287" y="635495"/>
                  <a:pt x="6971710" y="635495"/>
                </a:cubicBezTo>
                <a:cubicBezTo>
                  <a:pt x="6973309" y="635495"/>
                  <a:pt x="6974910" y="635317"/>
                  <a:pt x="6976528" y="634926"/>
                </a:cubicBezTo>
                <a:close/>
                <a:moveTo>
                  <a:pt x="3422492" y="1940625"/>
                </a:moveTo>
                <a:cubicBezTo>
                  <a:pt x="3432111" y="1938172"/>
                  <a:pt x="3437925" y="1928412"/>
                  <a:pt x="3435472" y="1918793"/>
                </a:cubicBezTo>
                <a:cubicBezTo>
                  <a:pt x="3433036" y="1909175"/>
                  <a:pt x="3423258" y="1903361"/>
                  <a:pt x="3413657" y="1905815"/>
                </a:cubicBezTo>
                <a:cubicBezTo>
                  <a:pt x="3404038" y="1908251"/>
                  <a:pt x="3398225" y="1918029"/>
                  <a:pt x="3400678" y="1927648"/>
                </a:cubicBezTo>
                <a:cubicBezTo>
                  <a:pt x="3402741" y="1935772"/>
                  <a:pt x="3410048" y="1941177"/>
                  <a:pt x="3418066" y="1941177"/>
                </a:cubicBezTo>
                <a:cubicBezTo>
                  <a:pt x="3419525" y="1941177"/>
                  <a:pt x="3421018" y="1940999"/>
                  <a:pt x="3422492" y="1940625"/>
                </a:cubicBezTo>
                <a:close/>
                <a:moveTo>
                  <a:pt x="4034531" y="1718532"/>
                </a:moveTo>
                <a:cubicBezTo>
                  <a:pt x="4044630" y="1715936"/>
                  <a:pt x="4050712" y="1705624"/>
                  <a:pt x="4048116" y="1695508"/>
                </a:cubicBezTo>
                <a:cubicBezTo>
                  <a:pt x="4045503" y="1685392"/>
                  <a:pt x="4035190" y="1679312"/>
                  <a:pt x="4025093" y="1681925"/>
                </a:cubicBezTo>
                <a:cubicBezTo>
                  <a:pt x="4014975" y="1684539"/>
                  <a:pt x="4008894" y="1694851"/>
                  <a:pt x="4011491" y="1704949"/>
                </a:cubicBezTo>
                <a:cubicBezTo>
                  <a:pt x="4013696" y="1713483"/>
                  <a:pt x="4021375" y="1719136"/>
                  <a:pt x="4029805" y="1719136"/>
                </a:cubicBezTo>
                <a:cubicBezTo>
                  <a:pt x="4031351" y="1719136"/>
                  <a:pt x="4032949" y="1718940"/>
                  <a:pt x="4034531" y="1718532"/>
                </a:cubicBezTo>
                <a:close/>
                <a:moveTo>
                  <a:pt x="6316842" y="881413"/>
                </a:moveTo>
                <a:cubicBezTo>
                  <a:pt x="6327296" y="876629"/>
                  <a:pt x="6331900" y="864291"/>
                  <a:pt x="6327118" y="853856"/>
                </a:cubicBezTo>
                <a:cubicBezTo>
                  <a:pt x="6324727" y="848628"/>
                  <a:pt x="6320446" y="844864"/>
                  <a:pt x="6315457" y="843004"/>
                </a:cubicBezTo>
                <a:cubicBezTo>
                  <a:pt x="6310468" y="841143"/>
                  <a:pt x="6304770" y="841188"/>
                  <a:pt x="6299543" y="843579"/>
                </a:cubicBezTo>
                <a:cubicBezTo>
                  <a:pt x="6289106" y="848344"/>
                  <a:pt x="6284502" y="860700"/>
                  <a:pt x="6289285" y="871137"/>
                </a:cubicBezTo>
                <a:cubicBezTo>
                  <a:pt x="6292770" y="878782"/>
                  <a:pt x="6300325" y="883297"/>
                  <a:pt x="6308202" y="883297"/>
                </a:cubicBezTo>
                <a:cubicBezTo>
                  <a:pt x="6311099" y="883297"/>
                  <a:pt x="6314034" y="882693"/>
                  <a:pt x="6316842" y="881413"/>
                </a:cubicBezTo>
                <a:close/>
                <a:moveTo>
                  <a:pt x="2135727" y="2415216"/>
                </a:moveTo>
                <a:cubicBezTo>
                  <a:pt x="2143070" y="2415216"/>
                  <a:pt x="2149274" y="2409544"/>
                  <a:pt x="2149843" y="2402113"/>
                </a:cubicBezTo>
                <a:cubicBezTo>
                  <a:pt x="2150430" y="2394308"/>
                  <a:pt x="2144580" y="2387516"/>
                  <a:pt x="2136776" y="2386930"/>
                </a:cubicBezTo>
                <a:cubicBezTo>
                  <a:pt x="2128970" y="2386343"/>
                  <a:pt x="2122179" y="2392192"/>
                  <a:pt x="2121592" y="2399997"/>
                </a:cubicBezTo>
                <a:cubicBezTo>
                  <a:pt x="2121004" y="2407802"/>
                  <a:pt x="2126854" y="2414593"/>
                  <a:pt x="2134660" y="2415180"/>
                </a:cubicBezTo>
                <a:cubicBezTo>
                  <a:pt x="2135015" y="2415216"/>
                  <a:pt x="2135371" y="2415216"/>
                  <a:pt x="2135727" y="2415216"/>
                </a:cubicBezTo>
                <a:close/>
                <a:moveTo>
                  <a:pt x="675472" y="2951108"/>
                </a:moveTo>
                <a:cubicBezTo>
                  <a:pt x="677055" y="2951108"/>
                  <a:pt x="678637" y="2950432"/>
                  <a:pt x="679756" y="2949117"/>
                </a:cubicBezTo>
                <a:cubicBezTo>
                  <a:pt x="681765" y="2946753"/>
                  <a:pt x="681481" y="2943214"/>
                  <a:pt x="679117" y="2941187"/>
                </a:cubicBezTo>
                <a:cubicBezTo>
                  <a:pt x="676753" y="2939178"/>
                  <a:pt x="673196" y="2939445"/>
                  <a:pt x="671188" y="2941809"/>
                </a:cubicBezTo>
                <a:cubicBezTo>
                  <a:pt x="669160" y="2944192"/>
                  <a:pt x="669446" y="2947748"/>
                  <a:pt x="671809" y="2949757"/>
                </a:cubicBezTo>
                <a:cubicBezTo>
                  <a:pt x="672876" y="2950664"/>
                  <a:pt x="674175" y="2951108"/>
                  <a:pt x="675472" y="2951108"/>
                </a:cubicBezTo>
                <a:close/>
                <a:moveTo>
                  <a:pt x="1915641" y="2497355"/>
                </a:moveTo>
                <a:cubicBezTo>
                  <a:pt x="1922060" y="2497355"/>
                  <a:pt x="1927695" y="2492661"/>
                  <a:pt x="1928691" y="2486119"/>
                </a:cubicBezTo>
                <a:cubicBezTo>
                  <a:pt x="1929794" y="2478918"/>
                  <a:pt x="1924832" y="2472163"/>
                  <a:pt x="1917614" y="2471078"/>
                </a:cubicBezTo>
                <a:cubicBezTo>
                  <a:pt x="1910397" y="2469975"/>
                  <a:pt x="1903658" y="2474936"/>
                  <a:pt x="1902555" y="2482154"/>
                </a:cubicBezTo>
                <a:cubicBezTo>
                  <a:pt x="1901454" y="2489354"/>
                  <a:pt x="1906414" y="2496093"/>
                  <a:pt x="1913632" y="2497195"/>
                </a:cubicBezTo>
                <a:cubicBezTo>
                  <a:pt x="1914308" y="2497302"/>
                  <a:pt x="1914983" y="2497355"/>
                  <a:pt x="1915641" y="2497355"/>
                </a:cubicBezTo>
                <a:close/>
                <a:moveTo>
                  <a:pt x="4555648" y="1529152"/>
                </a:moveTo>
                <a:cubicBezTo>
                  <a:pt x="4566371" y="1526893"/>
                  <a:pt x="4573233" y="1516369"/>
                  <a:pt x="4570974" y="1505630"/>
                </a:cubicBezTo>
                <a:cubicBezTo>
                  <a:pt x="4568719" y="1494910"/>
                  <a:pt x="4558173" y="1488046"/>
                  <a:pt x="4547453" y="1490305"/>
                </a:cubicBezTo>
                <a:cubicBezTo>
                  <a:pt x="4536716" y="1492563"/>
                  <a:pt x="4529851" y="1503088"/>
                  <a:pt x="4532129" y="1513826"/>
                </a:cubicBezTo>
                <a:cubicBezTo>
                  <a:pt x="4534083" y="1523160"/>
                  <a:pt x="4542334" y="1529578"/>
                  <a:pt x="4551525" y="1529578"/>
                </a:cubicBezTo>
                <a:cubicBezTo>
                  <a:pt x="4552876" y="1529578"/>
                  <a:pt x="4554264" y="1529436"/>
                  <a:pt x="4555648" y="1529152"/>
                </a:cubicBezTo>
                <a:close/>
                <a:moveTo>
                  <a:pt x="3003657" y="2100974"/>
                </a:moveTo>
                <a:cubicBezTo>
                  <a:pt x="3012886" y="2099285"/>
                  <a:pt x="3018983" y="2090413"/>
                  <a:pt x="3017294" y="2081168"/>
                </a:cubicBezTo>
                <a:cubicBezTo>
                  <a:pt x="3015587" y="2071923"/>
                  <a:pt x="3006716" y="2065825"/>
                  <a:pt x="2997471" y="2067532"/>
                </a:cubicBezTo>
                <a:cubicBezTo>
                  <a:pt x="2988243" y="2069238"/>
                  <a:pt x="2982127" y="2078092"/>
                  <a:pt x="2983833" y="2087337"/>
                </a:cubicBezTo>
                <a:cubicBezTo>
                  <a:pt x="2985345" y="2095533"/>
                  <a:pt x="2992493" y="2101259"/>
                  <a:pt x="3000546" y="2101259"/>
                </a:cubicBezTo>
                <a:cubicBezTo>
                  <a:pt x="3001559" y="2101259"/>
                  <a:pt x="3002609" y="2101169"/>
                  <a:pt x="3003657" y="2100974"/>
                </a:cubicBezTo>
                <a:close/>
                <a:moveTo>
                  <a:pt x="1060651" y="2814192"/>
                </a:moveTo>
                <a:cubicBezTo>
                  <a:pt x="1063443" y="2814192"/>
                  <a:pt x="1066163" y="2812806"/>
                  <a:pt x="1067781" y="2810281"/>
                </a:cubicBezTo>
                <a:cubicBezTo>
                  <a:pt x="1070323" y="2806352"/>
                  <a:pt x="1069167" y="2801107"/>
                  <a:pt x="1065239" y="2798582"/>
                </a:cubicBezTo>
                <a:cubicBezTo>
                  <a:pt x="1061292" y="2796058"/>
                  <a:pt x="1056048" y="2797195"/>
                  <a:pt x="1053523" y="2801125"/>
                </a:cubicBezTo>
                <a:cubicBezTo>
                  <a:pt x="1050998" y="2805072"/>
                  <a:pt x="1052135" y="2810317"/>
                  <a:pt x="1056082" y="2812841"/>
                </a:cubicBezTo>
                <a:cubicBezTo>
                  <a:pt x="1057504" y="2813748"/>
                  <a:pt x="1059087" y="2814192"/>
                  <a:pt x="1060651" y="2814192"/>
                </a:cubicBezTo>
                <a:close/>
                <a:moveTo>
                  <a:pt x="230056" y="3120506"/>
                </a:moveTo>
                <a:cubicBezTo>
                  <a:pt x="230553" y="3120505"/>
                  <a:pt x="231052" y="3120292"/>
                  <a:pt x="231424" y="3119883"/>
                </a:cubicBezTo>
                <a:cubicBezTo>
                  <a:pt x="232100" y="3119137"/>
                  <a:pt x="232047" y="3117980"/>
                  <a:pt x="231282" y="3117287"/>
                </a:cubicBezTo>
                <a:cubicBezTo>
                  <a:pt x="230535" y="3116612"/>
                  <a:pt x="229380" y="3116683"/>
                  <a:pt x="228686" y="3117430"/>
                </a:cubicBezTo>
                <a:cubicBezTo>
                  <a:pt x="228010" y="3118176"/>
                  <a:pt x="228064" y="3119349"/>
                  <a:pt x="228828" y="3120026"/>
                </a:cubicBezTo>
                <a:cubicBezTo>
                  <a:pt x="229185" y="3120345"/>
                  <a:pt x="229611" y="3120506"/>
                  <a:pt x="230056" y="3120506"/>
                </a:cubicBezTo>
                <a:close/>
                <a:moveTo>
                  <a:pt x="3519015" y="1915505"/>
                </a:moveTo>
                <a:cubicBezTo>
                  <a:pt x="3528597" y="1912962"/>
                  <a:pt x="3534304" y="1903130"/>
                  <a:pt x="3531762" y="1893547"/>
                </a:cubicBezTo>
                <a:cubicBezTo>
                  <a:pt x="3529220" y="1883947"/>
                  <a:pt x="3519388" y="1878258"/>
                  <a:pt x="3509806" y="1880799"/>
                </a:cubicBezTo>
                <a:cubicBezTo>
                  <a:pt x="3500204" y="1883342"/>
                  <a:pt x="3494497" y="1893174"/>
                  <a:pt x="3497058" y="1902757"/>
                </a:cubicBezTo>
                <a:cubicBezTo>
                  <a:pt x="3499191" y="1910793"/>
                  <a:pt x="3506445" y="1916109"/>
                  <a:pt x="3514393" y="1916109"/>
                </a:cubicBezTo>
                <a:cubicBezTo>
                  <a:pt x="3515921" y="1916109"/>
                  <a:pt x="3517469" y="1915913"/>
                  <a:pt x="3519015" y="1915505"/>
                </a:cubicBezTo>
                <a:close/>
                <a:moveTo>
                  <a:pt x="2680597" y="2223666"/>
                </a:moveTo>
                <a:cubicBezTo>
                  <a:pt x="2689433" y="2222849"/>
                  <a:pt x="2695922" y="2215008"/>
                  <a:pt x="2695086" y="2206171"/>
                </a:cubicBezTo>
                <a:cubicBezTo>
                  <a:pt x="2694250" y="2197353"/>
                  <a:pt x="2686411" y="2190864"/>
                  <a:pt x="2677592" y="2191682"/>
                </a:cubicBezTo>
                <a:cubicBezTo>
                  <a:pt x="2668755" y="2192517"/>
                  <a:pt x="2662267" y="2200358"/>
                  <a:pt x="2663102" y="2209195"/>
                </a:cubicBezTo>
                <a:cubicBezTo>
                  <a:pt x="2663884" y="2217515"/>
                  <a:pt x="2670889" y="2223737"/>
                  <a:pt x="2679086" y="2223737"/>
                </a:cubicBezTo>
                <a:cubicBezTo>
                  <a:pt x="2679583" y="2223738"/>
                  <a:pt x="2680081" y="2223720"/>
                  <a:pt x="2680597" y="2223666"/>
                </a:cubicBezTo>
                <a:close/>
                <a:moveTo>
                  <a:pt x="6224943" y="923797"/>
                </a:moveTo>
                <a:cubicBezTo>
                  <a:pt x="6235362" y="918961"/>
                  <a:pt x="6239877" y="906588"/>
                  <a:pt x="6235041" y="896169"/>
                </a:cubicBezTo>
                <a:cubicBezTo>
                  <a:pt x="6232624" y="890960"/>
                  <a:pt x="6228321" y="887227"/>
                  <a:pt x="6223321" y="885400"/>
                </a:cubicBezTo>
                <a:cubicBezTo>
                  <a:pt x="6218321" y="883573"/>
                  <a:pt x="6212622" y="883653"/>
                  <a:pt x="6207413" y="886071"/>
                </a:cubicBezTo>
                <a:cubicBezTo>
                  <a:pt x="6196995" y="890907"/>
                  <a:pt x="6192478" y="903281"/>
                  <a:pt x="6197315" y="913699"/>
                </a:cubicBezTo>
                <a:cubicBezTo>
                  <a:pt x="6200835" y="921273"/>
                  <a:pt x="6208355" y="925735"/>
                  <a:pt x="6216196" y="925735"/>
                </a:cubicBezTo>
                <a:cubicBezTo>
                  <a:pt x="6219129" y="925735"/>
                  <a:pt x="6222098" y="925113"/>
                  <a:pt x="6224943" y="923797"/>
                </a:cubicBezTo>
                <a:close/>
                <a:moveTo>
                  <a:pt x="5082634" y="1344375"/>
                </a:moveTo>
                <a:cubicBezTo>
                  <a:pt x="5093852" y="1341922"/>
                  <a:pt x="5100965" y="1330828"/>
                  <a:pt x="5098509" y="1319609"/>
                </a:cubicBezTo>
                <a:cubicBezTo>
                  <a:pt x="5096058" y="1308391"/>
                  <a:pt x="5084961" y="1301279"/>
                  <a:pt x="5073744" y="1303733"/>
                </a:cubicBezTo>
                <a:cubicBezTo>
                  <a:pt x="5062526" y="1306186"/>
                  <a:pt x="5055414" y="1317280"/>
                  <a:pt x="5057868" y="1328499"/>
                </a:cubicBezTo>
                <a:cubicBezTo>
                  <a:pt x="5060003" y="1338223"/>
                  <a:pt x="5068607" y="1344855"/>
                  <a:pt x="5078173" y="1344855"/>
                </a:cubicBezTo>
                <a:cubicBezTo>
                  <a:pt x="5079647" y="1344855"/>
                  <a:pt x="5081142" y="1344713"/>
                  <a:pt x="5082634" y="1344375"/>
                </a:cubicBezTo>
                <a:close/>
                <a:moveTo>
                  <a:pt x="4131517" y="1693909"/>
                </a:moveTo>
                <a:cubicBezTo>
                  <a:pt x="4141634" y="1691384"/>
                  <a:pt x="4147801" y="1681126"/>
                  <a:pt x="4145277" y="1670991"/>
                </a:cubicBezTo>
                <a:cubicBezTo>
                  <a:pt x="4142733" y="1660857"/>
                  <a:pt x="4132475" y="1654706"/>
                  <a:pt x="4122363" y="1657230"/>
                </a:cubicBezTo>
                <a:cubicBezTo>
                  <a:pt x="4112225" y="1659755"/>
                  <a:pt x="4106056" y="1670013"/>
                  <a:pt x="4108582" y="1680148"/>
                </a:cubicBezTo>
                <a:cubicBezTo>
                  <a:pt x="4110732" y="1688735"/>
                  <a:pt x="4118451" y="1694477"/>
                  <a:pt x="4126911" y="1694477"/>
                </a:cubicBezTo>
                <a:cubicBezTo>
                  <a:pt x="4128423" y="1694477"/>
                  <a:pt x="4129972" y="1694299"/>
                  <a:pt x="4131517" y="1693909"/>
                </a:cubicBezTo>
                <a:close/>
                <a:moveTo>
                  <a:pt x="7074614" y="614604"/>
                </a:moveTo>
                <a:cubicBezTo>
                  <a:pt x="7085922" y="612613"/>
                  <a:pt x="7093460" y="601821"/>
                  <a:pt x="7091469" y="590514"/>
                </a:cubicBezTo>
                <a:cubicBezTo>
                  <a:pt x="7089459" y="579189"/>
                  <a:pt x="7078668" y="571650"/>
                  <a:pt x="7067361" y="573642"/>
                </a:cubicBezTo>
                <a:cubicBezTo>
                  <a:pt x="7056053" y="575651"/>
                  <a:pt x="7048497" y="586443"/>
                  <a:pt x="7050506" y="597750"/>
                </a:cubicBezTo>
                <a:cubicBezTo>
                  <a:pt x="7052283" y="607831"/>
                  <a:pt x="7061067" y="614925"/>
                  <a:pt x="7070969" y="614924"/>
                </a:cubicBezTo>
                <a:cubicBezTo>
                  <a:pt x="7072160" y="614925"/>
                  <a:pt x="7073388" y="614836"/>
                  <a:pt x="7074614" y="614604"/>
                </a:cubicBezTo>
                <a:close/>
                <a:moveTo>
                  <a:pt x="1369063" y="2709812"/>
                </a:moveTo>
                <a:cubicBezTo>
                  <a:pt x="1373082" y="2709813"/>
                  <a:pt x="1376922" y="2707466"/>
                  <a:pt x="1378593" y="2703537"/>
                </a:cubicBezTo>
                <a:cubicBezTo>
                  <a:pt x="1380868" y="2698274"/>
                  <a:pt x="1378416" y="2692176"/>
                  <a:pt x="1373153" y="2689918"/>
                </a:cubicBezTo>
                <a:cubicBezTo>
                  <a:pt x="1370522" y="2688789"/>
                  <a:pt x="1367682" y="2688833"/>
                  <a:pt x="1365217" y="2689819"/>
                </a:cubicBezTo>
                <a:cubicBezTo>
                  <a:pt x="1362753" y="2690802"/>
                  <a:pt x="1360663" y="2692727"/>
                  <a:pt x="1359535" y="2695358"/>
                </a:cubicBezTo>
                <a:cubicBezTo>
                  <a:pt x="1357277" y="2700621"/>
                  <a:pt x="1359713" y="2706719"/>
                  <a:pt x="1364974" y="2708977"/>
                </a:cubicBezTo>
                <a:cubicBezTo>
                  <a:pt x="1366308" y="2709546"/>
                  <a:pt x="1367695" y="2709812"/>
                  <a:pt x="1369063" y="2709812"/>
                </a:cubicBezTo>
                <a:close/>
                <a:moveTo>
                  <a:pt x="8275280" y="176435"/>
                </a:moveTo>
                <a:cubicBezTo>
                  <a:pt x="8279255" y="174043"/>
                  <a:pt x="8282629" y="170540"/>
                  <a:pt x="8284878" y="166096"/>
                </a:cubicBezTo>
                <a:cubicBezTo>
                  <a:pt x="8291243" y="153492"/>
                  <a:pt x="8286194" y="138130"/>
                  <a:pt x="8273606" y="131765"/>
                </a:cubicBezTo>
                <a:cubicBezTo>
                  <a:pt x="8267312" y="128583"/>
                  <a:pt x="8260325" y="128255"/>
                  <a:pt x="8254116" y="130295"/>
                </a:cubicBezTo>
                <a:cubicBezTo>
                  <a:pt x="8247906" y="132335"/>
                  <a:pt x="8242475" y="136743"/>
                  <a:pt x="8239293" y="143037"/>
                </a:cubicBezTo>
                <a:cubicBezTo>
                  <a:pt x="8232910" y="155625"/>
                  <a:pt x="8237960" y="170986"/>
                  <a:pt x="8250548" y="177351"/>
                </a:cubicBezTo>
                <a:cubicBezTo>
                  <a:pt x="8254244" y="179218"/>
                  <a:pt x="8258192" y="180106"/>
                  <a:pt x="8262068" y="180106"/>
                </a:cubicBezTo>
                <a:cubicBezTo>
                  <a:pt x="8266725" y="180107"/>
                  <a:pt x="8271303" y="178827"/>
                  <a:pt x="8275280" y="176435"/>
                </a:cubicBezTo>
                <a:close/>
                <a:moveTo>
                  <a:pt x="7742653" y="373347"/>
                </a:moveTo>
                <a:cubicBezTo>
                  <a:pt x="7746502" y="370518"/>
                  <a:pt x="7749493" y="366456"/>
                  <a:pt x="7750960" y="361522"/>
                </a:cubicBezTo>
                <a:cubicBezTo>
                  <a:pt x="7752738" y="355513"/>
                  <a:pt x="7751911" y="349348"/>
                  <a:pt x="7749138" y="344242"/>
                </a:cubicBezTo>
                <a:lnTo>
                  <a:pt x="7735636" y="333309"/>
                </a:lnTo>
                <a:lnTo>
                  <a:pt x="7718371" y="335114"/>
                </a:lnTo>
                <a:cubicBezTo>
                  <a:pt x="7713264" y="337886"/>
                  <a:pt x="7709214" y="342606"/>
                  <a:pt x="7707436" y="348614"/>
                </a:cubicBezTo>
                <a:cubicBezTo>
                  <a:pt x="7703864" y="360633"/>
                  <a:pt x="7710726" y="373256"/>
                  <a:pt x="7722745" y="376830"/>
                </a:cubicBezTo>
                <a:cubicBezTo>
                  <a:pt x="7724897" y="377470"/>
                  <a:pt x="7727065" y="377773"/>
                  <a:pt x="7729199" y="377773"/>
                </a:cubicBezTo>
                <a:cubicBezTo>
                  <a:pt x="7734096" y="377773"/>
                  <a:pt x="7738804" y="376177"/>
                  <a:pt x="7742653" y="373347"/>
                </a:cubicBezTo>
                <a:close/>
                <a:moveTo>
                  <a:pt x="3615215" y="1889600"/>
                </a:moveTo>
                <a:cubicBezTo>
                  <a:pt x="3624779" y="1886987"/>
                  <a:pt x="3630418" y="1877119"/>
                  <a:pt x="3627822" y="1867554"/>
                </a:cubicBezTo>
                <a:cubicBezTo>
                  <a:pt x="3625225" y="1857990"/>
                  <a:pt x="3615339" y="1852336"/>
                  <a:pt x="3605776" y="1854950"/>
                </a:cubicBezTo>
                <a:cubicBezTo>
                  <a:pt x="3596211" y="1857545"/>
                  <a:pt x="3590573" y="1867413"/>
                  <a:pt x="3593169" y="1876978"/>
                </a:cubicBezTo>
                <a:cubicBezTo>
                  <a:pt x="3595339" y="1884978"/>
                  <a:pt x="3602593" y="1890222"/>
                  <a:pt x="3610488" y="1890223"/>
                </a:cubicBezTo>
                <a:cubicBezTo>
                  <a:pt x="3612050" y="1890223"/>
                  <a:pt x="3613634" y="1890027"/>
                  <a:pt x="3615215" y="1889600"/>
                </a:cubicBezTo>
                <a:close/>
                <a:moveTo>
                  <a:pt x="6133025" y="966555"/>
                </a:moveTo>
                <a:cubicBezTo>
                  <a:pt x="6143462" y="961738"/>
                  <a:pt x="6148014" y="949381"/>
                  <a:pt x="6143178" y="938946"/>
                </a:cubicBezTo>
                <a:cubicBezTo>
                  <a:pt x="6140769" y="933727"/>
                  <a:pt x="6136476" y="929985"/>
                  <a:pt x="6131479" y="928149"/>
                </a:cubicBezTo>
                <a:cubicBezTo>
                  <a:pt x="6126483" y="926314"/>
                  <a:pt x="6120786" y="926384"/>
                  <a:pt x="6115567" y="928793"/>
                </a:cubicBezTo>
                <a:cubicBezTo>
                  <a:pt x="6105148" y="933611"/>
                  <a:pt x="6100597" y="945985"/>
                  <a:pt x="6105432" y="956404"/>
                </a:cubicBezTo>
                <a:cubicBezTo>
                  <a:pt x="6108935" y="964013"/>
                  <a:pt x="6116456" y="968476"/>
                  <a:pt x="6124314" y="968476"/>
                </a:cubicBezTo>
                <a:cubicBezTo>
                  <a:pt x="6127230" y="968476"/>
                  <a:pt x="6130199" y="967871"/>
                  <a:pt x="6133025" y="966555"/>
                </a:cubicBezTo>
                <a:close/>
                <a:moveTo>
                  <a:pt x="4653967" y="1509684"/>
                </a:moveTo>
                <a:cubicBezTo>
                  <a:pt x="4664758" y="1507710"/>
                  <a:pt x="4671889" y="1497345"/>
                  <a:pt x="4669896" y="1486571"/>
                </a:cubicBezTo>
                <a:cubicBezTo>
                  <a:pt x="4667923" y="1475779"/>
                  <a:pt x="4657561" y="1468650"/>
                  <a:pt x="4646785" y="1470641"/>
                </a:cubicBezTo>
                <a:cubicBezTo>
                  <a:pt x="4635995" y="1472615"/>
                  <a:pt x="4628864" y="1482962"/>
                  <a:pt x="4630855" y="1493753"/>
                </a:cubicBezTo>
                <a:cubicBezTo>
                  <a:pt x="4632615" y="1503319"/>
                  <a:pt x="4640955" y="1510022"/>
                  <a:pt x="4650358" y="1510021"/>
                </a:cubicBezTo>
                <a:cubicBezTo>
                  <a:pt x="4651549" y="1510022"/>
                  <a:pt x="4652760" y="1509915"/>
                  <a:pt x="4653967" y="1509684"/>
                </a:cubicBezTo>
                <a:close/>
                <a:moveTo>
                  <a:pt x="3101139" y="2081559"/>
                </a:moveTo>
                <a:cubicBezTo>
                  <a:pt x="3110331" y="2079604"/>
                  <a:pt x="3116180" y="2070554"/>
                  <a:pt x="3114224" y="2061380"/>
                </a:cubicBezTo>
                <a:cubicBezTo>
                  <a:pt x="3112269" y="2052189"/>
                  <a:pt x="3103238" y="2046321"/>
                  <a:pt x="3094045" y="2048277"/>
                </a:cubicBezTo>
                <a:cubicBezTo>
                  <a:pt x="3084855" y="2050250"/>
                  <a:pt x="3079004" y="2059283"/>
                  <a:pt x="3080960" y="2068456"/>
                </a:cubicBezTo>
                <a:cubicBezTo>
                  <a:pt x="3082668" y="2076456"/>
                  <a:pt x="3089726" y="2081933"/>
                  <a:pt x="3097584" y="2081932"/>
                </a:cubicBezTo>
                <a:cubicBezTo>
                  <a:pt x="3098758" y="2081933"/>
                  <a:pt x="3099947" y="2081808"/>
                  <a:pt x="3101139" y="2081559"/>
                </a:cubicBezTo>
                <a:close/>
                <a:moveTo>
                  <a:pt x="7503940" y="468142"/>
                </a:moveTo>
                <a:cubicBezTo>
                  <a:pt x="7514625" y="468141"/>
                  <a:pt x="7523940" y="460266"/>
                  <a:pt x="7525452" y="449385"/>
                </a:cubicBezTo>
                <a:cubicBezTo>
                  <a:pt x="7527106" y="437491"/>
                  <a:pt x="7518803" y="426503"/>
                  <a:pt x="7506909" y="424850"/>
                </a:cubicBezTo>
                <a:cubicBezTo>
                  <a:pt x="7494997" y="423197"/>
                  <a:pt x="7484009" y="431500"/>
                  <a:pt x="7482374" y="443411"/>
                </a:cubicBezTo>
                <a:cubicBezTo>
                  <a:pt x="7480721" y="455305"/>
                  <a:pt x="7489023" y="466293"/>
                  <a:pt x="7500918" y="467928"/>
                </a:cubicBezTo>
                <a:cubicBezTo>
                  <a:pt x="7501930" y="468071"/>
                  <a:pt x="7502945" y="468141"/>
                  <a:pt x="7503940" y="468142"/>
                </a:cubicBezTo>
                <a:close/>
                <a:moveTo>
                  <a:pt x="4228625" y="1670191"/>
                </a:moveTo>
                <a:cubicBezTo>
                  <a:pt x="4238778" y="1667773"/>
                  <a:pt x="4245054" y="1657586"/>
                  <a:pt x="4242633" y="1647416"/>
                </a:cubicBezTo>
                <a:cubicBezTo>
                  <a:pt x="4240215" y="1637264"/>
                  <a:pt x="4230012" y="1630988"/>
                  <a:pt x="4219859" y="1633406"/>
                </a:cubicBezTo>
                <a:cubicBezTo>
                  <a:pt x="4209689" y="1635842"/>
                  <a:pt x="4203433" y="1646029"/>
                  <a:pt x="4205848" y="1656200"/>
                </a:cubicBezTo>
                <a:cubicBezTo>
                  <a:pt x="4207911" y="1664875"/>
                  <a:pt x="4215664" y="1670707"/>
                  <a:pt x="4224215" y="1670706"/>
                </a:cubicBezTo>
                <a:cubicBezTo>
                  <a:pt x="4225674" y="1670707"/>
                  <a:pt x="4227147" y="1670547"/>
                  <a:pt x="4228625" y="1670191"/>
                </a:cubicBezTo>
                <a:close/>
                <a:moveTo>
                  <a:pt x="577634" y="3010454"/>
                </a:moveTo>
                <a:cubicBezTo>
                  <a:pt x="578931" y="3010454"/>
                  <a:pt x="580211" y="3009938"/>
                  <a:pt x="581136" y="3008889"/>
                </a:cubicBezTo>
                <a:cubicBezTo>
                  <a:pt x="582860" y="3006969"/>
                  <a:pt x="582683" y="3004000"/>
                  <a:pt x="580762" y="3002276"/>
                </a:cubicBezTo>
                <a:cubicBezTo>
                  <a:pt x="578824" y="3000569"/>
                  <a:pt x="575855" y="3000747"/>
                  <a:pt x="574149" y="3002667"/>
                </a:cubicBezTo>
                <a:cubicBezTo>
                  <a:pt x="572425" y="3004605"/>
                  <a:pt x="572602" y="3007556"/>
                  <a:pt x="574522" y="3009280"/>
                </a:cubicBezTo>
                <a:cubicBezTo>
                  <a:pt x="575429" y="3010081"/>
                  <a:pt x="576531" y="3010454"/>
                  <a:pt x="577634" y="3010454"/>
                </a:cubicBezTo>
                <a:close/>
                <a:moveTo>
                  <a:pt x="5181771" y="1321832"/>
                </a:moveTo>
                <a:cubicBezTo>
                  <a:pt x="5192952" y="1319183"/>
                  <a:pt x="5199851" y="1307964"/>
                  <a:pt x="5197200" y="1296799"/>
                </a:cubicBezTo>
                <a:cubicBezTo>
                  <a:pt x="5194553" y="1285616"/>
                  <a:pt x="5183335" y="1278700"/>
                  <a:pt x="5172150" y="1281367"/>
                </a:cubicBezTo>
                <a:cubicBezTo>
                  <a:pt x="5160988" y="1284016"/>
                  <a:pt x="5154072" y="1295216"/>
                  <a:pt x="5156720" y="1306399"/>
                </a:cubicBezTo>
                <a:cubicBezTo>
                  <a:pt x="5158994" y="1315965"/>
                  <a:pt x="5167528" y="1322401"/>
                  <a:pt x="5176952" y="1322400"/>
                </a:cubicBezTo>
                <a:cubicBezTo>
                  <a:pt x="5178533" y="1322400"/>
                  <a:pt x="5180152" y="1322222"/>
                  <a:pt x="5181771" y="1321832"/>
                </a:cubicBezTo>
                <a:close/>
                <a:moveTo>
                  <a:pt x="6040842" y="1008870"/>
                </a:moveTo>
                <a:cubicBezTo>
                  <a:pt x="6051296" y="1004123"/>
                  <a:pt x="6055919" y="991784"/>
                  <a:pt x="6051154" y="981330"/>
                </a:cubicBezTo>
                <a:cubicBezTo>
                  <a:pt x="6048781" y="976103"/>
                  <a:pt x="6044510" y="972334"/>
                  <a:pt x="6039525" y="970467"/>
                </a:cubicBezTo>
                <a:cubicBezTo>
                  <a:pt x="6034540" y="968600"/>
                  <a:pt x="6028842" y="968635"/>
                  <a:pt x="6023614" y="971018"/>
                </a:cubicBezTo>
                <a:cubicBezTo>
                  <a:pt x="6013142" y="975765"/>
                  <a:pt x="6008538" y="988104"/>
                  <a:pt x="6013303" y="998558"/>
                </a:cubicBezTo>
                <a:cubicBezTo>
                  <a:pt x="6016788" y="1006220"/>
                  <a:pt x="6024344" y="1010754"/>
                  <a:pt x="6032237" y="1010754"/>
                </a:cubicBezTo>
                <a:cubicBezTo>
                  <a:pt x="6035118" y="1010754"/>
                  <a:pt x="6038050" y="1010150"/>
                  <a:pt x="6040842" y="1008870"/>
                </a:cubicBezTo>
                <a:close/>
                <a:moveTo>
                  <a:pt x="3711258" y="1863537"/>
                </a:moveTo>
                <a:cubicBezTo>
                  <a:pt x="3720822" y="1860959"/>
                  <a:pt x="3726494" y="1851091"/>
                  <a:pt x="3723916" y="1841526"/>
                </a:cubicBezTo>
                <a:cubicBezTo>
                  <a:pt x="3721319" y="1831944"/>
                  <a:pt x="3711471" y="1826272"/>
                  <a:pt x="3701887" y="1828867"/>
                </a:cubicBezTo>
                <a:cubicBezTo>
                  <a:pt x="3692325" y="1831446"/>
                  <a:pt x="3686652" y="1841313"/>
                  <a:pt x="3689247" y="1850896"/>
                </a:cubicBezTo>
                <a:cubicBezTo>
                  <a:pt x="3691399" y="1858897"/>
                  <a:pt x="3698652" y="1864159"/>
                  <a:pt x="3706564" y="1864159"/>
                </a:cubicBezTo>
                <a:cubicBezTo>
                  <a:pt x="3708109" y="1864160"/>
                  <a:pt x="3709691" y="1863963"/>
                  <a:pt x="3711258" y="1863537"/>
                </a:cubicBezTo>
                <a:close/>
                <a:moveTo>
                  <a:pt x="2456031" y="2324401"/>
                </a:moveTo>
                <a:cubicBezTo>
                  <a:pt x="2464370" y="2324099"/>
                  <a:pt x="2470877" y="2317077"/>
                  <a:pt x="2470556" y="2308738"/>
                </a:cubicBezTo>
                <a:cubicBezTo>
                  <a:pt x="2470236" y="2300400"/>
                  <a:pt x="2463232" y="2293893"/>
                  <a:pt x="2454894" y="2294195"/>
                </a:cubicBezTo>
                <a:cubicBezTo>
                  <a:pt x="2446555" y="2294515"/>
                  <a:pt x="2440049" y="2301538"/>
                  <a:pt x="2440351" y="2309876"/>
                </a:cubicBezTo>
                <a:cubicBezTo>
                  <a:pt x="2440671" y="2318018"/>
                  <a:pt x="2447356" y="2324419"/>
                  <a:pt x="2455444" y="2324419"/>
                </a:cubicBezTo>
                <a:cubicBezTo>
                  <a:pt x="2455640" y="2324419"/>
                  <a:pt x="2455836" y="2324419"/>
                  <a:pt x="2456031" y="2324401"/>
                </a:cubicBezTo>
                <a:close/>
                <a:moveTo>
                  <a:pt x="138725" y="3177202"/>
                </a:moveTo>
                <a:cubicBezTo>
                  <a:pt x="138973" y="3177202"/>
                  <a:pt x="139223" y="3177095"/>
                  <a:pt x="139400" y="3176883"/>
                </a:cubicBezTo>
                <a:cubicBezTo>
                  <a:pt x="139721" y="3176527"/>
                  <a:pt x="139685" y="3175958"/>
                  <a:pt x="139311" y="3175638"/>
                </a:cubicBezTo>
                <a:cubicBezTo>
                  <a:pt x="138956" y="3175317"/>
                  <a:pt x="138387" y="3175353"/>
                  <a:pt x="138067" y="3175726"/>
                </a:cubicBezTo>
                <a:cubicBezTo>
                  <a:pt x="137747" y="3176082"/>
                  <a:pt x="137782" y="3176651"/>
                  <a:pt x="138156" y="3176971"/>
                </a:cubicBezTo>
                <a:cubicBezTo>
                  <a:pt x="138316" y="3177113"/>
                  <a:pt x="138529" y="3177202"/>
                  <a:pt x="138725" y="3177202"/>
                </a:cubicBezTo>
                <a:close/>
                <a:moveTo>
                  <a:pt x="7958102" y="309945"/>
                </a:moveTo>
                <a:cubicBezTo>
                  <a:pt x="7961933" y="307439"/>
                  <a:pt x="7965080" y="303794"/>
                  <a:pt x="7966973" y="299242"/>
                </a:cubicBezTo>
                <a:cubicBezTo>
                  <a:pt x="7971987" y="287188"/>
                  <a:pt x="7966262" y="273339"/>
                  <a:pt x="7954208" y="268343"/>
                </a:cubicBezTo>
                <a:cubicBezTo>
                  <a:pt x="7948173" y="265837"/>
                  <a:pt x="7941696" y="266014"/>
                  <a:pt x="7936102" y="268326"/>
                </a:cubicBezTo>
                <a:cubicBezTo>
                  <a:pt x="7930509" y="270637"/>
                  <a:pt x="7925797" y="275081"/>
                  <a:pt x="7923290" y="281109"/>
                </a:cubicBezTo>
                <a:cubicBezTo>
                  <a:pt x="7918277" y="293162"/>
                  <a:pt x="7924001" y="307012"/>
                  <a:pt x="7936072" y="312008"/>
                </a:cubicBezTo>
                <a:cubicBezTo>
                  <a:pt x="7939024" y="313253"/>
                  <a:pt x="7942100" y="313822"/>
                  <a:pt x="7945123" y="313821"/>
                </a:cubicBezTo>
                <a:cubicBezTo>
                  <a:pt x="7949755" y="313821"/>
                  <a:pt x="7954271" y="312452"/>
                  <a:pt x="7958102" y="309945"/>
                </a:cubicBezTo>
                <a:close/>
                <a:moveTo>
                  <a:pt x="2778985" y="2212199"/>
                </a:moveTo>
                <a:cubicBezTo>
                  <a:pt x="2787767" y="2210972"/>
                  <a:pt x="2793902" y="2202865"/>
                  <a:pt x="2792692" y="2194081"/>
                </a:cubicBezTo>
                <a:cubicBezTo>
                  <a:pt x="2791483" y="2185299"/>
                  <a:pt x="2783358" y="2179166"/>
                  <a:pt x="2774575" y="2180374"/>
                </a:cubicBezTo>
                <a:cubicBezTo>
                  <a:pt x="2765793" y="2181584"/>
                  <a:pt x="2759659" y="2189691"/>
                  <a:pt x="2760868" y="2198491"/>
                </a:cubicBezTo>
                <a:cubicBezTo>
                  <a:pt x="2761989" y="2206528"/>
                  <a:pt x="2768869" y="2212341"/>
                  <a:pt x="2776762" y="2212341"/>
                </a:cubicBezTo>
                <a:cubicBezTo>
                  <a:pt x="2777491" y="2212341"/>
                  <a:pt x="2778238" y="2212305"/>
                  <a:pt x="2778985" y="2212199"/>
                </a:cubicBezTo>
                <a:close/>
                <a:moveTo>
                  <a:pt x="953125" y="2882020"/>
                </a:moveTo>
                <a:cubicBezTo>
                  <a:pt x="955490" y="2882019"/>
                  <a:pt x="957818" y="2880899"/>
                  <a:pt x="959276" y="2878819"/>
                </a:cubicBezTo>
                <a:cubicBezTo>
                  <a:pt x="961677" y="2875423"/>
                  <a:pt x="960859" y="2870730"/>
                  <a:pt x="957463" y="2868329"/>
                </a:cubicBezTo>
                <a:cubicBezTo>
                  <a:pt x="954049" y="2865929"/>
                  <a:pt x="949373" y="2866747"/>
                  <a:pt x="946974" y="2870161"/>
                </a:cubicBezTo>
                <a:cubicBezTo>
                  <a:pt x="944573" y="2873556"/>
                  <a:pt x="945391" y="2878251"/>
                  <a:pt x="948805" y="2880651"/>
                </a:cubicBezTo>
                <a:cubicBezTo>
                  <a:pt x="950121" y="2881575"/>
                  <a:pt x="951631" y="2882019"/>
                  <a:pt x="953125" y="2882020"/>
                </a:cubicBezTo>
                <a:close/>
                <a:moveTo>
                  <a:pt x="7173554" y="600346"/>
                </a:moveTo>
                <a:cubicBezTo>
                  <a:pt x="7184968" y="599102"/>
                  <a:pt x="7193217" y="588807"/>
                  <a:pt x="7191954" y="577393"/>
                </a:cubicBezTo>
                <a:cubicBezTo>
                  <a:pt x="7190692" y="565980"/>
                  <a:pt x="7180416" y="557748"/>
                  <a:pt x="7169003" y="558992"/>
                </a:cubicBezTo>
                <a:cubicBezTo>
                  <a:pt x="7157588" y="560255"/>
                  <a:pt x="7149339" y="570531"/>
                  <a:pt x="7150602" y="581962"/>
                </a:cubicBezTo>
                <a:cubicBezTo>
                  <a:pt x="7151775" y="592595"/>
                  <a:pt x="7160789" y="600488"/>
                  <a:pt x="7171261" y="600488"/>
                </a:cubicBezTo>
                <a:cubicBezTo>
                  <a:pt x="7172025" y="600488"/>
                  <a:pt x="7172790" y="600434"/>
                  <a:pt x="7173554" y="600346"/>
                </a:cubicBezTo>
                <a:close/>
                <a:moveTo>
                  <a:pt x="5948303" y="1050543"/>
                </a:moveTo>
                <a:cubicBezTo>
                  <a:pt x="5958793" y="1045868"/>
                  <a:pt x="5963522" y="1033583"/>
                  <a:pt x="5958863" y="1023093"/>
                </a:cubicBezTo>
                <a:cubicBezTo>
                  <a:pt x="5956526" y="1017839"/>
                  <a:pt x="5952281" y="1014030"/>
                  <a:pt x="5947309" y="1012119"/>
                </a:cubicBezTo>
                <a:cubicBezTo>
                  <a:pt x="5942338" y="1010208"/>
                  <a:pt x="5936641" y="1010194"/>
                  <a:pt x="5931396" y="1012532"/>
                </a:cubicBezTo>
                <a:cubicBezTo>
                  <a:pt x="5920905" y="1017207"/>
                  <a:pt x="5916176" y="1029493"/>
                  <a:pt x="5920852" y="1040001"/>
                </a:cubicBezTo>
                <a:cubicBezTo>
                  <a:pt x="5924284" y="1047753"/>
                  <a:pt x="5931894" y="1052339"/>
                  <a:pt x="5939858" y="1052339"/>
                </a:cubicBezTo>
                <a:cubicBezTo>
                  <a:pt x="5942685" y="1052339"/>
                  <a:pt x="5945564" y="1051770"/>
                  <a:pt x="5948303" y="1050543"/>
                </a:cubicBezTo>
                <a:close/>
                <a:moveTo>
                  <a:pt x="3198034" y="2059745"/>
                </a:moveTo>
                <a:cubicBezTo>
                  <a:pt x="3207173" y="2057576"/>
                  <a:pt x="3212826" y="2048420"/>
                  <a:pt x="3210676" y="2039281"/>
                </a:cubicBezTo>
                <a:cubicBezTo>
                  <a:pt x="3208506" y="2030143"/>
                  <a:pt x="3199351" y="2024471"/>
                  <a:pt x="3190211" y="2026640"/>
                </a:cubicBezTo>
                <a:cubicBezTo>
                  <a:pt x="3181074" y="2028791"/>
                  <a:pt x="3175403" y="2037965"/>
                  <a:pt x="3177572" y="2047104"/>
                </a:cubicBezTo>
                <a:cubicBezTo>
                  <a:pt x="3179419" y="2054926"/>
                  <a:pt x="3186389" y="2060208"/>
                  <a:pt x="3194105" y="2060207"/>
                </a:cubicBezTo>
                <a:cubicBezTo>
                  <a:pt x="3195403" y="2060207"/>
                  <a:pt x="3196718" y="2060046"/>
                  <a:pt x="3198034" y="2059745"/>
                </a:cubicBezTo>
                <a:close/>
                <a:moveTo>
                  <a:pt x="5280549" y="1297208"/>
                </a:moveTo>
                <a:cubicBezTo>
                  <a:pt x="5291662" y="1294292"/>
                  <a:pt x="5298294" y="1282931"/>
                  <a:pt x="5295393" y="1271820"/>
                </a:cubicBezTo>
                <a:cubicBezTo>
                  <a:pt x="5292479" y="1260708"/>
                  <a:pt x="5281100" y="1254058"/>
                  <a:pt x="5269988" y="1256974"/>
                </a:cubicBezTo>
                <a:cubicBezTo>
                  <a:pt x="5258875" y="1259890"/>
                  <a:pt x="5252227" y="1271250"/>
                  <a:pt x="5255141" y="1282363"/>
                </a:cubicBezTo>
                <a:cubicBezTo>
                  <a:pt x="5257596" y="1291714"/>
                  <a:pt x="5266024" y="1297901"/>
                  <a:pt x="5275253" y="1297901"/>
                </a:cubicBezTo>
                <a:cubicBezTo>
                  <a:pt x="5276993" y="1297901"/>
                  <a:pt x="5278772" y="1297670"/>
                  <a:pt x="5280549" y="1297208"/>
                </a:cubicBezTo>
                <a:close/>
                <a:moveTo>
                  <a:pt x="3807352" y="1837757"/>
                </a:moveTo>
                <a:cubicBezTo>
                  <a:pt x="3816935" y="1835215"/>
                  <a:pt x="3822642" y="1825383"/>
                  <a:pt x="3820099" y="1815800"/>
                </a:cubicBezTo>
                <a:cubicBezTo>
                  <a:pt x="3817559" y="1806217"/>
                  <a:pt x="3807708" y="1800510"/>
                  <a:pt x="3798125" y="1803053"/>
                </a:cubicBezTo>
                <a:cubicBezTo>
                  <a:pt x="3788543" y="1805595"/>
                  <a:pt x="3782855" y="1815445"/>
                  <a:pt x="3785396" y="1825028"/>
                </a:cubicBezTo>
                <a:cubicBezTo>
                  <a:pt x="3787531" y="1833064"/>
                  <a:pt x="3794801" y="1838379"/>
                  <a:pt x="3802730" y="1838380"/>
                </a:cubicBezTo>
                <a:cubicBezTo>
                  <a:pt x="3804260" y="1838379"/>
                  <a:pt x="3805805" y="1838166"/>
                  <a:pt x="3807352" y="1837757"/>
                </a:cubicBezTo>
                <a:close/>
                <a:moveTo>
                  <a:pt x="4325965" y="1647701"/>
                </a:moveTo>
                <a:cubicBezTo>
                  <a:pt x="4336152" y="1645407"/>
                  <a:pt x="4342552" y="1635309"/>
                  <a:pt x="4340277" y="1625121"/>
                </a:cubicBezTo>
                <a:cubicBezTo>
                  <a:pt x="4338001" y="1614935"/>
                  <a:pt x="4327901" y="1608516"/>
                  <a:pt x="4317714" y="1610792"/>
                </a:cubicBezTo>
                <a:cubicBezTo>
                  <a:pt x="4307529" y="1613067"/>
                  <a:pt x="4301111" y="1623166"/>
                  <a:pt x="4303387" y="1633371"/>
                </a:cubicBezTo>
                <a:cubicBezTo>
                  <a:pt x="4305340" y="1642171"/>
                  <a:pt x="4313147" y="1648146"/>
                  <a:pt x="4321822" y="1648145"/>
                </a:cubicBezTo>
                <a:cubicBezTo>
                  <a:pt x="4323175" y="1648145"/>
                  <a:pt x="4324559" y="1648002"/>
                  <a:pt x="4325965" y="1647701"/>
                </a:cubicBezTo>
                <a:close/>
                <a:moveTo>
                  <a:pt x="4752871" y="1492545"/>
                </a:moveTo>
                <a:cubicBezTo>
                  <a:pt x="4763699" y="1490749"/>
                  <a:pt x="4771005" y="1480526"/>
                  <a:pt x="4769229" y="1469717"/>
                </a:cubicBezTo>
                <a:cubicBezTo>
                  <a:pt x="4767432" y="1458889"/>
                  <a:pt x="4757208" y="1451582"/>
                  <a:pt x="4746382" y="1453378"/>
                </a:cubicBezTo>
                <a:cubicBezTo>
                  <a:pt x="4735572" y="1455156"/>
                  <a:pt x="4728250" y="1465397"/>
                  <a:pt x="4730043" y="1476206"/>
                </a:cubicBezTo>
                <a:cubicBezTo>
                  <a:pt x="4731662" y="1485931"/>
                  <a:pt x="4740070" y="1492811"/>
                  <a:pt x="4749601" y="1492811"/>
                </a:cubicBezTo>
                <a:cubicBezTo>
                  <a:pt x="4750686" y="1492812"/>
                  <a:pt x="4751784" y="1492723"/>
                  <a:pt x="4752871" y="1492545"/>
                </a:cubicBezTo>
                <a:close/>
                <a:moveTo>
                  <a:pt x="1577486" y="2657721"/>
                </a:moveTo>
                <a:cubicBezTo>
                  <a:pt x="1582393" y="2657720"/>
                  <a:pt x="1586909" y="2654502"/>
                  <a:pt x="1588348" y="2649559"/>
                </a:cubicBezTo>
                <a:cubicBezTo>
                  <a:pt x="1590091" y="2643569"/>
                  <a:pt x="1586659" y="2637274"/>
                  <a:pt x="1580651" y="2635532"/>
                </a:cubicBezTo>
                <a:cubicBezTo>
                  <a:pt x="1574659" y="2633772"/>
                  <a:pt x="1568365" y="2637203"/>
                  <a:pt x="1566623" y="2643212"/>
                </a:cubicBezTo>
                <a:cubicBezTo>
                  <a:pt x="1564863" y="2649223"/>
                  <a:pt x="1568312" y="2655498"/>
                  <a:pt x="1574303" y="2657258"/>
                </a:cubicBezTo>
                <a:cubicBezTo>
                  <a:pt x="1575370" y="2657560"/>
                  <a:pt x="1576436" y="2657721"/>
                  <a:pt x="1577486" y="2657721"/>
                </a:cubicBezTo>
                <a:close/>
                <a:moveTo>
                  <a:pt x="2232782" y="2420016"/>
                </a:moveTo>
                <a:cubicBezTo>
                  <a:pt x="2240444" y="2420016"/>
                  <a:pt x="2246755" y="2413900"/>
                  <a:pt x="2246951" y="2406202"/>
                </a:cubicBezTo>
                <a:cubicBezTo>
                  <a:pt x="2247129" y="2398379"/>
                  <a:pt x="2240960" y="2391890"/>
                  <a:pt x="2233137" y="2391695"/>
                </a:cubicBezTo>
                <a:cubicBezTo>
                  <a:pt x="2225315" y="2391499"/>
                  <a:pt x="2218806" y="2397686"/>
                  <a:pt x="2218629" y="2405509"/>
                </a:cubicBezTo>
                <a:cubicBezTo>
                  <a:pt x="2218434" y="2413313"/>
                  <a:pt x="2224603" y="2419820"/>
                  <a:pt x="2232425" y="2420016"/>
                </a:cubicBezTo>
                <a:close/>
                <a:moveTo>
                  <a:pt x="5855320" y="1091310"/>
                </a:moveTo>
                <a:cubicBezTo>
                  <a:pt x="5865862" y="1086758"/>
                  <a:pt x="5870716" y="1074527"/>
                  <a:pt x="5866164" y="1063984"/>
                </a:cubicBezTo>
                <a:cubicBezTo>
                  <a:pt x="5863898" y="1058704"/>
                  <a:pt x="5859702" y="1054850"/>
                  <a:pt x="5854755" y="1052886"/>
                </a:cubicBezTo>
                <a:cubicBezTo>
                  <a:pt x="5849808" y="1050921"/>
                  <a:pt x="5844110" y="1050845"/>
                  <a:pt x="5838838" y="1053121"/>
                </a:cubicBezTo>
                <a:cubicBezTo>
                  <a:pt x="5828278" y="1057654"/>
                  <a:pt x="5823424" y="1069905"/>
                  <a:pt x="5827958" y="1080447"/>
                </a:cubicBezTo>
                <a:cubicBezTo>
                  <a:pt x="5831354" y="1088323"/>
                  <a:pt x="5839033" y="1093017"/>
                  <a:pt x="5847088" y="1093017"/>
                </a:cubicBezTo>
                <a:cubicBezTo>
                  <a:pt x="5849825" y="1093017"/>
                  <a:pt x="5852617" y="1092466"/>
                  <a:pt x="5855320" y="1091310"/>
                </a:cubicBezTo>
                <a:close/>
                <a:moveTo>
                  <a:pt x="5378830" y="1269829"/>
                </a:moveTo>
                <a:cubicBezTo>
                  <a:pt x="5389835" y="1266557"/>
                  <a:pt x="5396092" y="1254965"/>
                  <a:pt x="5392824" y="1243960"/>
                </a:cubicBezTo>
                <a:cubicBezTo>
                  <a:pt x="5389535" y="1232937"/>
                  <a:pt x="5377941" y="1226679"/>
                  <a:pt x="5366938" y="1229968"/>
                </a:cubicBezTo>
                <a:cubicBezTo>
                  <a:pt x="5355930" y="1233257"/>
                  <a:pt x="5349656" y="1244831"/>
                  <a:pt x="5352945" y="1255854"/>
                </a:cubicBezTo>
                <a:cubicBezTo>
                  <a:pt x="5355648" y="1264868"/>
                  <a:pt x="5363914" y="1270717"/>
                  <a:pt x="5372874" y="1270718"/>
                </a:cubicBezTo>
                <a:cubicBezTo>
                  <a:pt x="5374830" y="1270718"/>
                  <a:pt x="5376839" y="1270432"/>
                  <a:pt x="5378830" y="1269829"/>
                </a:cubicBezTo>
                <a:close/>
                <a:moveTo>
                  <a:pt x="3903572" y="1812494"/>
                </a:moveTo>
                <a:cubicBezTo>
                  <a:pt x="3913173" y="1810005"/>
                  <a:pt x="3918931" y="1800208"/>
                  <a:pt x="3916444" y="1790608"/>
                </a:cubicBezTo>
                <a:cubicBezTo>
                  <a:pt x="3913972" y="1781007"/>
                  <a:pt x="3904159" y="1775247"/>
                  <a:pt x="3894559" y="1777736"/>
                </a:cubicBezTo>
                <a:cubicBezTo>
                  <a:pt x="3884958" y="1780225"/>
                  <a:pt x="3879197" y="1790021"/>
                  <a:pt x="3881686" y="1799622"/>
                </a:cubicBezTo>
                <a:cubicBezTo>
                  <a:pt x="3883785" y="1807711"/>
                  <a:pt x="3891075" y="1813080"/>
                  <a:pt x="3899057" y="1813080"/>
                </a:cubicBezTo>
                <a:cubicBezTo>
                  <a:pt x="3900549" y="1813080"/>
                  <a:pt x="3902062" y="1812884"/>
                  <a:pt x="3903572" y="1812494"/>
                </a:cubicBezTo>
                <a:close/>
                <a:moveTo>
                  <a:pt x="5761731" y="1130904"/>
                </a:moveTo>
                <a:cubicBezTo>
                  <a:pt x="5772345" y="1126495"/>
                  <a:pt x="5777394" y="1114334"/>
                  <a:pt x="5772985" y="1103720"/>
                </a:cubicBezTo>
                <a:cubicBezTo>
                  <a:pt x="5770790" y="1098413"/>
                  <a:pt x="5766647" y="1094497"/>
                  <a:pt x="5761729" y="1092459"/>
                </a:cubicBezTo>
                <a:cubicBezTo>
                  <a:pt x="5756811" y="1090422"/>
                  <a:pt x="5751117" y="1090262"/>
                  <a:pt x="5745819" y="1092467"/>
                </a:cubicBezTo>
                <a:cubicBezTo>
                  <a:pt x="5735206" y="1096857"/>
                  <a:pt x="5730156" y="1109018"/>
                  <a:pt x="5734548" y="1119632"/>
                </a:cubicBezTo>
                <a:cubicBezTo>
                  <a:pt x="5737872" y="1127650"/>
                  <a:pt x="5745606" y="1132486"/>
                  <a:pt x="5753784" y="1132486"/>
                </a:cubicBezTo>
                <a:cubicBezTo>
                  <a:pt x="5756432" y="1132486"/>
                  <a:pt x="5759136" y="1131970"/>
                  <a:pt x="5761731" y="1130904"/>
                </a:cubicBezTo>
                <a:close/>
                <a:moveTo>
                  <a:pt x="3294396" y="2036063"/>
                </a:moveTo>
                <a:cubicBezTo>
                  <a:pt x="3303499" y="2033751"/>
                  <a:pt x="3308992" y="2024507"/>
                  <a:pt x="3306682" y="2015404"/>
                </a:cubicBezTo>
                <a:cubicBezTo>
                  <a:pt x="3304369" y="2006284"/>
                  <a:pt x="3295108" y="2000790"/>
                  <a:pt x="3286004" y="2003101"/>
                </a:cubicBezTo>
                <a:cubicBezTo>
                  <a:pt x="3276902" y="2005413"/>
                  <a:pt x="3271407" y="2014675"/>
                  <a:pt x="3273720" y="2023778"/>
                </a:cubicBezTo>
                <a:cubicBezTo>
                  <a:pt x="3275676" y="2031476"/>
                  <a:pt x="3282590" y="2036596"/>
                  <a:pt x="3290181" y="2036596"/>
                </a:cubicBezTo>
                <a:cubicBezTo>
                  <a:pt x="3291569" y="2036596"/>
                  <a:pt x="3292992" y="2036437"/>
                  <a:pt x="3294396" y="2036063"/>
                </a:cubicBezTo>
                <a:close/>
                <a:moveTo>
                  <a:pt x="481894" y="3068555"/>
                </a:moveTo>
                <a:cubicBezTo>
                  <a:pt x="482890" y="3068555"/>
                  <a:pt x="483903" y="3068146"/>
                  <a:pt x="484632" y="3067346"/>
                </a:cubicBezTo>
                <a:cubicBezTo>
                  <a:pt x="486037" y="3065836"/>
                  <a:pt x="485930" y="3063470"/>
                  <a:pt x="484418" y="3062066"/>
                </a:cubicBezTo>
                <a:cubicBezTo>
                  <a:pt x="482908" y="3060680"/>
                  <a:pt x="480543" y="3060769"/>
                  <a:pt x="479138" y="3062298"/>
                </a:cubicBezTo>
                <a:cubicBezTo>
                  <a:pt x="477752" y="3063808"/>
                  <a:pt x="477841" y="3066173"/>
                  <a:pt x="479352" y="3067560"/>
                </a:cubicBezTo>
                <a:cubicBezTo>
                  <a:pt x="480080" y="3068217"/>
                  <a:pt x="480987" y="3068556"/>
                  <a:pt x="481894" y="3068555"/>
                </a:cubicBezTo>
                <a:close/>
                <a:moveTo>
                  <a:pt x="2011505" y="2509249"/>
                </a:moveTo>
                <a:cubicBezTo>
                  <a:pt x="2018226" y="2509250"/>
                  <a:pt x="2023986" y="2504129"/>
                  <a:pt x="2024644" y="2497302"/>
                </a:cubicBezTo>
                <a:cubicBezTo>
                  <a:pt x="2025337" y="2490030"/>
                  <a:pt x="2020021" y="2483576"/>
                  <a:pt x="2012749" y="2482882"/>
                </a:cubicBezTo>
                <a:cubicBezTo>
                  <a:pt x="2005477" y="2482172"/>
                  <a:pt x="1999024" y="2487506"/>
                  <a:pt x="1998330" y="2494759"/>
                </a:cubicBezTo>
                <a:cubicBezTo>
                  <a:pt x="1997620" y="2502031"/>
                  <a:pt x="2002954" y="2508485"/>
                  <a:pt x="2010207" y="2509195"/>
                </a:cubicBezTo>
                <a:cubicBezTo>
                  <a:pt x="2010651" y="2509231"/>
                  <a:pt x="2011078" y="2509250"/>
                  <a:pt x="2011505" y="2509249"/>
                </a:cubicBezTo>
                <a:close/>
                <a:moveTo>
                  <a:pt x="1792503" y="2589645"/>
                </a:moveTo>
                <a:cubicBezTo>
                  <a:pt x="1798299" y="2589645"/>
                  <a:pt x="1803473" y="2585503"/>
                  <a:pt x="1804557" y="2579582"/>
                </a:cubicBezTo>
                <a:cubicBezTo>
                  <a:pt x="1805785" y="2572915"/>
                  <a:pt x="1801375" y="2566532"/>
                  <a:pt x="1794708" y="2565306"/>
                </a:cubicBezTo>
                <a:cubicBezTo>
                  <a:pt x="1788041" y="2564079"/>
                  <a:pt x="1781641" y="2568488"/>
                  <a:pt x="1780432" y="2575155"/>
                </a:cubicBezTo>
                <a:cubicBezTo>
                  <a:pt x="1779204" y="2581804"/>
                  <a:pt x="1783614" y="2588205"/>
                  <a:pt x="1790280" y="2589432"/>
                </a:cubicBezTo>
                <a:cubicBezTo>
                  <a:pt x="1791028" y="2589573"/>
                  <a:pt x="1791774" y="2589645"/>
                  <a:pt x="1792503" y="2589645"/>
                </a:cubicBezTo>
                <a:close/>
                <a:moveTo>
                  <a:pt x="5476080" y="1238964"/>
                </a:moveTo>
                <a:cubicBezTo>
                  <a:pt x="5486980" y="1235302"/>
                  <a:pt x="5492847" y="1223514"/>
                  <a:pt x="5489182" y="1212616"/>
                </a:cubicBezTo>
                <a:cubicBezTo>
                  <a:pt x="5485539" y="1201735"/>
                  <a:pt x="5473735" y="1195868"/>
                  <a:pt x="5462853" y="1199512"/>
                </a:cubicBezTo>
                <a:cubicBezTo>
                  <a:pt x="5451955" y="1203175"/>
                  <a:pt x="5446088" y="1214962"/>
                  <a:pt x="5449750" y="1225861"/>
                </a:cubicBezTo>
                <a:cubicBezTo>
                  <a:pt x="5452666" y="1234555"/>
                  <a:pt x="5460773" y="1240049"/>
                  <a:pt x="5469467" y="1240049"/>
                </a:cubicBezTo>
                <a:cubicBezTo>
                  <a:pt x="5471655" y="1240049"/>
                  <a:pt x="5473894" y="1239693"/>
                  <a:pt x="5476080" y="1238964"/>
                </a:cubicBezTo>
                <a:close/>
                <a:moveTo>
                  <a:pt x="1253642" y="2788075"/>
                </a:moveTo>
                <a:cubicBezTo>
                  <a:pt x="1257110" y="2788075"/>
                  <a:pt x="1260434" y="2786173"/>
                  <a:pt x="1262087" y="2782867"/>
                </a:cubicBezTo>
                <a:cubicBezTo>
                  <a:pt x="1264417" y="2778208"/>
                  <a:pt x="1262514" y="2772555"/>
                  <a:pt x="1257856" y="2770225"/>
                </a:cubicBezTo>
                <a:cubicBezTo>
                  <a:pt x="1253216" y="2767896"/>
                  <a:pt x="1247544" y="2769798"/>
                  <a:pt x="1245232" y="2774456"/>
                </a:cubicBezTo>
                <a:cubicBezTo>
                  <a:pt x="1242904" y="2779097"/>
                  <a:pt x="1244787" y="2784750"/>
                  <a:pt x="1249446" y="2787080"/>
                </a:cubicBezTo>
                <a:cubicBezTo>
                  <a:pt x="1250799" y="2787755"/>
                  <a:pt x="1252238" y="2788075"/>
                  <a:pt x="1253642" y="2788075"/>
                </a:cubicBezTo>
                <a:close/>
                <a:moveTo>
                  <a:pt x="5667398" y="1168968"/>
                </a:moveTo>
                <a:cubicBezTo>
                  <a:pt x="5678101" y="1164773"/>
                  <a:pt x="5683364" y="1152701"/>
                  <a:pt x="5679167" y="1142016"/>
                </a:cubicBezTo>
                <a:cubicBezTo>
                  <a:pt x="5674955" y="1131313"/>
                  <a:pt x="5662885" y="1126050"/>
                  <a:pt x="5652197" y="1130264"/>
                </a:cubicBezTo>
                <a:cubicBezTo>
                  <a:pt x="5641494" y="1134460"/>
                  <a:pt x="5636233" y="1146532"/>
                  <a:pt x="5640446" y="1157217"/>
                </a:cubicBezTo>
                <a:cubicBezTo>
                  <a:pt x="5643663" y="1165413"/>
                  <a:pt x="5651506" y="1170426"/>
                  <a:pt x="5659806" y="1170426"/>
                </a:cubicBezTo>
                <a:cubicBezTo>
                  <a:pt x="5662331" y="1170426"/>
                  <a:pt x="5664909" y="1169964"/>
                  <a:pt x="5667398" y="1168968"/>
                </a:cubicBezTo>
                <a:close/>
                <a:moveTo>
                  <a:pt x="5572212" y="1205148"/>
                </a:moveTo>
                <a:cubicBezTo>
                  <a:pt x="5583006" y="1201201"/>
                  <a:pt x="5588534" y="1189254"/>
                  <a:pt x="5584586" y="1178462"/>
                </a:cubicBezTo>
                <a:cubicBezTo>
                  <a:pt x="5580622" y="1167671"/>
                  <a:pt x="5568672" y="1162141"/>
                  <a:pt x="5557900" y="1166088"/>
                </a:cubicBezTo>
                <a:cubicBezTo>
                  <a:pt x="5547128" y="1170053"/>
                  <a:pt x="5541579" y="1182000"/>
                  <a:pt x="5545546" y="1192775"/>
                </a:cubicBezTo>
                <a:lnTo>
                  <a:pt x="5545525" y="1192775"/>
                </a:lnTo>
                <a:cubicBezTo>
                  <a:pt x="5548618" y="1201201"/>
                  <a:pt x="5556587" y="1206428"/>
                  <a:pt x="5565067" y="1206428"/>
                </a:cubicBezTo>
                <a:cubicBezTo>
                  <a:pt x="5567430" y="1206428"/>
                  <a:pt x="5569864" y="1206020"/>
                  <a:pt x="5572212" y="1205148"/>
                </a:cubicBezTo>
                <a:close/>
                <a:moveTo>
                  <a:pt x="4423569" y="1626757"/>
                </a:moveTo>
                <a:cubicBezTo>
                  <a:pt x="4433792" y="1624677"/>
                  <a:pt x="4440388" y="1614685"/>
                  <a:pt x="4438293" y="1604463"/>
                </a:cubicBezTo>
                <a:cubicBezTo>
                  <a:pt x="4436193" y="1594222"/>
                  <a:pt x="4426220" y="1587626"/>
                  <a:pt x="4415979" y="1589724"/>
                </a:cubicBezTo>
                <a:cubicBezTo>
                  <a:pt x="4405757" y="1591821"/>
                  <a:pt x="4399160" y="1601795"/>
                  <a:pt x="4401257" y="1612036"/>
                </a:cubicBezTo>
                <a:cubicBezTo>
                  <a:pt x="4403087" y="1620979"/>
                  <a:pt x="4410962" y="1627148"/>
                  <a:pt x="4419747" y="1627148"/>
                </a:cubicBezTo>
                <a:cubicBezTo>
                  <a:pt x="4421008" y="1627148"/>
                  <a:pt x="4422290" y="1627024"/>
                  <a:pt x="4423569" y="1626757"/>
                </a:cubicBezTo>
                <a:close/>
                <a:moveTo>
                  <a:pt x="2876733" y="2196785"/>
                </a:moveTo>
                <a:cubicBezTo>
                  <a:pt x="2885464" y="2195256"/>
                  <a:pt x="2891312" y="2186917"/>
                  <a:pt x="2889766" y="2178187"/>
                </a:cubicBezTo>
                <a:cubicBezTo>
                  <a:pt x="2888219" y="2169458"/>
                  <a:pt x="2879898" y="2163609"/>
                  <a:pt x="2871151" y="2165156"/>
                </a:cubicBezTo>
                <a:cubicBezTo>
                  <a:pt x="2862404" y="2166685"/>
                  <a:pt x="2856572" y="2175023"/>
                  <a:pt x="2858119" y="2183753"/>
                </a:cubicBezTo>
                <a:lnTo>
                  <a:pt x="2858137" y="2183753"/>
                </a:lnTo>
                <a:cubicBezTo>
                  <a:pt x="2859505" y="2191540"/>
                  <a:pt x="2866279" y="2197034"/>
                  <a:pt x="2873924" y="2197034"/>
                </a:cubicBezTo>
                <a:cubicBezTo>
                  <a:pt x="2874849" y="2197034"/>
                  <a:pt x="2875791" y="2196945"/>
                  <a:pt x="2876733" y="2196785"/>
                </a:cubicBezTo>
                <a:close/>
                <a:moveTo>
                  <a:pt x="3390314" y="2011031"/>
                </a:moveTo>
                <a:cubicBezTo>
                  <a:pt x="3399398" y="2008595"/>
                  <a:pt x="3404785" y="1999279"/>
                  <a:pt x="3402368" y="1990211"/>
                </a:cubicBezTo>
                <a:cubicBezTo>
                  <a:pt x="3399931" y="1981126"/>
                  <a:pt x="3390615" y="1975739"/>
                  <a:pt x="3381531" y="1978157"/>
                </a:cubicBezTo>
                <a:cubicBezTo>
                  <a:pt x="3372465" y="1980575"/>
                  <a:pt x="3367076" y="1989909"/>
                  <a:pt x="3369494" y="1998977"/>
                </a:cubicBezTo>
                <a:cubicBezTo>
                  <a:pt x="3371520" y="2006586"/>
                  <a:pt x="3378401" y="2011599"/>
                  <a:pt x="3385921" y="2011599"/>
                </a:cubicBezTo>
                <a:cubicBezTo>
                  <a:pt x="3387380" y="2011599"/>
                  <a:pt x="3388855" y="2011422"/>
                  <a:pt x="3390314" y="2011031"/>
                </a:cubicBezTo>
                <a:close/>
                <a:moveTo>
                  <a:pt x="3999933" y="1787958"/>
                </a:moveTo>
                <a:cubicBezTo>
                  <a:pt x="4009569" y="1785559"/>
                  <a:pt x="4015419" y="1775815"/>
                  <a:pt x="4013020" y="1766197"/>
                </a:cubicBezTo>
                <a:cubicBezTo>
                  <a:pt x="4010619" y="1756561"/>
                  <a:pt x="4000857" y="1750711"/>
                  <a:pt x="3991240" y="1753112"/>
                </a:cubicBezTo>
                <a:cubicBezTo>
                  <a:pt x="3981623" y="1755512"/>
                  <a:pt x="3975774" y="1765273"/>
                  <a:pt x="3978173" y="1774891"/>
                </a:cubicBezTo>
                <a:cubicBezTo>
                  <a:pt x="3980198" y="1783051"/>
                  <a:pt x="3987521" y="1788492"/>
                  <a:pt x="3995577" y="1788491"/>
                </a:cubicBezTo>
                <a:cubicBezTo>
                  <a:pt x="3997019" y="1788492"/>
                  <a:pt x="3998475" y="1788332"/>
                  <a:pt x="3999933" y="1787958"/>
                </a:cubicBezTo>
                <a:close/>
                <a:moveTo>
                  <a:pt x="2554295" y="2318588"/>
                </a:moveTo>
                <a:cubicBezTo>
                  <a:pt x="2562598" y="2317913"/>
                  <a:pt x="2568803" y="2310622"/>
                  <a:pt x="2568127" y="2302302"/>
                </a:cubicBezTo>
                <a:cubicBezTo>
                  <a:pt x="2567452" y="2293982"/>
                  <a:pt x="2560163" y="2287777"/>
                  <a:pt x="2551841" y="2288470"/>
                </a:cubicBezTo>
                <a:cubicBezTo>
                  <a:pt x="2543522" y="2289128"/>
                  <a:pt x="2537317" y="2296435"/>
                  <a:pt x="2537991" y="2304756"/>
                </a:cubicBezTo>
                <a:cubicBezTo>
                  <a:pt x="2538632" y="2312650"/>
                  <a:pt x="2545246" y="2318641"/>
                  <a:pt x="2553051" y="2318641"/>
                </a:cubicBezTo>
                <a:cubicBezTo>
                  <a:pt x="2553460" y="2318641"/>
                  <a:pt x="2553869" y="2318623"/>
                  <a:pt x="2554295" y="2318588"/>
                </a:cubicBezTo>
                <a:close/>
                <a:moveTo>
                  <a:pt x="4852148" y="1476650"/>
                </a:moveTo>
                <a:cubicBezTo>
                  <a:pt x="4862978" y="1474961"/>
                  <a:pt x="4870388" y="1464828"/>
                  <a:pt x="4868719" y="1453982"/>
                </a:cubicBezTo>
                <a:cubicBezTo>
                  <a:pt x="4867030" y="1443155"/>
                  <a:pt x="4856877" y="1435742"/>
                  <a:pt x="4846034" y="1437431"/>
                </a:cubicBezTo>
                <a:cubicBezTo>
                  <a:pt x="4835204" y="1439119"/>
                  <a:pt x="4827792" y="1449271"/>
                  <a:pt x="4829479" y="1460099"/>
                </a:cubicBezTo>
                <a:cubicBezTo>
                  <a:pt x="4831010" y="1469895"/>
                  <a:pt x="4839453" y="1476900"/>
                  <a:pt x="4849072" y="1476899"/>
                </a:cubicBezTo>
                <a:cubicBezTo>
                  <a:pt x="4850087" y="1476900"/>
                  <a:pt x="4851117" y="1476811"/>
                  <a:pt x="4852148" y="1476650"/>
                </a:cubicBezTo>
                <a:close/>
                <a:moveTo>
                  <a:pt x="8152673" y="266529"/>
                </a:moveTo>
                <a:cubicBezTo>
                  <a:pt x="8161812" y="266529"/>
                  <a:pt x="8170595" y="261409"/>
                  <a:pt x="8174845" y="252627"/>
                </a:cubicBezTo>
                <a:cubicBezTo>
                  <a:pt x="8180746" y="240394"/>
                  <a:pt x="8175608" y="225692"/>
                  <a:pt x="8163376" y="219789"/>
                </a:cubicBezTo>
                <a:cubicBezTo>
                  <a:pt x="8157261" y="216829"/>
                  <a:pt x="8150527" y="216633"/>
                  <a:pt x="8144586" y="218706"/>
                </a:cubicBezTo>
                <a:cubicBezTo>
                  <a:pt x="8138642" y="220780"/>
                  <a:pt x="8133491" y="225123"/>
                  <a:pt x="8130540" y="231238"/>
                </a:cubicBezTo>
                <a:cubicBezTo>
                  <a:pt x="8124637" y="243470"/>
                  <a:pt x="8129757" y="258173"/>
                  <a:pt x="8142006" y="264076"/>
                </a:cubicBezTo>
                <a:cubicBezTo>
                  <a:pt x="8145455" y="265729"/>
                  <a:pt x="8149101" y="266529"/>
                  <a:pt x="8152673" y="266529"/>
                </a:cubicBezTo>
                <a:close/>
                <a:moveTo>
                  <a:pt x="848266" y="2947196"/>
                </a:moveTo>
                <a:cubicBezTo>
                  <a:pt x="850238" y="2947196"/>
                  <a:pt x="852195" y="2946307"/>
                  <a:pt x="853492" y="2944600"/>
                </a:cubicBezTo>
                <a:cubicBezTo>
                  <a:pt x="855697" y="2941720"/>
                  <a:pt x="855145" y="2937596"/>
                  <a:pt x="852248" y="2935391"/>
                </a:cubicBezTo>
                <a:cubicBezTo>
                  <a:pt x="849350" y="2933187"/>
                  <a:pt x="845226" y="2933737"/>
                  <a:pt x="843039" y="2936635"/>
                </a:cubicBezTo>
                <a:cubicBezTo>
                  <a:pt x="840834" y="2939516"/>
                  <a:pt x="841386" y="2943640"/>
                  <a:pt x="844283" y="2945845"/>
                </a:cubicBezTo>
                <a:cubicBezTo>
                  <a:pt x="845474" y="2946752"/>
                  <a:pt x="846861" y="2947196"/>
                  <a:pt x="848266" y="2947196"/>
                </a:cubicBezTo>
                <a:close/>
                <a:moveTo>
                  <a:pt x="7273045" y="593021"/>
                </a:moveTo>
                <a:cubicBezTo>
                  <a:pt x="7284530" y="592612"/>
                  <a:pt x="7293508" y="582976"/>
                  <a:pt x="7293099" y="571491"/>
                </a:cubicBezTo>
                <a:cubicBezTo>
                  <a:pt x="7292690" y="560024"/>
                  <a:pt x="7283036" y="551045"/>
                  <a:pt x="7271569" y="551454"/>
                </a:cubicBezTo>
                <a:cubicBezTo>
                  <a:pt x="7260101" y="551863"/>
                  <a:pt x="7251123" y="561499"/>
                  <a:pt x="7251532" y="572984"/>
                </a:cubicBezTo>
                <a:lnTo>
                  <a:pt x="7251514" y="572984"/>
                </a:lnTo>
                <a:cubicBezTo>
                  <a:pt x="7251923" y="584220"/>
                  <a:pt x="7261151" y="593039"/>
                  <a:pt x="7272298" y="593038"/>
                </a:cubicBezTo>
                <a:cubicBezTo>
                  <a:pt x="7272546" y="593039"/>
                  <a:pt x="7272796" y="593039"/>
                  <a:pt x="7273045" y="593021"/>
                </a:cubicBezTo>
                <a:close/>
                <a:moveTo>
                  <a:pt x="6645875" y="824930"/>
                </a:moveTo>
                <a:lnTo>
                  <a:pt x="6645876" y="824929"/>
                </a:lnTo>
                <a:lnTo>
                  <a:pt x="6645859" y="824929"/>
                </a:lnTo>
                <a:close/>
                <a:moveTo>
                  <a:pt x="3485929" y="1985055"/>
                </a:moveTo>
                <a:cubicBezTo>
                  <a:pt x="3494977" y="1982567"/>
                  <a:pt x="3500294" y="1973197"/>
                  <a:pt x="3497804" y="1964148"/>
                </a:cubicBezTo>
                <a:cubicBezTo>
                  <a:pt x="3495316" y="1955080"/>
                  <a:pt x="3485947" y="1949764"/>
                  <a:pt x="3476896" y="1952253"/>
                </a:cubicBezTo>
                <a:cubicBezTo>
                  <a:pt x="3467846" y="1954743"/>
                  <a:pt x="3462513" y="1964112"/>
                  <a:pt x="3465003" y="1973178"/>
                </a:cubicBezTo>
                <a:cubicBezTo>
                  <a:pt x="3467082" y="1980717"/>
                  <a:pt x="3473945" y="1985660"/>
                  <a:pt x="3481394" y="1985659"/>
                </a:cubicBezTo>
                <a:cubicBezTo>
                  <a:pt x="3482906" y="1985660"/>
                  <a:pt x="3484418" y="1985464"/>
                  <a:pt x="3485929" y="1985055"/>
                </a:cubicBezTo>
                <a:close/>
                <a:moveTo>
                  <a:pt x="4521442" y="1607894"/>
                </a:moveTo>
                <a:cubicBezTo>
                  <a:pt x="4531721" y="1606062"/>
                  <a:pt x="4538563" y="1596249"/>
                  <a:pt x="4536735" y="1585972"/>
                </a:cubicBezTo>
                <a:cubicBezTo>
                  <a:pt x="4534902" y="1575696"/>
                  <a:pt x="4525090" y="1568851"/>
                  <a:pt x="4514812" y="1570683"/>
                </a:cubicBezTo>
                <a:cubicBezTo>
                  <a:pt x="4504537" y="1572514"/>
                  <a:pt x="4497693" y="1582328"/>
                  <a:pt x="4499521" y="1592603"/>
                </a:cubicBezTo>
                <a:cubicBezTo>
                  <a:pt x="4501140" y="1601760"/>
                  <a:pt x="4509122" y="1608196"/>
                  <a:pt x="4518100" y="1608196"/>
                </a:cubicBezTo>
                <a:cubicBezTo>
                  <a:pt x="4519203" y="1608196"/>
                  <a:pt x="4520322" y="1608107"/>
                  <a:pt x="4521442" y="1607894"/>
                </a:cubicBezTo>
                <a:close/>
                <a:moveTo>
                  <a:pt x="4096526" y="1764420"/>
                </a:moveTo>
                <a:cubicBezTo>
                  <a:pt x="4106163" y="1762126"/>
                  <a:pt x="4112135" y="1752437"/>
                  <a:pt x="4109844" y="1742800"/>
                </a:cubicBezTo>
                <a:cubicBezTo>
                  <a:pt x="4107549" y="1733146"/>
                  <a:pt x="4097877" y="1727172"/>
                  <a:pt x="4088223" y="1729466"/>
                </a:cubicBezTo>
                <a:cubicBezTo>
                  <a:pt x="4078569" y="1731760"/>
                  <a:pt x="4072613" y="1741431"/>
                  <a:pt x="4074907" y="1751085"/>
                </a:cubicBezTo>
                <a:cubicBezTo>
                  <a:pt x="4076861" y="1759353"/>
                  <a:pt x="4084244" y="1764899"/>
                  <a:pt x="4092366" y="1764899"/>
                </a:cubicBezTo>
                <a:cubicBezTo>
                  <a:pt x="4093735" y="1764900"/>
                  <a:pt x="4095121" y="1764739"/>
                  <a:pt x="4096526" y="1764420"/>
                </a:cubicBezTo>
                <a:close/>
                <a:moveTo>
                  <a:pt x="388199" y="3125163"/>
                </a:moveTo>
                <a:cubicBezTo>
                  <a:pt x="388946" y="3125163"/>
                  <a:pt x="389675" y="3124879"/>
                  <a:pt x="390226" y="3124292"/>
                </a:cubicBezTo>
                <a:cubicBezTo>
                  <a:pt x="391275" y="3123172"/>
                  <a:pt x="391239" y="3121412"/>
                  <a:pt x="390120" y="3120345"/>
                </a:cubicBezTo>
                <a:cubicBezTo>
                  <a:pt x="388999" y="3119296"/>
                  <a:pt x="387222" y="3119350"/>
                  <a:pt x="386172" y="3120470"/>
                </a:cubicBezTo>
                <a:cubicBezTo>
                  <a:pt x="385124" y="3121589"/>
                  <a:pt x="385159" y="3123349"/>
                  <a:pt x="386296" y="3124399"/>
                </a:cubicBezTo>
                <a:cubicBezTo>
                  <a:pt x="386830" y="3124914"/>
                  <a:pt x="387506" y="3125163"/>
                  <a:pt x="388199" y="3125163"/>
                </a:cubicBezTo>
                <a:close/>
                <a:moveTo>
                  <a:pt x="2973771" y="2178099"/>
                </a:moveTo>
                <a:cubicBezTo>
                  <a:pt x="2982464" y="2176285"/>
                  <a:pt x="2988030" y="2167787"/>
                  <a:pt x="2986234" y="2159093"/>
                </a:cubicBezTo>
                <a:cubicBezTo>
                  <a:pt x="2984420" y="2150417"/>
                  <a:pt x="2975921" y="2144834"/>
                  <a:pt x="2967228" y="2146648"/>
                </a:cubicBezTo>
                <a:cubicBezTo>
                  <a:pt x="2958551" y="2148462"/>
                  <a:pt x="2952969" y="2156960"/>
                  <a:pt x="2954783" y="2165654"/>
                </a:cubicBezTo>
                <a:cubicBezTo>
                  <a:pt x="2956365" y="2173227"/>
                  <a:pt x="2963050" y="2178437"/>
                  <a:pt x="2970481" y="2178437"/>
                </a:cubicBezTo>
                <a:cubicBezTo>
                  <a:pt x="2971566" y="2178437"/>
                  <a:pt x="2972668" y="2178330"/>
                  <a:pt x="2973771" y="2178099"/>
                </a:cubicBezTo>
                <a:close/>
                <a:moveTo>
                  <a:pt x="3581294" y="1958565"/>
                </a:moveTo>
                <a:cubicBezTo>
                  <a:pt x="3590343" y="1956041"/>
                  <a:pt x="3595643" y="1946670"/>
                  <a:pt x="3593115" y="1937622"/>
                </a:cubicBezTo>
                <a:cubicBezTo>
                  <a:pt x="3590592" y="1928572"/>
                  <a:pt x="3581202" y="1923274"/>
                  <a:pt x="3572156" y="1925798"/>
                </a:cubicBezTo>
                <a:cubicBezTo>
                  <a:pt x="3563104" y="1928323"/>
                  <a:pt x="3557827" y="1937710"/>
                  <a:pt x="3560349" y="1946760"/>
                </a:cubicBezTo>
                <a:cubicBezTo>
                  <a:pt x="3562449" y="1954263"/>
                  <a:pt x="3569274" y="1959205"/>
                  <a:pt x="3576725" y="1959205"/>
                </a:cubicBezTo>
                <a:cubicBezTo>
                  <a:pt x="3578235" y="1959205"/>
                  <a:pt x="3579765" y="1958992"/>
                  <a:pt x="3581294" y="1958565"/>
                </a:cubicBezTo>
                <a:close/>
                <a:moveTo>
                  <a:pt x="2330299" y="2420052"/>
                </a:moveTo>
                <a:cubicBezTo>
                  <a:pt x="2338122" y="2419874"/>
                  <a:pt x="2344308" y="2413385"/>
                  <a:pt x="2344113" y="2405562"/>
                </a:cubicBezTo>
                <a:cubicBezTo>
                  <a:pt x="2343935" y="2397739"/>
                  <a:pt x="2337445" y="2391552"/>
                  <a:pt x="2329623" y="2391748"/>
                </a:cubicBezTo>
                <a:cubicBezTo>
                  <a:pt x="2321818" y="2391925"/>
                  <a:pt x="2315614" y="2398415"/>
                  <a:pt x="2315809" y="2406238"/>
                </a:cubicBezTo>
                <a:cubicBezTo>
                  <a:pt x="2315987" y="2413936"/>
                  <a:pt x="2322281" y="2420070"/>
                  <a:pt x="2329961" y="2420070"/>
                </a:cubicBezTo>
                <a:cubicBezTo>
                  <a:pt x="2330068" y="2420069"/>
                  <a:pt x="2330174" y="2420070"/>
                  <a:pt x="2330299" y="2420052"/>
                </a:cubicBezTo>
                <a:close/>
                <a:moveTo>
                  <a:pt x="7617787" y="481214"/>
                </a:moveTo>
                <a:cubicBezTo>
                  <a:pt x="7621570" y="478196"/>
                  <a:pt x="7624374" y="473902"/>
                  <a:pt x="7625477" y="468800"/>
                </a:cubicBezTo>
                <a:cubicBezTo>
                  <a:pt x="7628001" y="457065"/>
                  <a:pt x="7620533" y="445491"/>
                  <a:pt x="7608800" y="442949"/>
                </a:cubicBezTo>
                <a:cubicBezTo>
                  <a:pt x="7597048" y="440424"/>
                  <a:pt x="7585491" y="447891"/>
                  <a:pt x="7582950" y="459643"/>
                </a:cubicBezTo>
                <a:cubicBezTo>
                  <a:pt x="7580424" y="471378"/>
                  <a:pt x="7587891" y="482952"/>
                  <a:pt x="7599643" y="485476"/>
                </a:cubicBezTo>
                <a:lnTo>
                  <a:pt x="7599626" y="485476"/>
                </a:lnTo>
                <a:cubicBezTo>
                  <a:pt x="7601173" y="485814"/>
                  <a:pt x="7602719" y="485974"/>
                  <a:pt x="7604230" y="485974"/>
                </a:cubicBezTo>
                <a:cubicBezTo>
                  <a:pt x="7609244" y="485974"/>
                  <a:pt x="7614005" y="484231"/>
                  <a:pt x="7617787" y="481214"/>
                </a:cubicBezTo>
                <a:close/>
                <a:moveTo>
                  <a:pt x="4951693" y="1461272"/>
                </a:moveTo>
                <a:cubicBezTo>
                  <a:pt x="4962537" y="1459583"/>
                  <a:pt x="4969953" y="1449448"/>
                  <a:pt x="4968281" y="1438603"/>
                </a:cubicBezTo>
                <a:cubicBezTo>
                  <a:pt x="4966591" y="1427776"/>
                  <a:pt x="4956457" y="1420362"/>
                  <a:pt x="4945612" y="1422033"/>
                </a:cubicBezTo>
                <a:cubicBezTo>
                  <a:pt x="4934784" y="1423722"/>
                  <a:pt x="4927354" y="1433857"/>
                  <a:pt x="4929041" y="1444701"/>
                </a:cubicBezTo>
                <a:cubicBezTo>
                  <a:pt x="4930553" y="1454498"/>
                  <a:pt x="4939016" y="1461521"/>
                  <a:pt x="4948634" y="1461520"/>
                </a:cubicBezTo>
                <a:cubicBezTo>
                  <a:pt x="4949648" y="1461520"/>
                  <a:pt x="4950662" y="1461432"/>
                  <a:pt x="4951693" y="1461272"/>
                </a:cubicBezTo>
                <a:close/>
                <a:moveTo>
                  <a:pt x="1457495" y="2744001"/>
                </a:moveTo>
                <a:cubicBezTo>
                  <a:pt x="1461799" y="2744002"/>
                  <a:pt x="1465816" y="2741299"/>
                  <a:pt x="1467292" y="2737014"/>
                </a:cubicBezTo>
                <a:cubicBezTo>
                  <a:pt x="1469177" y="2731610"/>
                  <a:pt x="1466295" y="2725708"/>
                  <a:pt x="1460892" y="2723823"/>
                </a:cubicBezTo>
                <a:cubicBezTo>
                  <a:pt x="1455486" y="2721938"/>
                  <a:pt x="1449567" y="2724818"/>
                  <a:pt x="1447699" y="2730241"/>
                </a:cubicBezTo>
                <a:cubicBezTo>
                  <a:pt x="1445814" y="2735645"/>
                  <a:pt x="1448695" y="2741549"/>
                  <a:pt x="1454101" y="2743432"/>
                </a:cubicBezTo>
                <a:cubicBezTo>
                  <a:pt x="1455219" y="2743806"/>
                  <a:pt x="1456376" y="2744001"/>
                  <a:pt x="1457495" y="2744001"/>
                </a:cubicBezTo>
                <a:close/>
                <a:moveTo>
                  <a:pt x="4193317" y="1742142"/>
                </a:moveTo>
                <a:cubicBezTo>
                  <a:pt x="4202986" y="1739991"/>
                  <a:pt x="4209103" y="1730407"/>
                  <a:pt x="4206951" y="1720736"/>
                </a:cubicBezTo>
                <a:cubicBezTo>
                  <a:pt x="4204801" y="1711047"/>
                  <a:pt x="4195201" y="1704931"/>
                  <a:pt x="4185528" y="1707100"/>
                </a:cubicBezTo>
                <a:cubicBezTo>
                  <a:pt x="4175839" y="1709234"/>
                  <a:pt x="4169740" y="1718834"/>
                  <a:pt x="4171891" y="1728506"/>
                </a:cubicBezTo>
                <a:cubicBezTo>
                  <a:pt x="4173740" y="1736880"/>
                  <a:pt x="4181173" y="1742586"/>
                  <a:pt x="4189407" y="1742586"/>
                </a:cubicBezTo>
                <a:cubicBezTo>
                  <a:pt x="4190703" y="1742586"/>
                  <a:pt x="4192000" y="1742445"/>
                  <a:pt x="4193317" y="1742142"/>
                </a:cubicBezTo>
                <a:close/>
                <a:moveTo>
                  <a:pt x="3676606" y="1932234"/>
                </a:moveTo>
                <a:cubicBezTo>
                  <a:pt x="3685655" y="1929781"/>
                  <a:pt x="3690990" y="1920412"/>
                  <a:pt x="3688518" y="1911362"/>
                </a:cubicBezTo>
                <a:cubicBezTo>
                  <a:pt x="3686048" y="1902295"/>
                  <a:pt x="3676695" y="1896961"/>
                  <a:pt x="3667628" y="1899432"/>
                </a:cubicBezTo>
                <a:cubicBezTo>
                  <a:pt x="3658561" y="1901904"/>
                  <a:pt x="3653226" y="1911256"/>
                  <a:pt x="3655715" y="1920323"/>
                </a:cubicBezTo>
                <a:cubicBezTo>
                  <a:pt x="3657780" y="1927878"/>
                  <a:pt x="3664623" y="1932856"/>
                  <a:pt x="3672112" y="1932857"/>
                </a:cubicBezTo>
                <a:cubicBezTo>
                  <a:pt x="3673584" y="1932857"/>
                  <a:pt x="3675096" y="1932661"/>
                  <a:pt x="3676606" y="1932234"/>
                </a:cubicBezTo>
                <a:close/>
                <a:moveTo>
                  <a:pt x="1140746" y="2862729"/>
                </a:moveTo>
                <a:cubicBezTo>
                  <a:pt x="1143680" y="2862728"/>
                  <a:pt x="1146542" y="2861182"/>
                  <a:pt x="1148106" y="2858444"/>
                </a:cubicBezTo>
                <a:cubicBezTo>
                  <a:pt x="1150417" y="2854372"/>
                  <a:pt x="1149013" y="2849199"/>
                  <a:pt x="1144941" y="2846888"/>
                </a:cubicBezTo>
                <a:cubicBezTo>
                  <a:pt x="1140870" y="2844576"/>
                  <a:pt x="1135697" y="2845981"/>
                  <a:pt x="1133385" y="2850052"/>
                </a:cubicBezTo>
                <a:cubicBezTo>
                  <a:pt x="1131074" y="2854124"/>
                  <a:pt x="1132478" y="2859298"/>
                  <a:pt x="1136550" y="2861626"/>
                </a:cubicBezTo>
                <a:cubicBezTo>
                  <a:pt x="1137883" y="2862373"/>
                  <a:pt x="1139323" y="2862729"/>
                  <a:pt x="1140746" y="2862729"/>
                </a:cubicBezTo>
                <a:close/>
                <a:moveTo>
                  <a:pt x="7839599" y="405492"/>
                </a:moveTo>
                <a:cubicBezTo>
                  <a:pt x="7843365" y="402876"/>
                  <a:pt x="7846379" y="399098"/>
                  <a:pt x="7848032" y="394449"/>
                </a:cubicBezTo>
                <a:cubicBezTo>
                  <a:pt x="7852210" y="382626"/>
                  <a:pt x="7846042" y="369647"/>
                  <a:pt x="7834218" y="365469"/>
                </a:cubicBezTo>
                <a:cubicBezTo>
                  <a:pt x="7822414" y="361291"/>
                  <a:pt x="7809435" y="367460"/>
                  <a:pt x="7805239" y="379283"/>
                </a:cubicBezTo>
                <a:cubicBezTo>
                  <a:pt x="7801043" y="391089"/>
                  <a:pt x="7807248" y="404067"/>
                  <a:pt x="7819053" y="408262"/>
                </a:cubicBezTo>
                <a:cubicBezTo>
                  <a:pt x="7821561" y="409152"/>
                  <a:pt x="7824121" y="409560"/>
                  <a:pt x="7826645" y="409561"/>
                </a:cubicBezTo>
                <a:cubicBezTo>
                  <a:pt x="7831312" y="409560"/>
                  <a:pt x="7835832" y="408107"/>
                  <a:pt x="7839599" y="405492"/>
                </a:cubicBezTo>
                <a:close/>
                <a:moveTo>
                  <a:pt x="2652169" y="2308507"/>
                </a:moveTo>
                <a:cubicBezTo>
                  <a:pt x="2660453" y="2307494"/>
                  <a:pt x="2666338" y="2299937"/>
                  <a:pt x="2665307" y="2291653"/>
                </a:cubicBezTo>
                <a:cubicBezTo>
                  <a:pt x="2664294" y="2283368"/>
                  <a:pt x="2656756" y="2277483"/>
                  <a:pt x="2648470" y="2278514"/>
                </a:cubicBezTo>
                <a:cubicBezTo>
                  <a:pt x="2640186" y="2279528"/>
                  <a:pt x="2634301" y="2287083"/>
                  <a:pt x="2635314" y="2295368"/>
                </a:cubicBezTo>
                <a:cubicBezTo>
                  <a:pt x="2636256" y="2303013"/>
                  <a:pt x="2642781" y="2308631"/>
                  <a:pt x="2650301" y="2308631"/>
                </a:cubicBezTo>
                <a:cubicBezTo>
                  <a:pt x="2650906" y="2308632"/>
                  <a:pt x="2651547" y="2308596"/>
                  <a:pt x="2652169" y="2308507"/>
                </a:cubicBezTo>
                <a:close/>
                <a:moveTo>
                  <a:pt x="3070186" y="2156728"/>
                </a:moveTo>
                <a:cubicBezTo>
                  <a:pt x="3078826" y="2154702"/>
                  <a:pt x="3084177" y="2146062"/>
                  <a:pt x="3082150" y="2137421"/>
                </a:cubicBezTo>
                <a:cubicBezTo>
                  <a:pt x="3080124" y="2128781"/>
                  <a:pt x="3071484" y="2123429"/>
                  <a:pt x="3062861" y="2125456"/>
                </a:cubicBezTo>
                <a:cubicBezTo>
                  <a:pt x="3054220" y="2127465"/>
                  <a:pt x="3048868" y="2136106"/>
                  <a:pt x="3050877" y="2144746"/>
                </a:cubicBezTo>
                <a:cubicBezTo>
                  <a:pt x="3052620" y="2152159"/>
                  <a:pt x="3059216" y="2157156"/>
                  <a:pt x="3066505" y="2157156"/>
                </a:cubicBezTo>
                <a:cubicBezTo>
                  <a:pt x="3067714" y="2157155"/>
                  <a:pt x="3068941" y="2157013"/>
                  <a:pt x="3070186" y="2156728"/>
                </a:cubicBezTo>
                <a:close/>
                <a:moveTo>
                  <a:pt x="745983" y="3009992"/>
                </a:moveTo>
                <a:cubicBezTo>
                  <a:pt x="747618" y="3009992"/>
                  <a:pt x="749254" y="3009280"/>
                  <a:pt x="750357" y="3007911"/>
                </a:cubicBezTo>
                <a:cubicBezTo>
                  <a:pt x="752330" y="3005511"/>
                  <a:pt x="751957" y="3001955"/>
                  <a:pt x="749556" y="3000000"/>
                </a:cubicBezTo>
                <a:cubicBezTo>
                  <a:pt x="747138" y="2998026"/>
                  <a:pt x="743600" y="2998400"/>
                  <a:pt x="741627" y="3000800"/>
                </a:cubicBezTo>
                <a:cubicBezTo>
                  <a:pt x="739671" y="3003219"/>
                  <a:pt x="740027" y="3006756"/>
                  <a:pt x="742445" y="3008730"/>
                </a:cubicBezTo>
                <a:cubicBezTo>
                  <a:pt x="743476" y="3009583"/>
                  <a:pt x="744738" y="3009992"/>
                  <a:pt x="745983" y="3009992"/>
                </a:cubicBezTo>
                <a:close/>
                <a:moveTo>
                  <a:pt x="4619708" y="1591982"/>
                </a:moveTo>
                <a:cubicBezTo>
                  <a:pt x="4630038" y="1590471"/>
                  <a:pt x="4637202" y="1580870"/>
                  <a:pt x="4635707" y="1570541"/>
                </a:cubicBezTo>
                <a:cubicBezTo>
                  <a:pt x="4634195" y="1560211"/>
                  <a:pt x="4624597" y="1553063"/>
                  <a:pt x="4614268" y="1554557"/>
                </a:cubicBezTo>
                <a:cubicBezTo>
                  <a:pt x="4603937" y="1556068"/>
                  <a:pt x="4596790" y="1565651"/>
                  <a:pt x="4598285" y="1575998"/>
                </a:cubicBezTo>
                <a:cubicBezTo>
                  <a:pt x="4599654" y="1585403"/>
                  <a:pt x="4607742" y="1592177"/>
                  <a:pt x="4616969" y="1592177"/>
                </a:cubicBezTo>
                <a:cubicBezTo>
                  <a:pt x="4617876" y="1592177"/>
                  <a:pt x="4618783" y="1592107"/>
                  <a:pt x="4619708" y="1591982"/>
                </a:cubicBezTo>
                <a:close/>
                <a:moveTo>
                  <a:pt x="2107849" y="2515951"/>
                </a:moveTo>
                <a:cubicBezTo>
                  <a:pt x="2114889" y="2515952"/>
                  <a:pt x="2120738" y="2510404"/>
                  <a:pt x="2121040" y="2503311"/>
                </a:cubicBezTo>
                <a:cubicBezTo>
                  <a:pt x="2121361" y="2496022"/>
                  <a:pt x="2115707" y="2489852"/>
                  <a:pt x="2108417" y="2489532"/>
                </a:cubicBezTo>
                <a:cubicBezTo>
                  <a:pt x="2101128" y="2489230"/>
                  <a:pt x="2094959" y="2494866"/>
                  <a:pt x="2094639" y="2502173"/>
                </a:cubicBezTo>
                <a:cubicBezTo>
                  <a:pt x="2094319" y="2509463"/>
                  <a:pt x="2099972" y="2515631"/>
                  <a:pt x="2107261" y="2515934"/>
                </a:cubicBezTo>
                <a:lnTo>
                  <a:pt x="2107261" y="2515951"/>
                </a:lnTo>
                <a:cubicBezTo>
                  <a:pt x="2107458" y="2515951"/>
                  <a:pt x="2107654" y="2515951"/>
                  <a:pt x="2107849" y="2515951"/>
                </a:cubicBezTo>
                <a:close/>
                <a:moveTo>
                  <a:pt x="295944" y="3181131"/>
                </a:moveTo>
                <a:cubicBezTo>
                  <a:pt x="296442" y="3181132"/>
                  <a:pt x="296922" y="3180936"/>
                  <a:pt x="297296" y="3180545"/>
                </a:cubicBezTo>
                <a:cubicBezTo>
                  <a:pt x="297989" y="3179816"/>
                  <a:pt x="297952" y="3178642"/>
                  <a:pt x="297206" y="3177949"/>
                </a:cubicBezTo>
                <a:cubicBezTo>
                  <a:pt x="296460" y="3177256"/>
                  <a:pt x="295304" y="3177291"/>
                  <a:pt x="294610" y="3178037"/>
                </a:cubicBezTo>
                <a:cubicBezTo>
                  <a:pt x="293917" y="3178767"/>
                  <a:pt x="293954" y="3179940"/>
                  <a:pt x="294699" y="3180634"/>
                </a:cubicBezTo>
                <a:cubicBezTo>
                  <a:pt x="295055" y="3180972"/>
                  <a:pt x="295500" y="3181131"/>
                  <a:pt x="295944" y="3181131"/>
                </a:cubicBezTo>
                <a:close/>
                <a:moveTo>
                  <a:pt x="3772043" y="1906526"/>
                </a:moveTo>
                <a:cubicBezTo>
                  <a:pt x="3781128" y="1904108"/>
                  <a:pt x="3786533" y="1894810"/>
                  <a:pt x="3784116" y="1885725"/>
                </a:cubicBezTo>
                <a:cubicBezTo>
                  <a:pt x="3781715" y="1876639"/>
                  <a:pt x="3772401" y="1871235"/>
                  <a:pt x="3763315" y="1873653"/>
                </a:cubicBezTo>
                <a:cubicBezTo>
                  <a:pt x="3754247" y="1876052"/>
                  <a:pt x="3748825" y="1885369"/>
                  <a:pt x="3751242" y="1894454"/>
                </a:cubicBezTo>
                <a:cubicBezTo>
                  <a:pt x="3753270" y="1902063"/>
                  <a:pt x="3760151" y="1907095"/>
                  <a:pt x="3767671" y="1907095"/>
                </a:cubicBezTo>
                <a:cubicBezTo>
                  <a:pt x="3769109" y="1907095"/>
                  <a:pt x="3770585" y="1906917"/>
                  <a:pt x="3772043" y="1906526"/>
                </a:cubicBezTo>
                <a:close/>
                <a:moveTo>
                  <a:pt x="8368685" y="223024"/>
                </a:moveTo>
                <a:cubicBezTo>
                  <a:pt x="8372688" y="220584"/>
                  <a:pt x="8376065" y="217016"/>
                  <a:pt x="8378288" y="212499"/>
                </a:cubicBezTo>
                <a:lnTo>
                  <a:pt x="8379207" y="198259"/>
                </a:lnTo>
                <a:lnTo>
                  <a:pt x="8375647" y="188555"/>
                </a:lnTo>
                <a:lnTo>
                  <a:pt x="8366643" y="178311"/>
                </a:lnTo>
                <a:cubicBezTo>
                  <a:pt x="8360313" y="175190"/>
                  <a:pt x="8353317" y="174938"/>
                  <a:pt x="8347126" y="177046"/>
                </a:cubicBezTo>
                <a:cubicBezTo>
                  <a:pt x="8340934" y="179155"/>
                  <a:pt x="8335547" y="183626"/>
                  <a:pt x="8332436" y="189956"/>
                </a:cubicBezTo>
                <a:cubicBezTo>
                  <a:pt x="8326214" y="202596"/>
                  <a:pt x="8331423" y="217922"/>
                  <a:pt x="8344082" y="224145"/>
                </a:cubicBezTo>
                <a:cubicBezTo>
                  <a:pt x="8347709" y="225923"/>
                  <a:pt x="8351567" y="226776"/>
                  <a:pt x="8355336" y="226776"/>
                </a:cubicBezTo>
                <a:cubicBezTo>
                  <a:pt x="8360057" y="226775"/>
                  <a:pt x="8364684" y="225464"/>
                  <a:pt x="8368685" y="223024"/>
                </a:cubicBezTo>
                <a:close/>
                <a:moveTo>
                  <a:pt x="1669882" y="2681473"/>
                </a:moveTo>
                <a:cubicBezTo>
                  <a:pt x="1675056" y="2681473"/>
                  <a:pt x="1679731" y="2677900"/>
                  <a:pt x="1680905" y="2672619"/>
                </a:cubicBezTo>
                <a:cubicBezTo>
                  <a:pt x="1682275" y="2666503"/>
                  <a:pt x="1678435" y="2660476"/>
                  <a:pt x="1672337" y="2659107"/>
                </a:cubicBezTo>
                <a:cubicBezTo>
                  <a:pt x="1666238" y="2657738"/>
                  <a:pt x="1660175" y="2661596"/>
                  <a:pt x="1658823" y="2667695"/>
                </a:cubicBezTo>
                <a:cubicBezTo>
                  <a:pt x="1657456" y="2673792"/>
                  <a:pt x="1661296" y="2679837"/>
                  <a:pt x="1667411" y="2681206"/>
                </a:cubicBezTo>
                <a:cubicBezTo>
                  <a:pt x="1668230" y="2681383"/>
                  <a:pt x="1669065" y="2681473"/>
                  <a:pt x="1669882" y="2681473"/>
                </a:cubicBezTo>
                <a:close/>
                <a:moveTo>
                  <a:pt x="3166015" y="2133243"/>
                </a:moveTo>
                <a:cubicBezTo>
                  <a:pt x="3174601" y="2131038"/>
                  <a:pt x="3179793" y="2122308"/>
                  <a:pt x="3177606" y="2113704"/>
                </a:cubicBezTo>
                <a:cubicBezTo>
                  <a:pt x="3175418" y="2105117"/>
                  <a:pt x="3166672" y="2099925"/>
                  <a:pt x="3158066" y="2102112"/>
                </a:cubicBezTo>
                <a:cubicBezTo>
                  <a:pt x="3149480" y="2104299"/>
                  <a:pt x="3144288" y="2113046"/>
                  <a:pt x="3146475" y="2121633"/>
                </a:cubicBezTo>
                <a:cubicBezTo>
                  <a:pt x="3148324" y="2128904"/>
                  <a:pt x="3154867" y="2133741"/>
                  <a:pt x="3162031" y="2133741"/>
                </a:cubicBezTo>
                <a:cubicBezTo>
                  <a:pt x="3163348" y="2133741"/>
                  <a:pt x="3164681" y="2133581"/>
                  <a:pt x="3166015" y="2133243"/>
                </a:cubicBezTo>
                <a:close/>
                <a:moveTo>
                  <a:pt x="4290387" y="1721500"/>
                </a:moveTo>
                <a:cubicBezTo>
                  <a:pt x="4300095" y="1719527"/>
                  <a:pt x="4306371" y="1710051"/>
                  <a:pt x="4304415" y="1700327"/>
                </a:cubicBezTo>
                <a:cubicBezTo>
                  <a:pt x="4302441" y="1690619"/>
                  <a:pt x="4292966" y="1684343"/>
                  <a:pt x="4283241" y="1686299"/>
                </a:cubicBezTo>
                <a:cubicBezTo>
                  <a:pt x="4273516" y="1688272"/>
                  <a:pt x="4267240" y="1697748"/>
                  <a:pt x="4269212" y="1707473"/>
                </a:cubicBezTo>
                <a:cubicBezTo>
                  <a:pt x="4270936" y="1715989"/>
                  <a:pt x="4278424" y="1721857"/>
                  <a:pt x="4286797" y="1721857"/>
                </a:cubicBezTo>
                <a:cubicBezTo>
                  <a:pt x="4287987" y="1721857"/>
                  <a:pt x="4289180" y="1721750"/>
                  <a:pt x="4290387" y="1721500"/>
                </a:cubicBezTo>
                <a:close/>
                <a:moveTo>
                  <a:pt x="1887407" y="2604170"/>
                </a:moveTo>
                <a:cubicBezTo>
                  <a:pt x="1893505" y="2604170"/>
                  <a:pt x="1898785" y="2599619"/>
                  <a:pt x="1899550" y="2593414"/>
                </a:cubicBezTo>
                <a:cubicBezTo>
                  <a:pt x="1900385" y="2586693"/>
                  <a:pt x="1895603" y="2580560"/>
                  <a:pt x="1888883" y="2579742"/>
                </a:cubicBezTo>
                <a:cubicBezTo>
                  <a:pt x="1882163" y="2578906"/>
                  <a:pt x="1876029" y="2583689"/>
                  <a:pt x="1875211" y="2590409"/>
                </a:cubicBezTo>
                <a:cubicBezTo>
                  <a:pt x="1874375" y="2597130"/>
                  <a:pt x="1879158" y="2603245"/>
                  <a:pt x="1885878" y="2604082"/>
                </a:cubicBezTo>
                <a:cubicBezTo>
                  <a:pt x="1886394" y="2604170"/>
                  <a:pt x="1886892" y="2604170"/>
                  <a:pt x="1887407" y="2604170"/>
                </a:cubicBezTo>
                <a:close/>
                <a:moveTo>
                  <a:pt x="5051362" y="1445377"/>
                </a:moveTo>
                <a:cubicBezTo>
                  <a:pt x="5062170" y="1443599"/>
                  <a:pt x="5069496" y="1433377"/>
                  <a:pt x="5067698" y="1422567"/>
                </a:cubicBezTo>
                <a:cubicBezTo>
                  <a:pt x="5065921" y="1411739"/>
                  <a:pt x="5055700" y="1404414"/>
                  <a:pt x="5044889" y="1406210"/>
                </a:cubicBezTo>
                <a:lnTo>
                  <a:pt x="5044872" y="1406210"/>
                </a:lnTo>
                <a:cubicBezTo>
                  <a:pt x="5034064" y="1408006"/>
                  <a:pt x="5026737" y="1418229"/>
                  <a:pt x="5028534" y="1429038"/>
                </a:cubicBezTo>
                <a:cubicBezTo>
                  <a:pt x="5030150" y="1438763"/>
                  <a:pt x="5038561" y="1445662"/>
                  <a:pt x="5048091" y="1445663"/>
                </a:cubicBezTo>
                <a:cubicBezTo>
                  <a:pt x="5049175" y="1445662"/>
                  <a:pt x="5050260" y="1445572"/>
                  <a:pt x="5051362" y="1445377"/>
                </a:cubicBezTo>
                <a:close/>
                <a:moveTo>
                  <a:pt x="7373656" y="593483"/>
                </a:moveTo>
                <a:cubicBezTo>
                  <a:pt x="7384696" y="593483"/>
                  <a:pt x="7393888" y="584790"/>
                  <a:pt x="7394422" y="573642"/>
                </a:cubicBezTo>
                <a:cubicBezTo>
                  <a:pt x="7394937" y="562156"/>
                  <a:pt x="7386065" y="552432"/>
                  <a:pt x="7374580" y="551898"/>
                </a:cubicBezTo>
                <a:cubicBezTo>
                  <a:pt x="7363112" y="551383"/>
                  <a:pt x="7353388" y="560255"/>
                  <a:pt x="7352854" y="571739"/>
                </a:cubicBezTo>
                <a:cubicBezTo>
                  <a:pt x="7352321" y="583207"/>
                  <a:pt x="7361192" y="592932"/>
                  <a:pt x="7372678" y="593466"/>
                </a:cubicBezTo>
                <a:cubicBezTo>
                  <a:pt x="7372997" y="593483"/>
                  <a:pt x="7373318" y="593483"/>
                  <a:pt x="7373656" y="593483"/>
                </a:cubicBezTo>
                <a:close/>
                <a:moveTo>
                  <a:pt x="3867694" y="1881618"/>
                </a:moveTo>
                <a:cubicBezTo>
                  <a:pt x="3876797" y="1879306"/>
                  <a:pt x="3882290" y="1870044"/>
                  <a:pt x="3879962" y="1860941"/>
                </a:cubicBezTo>
                <a:cubicBezTo>
                  <a:pt x="3877651" y="1851838"/>
                  <a:pt x="3868387" y="1846345"/>
                  <a:pt x="3859285" y="1848656"/>
                </a:cubicBezTo>
                <a:cubicBezTo>
                  <a:pt x="3850180" y="1850985"/>
                  <a:pt x="3844670" y="1860248"/>
                  <a:pt x="3847000" y="1869350"/>
                </a:cubicBezTo>
                <a:cubicBezTo>
                  <a:pt x="3848972" y="1877030"/>
                  <a:pt x="3855887" y="1882151"/>
                  <a:pt x="3863479" y="1882151"/>
                </a:cubicBezTo>
                <a:cubicBezTo>
                  <a:pt x="3864866" y="1882151"/>
                  <a:pt x="3866271" y="1881991"/>
                  <a:pt x="3867694" y="1881618"/>
                </a:cubicBezTo>
                <a:close/>
                <a:moveTo>
                  <a:pt x="2749527" y="2294390"/>
                </a:moveTo>
                <a:cubicBezTo>
                  <a:pt x="2757757" y="2293022"/>
                  <a:pt x="2763339" y="2285234"/>
                  <a:pt x="2761971" y="2277003"/>
                </a:cubicBezTo>
                <a:cubicBezTo>
                  <a:pt x="2760603" y="2268771"/>
                  <a:pt x="2752815" y="2263207"/>
                  <a:pt x="2744583" y="2264576"/>
                </a:cubicBezTo>
                <a:cubicBezTo>
                  <a:pt x="2736351" y="2265926"/>
                  <a:pt x="2730787" y="2273713"/>
                  <a:pt x="2732156" y="2281945"/>
                </a:cubicBezTo>
                <a:cubicBezTo>
                  <a:pt x="2733383" y="2289341"/>
                  <a:pt x="2739783" y="2294586"/>
                  <a:pt x="2747055" y="2294586"/>
                </a:cubicBezTo>
                <a:cubicBezTo>
                  <a:pt x="2747872" y="2294586"/>
                  <a:pt x="2748690" y="2294533"/>
                  <a:pt x="2749527" y="2294390"/>
                </a:cubicBezTo>
                <a:close/>
                <a:moveTo>
                  <a:pt x="3261345" y="2108175"/>
                </a:moveTo>
                <a:cubicBezTo>
                  <a:pt x="3269895" y="2105845"/>
                  <a:pt x="3274963" y="2097028"/>
                  <a:pt x="3272652" y="2088475"/>
                </a:cubicBezTo>
                <a:cubicBezTo>
                  <a:pt x="3270341" y="2079906"/>
                  <a:pt x="3261522" y="2074839"/>
                  <a:pt x="3252970" y="2077150"/>
                </a:cubicBezTo>
                <a:cubicBezTo>
                  <a:pt x="3244401" y="2079480"/>
                  <a:pt x="3239334" y="2088298"/>
                  <a:pt x="3241646" y="2096850"/>
                </a:cubicBezTo>
                <a:cubicBezTo>
                  <a:pt x="3243583" y="2104014"/>
                  <a:pt x="3250072" y="2108725"/>
                  <a:pt x="3257149" y="2108725"/>
                </a:cubicBezTo>
                <a:cubicBezTo>
                  <a:pt x="3258535" y="2108725"/>
                  <a:pt x="3259940" y="2108548"/>
                  <a:pt x="3261345" y="2108175"/>
                </a:cubicBezTo>
                <a:close/>
                <a:moveTo>
                  <a:pt x="8052481" y="351045"/>
                </a:moveTo>
                <a:cubicBezTo>
                  <a:pt x="8056259" y="348646"/>
                  <a:pt x="8059397" y="345148"/>
                  <a:pt x="8061362" y="340757"/>
                </a:cubicBezTo>
                <a:cubicBezTo>
                  <a:pt x="8066695" y="328826"/>
                  <a:pt x="8061343" y="314853"/>
                  <a:pt x="8049432" y="309519"/>
                </a:cubicBezTo>
                <a:cubicBezTo>
                  <a:pt x="8043467" y="306853"/>
                  <a:pt x="8036991" y="306857"/>
                  <a:pt x="8031340" y="309017"/>
                </a:cubicBezTo>
                <a:cubicBezTo>
                  <a:pt x="8025687" y="311177"/>
                  <a:pt x="8020860" y="315492"/>
                  <a:pt x="8018193" y="321448"/>
                </a:cubicBezTo>
                <a:cubicBezTo>
                  <a:pt x="8012860" y="333378"/>
                  <a:pt x="8018212" y="347353"/>
                  <a:pt x="8030124" y="352686"/>
                </a:cubicBezTo>
                <a:cubicBezTo>
                  <a:pt x="8033253" y="354091"/>
                  <a:pt x="8036542" y="354748"/>
                  <a:pt x="8039760" y="354748"/>
                </a:cubicBezTo>
                <a:cubicBezTo>
                  <a:pt x="8044285" y="354748"/>
                  <a:pt x="8048703" y="353446"/>
                  <a:pt x="8052481" y="351045"/>
                </a:cubicBezTo>
                <a:close/>
                <a:moveTo>
                  <a:pt x="6659780" y="862105"/>
                </a:moveTo>
                <a:cubicBezTo>
                  <a:pt x="6670037" y="858264"/>
                  <a:pt x="6675265" y="846833"/>
                  <a:pt x="6671424" y="836557"/>
                </a:cubicBezTo>
                <a:cubicBezTo>
                  <a:pt x="6669505" y="831428"/>
                  <a:pt x="6665682" y="827561"/>
                  <a:pt x="6661055" y="825456"/>
                </a:cubicBezTo>
                <a:lnTo>
                  <a:pt x="6645875" y="824930"/>
                </a:lnTo>
                <a:lnTo>
                  <a:pt x="6634760" y="835284"/>
                </a:lnTo>
                <a:cubicBezTo>
                  <a:pt x="6632653" y="839908"/>
                  <a:pt x="6632311" y="845339"/>
                  <a:pt x="6634231" y="850478"/>
                </a:cubicBezTo>
                <a:cubicBezTo>
                  <a:pt x="6637217" y="858443"/>
                  <a:pt x="6644774" y="863367"/>
                  <a:pt x="6652828" y="863367"/>
                </a:cubicBezTo>
                <a:cubicBezTo>
                  <a:pt x="6655139" y="863367"/>
                  <a:pt x="6657486" y="862958"/>
                  <a:pt x="6659780" y="862105"/>
                </a:cubicBezTo>
                <a:close/>
                <a:moveTo>
                  <a:pt x="2428029" y="2415501"/>
                </a:moveTo>
                <a:cubicBezTo>
                  <a:pt x="2435816" y="2414966"/>
                  <a:pt x="2441719" y="2408211"/>
                  <a:pt x="2441168" y="2400406"/>
                </a:cubicBezTo>
                <a:cubicBezTo>
                  <a:pt x="2440634" y="2392602"/>
                  <a:pt x="2433860" y="2386699"/>
                  <a:pt x="2426056" y="2387250"/>
                </a:cubicBezTo>
                <a:cubicBezTo>
                  <a:pt x="2418250" y="2387783"/>
                  <a:pt x="2412366" y="2394557"/>
                  <a:pt x="2412918" y="2402362"/>
                </a:cubicBezTo>
                <a:cubicBezTo>
                  <a:pt x="2413433" y="2409829"/>
                  <a:pt x="2419656" y="2415553"/>
                  <a:pt x="2427033" y="2415553"/>
                </a:cubicBezTo>
                <a:cubicBezTo>
                  <a:pt x="2427354" y="2415553"/>
                  <a:pt x="2427691" y="2415536"/>
                  <a:pt x="2428029" y="2415501"/>
                </a:cubicBezTo>
                <a:close/>
                <a:moveTo>
                  <a:pt x="6754079" y="828574"/>
                </a:moveTo>
                <a:cubicBezTo>
                  <a:pt x="6764480" y="825071"/>
                  <a:pt x="6770079" y="813818"/>
                  <a:pt x="6766577" y="803435"/>
                </a:cubicBezTo>
                <a:cubicBezTo>
                  <a:pt x="6763074" y="793034"/>
                  <a:pt x="6751820" y="787451"/>
                  <a:pt x="6741420" y="790936"/>
                </a:cubicBezTo>
                <a:cubicBezTo>
                  <a:pt x="6731037" y="794439"/>
                  <a:pt x="6725436" y="805692"/>
                  <a:pt x="6728939" y="816076"/>
                </a:cubicBezTo>
                <a:cubicBezTo>
                  <a:pt x="6731730" y="824378"/>
                  <a:pt x="6739465" y="829605"/>
                  <a:pt x="6747749" y="829605"/>
                </a:cubicBezTo>
                <a:cubicBezTo>
                  <a:pt x="6749848" y="829605"/>
                  <a:pt x="6751981" y="829285"/>
                  <a:pt x="6754079" y="828574"/>
                </a:cubicBezTo>
                <a:close/>
                <a:moveTo>
                  <a:pt x="6566298" y="898427"/>
                </a:moveTo>
                <a:cubicBezTo>
                  <a:pt x="6576467" y="894338"/>
                  <a:pt x="6581410" y="882782"/>
                  <a:pt x="6577321" y="872612"/>
                </a:cubicBezTo>
                <a:cubicBezTo>
                  <a:pt x="6573249" y="862425"/>
                  <a:pt x="6561692" y="857482"/>
                  <a:pt x="6551505" y="861572"/>
                </a:cubicBezTo>
                <a:cubicBezTo>
                  <a:pt x="6541336" y="865643"/>
                  <a:pt x="6536393" y="877199"/>
                  <a:pt x="6540482" y="887387"/>
                </a:cubicBezTo>
                <a:cubicBezTo>
                  <a:pt x="6543577" y="895139"/>
                  <a:pt x="6551044" y="899850"/>
                  <a:pt x="6558902" y="899850"/>
                </a:cubicBezTo>
                <a:cubicBezTo>
                  <a:pt x="6561373" y="899849"/>
                  <a:pt x="6563879" y="899388"/>
                  <a:pt x="6566298" y="898427"/>
                </a:cubicBezTo>
                <a:close/>
                <a:moveTo>
                  <a:pt x="646242" y="3070671"/>
                </a:moveTo>
                <a:cubicBezTo>
                  <a:pt x="647558" y="3070671"/>
                  <a:pt x="648856" y="3070120"/>
                  <a:pt x="649799" y="3069052"/>
                </a:cubicBezTo>
                <a:cubicBezTo>
                  <a:pt x="651487" y="3067098"/>
                  <a:pt x="651256" y="3064146"/>
                  <a:pt x="649300" y="3062439"/>
                </a:cubicBezTo>
                <a:cubicBezTo>
                  <a:pt x="647344" y="3060751"/>
                  <a:pt x="644393" y="3060981"/>
                  <a:pt x="642704" y="3062937"/>
                </a:cubicBezTo>
                <a:cubicBezTo>
                  <a:pt x="641015" y="3064893"/>
                  <a:pt x="641229" y="3067844"/>
                  <a:pt x="643184" y="3069533"/>
                </a:cubicBezTo>
                <a:cubicBezTo>
                  <a:pt x="644073" y="3070297"/>
                  <a:pt x="645158" y="3070671"/>
                  <a:pt x="646242" y="3070671"/>
                </a:cubicBezTo>
                <a:close/>
                <a:moveTo>
                  <a:pt x="4718523" y="1579092"/>
                </a:moveTo>
                <a:cubicBezTo>
                  <a:pt x="4728888" y="1577865"/>
                  <a:pt x="4736303" y="1568478"/>
                  <a:pt x="4735056" y="1558095"/>
                </a:cubicBezTo>
                <a:cubicBezTo>
                  <a:pt x="4733830" y="1547730"/>
                  <a:pt x="4724426" y="1540334"/>
                  <a:pt x="4714060" y="1541560"/>
                </a:cubicBezTo>
                <a:cubicBezTo>
                  <a:pt x="4703696" y="1542787"/>
                  <a:pt x="4696280" y="1552193"/>
                  <a:pt x="4697526" y="1562558"/>
                </a:cubicBezTo>
                <a:cubicBezTo>
                  <a:pt x="4698662" y="1572176"/>
                  <a:pt x="4706825" y="1579234"/>
                  <a:pt x="4716267" y="1579234"/>
                </a:cubicBezTo>
                <a:cubicBezTo>
                  <a:pt x="4717010" y="1579235"/>
                  <a:pt x="4717757" y="1579199"/>
                  <a:pt x="4718523" y="1579092"/>
                </a:cubicBezTo>
                <a:close/>
                <a:moveTo>
                  <a:pt x="6849444" y="798563"/>
                </a:moveTo>
                <a:lnTo>
                  <a:pt x="6849427" y="798563"/>
                </a:lnTo>
                <a:cubicBezTo>
                  <a:pt x="6859969" y="795488"/>
                  <a:pt x="6865997" y="784464"/>
                  <a:pt x="6862921" y="773939"/>
                </a:cubicBezTo>
                <a:cubicBezTo>
                  <a:pt x="6859845" y="763414"/>
                  <a:pt x="6848822" y="757369"/>
                  <a:pt x="6838296" y="760445"/>
                </a:cubicBezTo>
                <a:cubicBezTo>
                  <a:pt x="6827772" y="763521"/>
                  <a:pt x="6821727" y="774544"/>
                  <a:pt x="6824820" y="785069"/>
                </a:cubicBezTo>
                <a:cubicBezTo>
                  <a:pt x="6827346" y="793746"/>
                  <a:pt x="6835276" y="799363"/>
                  <a:pt x="6843861" y="799364"/>
                </a:cubicBezTo>
                <a:cubicBezTo>
                  <a:pt x="6845710" y="799364"/>
                  <a:pt x="6847578" y="799097"/>
                  <a:pt x="6849444" y="798563"/>
                </a:cubicBezTo>
                <a:close/>
                <a:moveTo>
                  <a:pt x="6473457" y="936652"/>
                </a:moveTo>
                <a:cubicBezTo>
                  <a:pt x="6483555" y="932402"/>
                  <a:pt x="6488283" y="920758"/>
                  <a:pt x="6484035" y="910659"/>
                </a:cubicBezTo>
                <a:cubicBezTo>
                  <a:pt x="6481902" y="905601"/>
                  <a:pt x="6477923" y="901890"/>
                  <a:pt x="6473217" y="899977"/>
                </a:cubicBezTo>
                <a:cubicBezTo>
                  <a:pt x="6468509" y="898063"/>
                  <a:pt x="6463073" y="897948"/>
                  <a:pt x="6458024" y="900081"/>
                </a:cubicBezTo>
                <a:cubicBezTo>
                  <a:pt x="6447926" y="904330"/>
                  <a:pt x="6443179" y="915975"/>
                  <a:pt x="6447446" y="926091"/>
                </a:cubicBezTo>
                <a:cubicBezTo>
                  <a:pt x="6450646" y="933665"/>
                  <a:pt x="6458006" y="938216"/>
                  <a:pt x="6465741" y="938216"/>
                </a:cubicBezTo>
                <a:cubicBezTo>
                  <a:pt x="6468317" y="938217"/>
                  <a:pt x="6470932" y="937718"/>
                  <a:pt x="6473457" y="936652"/>
                </a:cubicBezTo>
                <a:close/>
                <a:moveTo>
                  <a:pt x="3963575" y="1857794"/>
                </a:moveTo>
                <a:cubicBezTo>
                  <a:pt x="3972698" y="1855572"/>
                  <a:pt x="3978315" y="1846380"/>
                  <a:pt x="3976110" y="1837259"/>
                </a:cubicBezTo>
                <a:cubicBezTo>
                  <a:pt x="3973890" y="1828121"/>
                  <a:pt x="3964695" y="1822520"/>
                  <a:pt x="3955575" y="1824725"/>
                </a:cubicBezTo>
                <a:cubicBezTo>
                  <a:pt x="3946439" y="1826930"/>
                  <a:pt x="3940835" y="1836122"/>
                  <a:pt x="3943042" y="1845260"/>
                </a:cubicBezTo>
                <a:cubicBezTo>
                  <a:pt x="3944925" y="1853029"/>
                  <a:pt x="3951879" y="1858274"/>
                  <a:pt x="3959558" y="1858274"/>
                </a:cubicBezTo>
                <a:cubicBezTo>
                  <a:pt x="3960873" y="1858274"/>
                  <a:pt x="3962226" y="1858114"/>
                  <a:pt x="3963575" y="1857794"/>
                </a:cubicBezTo>
                <a:close/>
                <a:moveTo>
                  <a:pt x="1030392" y="2933881"/>
                </a:moveTo>
                <a:cubicBezTo>
                  <a:pt x="1032881" y="2933881"/>
                  <a:pt x="1035317" y="2932654"/>
                  <a:pt x="1036757" y="2930414"/>
                </a:cubicBezTo>
                <a:cubicBezTo>
                  <a:pt x="1038980" y="2926893"/>
                  <a:pt x="1037948" y="2922253"/>
                  <a:pt x="1034444" y="2920014"/>
                </a:cubicBezTo>
                <a:cubicBezTo>
                  <a:pt x="1030944" y="2917773"/>
                  <a:pt x="1026285" y="2918804"/>
                  <a:pt x="1024044" y="2922307"/>
                </a:cubicBezTo>
                <a:cubicBezTo>
                  <a:pt x="1021822" y="2925809"/>
                  <a:pt x="1022854" y="2930467"/>
                  <a:pt x="1026356" y="2932707"/>
                </a:cubicBezTo>
                <a:cubicBezTo>
                  <a:pt x="1027600" y="2933507"/>
                  <a:pt x="1029006" y="2933881"/>
                  <a:pt x="1030392" y="2933881"/>
                </a:cubicBezTo>
                <a:close/>
                <a:moveTo>
                  <a:pt x="204738" y="3236779"/>
                </a:moveTo>
                <a:cubicBezTo>
                  <a:pt x="204987" y="3236779"/>
                  <a:pt x="205218" y="3236672"/>
                  <a:pt x="205396" y="3236495"/>
                </a:cubicBezTo>
                <a:cubicBezTo>
                  <a:pt x="205734" y="3236122"/>
                  <a:pt x="205698" y="3235570"/>
                  <a:pt x="205342" y="3235233"/>
                </a:cubicBezTo>
                <a:cubicBezTo>
                  <a:pt x="204987" y="3234894"/>
                  <a:pt x="204418" y="3234930"/>
                  <a:pt x="204098" y="3235286"/>
                </a:cubicBezTo>
                <a:cubicBezTo>
                  <a:pt x="203760" y="3235642"/>
                  <a:pt x="203778" y="3236210"/>
                  <a:pt x="204134" y="3236548"/>
                </a:cubicBezTo>
                <a:cubicBezTo>
                  <a:pt x="204311" y="3236690"/>
                  <a:pt x="204525" y="3236779"/>
                  <a:pt x="204738" y="3236779"/>
                </a:cubicBezTo>
                <a:close/>
                <a:moveTo>
                  <a:pt x="4387780" y="1702887"/>
                </a:moveTo>
                <a:cubicBezTo>
                  <a:pt x="4397542" y="1701144"/>
                  <a:pt x="4404033" y="1691810"/>
                  <a:pt x="4402290" y="1682049"/>
                </a:cubicBezTo>
                <a:cubicBezTo>
                  <a:pt x="4400548" y="1672289"/>
                  <a:pt x="4391213" y="1665782"/>
                  <a:pt x="4381452" y="1667524"/>
                </a:cubicBezTo>
                <a:cubicBezTo>
                  <a:pt x="4371690" y="1669267"/>
                  <a:pt x="4365202" y="1678600"/>
                  <a:pt x="4366944" y="1688361"/>
                </a:cubicBezTo>
                <a:cubicBezTo>
                  <a:pt x="4368491" y="1697055"/>
                  <a:pt x="4376065" y="1703171"/>
                  <a:pt x="4384600" y="1703171"/>
                </a:cubicBezTo>
                <a:cubicBezTo>
                  <a:pt x="4385646" y="1703171"/>
                  <a:pt x="4386714" y="1703082"/>
                  <a:pt x="4387780" y="1702887"/>
                </a:cubicBezTo>
                <a:close/>
                <a:moveTo>
                  <a:pt x="3356302" y="2081987"/>
                </a:moveTo>
                <a:cubicBezTo>
                  <a:pt x="3364835" y="2079604"/>
                  <a:pt x="3369813" y="2070732"/>
                  <a:pt x="3367431" y="2062199"/>
                </a:cubicBezTo>
                <a:cubicBezTo>
                  <a:pt x="3365031" y="2053646"/>
                  <a:pt x="3356178" y="2048668"/>
                  <a:pt x="3347625" y="2051068"/>
                </a:cubicBezTo>
                <a:cubicBezTo>
                  <a:pt x="3339092" y="2053451"/>
                  <a:pt x="3334096" y="2062322"/>
                  <a:pt x="3336496" y="2070856"/>
                </a:cubicBezTo>
                <a:cubicBezTo>
                  <a:pt x="3338487" y="2077951"/>
                  <a:pt x="3344941" y="2082591"/>
                  <a:pt x="3351946" y="2082591"/>
                </a:cubicBezTo>
                <a:cubicBezTo>
                  <a:pt x="3353385" y="2082591"/>
                  <a:pt x="3354845" y="2082395"/>
                  <a:pt x="3356302" y="2081987"/>
                </a:cubicBezTo>
                <a:close/>
                <a:moveTo>
                  <a:pt x="6381130" y="976353"/>
                </a:moveTo>
                <a:cubicBezTo>
                  <a:pt x="6391176" y="971961"/>
                  <a:pt x="6395744" y="960245"/>
                  <a:pt x="6391353" y="950199"/>
                </a:cubicBezTo>
                <a:cubicBezTo>
                  <a:pt x="6389157" y="945177"/>
                  <a:pt x="6385135" y="941519"/>
                  <a:pt x="6380406" y="939666"/>
                </a:cubicBezTo>
                <a:cubicBezTo>
                  <a:pt x="6375677" y="937812"/>
                  <a:pt x="6370241" y="937764"/>
                  <a:pt x="6365218" y="939959"/>
                </a:cubicBezTo>
                <a:cubicBezTo>
                  <a:pt x="6355173" y="944368"/>
                  <a:pt x="6350587" y="956067"/>
                  <a:pt x="6354977" y="966112"/>
                </a:cubicBezTo>
                <a:cubicBezTo>
                  <a:pt x="6358230" y="973561"/>
                  <a:pt x="6365520" y="978024"/>
                  <a:pt x="6373183" y="978024"/>
                </a:cubicBezTo>
                <a:cubicBezTo>
                  <a:pt x="6375832" y="978023"/>
                  <a:pt x="6378534" y="977472"/>
                  <a:pt x="6381130" y="976353"/>
                </a:cubicBezTo>
                <a:close/>
                <a:moveTo>
                  <a:pt x="5150940" y="1427937"/>
                </a:moveTo>
                <a:cubicBezTo>
                  <a:pt x="5161713" y="1425927"/>
                  <a:pt x="5168826" y="1415562"/>
                  <a:pt x="5166816" y="1404789"/>
                </a:cubicBezTo>
                <a:cubicBezTo>
                  <a:pt x="5164807" y="1393997"/>
                  <a:pt x="5154444" y="1386903"/>
                  <a:pt x="5143669" y="1388912"/>
                </a:cubicBezTo>
                <a:cubicBezTo>
                  <a:pt x="5132879" y="1390921"/>
                  <a:pt x="5125782" y="1401286"/>
                  <a:pt x="5127795" y="1412060"/>
                </a:cubicBezTo>
                <a:cubicBezTo>
                  <a:pt x="5129570" y="1421607"/>
                  <a:pt x="5137907" y="1428274"/>
                  <a:pt x="5147295" y="1428274"/>
                </a:cubicBezTo>
                <a:cubicBezTo>
                  <a:pt x="5148488" y="1428274"/>
                  <a:pt x="5149712" y="1428167"/>
                  <a:pt x="5150940" y="1427937"/>
                </a:cubicBezTo>
                <a:close/>
                <a:moveTo>
                  <a:pt x="1339302" y="2827260"/>
                </a:moveTo>
                <a:cubicBezTo>
                  <a:pt x="1342999" y="2827261"/>
                  <a:pt x="1346520" y="2825073"/>
                  <a:pt x="1348013" y="2821446"/>
                </a:cubicBezTo>
                <a:cubicBezTo>
                  <a:pt x="1350004" y="2816628"/>
                  <a:pt x="1347729" y="2811117"/>
                  <a:pt x="1342929" y="2809125"/>
                </a:cubicBezTo>
                <a:cubicBezTo>
                  <a:pt x="1338110" y="2807134"/>
                  <a:pt x="1332600" y="2809410"/>
                  <a:pt x="1330608" y="2814229"/>
                </a:cubicBezTo>
                <a:cubicBezTo>
                  <a:pt x="1328616" y="2819029"/>
                  <a:pt x="1330892" y="2824540"/>
                  <a:pt x="1335711" y="2826549"/>
                </a:cubicBezTo>
                <a:cubicBezTo>
                  <a:pt x="1336883" y="2827029"/>
                  <a:pt x="1338110" y="2827260"/>
                  <a:pt x="1339302" y="2827260"/>
                </a:cubicBezTo>
                <a:close/>
                <a:moveTo>
                  <a:pt x="2846189" y="2276576"/>
                </a:moveTo>
                <a:cubicBezTo>
                  <a:pt x="2854368" y="2274922"/>
                  <a:pt x="2859667" y="2266958"/>
                  <a:pt x="2858012" y="2258761"/>
                </a:cubicBezTo>
                <a:cubicBezTo>
                  <a:pt x="2856359" y="2250601"/>
                  <a:pt x="2848395" y="2245303"/>
                  <a:pt x="2840216" y="2246957"/>
                </a:cubicBezTo>
                <a:cubicBezTo>
                  <a:pt x="2832020" y="2248592"/>
                  <a:pt x="2826740" y="2256575"/>
                  <a:pt x="2828393" y="2264753"/>
                </a:cubicBezTo>
                <a:cubicBezTo>
                  <a:pt x="2829833" y="2271918"/>
                  <a:pt x="2836145" y="2276878"/>
                  <a:pt x="2843185" y="2276878"/>
                </a:cubicBezTo>
                <a:cubicBezTo>
                  <a:pt x="2844181" y="2276878"/>
                  <a:pt x="2845176" y="2276789"/>
                  <a:pt x="2846189" y="2276576"/>
                </a:cubicBezTo>
                <a:close/>
                <a:moveTo>
                  <a:pt x="6945859" y="772784"/>
                </a:moveTo>
                <a:cubicBezTo>
                  <a:pt x="6956527" y="770206"/>
                  <a:pt x="6963070" y="759485"/>
                  <a:pt x="6960491" y="748818"/>
                </a:cubicBezTo>
                <a:cubicBezTo>
                  <a:pt x="6957931" y="738168"/>
                  <a:pt x="6947193" y="731608"/>
                  <a:pt x="6936544" y="734186"/>
                </a:cubicBezTo>
                <a:cubicBezTo>
                  <a:pt x="6925893" y="736764"/>
                  <a:pt x="6919333" y="747484"/>
                  <a:pt x="6921912" y="758134"/>
                </a:cubicBezTo>
                <a:cubicBezTo>
                  <a:pt x="6924099" y="767237"/>
                  <a:pt x="6932223" y="773335"/>
                  <a:pt x="6941184" y="773335"/>
                </a:cubicBezTo>
                <a:cubicBezTo>
                  <a:pt x="6942730" y="773335"/>
                  <a:pt x="6944295" y="773157"/>
                  <a:pt x="6945859" y="772784"/>
                </a:cubicBezTo>
                <a:close/>
                <a:moveTo>
                  <a:pt x="3450992" y="2055158"/>
                </a:moveTo>
                <a:cubicBezTo>
                  <a:pt x="3459526" y="2052722"/>
                  <a:pt x="3464468" y="2043850"/>
                  <a:pt x="3462033" y="2035316"/>
                </a:cubicBezTo>
                <a:cubicBezTo>
                  <a:pt x="3459596" y="2026783"/>
                  <a:pt x="3450707" y="2021840"/>
                  <a:pt x="3442174" y="2024276"/>
                </a:cubicBezTo>
                <a:cubicBezTo>
                  <a:pt x="3433640" y="2026711"/>
                  <a:pt x="3428697" y="2035601"/>
                  <a:pt x="3431132" y="2044135"/>
                </a:cubicBezTo>
                <a:cubicBezTo>
                  <a:pt x="3433160" y="2051193"/>
                  <a:pt x="3439596" y="2055780"/>
                  <a:pt x="3446582" y="2055779"/>
                </a:cubicBezTo>
                <a:cubicBezTo>
                  <a:pt x="3448040" y="2055779"/>
                  <a:pt x="3449517" y="2055584"/>
                  <a:pt x="3450992" y="2055158"/>
                </a:cubicBezTo>
                <a:close/>
                <a:moveTo>
                  <a:pt x="6289143" y="1017066"/>
                </a:moveTo>
                <a:cubicBezTo>
                  <a:pt x="6299170" y="1012585"/>
                  <a:pt x="6303633" y="1000834"/>
                  <a:pt x="6299170" y="990824"/>
                </a:cubicBezTo>
                <a:cubicBezTo>
                  <a:pt x="6296930" y="985820"/>
                  <a:pt x="6292871" y="982198"/>
                  <a:pt x="6288122" y="980387"/>
                </a:cubicBezTo>
                <a:cubicBezTo>
                  <a:pt x="6283373" y="978575"/>
                  <a:pt x="6277933" y="978575"/>
                  <a:pt x="6272928" y="980815"/>
                </a:cubicBezTo>
                <a:cubicBezTo>
                  <a:pt x="6262919" y="985295"/>
                  <a:pt x="6258439" y="997029"/>
                  <a:pt x="6262918" y="1007039"/>
                </a:cubicBezTo>
                <a:cubicBezTo>
                  <a:pt x="6266207" y="1014417"/>
                  <a:pt x="6273462" y="1018791"/>
                  <a:pt x="6281053" y="1018791"/>
                </a:cubicBezTo>
                <a:cubicBezTo>
                  <a:pt x="6283755" y="1018791"/>
                  <a:pt x="6286512" y="1018239"/>
                  <a:pt x="6289143" y="1017066"/>
                </a:cubicBezTo>
                <a:close/>
                <a:moveTo>
                  <a:pt x="4059742" y="1835269"/>
                </a:moveTo>
                <a:cubicBezTo>
                  <a:pt x="4068897" y="1833206"/>
                  <a:pt x="4074641" y="1824086"/>
                  <a:pt x="4072578" y="1814929"/>
                </a:cubicBezTo>
                <a:cubicBezTo>
                  <a:pt x="4070517" y="1805773"/>
                  <a:pt x="4061414" y="1800031"/>
                  <a:pt x="4052240" y="1802093"/>
                </a:cubicBezTo>
                <a:cubicBezTo>
                  <a:pt x="4043083" y="1804155"/>
                  <a:pt x="4037340" y="1813258"/>
                  <a:pt x="4039403" y="1822432"/>
                </a:cubicBezTo>
                <a:cubicBezTo>
                  <a:pt x="4041181" y="1830326"/>
                  <a:pt x="4048205" y="1835695"/>
                  <a:pt x="4055972" y="1835695"/>
                </a:cubicBezTo>
                <a:cubicBezTo>
                  <a:pt x="4057218" y="1835695"/>
                  <a:pt x="4058479" y="1835553"/>
                  <a:pt x="4059742" y="1835269"/>
                </a:cubicBezTo>
                <a:close/>
                <a:moveTo>
                  <a:pt x="2204513" y="2517676"/>
                </a:moveTo>
                <a:cubicBezTo>
                  <a:pt x="2211802" y="2517623"/>
                  <a:pt x="2217687" y="2511649"/>
                  <a:pt x="2217634" y="2504359"/>
                </a:cubicBezTo>
                <a:cubicBezTo>
                  <a:pt x="2217580" y="2497052"/>
                  <a:pt x="2211607" y="2491185"/>
                  <a:pt x="2204316" y="2491239"/>
                </a:cubicBezTo>
                <a:cubicBezTo>
                  <a:pt x="2197027" y="2491293"/>
                  <a:pt x="2191143" y="2497248"/>
                  <a:pt x="2191197" y="2504555"/>
                </a:cubicBezTo>
                <a:cubicBezTo>
                  <a:pt x="2191249" y="2511827"/>
                  <a:pt x="2197170" y="2517676"/>
                  <a:pt x="2204423" y="2517676"/>
                </a:cubicBezTo>
                <a:close/>
                <a:moveTo>
                  <a:pt x="3545540" y="2028098"/>
                </a:moveTo>
                <a:cubicBezTo>
                  <a:pt x="3554074" y="2025662"/>
                  <a:pt x="3558998" y="2016773"/>
                  <a:pt x="3556563" y="2008239"/>
                </a:cubicBezTo>
                <a:cubicBezTo>
                  <a:pt x="3554128" y="1999723"/>
                  <a:pt x="3545238" y="1994781"/>
                  <a:pt x="3536704" y="1997217"/>
                </a:cubicBezTo>
                <a:cubicBezTo>
                  <a:pt x="3528188" y="1999652"/>
                  <a:pt x="3523246" y="2008541"/>
                  <a:pt x="3525680" y="2017076"/>
                </a:cubicBezTo>
                <a:cubicBezTo>
                  <a:pt x="3527708" y="2024134"/>
                  <a:pt x="3534126" y="2028720"/>
                  <a:pt x="3541113" y="2028720"/>
                </a:cubicBezTo>
                <a:cubicBezTo>
                  <a:pt x="3542589" y="2028720"/>
                  <a:pt x="3544065" y="2028525"/>
                  <a:pt x="3545540" y="2028098"/>
                </a:cubicBezTo>
                <a:close/>
                <a:moveTo>
                  <a:pt x="548797" y="3129751"/>
                </a:moveTo>
                <a:cubicBezTo>
                  <a:pt x="549809" y="3129751"/>
                  <a:pt x="550823" y="3129324"/>
                  <a:pt x="551570" y="3128524"/>
                </a:cubicBezTo>
                <a:cubicBezTo>
                  <a:pt x="552957" y="3126995"/>
                  <a:pt x="552832" y="3124630"/>
                  <a:pt x="551303" y="3123244"/>
                </a:cubicBezTo>
                <a:cubicBezTo>
                  <a:pt x="549774" y="3121856"/>
                  <a:pt x="547410" y="3121981"/>
                  <a:pt x="546040" y="3123511"/>
                </a:cubicBezTo>
                <a:cubicBezTo>
                  <a:pt x="544654" y="3125039"/>
                  <a:pt x="544760" y="3127404"/>
                  <a:pt x="546289" y="3128790"/>
                </a:cubicBezTo>
                <a:cubicBezTo>
                  <a:pt x="547019" y="3129431"/>
                  <a:pt x="547908" y="3129751"/>
                  <a:pt x="548797" y="3129751"/>
                </a:cubicBezTo>
                <a:close/>
                <a:moveTo>
                  <a:pt x="6197350" y="1058384"/>
                </a:moveTo>
                <a:cubicBezTo>
                  <a:pt x="6207341" y="1053868"/>
                  <a:pt x="6211786" y="1042099"/>
                  <a:pt x="6207270" y="1032107"/>
                </a:cubicBezTo>
                <a:cubicBezTo>
                  <a:pt x="6205004" y="1027112"/>
                  <a:pt x="6200933" y="1023506"/>
                  <a:pt x="6196179" y="1021715"/>
                </a:cubicBezTo>
                <a:cubicBezTo>
                  <a:pt x="6191425" y="1019924"/>
                  <a:pt x="6185989" y="1019946"/>
                  <a:pt x="6180993" y="1022204"/>
                </a:cubicBezTo>
                <a:cubicBezTo>
                  <a:pt x="6171001" y="1026720"/>
                  <a:pt x="6166575" y="1038490"/>
                  <a:pt x="6171091" y="1048481"/>
                </a:cubicBezTo>
                <a:cubicBezTo>
                  <a:pt x="6174415" y="1055806"/>
                  <a:pt x="6181633" y="1060162"/>
                  <a:pt x="6189189" y="1060162"/>
                </a:cubicBezTo>
                <a:cubicBezTo>
                  <a:pt x="6191928" y="1060162"/>
                  <a:pt x="6194701" y="1059593"/>
                  <a:pt x="6197350" y="1058384"/>
                </a:cubicBezTo>
                <a:close/>
                <a:moveTo>
                  <a:pt x="4485475" y="1686850"/>
                </a:moveTo>
                <a:cubicBezTo>
                  <a:pt x="4495289" y="1685410"/>
                  <a:pt x="4502080" y="1676290"/>
                  <a:pt x="4500640" y="1666475"/>
                </a:cubicBezTo>
                <a:cubicBezTo>
                  <a:pt x="4499199" y="1656661"/>
                  <a:pt x="4490081" y="1649870"/>
                  <a:pt x="4480268" y="1651310"/>
                </a:cubicBezTo>
                <a:cubicBezTo>
                  <a:pt x="4470453" y="1652750"/>
                  <a:pt x="4463659" y="1661870"/>
                  <a:pt x="4465101" y="1671685"/>
                </a:cubicBezTo>
                <a:cubicBezTo>
                  <a:pt x="4466416" y="1680610"/>
                  <a:pt x="4474097" y="1687046"/>
                  <a:pt x="4482844" y="1687046"/>
                </a:cubicBezTo>
                <a:cubicBezTo>
                  <a:pt x="4483717" y="1687046"/>
                  <a:pt x="4484586" y="1686975"/>
                  <a:pt x="4485475" y="1686850"/>
                </a:cubicBezTo>
                <a:close/>
                <a:moveTo>
                  <a:pt x="2525405" y="2406682"/>
                </a:moveTo>
                <a:cubicBezTo>
                  <a:pt x="2533174" y="2405811"/>
                  <a:pt x="2538775" y="2398788"/>
                  <a:pt x="2537903" y="2391019"/>
                </a:cubicBezTo>
                <a:cubicBezTo>
                  <a:pt x="2537032" y="2383250"/>
                  <a:pt x="2530027" y="2377650"/>
                  <a:pt x="2522240" y="2378521"/>
                </a:cubicBezTo>
                <a:cubicBezTo>
                  <a:pt x="2514471" y="2379391"/>
                  <a:pt x="2508888" y="2386414"/>
                  <a:pt x="2509742" y="2394184"/>
                </a:cubicBezTo>
                <a:cubicBezTo>
                  <a:pt x="2510559" y="2401419"/>
                  <a:pt x="2516692" y="2406771"/>
                  <a:pt x="2523822" y="2406770"/>
                </a:cubicBezTo>
                <a:cubicBezTo>
                  <a:pt x="2524338" y="2406771"/>
                  <a:pt x="2524870" y="2406736"/>
                  <a:pt x="2525405" y="2406682"/>
                </a:cubicBezTo>
                <a:close/>
                <a:moveTo>
                  <a:pt x="5250218" y="1408024"/>
                </a:moveTo>
                <a:cubicBezTo>
                  <a:pt x="5260940" y="1405712"/>
                  <a:pt x="5267749" y="1395152"/>
                  <a:pt x="5265456" y="1384431"/>
                </a:cubicBezTo>
                <a:cubicBezTo>
                  <a:pt x="5263143" y="1373711"/>
                  <a:pt x="5252565" y="1366902"/>
                  <a:pt x="5241863" y="1369212"/>
                </a:cubicBezTo>
                <a:cubicBezTo>
                  <a:pt x="5231141" y="1371524"/>
                  <a:pt x="5224332" y="1382084"/>
                  <a:pt x="5226643" y="1392805"/>
                </a:cubicBezTo>
                <a:lnTo>
                  <a:pt x="5226606" y="1392806"/>
                </a:lnTo>
                <a:cubicBezTo>
                  <a:pt x="5228616" y="1402104"/>
                  <a:pt x="5236849" y="1408469"/>
                  <a:pt x="5246003" y="1408469"/>
                </a:cubicBezTo>
                <a:cubicBezTo>
                  <a:pt x="5247391" y="1408469"/>
                  <a:pt x="5248796" y="1408326"/>
                  <a:pt x="5250218" y="1408024"/>
                </a:cubicBezTo>
                <a:close/>
                <a:moveTo>
                  <a:pt x="2942142" y="2255739"/>
                </a:moveTo>
                <a:cubicBezTo>
                  <a:pt x="2950267" y="2253854"/>
                  <a:pt x="2955335" y="2245730"/>
                  <a:pt x="2953450" y="2237605"/>
                </a:cubicBezTo>
                <a:cubicBezTo>
                  <a:pt x="2951565" y="2229462"/>
                  <a:pt x="2943440" y="2224413"/>
                  <a:pt x="2935315" y="2226280"/>
                </a:cubicBezTo>
                <a:cubicBezTo>
                  <a:pt x="2927190" y="2228182"/>
                  <a:pt x="2922123" y="2236290"/>
                  <a:pt x="2924007" y="2244431"/>
                </a:cubicBezTo>
                <a:cubicBezTo>
                  <a:pt x="2925625" y="2251401"/>
                  <a:pt x="2931848" y="2256130"/>
                  <a:pt x="2938712" y="2256130"/>
                </a:cubicBezTo>
                <a:cubicBezTo>
                  <a:pt x="2939849" y="2256130"/>
                  <a:pt x="2940987" y="2256005"/>
                  <a:pt x="2942142" y="2255739"/>
                </a:cubicBezTo>
                <a:close/>
                <a:moveTo>
                  <a:pt x="4817765" y="1568140"/>
                </a:moveTo>
                <a:cubicBezTo>
                  <a:pt x="4828164" y="1567056"/>
                  <a:pt x="4835703" y="1557757"/>
                  <a:pt x="4834620" y="1547375"/>
                </a:cubicBezTo>
                <a:cubicBezTo>
                  <a:pt x="4833535" y="1536992"/>
                  <a:pt x="4824237" y="1529435"/>
                  <a:pt x="4813852" y="1530520"/>
                </a:cubicBezTo>
                <a:cubicBezTo>
                  <a:pt x="4803469" y="1531604"/>
                  <a:pt x="4795931" y="1540903"/>
                  <a:pt x="4797016" y="1551286"/>
                </a:cubicBezTo>
                <a:cubicBezTo>
                  <a:pt x="4798012" y="1561011"/>
                  <a:pt x="4806225" y="1568229"/>
                  <a:pt x="4815792" y="1568229"/>
                </a:cubicBezTo>
                <a:cubicBezTo>
                  <a:pt x="4816450" y="1568229"/>
                  <a:pt x="4817106" y="1568193"/>
                  <a:pt x="4817765" y="1568140"/>
                </a:cubicBezTo>
                <a:close/>
                <a:moveTo>
                  <a:pt x="7043324" y="752000"/>
                </a:moveTo>
                <a:cubicBezTo>
                  <a:pt x="7054115" y="750027"/>
                  <a:pt x="7061244" y="739679"/>
                  <a:pt x="7059271" y="728887"/>
                </a:cubicBezTo>
                <a:cubicBezTo>
                  <a:pt x="7057280" y="718114"/>
                  <a:pt x="7046933" y="710966"/>
                  <a:pt x="7036158" y="712958"/>
                </a:cubicBezTo>
                <a:cubicBezTo>
                  <a:pt x="7025366" y="714931"/>
                  <a:pt x="7018237" y="725279"/>
                  <a:pt x="7020211" y="736071"/>
                </a:cubicBezTo>
                <a:cubicBezTo>
                  <a:pt x="7021971" y="745635"/>
                  <a:pt x="7030328" y="752338"/>
                  <a:pt x="7039732" y="752338"/>
                </a:cubicBezTo>
                <a:cubicBezTo>
                  <a:pt x="7040905" y="752338"/>
                  <a:pt x="7042114" y="752231"/>
                  <a:pt x="7043324" y="752000"/>
                </a:cubicBezTo>
                <a:close/>
                <a:moveTo>
                  <a:pt x="8245995" y="311777"/>
                </a:moveTo>
                <a:cubicBezTo>
                  <a:pt x="8255133" y="311777"/>
                  <a:pt x="8263899" y="306656"/>
                  <a:pt x="8268148" y="297892"/>
                </a:cubicBezTo>
                <a:cubicBezTo>
                  <a:pt x="8274069" y="285677"/>
                  <a:pt x="8268948" y="270956"/>
                  <a:pt x="8256734" y="265036"/>
                </a:cubicBezTo>
                <a:cubicBezTo>
                  <a:pt x="8250618" y="262076"/>
                  <a:pt x="8243883" y="261877"/>
                  <a:pt x="8237939" y="263943"/>
                </a:cubicBezTo>
                <a:cubicBezTo>
                  <a:pt x="8231994" y="266010"/>
                  <a:pt x="8226838" y="270343"/>
                  <a:pt x="8223879" y="276450"/>
                </a:cubicBezTo>
                <a:cubicBezTo>
                  <a:pt x="8217958" y="288682"/>
                  <a:pt x="8223060" y="303385"/>
                  <a:pt x="8235292" y="309306"/>
                </a:cubicBezTo>
                <a:cubicBezTo>
                  <a:pt x="8238741" y="310977"/>
                  <a:pt x="8242404" y="311777"/>
                  <a:pt x="8245995" y="311777"/>
                </a:cubicBezTo>
                <a:close/>
                <a:moveTo>
                  <a:pt x="3640086" y="2001484"/>
                </a:moveTo>
                <a:cubicBezTo>
                  <a:pt x="3648642" y="1999118"/>
                  <a:pt x="3653654" y="1990265"/>
                  <a:pt x="3651290" y="1981713"/>
                </a:cubicBezTo>
                <a:cubicBezTo>
                  <a:pt x="3648925" y="1973162"/>
                  <a:pt x="3640070" y="1968147"/>
                  <a:pt x="3631518" y="1970512"/>
                </a:cubicBezTo>
                <a:cubicBezTo>
                  <a:pt x="3622968" y="1972877"/>
                  <a:pt x="3617973" y="1981731"/>
                  <a:pt x="3620335" y="1990283"/>
                </a:cubicBezTo>
                <a:cubicBezTo>
                  <a:pt x="3622291" y="1997394"/>
                  <a:pt x="3628763" y="2002070"/>
                  <a:pt x="3635804" y="2002071"/>
                </a:cubicBezTo>
                <a:cubicBezTo>
                  <a:pt x="3637208" y="2002070"/>
                  <a:pt x="3638666" y="2001875"/>
                  <a:pt x="3640086" y="2001484"/>
                </a:cubicBezTo>
                <a:close/>
                <a:moveTo>
                  <a:pt x="7716111" y="506342"/>
                </a:moveTo>
                <a:cubicBezTo>
                  <a:pt x="7719815" y="503579"/>
                  <a:pt x="7722673" y="499619"/>
                  <a:pt x="7724024" y="494827"/>
                </a:cubicBezTo>
                <a:cubicBezTo>
                  <a:pt x="7727296" y="483271"/>
                  <a:pt x="7720576" y="471253"/>
                  <a:pt x="7709020" y="467981"/>
                </a:cubicBezTo>
                <a:cubicBezTo>
                  <a:pt x="7697445" y="464710"/>
                  <a:pt x="7685444" y="471431"/>
                  <a:pt x="7682173" y="483005"/>
                </a:cubicBezTo>
                <a:cubicBezTo>
                  <a:pt x="7678902" y="494561"/>
                  <a:pt x="7685623" y="506580"/>
                  <a:pt x="7697179" y="509851"/>
                </a:cubicBezTo>
                <a:cubicBezTo>
                  <a:pt x="7699152" y="510402"/>
                  <a:pt x="7701144" y="510668"/>
                  <a:pt x="7703117" y="510668"/>
                </a:cubicBezTo>
                <a:cubicBezTo>
                  <a:pt x="7707855" y="510669"/>
                  <a:pt x="7712406" y="509104"/>
                  <a:pt x="7716111" y="506342"/>
                </a:cubicBezTo>
                <a:close/>
                <a:moveTo>
                  <a:pt x="4156174" y="1814395"/>
                </a:moveTo>
                <a:cubicBezTo>
                  <a:pt x="4165366" y="1812512"/>
                  <a:pt x="4171287" y="1803497"/>
                  <a:pt x="4169403" y="1794306"/>
                </a:cubicBezTo>
                <a:cubicBezTo>
                  <a:pt x="4167502" y="1785113"/>
                  <a:pt x="4158505" y="1779193"/>
                  <a:pt x="4149293" y="1781096"/>
                </a:cubicBezTo>
                <a:cubicBezTo>
                  <a:pt x="4140103" y="1782980"/>
                  <a:pt x="4134181" y="1791976"/>
                  <a:pt x="4136086" y="1801186"/>
                </a:cubicBezTo>
                <a:cubicBezTo>
                  <a:pt x="4137738" y="1809222"/>
                  <a:pt x="4144813" y="1814751"/>
                  <a:pt x="4152723" y="1814751"/>
                </a:cubicBezTo>
                <a:cubicBezTo>
                  <a:pt x="4153867" y="1814751"/>
                  <a:pt x="4155019" y="1814645"/>
                  <a:pt x="4156174" y="1814395"/>
                </a:cubicBezTo>
                <a:close/>
                <a:moveTo>
                  <a:pt x="6105522" y="1099916"/>
                </a:moveTo>
                <a:cubicBezTo>
                  <a:pt x="6115514" y="1095435"/>
                  <a:pt x="6119994" y="1083684"/>
                  <a:pt x="6115514" y="1073692"/>
                </a:cubicBezTo>
                <a:cubicBezTo>
                  <a:pt x="6113265" y="1068687"/>
                  <a:pt x="6109207" y="1065065"/>
                  <a:pt x="6104460" y="1063255"/>
                </a:cubicBezTo>
                <a:cubicBezTo>
                  <a:pt x="6099713" y="1061447"/>
                  <a:pt x="6094277" y="1061451"/>
                  <a:pt x="6089272" y="1063700"/>
                </a:cubicBezTo>
                <a:cubicBezTo>
                  <a:pt x="6079281" y="1068180"/>
                  <a:pt x="6074782" y="1079932"/>
                  <a:pt x="6079280" y="1089941"/>
                </a:cubicBezTo>
                <a:cubicBezTo>
                  <a:pt x="6082587" y="1097302"/>
                  <a:pt x="6089823" y="1101658"/>
                  <a:pt x="6097397" y="1101658"/>
                </a:cubicBezTo>
                <a:cubicBezTo>
                  <a:pt x="6100117" y="1101658"/>
                  <a:pt x="6102872" y="1101107"/>
                  <a:pt x="6105522" y="1099916"/>
                </a:cubicBezTo>
                <a:close/>
                <a:moveTo>
                  <a:pt x="1548097" y="2771915"/>
                </a:moveTo>
                <a:cubicBezTo>
                  <a:pt x="1552666" y="2771915"/>
                  <a:pt x="1556862" y="2768874"/>
                  <a:pt x="1558106" y="2764252"/>
                </a:cubicBezTo>
                <a:cubicBezTo>
                  <a:pt x="1559601" y="2758740"/>
                  <a:pt x="1556347" y="2753033"/>
                  <a:pt x="1550818" y="2751540"/>
                </a:cubicBezTo>
                <a:cubicBezTo>
                  <a:pt x="1545289" y="2750029"/>
                  <a:pt x="1539599" y="2753300"/>
                  <a:pt x="1538087" y="2758829"/>
                </a:cubicBezTo>
                <a:cubicBezTo>
                  <a:pt x="1536594" y="2764359"/>
                  <a:pt x="1539866" y="2770047"/>
                  <a:pt x="1545395" y="2771559"/>
                </a:cubicBezTo>
                <a:cubicBezTo>
                  <a:pt x="1546302" y="2771807"/>
                  <a:pt x="1547208" y="2771915"/>
                  <a:pt x="1548097" y="2771915"/>
                </a:cubicBezTo>
                <a:close/>
                <a:moveTo>
                  <a:pt x="922830" y="3001884"/>
                </a:moveTo>
                <a:cubicBezTo>
                  <a:pt x="924910" y="3001884"/>
                  <a:pt x="926938" y="3000924"/>
                  <a:pt x="928217" y="2999093"/>
                </a:cubicBezTo>
                <a:cubicBezTo>
                  <a:pt x="930316" y="2996124"/>
                  <a:pt x="929604" y="2992017"/>
                  <a:pt x="926617" y="2989937"/>
                </a:cubicBezTo>
                <a:cubicBezTo>
                  <a:pt x="923647" y="2987838"/>
                  <a:pt x="919558" y="2988550"/>
                  <a:pt x="917462" y="2991519"/>
                </a:cubicBezTo>
                <a:cubicBezTo>
                  <a:pt x="915363" y="2994506"/>
                  <a:pt x="916091" y="2998594"/>
                  <a:pt x="919061" y="3000693"/>
                </a:cubicBezTo>
                <a:cubicBezTo>
                  <a:pt x="920199" y="3001493"/>
                  <a:pt x="921533" y="3001884"/>
                  <a:pt x="922830" y="3001884"/>
                </a:cubicBezTo>
                <a:close/>
                <a:moveTo>
                  <a:pt x="1982968" y="2613220"/>
                </a:moveTo>
                <a:cubicBezTo>
                  <a:pt x="1989369" y="2613219"/>
                  <a:pt x="1994756" y="2608242"/>
                  <a:pt x="1995183" y="2601770"/>
                </a:cubicBezTo>
                <a:cubicBezTo>
                  <a:pt x="1995645" y="2594997"/>
                  <a:pt x="1990524" y="2589164"/>
                  <a:pt x="1983768" y="2588703"/>
                </a:cubicBezTo>
                <a:cubicBezTo>
                  <a:pt x="1976996" y="2588258"/>
                  <a:pt x="1971163" y="2593379"/>
                  <a:pt x="1970719" y="2600135"/>
                </a:cubicBezTo>
                <a:cubicBezTo>
                  <a:pt x="1970257" y="2606890"/>
                  <a:pt x="1975377" y="2612740"/>
                  <a:pt x="1982134" y="2613202"/>
                </a:cubicBezTo>
                <a:lnTo>
                  <a:pt x="1982133" y="2613219"/>
                </a:lnTo>
                <a:cubicBezTo>
                  <a:pt x="1982417" y="2613219"/>
                  <a:pt x="1982685" y="2613219"/>
                  <a:pt x="1982968" y="2613220"/>
                </a:cubicBezTo>
                <a:close/>
                <a:moveTo>
                  <a:pt x="2287771" y="2502156"/>
                </a:moveTo>
                <a:lnTo>
                  <a:pt x="2287775" y="2502145"/>
                </a:lnTo>
                <a:lnTo>
                  <a:pt x="2287772" y="2502138"/>
                </a:lnTo>
                <a:close/>
                <a:moveTo>
                  <a:pt x="7474586" y="602319"/>
                </a:moveTo>
                <a:cubicBezTo>
                  <a:pt x="7484898" y="602319"/>
                  <a:pt x="7493858" y="594639"/>
                  <a:pt x="7495192" y="584149"/>
                </a:cubicBezTo>
                <a:cubicBezTo>
                  <a:pt x="7496651" y="572735"/>
                  <a:pt x="7488578" y="562335"/>
                  <a:pt x="7477182" y="560877"/>
                </a:cubicBezTo>
                <a:cubicBezTo>
                  <a:pt x="7465786" y="559419"/>
                  <a:pt x="7455368" y="567490"/>
                  <a:pt x="7453927" y="578886"/>
                </a:cubicBezTo>
                <a:cubicBezTo>
                  <a:pt x="7452470" y="590283"/>
                  <a:pt x="7460542" y="600702"/>
                  <a:pt x="7471937" y="602141"/>
                </a:cubicBezTo>
                <a:cubicBezTo>
                  <a:pt x="7472826" y="602266"/>
                  <a:pt x="7473715" y="602319"/>
                  <a:pt x="7474586" y="602319"/>
                </a:cubicBezTo>
                <a:close/>
                <a:moveTo>
                  <a:pt x="3734869" y="1975775"/>
                </a:moveTo>
                <a:cubicBezTo>
                  <a:pt x="3743439" y="1973499"/>
                  <a:pt x="3748539" y="1964699"/>
                  <a:pt x="3746266" y="1956129"/>
                </a:cubicBezTo>
                <a:cubicBezTo>
                  <a:pt x="3743988" y="1947560"/>
                  <a:pt x="3735205" y="1942457"/>
                  <a:pt x="3726635" y="1944715"/>
                </a:cubicBezTo>
                <a:cubicBezTo>
                  <a:pt x="3718067" y="1947009"/>
                  <a:pt x="3712965" y="1955791"/>
                  <a:pt x="3715239" y="1964361"/>
                </a:cubicBezTo>
                <a:lnTo>
                  <a:pt x="3715220" y="1964361"/>
                </a:lnTo>
                <a:cubicBezTo>
                  <a:pt x="3717123" y="1971562"/>
                  <a:pt x="3723632" y="1976308"/>
                  <a:pt x="3730744" y="1976309"/>
                </a:cubicBezTo>
                <a:cubicBezTo>
                  <a:pt x="3732095" y="1976309"/>
                  <a:pt x="3733483" y="1976131"/>
                  <a:pt x="3734869" y="1975775"/>
                </a:cubicBezTo>
                <a:close/>
                <a:moveTo>
                  <a:pt x="1763613" y="2699252"/>
                </a:moveTo>
                <a:cubicBezTo>
                  <a:pt x="1769089" y="2699252"/>
                  <a:pt x="1773890" y="2695269"/>
                  <a:pt x="1774778" y="2689686"/>
                </a:cubicBezTo>
                <a:cubicBezTo>
                  <a:pt x="1775738" y="2683518"/>
                  <a:pt x="1771526" y="2677721"/>
                  <a:pt x="1765356" y="2676761"/>
                </a:cubicBezTo>
                <a:cubicBezTo>
                  <a:pt x="1759167" y="2675784"/>
                  <a:pt x="1753372" y="2679998"/>
                  <a:pt x="1752412" y="2686166"/>
                </a:cubicBezTo>
                <a:cubicBezTo>
                  <a:pt x="1751434" y="2692354"/>
                  <a:pt x="1755666" y="2698149"/>
                  <a:pt x="1761835" y="2699109"/>
                </a:cubicBezTo>
                <a:cubicBezTo>
                  <a:pt x="1762422" y="2699198"/>
                  <a:pt x="1763026" y="2699252"/>
                  <a:pt x="1763613" y="2699252"/>
                </a:cubicBezTo>
                <a:close/>
                <a:moveTo>
                  <a:pt x="3037438" y="2232467"/>
                </a:moveTo>
                <a:cubicBezTo>
                  <a:pt x="3045508" y="2230386"/>
                  <a:pt x="3050399" y="2222173"/>
                  <a:pt x="3048336" y="2214083"/>
                </a:cubicBezTo>
                <a:cubicBezTo>
                  <a:pt x="3046274" y="2205994"/>
                  <a:pt x="3038042" y="2201122"/>
                  <a:pt x="3029953" y="2203185"/>
                </a:cubicBezTo>
                <a:cubicBezTo>
                  <a:pt x="3021863" y="2205248"/>
                  <a:pt x="3016992" y="2213478"/>
                  <a:pt x="3019055" y="2221567"/>
                </a:cubicBezTo>
                <a:cubicBezTo>
                  <a:pt x="3020796" y="2228396"/>
                  <a:pt x="3026948" y="2232946"/>
                  <a:pt x="3033686" y="2232946"/>
                </a:cubicBezTo>
                <a:cubicBezTo>
                  <a:pt x="3034931" y="2232946"/>
                  <a:pt x="3036176" y="2232787"/>
                  <a:pt x="3037438" y="2232467"/>
                </a:cubicBezTo>
                <a:close/>
                <a:moveTo>
                  <a:pt x="6013285" y="1140843"/>
                </a:moveTo>
                <a:cubicBezTo>
                  <a:pt x="6023329" y="1136451"/>
                  <a:pt x="6027899" y="1124735"/>
                  <a:pt x="6023490" y="1114689"/>
                </a:cubicBezTo>
                <a:cubicBezTo>
                  <a:pt x="6021295" y="1109668"/>
                  <a:pt x="6017268" y="1106014"/>
                  <a:pt x="6012534" y="1104167"/>
                </a:cubicBezTo>
                <a:cubicBezTo>
                  <a:pt x="6007801" y="1102320"/>
                  <a:pt x="6002360" y="1102280"/>
                  <a:pt x="5997337" y="1104484"/>
                </a:cubicBezTo>
                <a:cubicBezTo>
                  <a:pt x="5987292" y="1108894"/>
                  <a:pt x="5982723" y="1120593"/>
                  <a:pt x="5987132" y="1130637"/>
                </a:cubicBezTo>
                <a:cubicBezTo>
                  <a:pt x="5990404" y="1138087"/>
                  <a:pt x="5997694" y="1142514"/>
                  <a:pt x="6005319" y="1142514"/>
                </a:cubicBezTo>
                <a:cubicBezTo>
                  <a:pt x="6007987" y="1142514"/>
                  <a:pt x="6010689" y="1141980"/>
                  <a:pt x="6013285" y="1140843"/>
                </a:cubicBezTo>
                <a:close/>
                <a:moveTo>
                  <a:pt x="5349087" y="1384716"/>
                </a:moveTo>
                <a:cubicBezTo>
                  <a:pt x="5359682" y="1381978"/>
                  <a:pt x="5366065" y="1371151"/>
                  <a:pt x="5363327" y="1360536"/>
                </a:cubicBezTo>
                <a:cubicBezTo>
                  <a:pt x="5360571" y="1349922"/>
                  <a:pt x="5349745" y="1343540"/>
                  <a:pt x="5339131" y="1346278"/>
                </a:cubicBezTo>
                <a:cubicBezTo>
                  <a:pt x="5328517" y="1349033"/>
                  <a:pt x="5322134" y="1359861"/>
                  <a:pt x="5324890" y="1370475"/>
                </a:cubicBezTo>
                <a:lnTo>
                  <a:pt x="5324907" y="1370475"/>
                </a:lnTo>
                <a:cubicBezTo>
                  <a:pt x="5327218" y="1379417"/>
                  <a:pt x="5335273" y="1385356"/>
                  <a:pt x="5344108" y="1385356"/>
                </a:cubicBezTo>
                <a:cubicBezTo>
                  <a:pt x="5345760" y="1385356"/>
                  <a:pt x="5347432" y="1385160"/>
                  <a:pt x="5349087" y="1384716"/>
                </a:cubicBezTo>
                <a:close/>
                <a:moveTo>
                  <a:pt x="5920657" y="1180916"/>
                </a:moveTo>
                <a:cubicBezTo>
                  <a:pt x="5930737" y="1176614"/>
                  <a:pt x="5935431" y="1164951"/>
                  <a:pt x="5931146" y="1154870"/>
                </a:cubicBezTo>
                <a:cubicBezTo>
                  <a:pt x="5928995" y="1149821"/>
                  <a:pt x="5925004" y="1146123"/>
                  <a:pt x="5920290" y="1144225"/>
                </a:cubicBezTo>
                <a:cubicBezTo>
                  <a:pt x="5915576" y="1142328"/>
                  <a:pt x="5910141" y="1142229"/>
                  <a:pt x="5905100" y="1144380"/>
                </a:cubicBezTo>
                <a:cubicBezTo>
                  <a:pt x="5895002" y="1148665"/>
                  <a:pt x="5890308" y="1160329"/>
                  <a:pt x="5894611" y="1170409"/>
                </a:cubicBezTo>
                <a:cubicBezTo>
                  <a:pt x="5897829" y="1177965"/>
                  <a:pt x="5905172" y="1182499"/>
                  <a:pt x="5912887" y="1182499"/>
                </a:cubicBezTo>
                <a:cubicBezTo>
                  <a:pt x="5915483" y="1182499"/>
                  <a:pt x="5918115" y="1181983"/>
                  <a:pt x="5920657" y="1180916"/>
                </a:cubicBezTo>
                <a:close/>
                <a:moveTo>
                  <a:pt x="7935123" y="441971"/>
                </a:moveTo>
                <a:cubicBezTo>
                  <a:pt x="7938825" y="439505"/>
                  <a:pt x="7941844" y="435927"/>
                  <a:pt x="7943613" y="431482"/>
                </a:cubicBezTo>
                <a:cubicBezTo>
                  <a:pt x="7948271" y="419855"/>
                  <a:pt x="7942581" y="406645"/>
                  <a:pt x="7930936" y="402005"/>
                </a:cubicBezTo>
                <a:cubicBezTo>
                  <a:pt x="7919290" y="397364"/>
                  <a:pt x="7906099" y="403036"/>
                  <a:pt x="7901459" y="414681"/>
                </a:cubicBezTo>
                <a:cubicBezTo>
                  <a:pt x="7896818" y="426327"/>
                  <a:pt x="7902490" y="439518"/>
                  <a:pt x="7914134" y="444176"/>
                </a:cubicBezTo>
                <a:cubicBezTo>
                  <a:pt x="7916890" y="445261"/>
                  <a:pt x="7919735" y="445794"/>
                  <a:pt x="7922527" y="445794"/>
                </a:cubicBezTo>
                <a:cubicBezTo>
                  <a:pt x="7927034" y="445794"/>
                  <a:pt x="7931420" y="444439"/>
                  <a:pt x="7935123" y="441971"/>
                </a:cubicBezTo>
                <a:close/>
                <a:moveTo>
                  <a:pt x="453768" y="3186909"/>
                </a:moveTo>
                <a:cubicBezTo>
                  <a:pt x="454497" y="3186909"/>
                  <a:pt x="455243" y="3186607"/>
                  <a:pt x="455794" y="3186038"/>
                </a:cubicBezTo>
                <a:cubicBezTo>
                  <a:pt x="456844" y="3184918"/>
                  <a:pt x="456790" y="3183140"/>
                  <a:pt x="455670" y="3182091"/>
                </a:cubicBezTo>
                <a:cubicBezTo>
                  <a:pt x="454550" y="3181042"/>
                  <a:pt x="452790" y="3181096"/>
                  <a:pt x="451724" y="3182216"/>
                </a:cubicBezTo>
                <a:cubicBezTo>
                  <a:pt x="450674" y="3183335"/>
                  <a:pt x="450728" y="3185095"/>
                  <a:pt x="451865" y="3186163"/>
                </a:cubicBezTo>
                <a:cubicBezTo>
                  <a:pt x="452399" y="3186661"/>
                  <a:pt x="453074" y="3186909"/>
                  <a:pt x="453768" y="3186909"/>
                </a:cubicBezTo>
                <a:close/>
                <a:moveTo>
                  <a:pt x="1223489" y="2906536"/>
                </a:moveTo>
                <a:cubicBezTo>
                  <a:pt x="1226618" y="2906536"/>
                  <a:pt x="1229640" y="2904776"/>
                  <a:pt x="1231098" y="2901771"/>
                </a:cubicBezTo>
                <a:cubicBezTo>
                  <a:pt x="1233160" y="2897575"/>
                  <a:pt x="1231418" y="2892491"/>
                  <a:pt x="1227205" y="2890446"/>
                </a:cubicBezTo>
                <a:cubicBezTo>
                  <a:pt x="1223008" y="2888384"/>
                  <a:pt x="1217941" y="2890126"/>
                  <a:pt x="1215880" y="2894339"/>
                </a:cubicBezTo>
                <a:cubicBezTo>
                  <a:pt x="1213817" y="2898535"/>
                  <a:pt x="1215559" y="2903620"/>
                  <a:pt x="1219773" y="2905665"/>
                </a:cubicBezTo>
                <a:cubicBezTo>
                  <a:pt x="1220964" y="2906251"/>
                  <a:pt x="1222227" y="2906536"/>
                  <a:pt x="1223489" y="2906536"/>
                </a:cubicBezTo>
                <a:close/>
                <a:moveTo>
                  <a:pt x="5446819" y="1357336"/>
                </a:moveTo>
                <a:cubicBezTo>
                  <a:pt x="5457323" y="1354171"/>
                  <a:pt x="5463281" y="1343113"/>
                  <a:pt x="5460134" y="1332606"/>
                </a:cubicBezTo>
                <a:cubicBezTo>
                  <a:pt x="5456969" y="1322117"/>
                  <a:pt x="5445894" y="1316161"/>
                  <a:pt x="5435404" y="1319307"/>
                </a:cubicBezTo>
                <a:cubicBezTo>
                  <a:pt x="5424896" y="1322472"/>
                  <a:pt x="5418940" y="1333531"/>
                  <a:pt x="5422105" y="1344038"/>
                </a:cubicBezTo>
                <a:cubicBezTo>
                  <a:pt x="5424683" y="1352625"/>
                  <a:pt x="5432558" y="1358172"/>
                  <a:pt x="5441091" y="1358172"/>
                </a:cubicBezTo>
                <a:cubicBezTo>
                  <a:pt x="5442996" y="1358172"/>
                  <a:pt x="5444914" y="1357905"/>
                  <a:pt x="5446819" y="1357336"/>
                </a:cubicBezTo>
                <a:close/>
                <a:moveTo>
                  <a:pt x="4252946" y="1795550"/>
                </a:moveTo>
                <a:cubicBezTo>
                  <a:pt x="4262190" y="1793843"/>
                  <a:pt x="4268307" y="1784990"/>
                  <a:pt x="4266618" y="1775762"/>
                </a:cubicBezTo>
                <a:cubicBezTo>
                  <a:pt x="4264929" y="1766518"/>
                  <a:pt x="4256074" y="1760401"/>
                  <a:pt x="4246830" y="1762072"/>
                </a:cubicBezTo>
                <a:cubicBezTo>
                  <a:pt x="4237584" y="1763761"/>
                  <a:pt x="4231469" y="1772615"/>
                  <a:pt x="4233158" y="1781860"/>
                </a:cubicBezTo>
                <a:cubicBezTo>
                  <a:pt x="4234652" y="1790074"/>
                  <a:pt x="4241817" y="1795817"/>
                  <a:pt x="4249868" y="1795816"/>
                </a:cubicBezTo>
                <a:cubicBezTo>
                  <a:pt x="4250883" y="1795817"/>
                  <a:pt x="4251914" y="1795728"/>
                  <a:pt x="4252946" y="1795550"/>
                </a:cubicBezTo>
                <a:close/>
                <a:moveTo>
                  <a:pt x="2622317" y="2393775"/>
                </a:moveTo>
                <a:cubicBezTo>
                  <a:pt x="2630051" y="2392584"/>
                  <a:pt x="2635349" y="2385365"/>
                  <a:pt x="2634158" y="2377631"/>
                </a:cubicBezTo>
                <a:cubicBezTo>
                  <a:pt x="2632967" y="2369898"/>
                  <a:pt x="2625749" y="2364582"/>
                  <a:pt x="2618014" y="2365773"/>
                </a:cubicBezTo>
                <a:cubicBezTo>
                  <a:pt x="2610282" y="2366964"/>
                  <a:pt x="2604964" y="2374200"/>
                  <a:pt x="2606156" y="2381935"/>
                </a:cubicBezTo>
                <a:cubicBezTo>
                  <a:pt x="2607241" y="2388921"/>
                  <a:pt x="2613268" y="2393934"/>
                  <a:pt x="2620149" y="2393935"/>
                </a:cubicBezTo>
                <a:cubicBezTo>
                  <a:pt x="2620860" y="2393935"/>
                  <a:pt x="2621588" y="2393882"/>
                  <a:pt x="2622317" y="2393775"/>
                </a:cubicBezTo>
                <a:close/>
                <a:moveTo>
                  <a:pt x="4583542" y="1674369"/>
                </a:moveTo>
                <a:cubicBezTo>
                  <a:pt x="4593411" y="1673319"/>
                  <a:pt x="4600541" y="1664466"/>
                  <a:pt x="4599490" y="1654617"/>
                </a:cubicBezTo>
                <a:cubicBezTo>
                  <a:pt x="4598444" y="1644749"/>
                  <a:pt x="4589589" y="1637620"/>
                  <a:pt x="4579722" y="1638669"/>
                </a:cubicBezTo>
                <a:cubicBezTo>
                  <a:pt x="4569872" y="1639718"/>
                  <a:pt x="4562727" y="1648572"/>
                  <a:pt x="4563792" y="1658439"/>
                </a:cubicBezTo>
                <a:cubicBezTo>
                  <a:pt x="4564771" y="1667649"/>
                  <a:pt x="4572557" y="1674493"/>
                  <a:pt x="4581623" y="1674494"/>
                </a:cubicBezTo>
                <a:cubicBezTo>
                  <a:pt x="4582265" y="1674494"/>
                  <a:pt x="4582903" y="1674458"/>
                  <a:pt x="4583542" y="1674369"/>
                </a:cubicBezTo>
                <a:close/>
                <a:moveTo>
                  <a:pt x="3829948" y="1951187"/>
                </a:moveTo>
                <a:cubicBezTo>
                  <a:pt x="3838552" y="1949036"/>
                  <a:pt x="3843763" y="1940306"/>
                  <a:pt x="3841614" y="1931701"/>
                </a:cubicBezTo>
                <a:cubicBezTo>
                  <a:pt x="3839442" y="1923096"/>
                  <a:pt x="3830716" y="1917887"/>
                  <a:pt x="3822126" y="1920038"/>
                </a:cubicBezTo>
                <a:cubicBezTo>
                  <a:pt x="3813521" y="1922207"/>
                  <a:pt x="3808294" y="1930937"/>
                  <a:pt x="3810462" y="1939541"/>
                </a:cubicBezTo>
                <a:cubicBezTo>
                  <a:pt x="3812278" y="1946831"/>
                  <a:pt x="3818836" y="1951685"/>
                  <a:pt x="3826020" y="1951685"/>
                </a:cubicBezTo>
                <a:cubicBezTo>
                  <a:pt x="3827317" y="1951685"/>
                  <a:pt x="3828633" y="1951524"/>
                  <a:pt x="3829948" y="1951187"/>
                </a:cubicBezTo>
                <a:close/>
                <a:moveTo>
                  <a:pt x="3132164" y="2207344"/>
                </a:moveTo>
                <a:cubicBezTo>
                  <a:pt x="3140218" y="2205140"/>
                  <a:pt x="3144964" y="2196820"/>
                  <a:pt x="3142760" y="2188766"/>
                </a:cubicBezTo>
                <a:cubicBezTo>
                  <a:pt x="3140555" y="2180730"/>
                  <a:pt x="3132235" y="2175983"/>
                  <a:pt x="3124198" y="2178188"/>
                </a:cubicBezTo>
                <a:cubicBezTo>
                  <a:pt x="3116145" y="2180392"/>
                  <a:pt x="3111398" y="2188713"/>
                  <a:pt x="3113602" y="2196748"/>
                </a:cubicBezTo>
                <a:cubicBezTo>
                  <a:pt x="3115433" y="2203469"/>
                  <a:pt x="3121532" y="2207878"/>
                  <a:pt x="3128163" y="2207878"/>
                </a:cubicBezTo>
                <a:cubicBezTo>
                  <a:pt x="3129496" y="2207879"/>
                  <a:pt x="3130830" y="2207701"/>
                  <a:pt x="3132164" y="2207344"/>
                </a:cubicBezTo>
                <a:close/>
                <a:moveTo>
                  <a:pt x="7141676" y="737083"/>
                </a:moveTo>
                <a:cubicBezTo>
                  <a:pt x="7152574" y="735786"/>
                  <a:pt x="7160344" y="725901"/>
                  <a:pt x="7159046" y="715020"/>
                </a:cubicBezTo>
                <a:cubicBezTo>
                  <a:pt x="7157766" y="704122"/>
                  <a:pt x="7147899" y="696352"/>
                  <a:pt x="7137000" y="697650"/>
                </a:cubicBezTo>
                <a:cubicBezTo>
                  <a:pt x="7126102" y="698948"/>
                  <a:pt x="7118333" y="708816"/>
                  <a:pt x="7119631" y="719696"/>
                </a:cubicBezTo>
                <a:cubicBezTo>
                  <a:pt x="7120822" y="729794"/>
                  <a:pt x="7129391" y="737208"/>
                  <a:pt x="7139312" y="737208"/>
                </a:cubicBezTo>
                <a:cubicBezTo>
                  <a:pt x="7140094" y="737208"/>
                  <a:pt x="7140895" y="737172"/>
                  <a:pt x="7141676" y="737083"/>
                </a:cubicBezTo>
                <a:close/>
                <a:moveTo>
                  <a:pt x="5827478" y="1219852"/>
                </a:moveTo>
                <a:cubicBezTo>
                  <a:pt x="5837629" y="1215692"/>
                  <a:pt x="5842483" y="1204101"/>
                  <a:pt x="5838322" y="1193948"/>
                </a:cubicBezTo>
                <a:cubicBezTo>
                  <a:pt x="5834163" y="1183797"/>
                  <a:pt x="5822589" y="1178943"/>
                  <a:pt x="5812436" y="1183103"/>
                </a:cubicBezTo>
                <a:cubicBezTo>
                  <a:pt x="5802285" y="1187246"/>
                  <a:pt x="5797432" y="1198838"/>
                  <a:pt x="5801573" y="1208989"/>
                </a:cubicBezTo>
                <a:cubicBezTo>
                  <a:pt x="5804721" y="1216669"/>
                  <a:pt x="5812152" y="1221327"/>
                  <a:pt x="5819957" y="1221327"/>
                </a:cubicBezTo>
                <a:cubicBezTo>
                  <a:pt x="5822464" y="1221327"/>
                  <a:pt x="5825006" y="1220848"/>
                  <a:pt x="5827478" y="1219852"/>
                </a:cubicBezTo>
                <a:close/>
                <a:moveTo>
                  <a:pt x="2301692" y="2514619"/>
                </a:moveTo>
                <a:cubicBezTo>
                  <a:pt x="2308982" y="2514210"/>
                  <a:pt x="2314564" y="2507969"/>
                  <a:pt x="2314155" y="2500697"/>
                </a:cubicBezTo>
                <a:cubicBezTo>
                  <a:pt x="2313746" y="2493408"/>
                  <a:pt x="2307524" y="2487825"/>
                  <a:pt x="2300235" y="2488234"/>
                </a:cubicBezTo>
                <a:cubicBezTo>
                  <a:pt x="2296590" y="2488430"/>
                  <a:pt x="2293371" y="2490088"/>
                  <a:pt x="2291116" y="2492608"/>
                </a:cubicBezTo>
                <a:lnTo>
                  <a:pt x="2287775" y="2502145"/>
                </a:lnTo>
                <a:lnTo>
                  <a:pt x="2291885" y="2511012"/>
                </a:lnTo>
                <a:cubicBezTo>
                  <a:pt x="2294261" y="2513254"/>
                  <a:pt x="2297461" y="2514619"/>
                  <a:pt x="2300945" y="2514619"/>
                </a:cubicBezTo>
                <a:cubicBezTo>
                  <a:pt x="2301195" y="2514619"/>
                  <a:pt x="2301443" y="2514619"/>
                  <a:pt x="2301692" y="2514619"/>
                </a:cubicBezTo>
                <a:close/>
                <a:moveTo>
                  <a:pt x="5543427" y="1326579"/>
                </a:moveTo>
                <a:cubicBezTo>
                  <a:pt x="5553811" y="1323077"/>
                  <a:pt x="5559411" y="1311840"/>
                  <a:pt x="5555927" y="1301440"/>
                </a:cubicBezTo>
                <a:cubicBezTo>
                  <a:pt x="5552442" y="1291038"/>
                  <a:pt x="5541187" y="1285439"/>
                  <a:pt x="5530806" y="1288923"/>
                </a:cubicBezTo>
                <a:cubicBezTo>
                  <a:pt x="5520384" y="1292426"/>
                  <a:pt x="5514804" y="1303662"/>
                  <a:pt x="5518288" y="1314062"/>
                </a:cubicBezTo>
                <a:cubicBezTo>
                  <a:pt x="5521062" y="1322365"/>
                  <a:pt x="5528814" y="1327610"/>
                  <a:pt x="5537117" y="1327610"/>
                </a:cubicBezTo>
                <a:cubicBezTo>
                  <a:pt x="5539197" y="1327610"/>
                  <a:pt x="5541332" y="1327272"/>
                  <a:pt x="5543427" y="1326579"/>
                </a:cubicBezTo>
                <a:close/>
                <a:moveTo>
                  <a:pt x="5733642" y="1257348"/>
                </a:moveTo>
                <a:cubicBezTo>
                  <a:pt x="5743864" y="1253365"/>
                  <a:pt x="5748913" y="1241862"/>
                  <a:pt x="5744948" y="1231639"/>
                </a:cubicBezTo>
                <a:cubicBezTo>
                  <a:pt x="5740965" y="1221416"/>
                  <a:pt x="5729464" y="1216367"/>
                  <a:pt x="5719240" y="1220350"/>
                </a:cubicBezTo>
                <a:cubicBezTo>
                  <a:pt x="5709019" y="1224314"/>
                  <a:pt x="5703969" y="1235835"/>
                  <a:pt x="5707950" y="1246041"/>
                </a:cubicBezTo>
                <a:cubicBezTo>
                  <a:pt x="5710990" y="1253899"/>
                  <a:pt x="5718512" y="1258699"/>
                  <a:pt x="5726459" y="1258699"/>
                </a:cubicBezTo>
                <a:cubicBezTo>
                  <a:pt x="5728842" y="1258699"/>
                  <a:pt x="5731277" y="1258272"/>
                  <a:pt x="5733642" y="1257348"/>
                </a:cubicBezTo>
                <a:close/>
                <a:moveTo>
                  <a:pt x="5638990" y="1293066"/>
                </a:moveTo>
                <a:cubicBezTo>
                  <a:pt x="5649281" y="1289314"/>
                  <a:pt x="5654600" y="1277918"/>
                  <a:pt x="5650829" y="1267607"/>
                </a:cubicBezTo>
                <a:cubicBezTo>
                  <a:pt x="5647078" y="1257312"/>
                  <a:pt x="5635681" y="1252014"/>
                  <a:pt x="5625387" y="1255765"/>
                </a:cubicBezTo>
                <a:cubicBezTo>
                  <a:pt x="5615076" y="1259516"/>
                  <a:pt x="5609778" y="1270931"/>
                  <a:pt x="5613529" y="1281225"/>
                </a:cubicBezTo>
                <a:cubicBezTo>
                  <a:pt x="5616462" y="1289278"/>
                  <a:pt x="5624072" y="1294275"/>
                  <a:pt x="5632179" y="1294275"/>
                </a:cubicBezTo>
                <a:cubicBezTo>
                  <a:pt x="5634436" y="1294275"/>
                  <a:pt x="5636748" y="1293884"/>
                  <a:pt x="5638990" y="1293066"/>
                </a:cubicBezTo>
                <a:close/>
                <a:moveTo>
                  <a:pt x="4917361" y="1558024"/>
                </a:moveTo>
                <a:cubicBezTo>
                  <a:pt x="4927744" y="1556975"/>
                  <a:pt x="4935317" y="1547712"/>
                  <a:pt x="4934270" y="1537311"/>
                </a:cubicBezTo>
                <a:cubicBezTo>
                  <a:pt x="4933221" y="1526928"/>
                  <a:pt x="4923938" y="1519355"/>
                  <a:pt x="4913557" y="1520403"/>
                </a:cubicBezTo>
                <a:cubicBezTo>
                  <a:pt x="4903155" y="1521453"/>
                  <a:pt x="4895601" y="1530733"/>
                  <a:pt x="4896649" y="1541117"/>
                </a:cubicBezTo>
                <a:cubicBezTo>
                  <a:pt x="4897628" y="1550859"/>
                  <a:pt x="4905839" y="1558131"/>
                  <a:pt x="4915426" y="1558131"/>
                </a:cubicBezTo>
                <a:cubicBezTo>
                  <a:pt x="4916062" y="1558131"/>
                  <a:pt x="4916703" y="1558095"/>
                  <a:pt x="4917361" y="1558024"/>
                </a:cubicBezTo>
                <a:close/>
                <a:moveTo>
                  <a:pt x="3226463" y="2180890"/>
                </a:moveTo>
                <a:cubicBezTo>
                  <a:pt x="3234481" y="2178579"/>
                  <a:pt x="3239121" y="2170222"/>
                  <a:pt x="3236827" y="2162204"/>
                </a:cubicBezTo>
                <a:cubicBezTo>
                  <a:pt x="3234534" y="2154168"/>
                  <a:pt x="3226161" y="2149528"/>
                  <a:pt x="3218142" y="2151821"/>
                </a:cubicBezTo>
                <a:cubicBezTo>
                  <a:pt x="3210123" y="2154133"/>
                  <a:pt x="3205465" y="2162489"/>
                  <a:pt x="3207778" y="2170524"/>
                </a:cubicBezTo>
                <a:cubicBezTo>
                  <a:pt x="3209661" y="2177156"/>
                  <a:pt x="3215724" y="2181477"/>
                  <a:pt x="3222285" y="2181477"/>
                </a:cubicBezTo>
                <a:cubicBezTo>
                  <a:pt x="3223671" y="2181477"/>
                  <a:pt x="3225076" y="2181281"/>
                  <a:pt x="3226463" y="2180890"/>
                </a:cubicBezTo>
                <a:close/>
                <a:moveTo>
                  <a:pt x="818059" y="3067009"/>
                </a:moveTo>
                <a:cubicBezTo>
                  <a:pt x="819747" y="3067009"/>
                  <a:pt x="821419" y="3066244"/>
                  <a:pt x="822522" y="3064804"/>
                </a:cubicBezTo>
                <a:cubicBezTo>
                  <a:pt x="824424" y="3062333"/>
                  <a:pt x="823943" y="3058795"/>
                  <a:pt x="821472" y="3056911"/>
                </a:cubicBezTo>
                <a:cubicBezTo>
                  <a:pt x="819002" y="3055026"/>
                  <a:pt x="815481" y="3055488"/>
                  <a:pt x="813578" y="3057959"/>
                </a:cubicBezTo>
                <a:cubicBezTo>
                  <a:pt x="811694" y="3060430"/>
                  <a:pt x="812156" y="3063968"/>
                  <a:pt x="814627" y="3065854"/>
                </a:cubicBezTo>
                <a:cubicBezTo>
                  <a:pt x="815659" y="3066635"/>
                  <a:pt x="816868" y="3067009"/>
                  <a:pt x="818059" y="3067009"/>
                </a:cubicBezTo>
                <a:close/>
                <a:moveTo>
                  <a:pt x="3925334" y="1927985"/>
                </a:moveTo>
                <a:cubicBezTo>
                  <a:pt x="3933974" y="1925959"/>
                  <a:pt x="3939326" y="1917318"/>
                  <a:pt x="3937299" y="1908678"/>
                </a:cubicBezTo>
                <a:cubicBezTo>
                  <a:pt x="3935272" y="1900055"/>
                  <a:pt x="3926630" y="1894686"/>
                  <a:pt x="3917992" y="1896729"/>
                </a:cubicBezTo>
                <a:cubicBezTo>
                  <a:pt x="3909367" y="1898739"/>
                  <a:pt x="3903996" y="1907398"/>
                  <a:pt x="3906026" y="1916020"/>
                </a:cubicBezTo>
                <a:cubicBezTo>
                  <a:pt x="3907767" y="1923433"/>
                  <a:pt x="3914363" y="1928412"/>
                  <a:pt x="3921653" y="1928412"/>
                </a:cubicBezTo>
                <a:cubicBezTo>
                  <a:pt x="3922862" y="1928412"/>
                  <a:pt x="3924108" y="1928287"/>
                  <a:pt x="3925334" y="1927985"/>
                </a:cubicBezTo>
                <a:close/>
                <a:moveTo>
                  <a:pt x="3320442" y="2153582"/>
                </a:moveTo>
                <a:cubicBezTo>
                  <a:pt x="3328443" y="2151234"/>
                  <a:pt x="3333030" y="2142843"/>
                  <a:pt x="3330683" y="2134825"/>
                </a:cubicBezTo>
                <a:cubicBezTo>
                  <a:pt x="3328318" y="2126824"/>
                  <a:pt x="3319926" y="2122237"/>
                  <a:pt x="3311908" y="2124585"/>
                </a:cubicBezTo>
                <a:cubicBezTo>
                  <a:pt x="3303908" y="2126931"/>
                  <a:pt x="3299321" y="2135341"/>
                  <a:pt x="3301668" y="2143341"/>
                </a:cubicBezTo>
                <a:cubicBezTo>
                  <a:pt x="3303605" y="2149938"/>
                  <a:pt x="3309632" y="2154203"/>
                  <a:pt x="3316175" y="2154204"/>
                </a:cubicBezTo>
                <a:cubicBezTo>
                  <a:pt x="3317580" y="2154203"/>
                  <a:pt x="3319020" y="2154008"/>
                  <a:pt x="3320442" y="2153582"/>
                </a:cubicBezTo>
                <a:close/>
                <a:moveTo>
                  <a:pt x="2718590" y="2377081"/>
                </a:moveTo>
                <a:cubicBezTo>
                  <a:pt x="2726252" y="2375587"/>
                  <a:pt x="2731285" y="2368174"/>
                  <a:pt x="2729791" y="2360475"/>
                </a:cubicBezTo>
                <a:cubicBezTo>
                  <a:pt x="2728315" y="2352794"/>
                  <a:pt x="2720884" y="2347781"/>
                  <a:pt x="2713203" y="2349256"/>
                </a:cubicBezTo>
                <a:cubicBezTo>
                  <a:pt x="2705523" y="2350750"/>
                  <a:pt x="2700509" y="2358182"/>
                  <a:pt x="2701985" y="2365862"/>
                </a:cubicBezTo>
                <a:cubicBezTo>
                  <a:pt x="2703300" y="2372636"/>
                  <a:pt x="2709220" y="2377329"/>
                  <a:pt x="2715888" y="2377329"/>
                </a:cubicBezTo>
                <a:cubicBezTo>
                  <a:pt x="2716777" y="2377329"/>
                  <a:pt x="2717684" y="2377258"/>
                  <a:pt x="2718590" y="2377081"/>
                </a:cubicBezTo>
                <a:close/>
                <a:moveTo>
                  <a:pt x="4350071" y="1779158"/>
                </a:moveTo>
                <a:cubicBezTo>
                  <a:pt x="4359352" y="1777718"/>
                  <a:pt x="4365717" y="1769042"/>
                  <a:pt x="4364295" y="1759761"/>
                </a:cubicBezTo>
                <a:cubicBezTo>
                  <a:pt x="4362873" y="1750481"/>
                  <a:pt x="4354196" y="1744116"/>
                  <a:pt x="4344916" y="1745538"/>
                </a:cubicBezTo>
                <a:cubicBezTo>
                  <a:pt x="4335618" y="1746960"/>
                  <a:pt x="4329252" y="1755637"/>
                  <a:pt x="4330675" y="1764934"/>
                </a:cubicBezTo>
                <a:cubicBezTo>
                  <a:pt x="4331971" y="1773344"/>
                  <a:pt x="4339225" y="1779354"/>
                  <a:pt x="4347475" y="1779354"/>
                </a:cubicBezTo>
                <a:cubicBezTo>
                  <a:pt x="4348327" y="1779354"/>
                  <a:pt x="4349201" y="1779300"/>
                  <a:pt x="4350071" y="1779158"/>
                </a:cubicBezTo>
                <a:close/>
                <a:moveTo>
                  <a:pt x="360783" y="3242789"/>
                </a:moveTo>
                <a:cubicBezTo>
                  <a:pt x="361264" y="3242789"/>
                  <a:pt x="361744" y="3242611"/>
                  <a:pt x="362100" y="3242220"/>
                </a:cubicBezTo>
                <a:cubicBezTo>
                  <a:pt x="362811" y="3241508"/>
                  <a:pt x="362775" y="3240335"/>
                  <a:pt x="362046" y="3239641"/>
                </a:cubicBezTo>
                <a:cubicBezTo>
                  <a:pt x="361317" y="3238930"/>
                  <a:pt x="360163" y="3238948"/>
                  <a:pt x="359450" y="3239677"/>
                </a:cubicBezTo>
                <a:cubicBezTo>
                  <a:pt x="358739" y="3240406"/>
                  <a:pt x="358776" y="3241579"/>
                  <a:pt x="359504" y="3242273"/>
                </a:cubicBezTo>
                <a:cubicBezTo>
                  <a:pt x="359859" y="3242628"/>
                  <a:pt x="360322" y="3242789"/>
                  <a:pt x="360783" y="3242789"/>
                </a:cubicBezTo>
                <a:close/>
                <a:moveTo>
                  <a:pt x="3414208" y="2125900"/>
                </a:moveTo>
                <a:cubicBezTo>
                  <a:pt x="3422209" y="2123535"/>
                  <a:pt x="3426777" y="2115125"/>
                  <a:pt x="3424413" y="2107107"/>
                </a:cubicBezTo>
                <a:cubicBezTo>
                  <a:pt x="3422049" y="2099107"/>
                  <a:pt x="3413639" y="2094538"/>
                  <a:pt x="3405638" y="2096920"/>
                </a:cubicBezTo>
                <a:cubicBezTo>
                  <a:pt x="3397638" y="2099285"/>
                  <a:pt x="3393069" y="2107695"/>
                  <a:pt x="3395434" y="2115695"/>
                </a:cubicBezTo>
                <a:cubicBezTo>
                  <a:pt x="3397389" y="2122273"/>
                  <a:pt x="3403398" y="2126522"/>
                  <a:pt x="3409923" y="2126522"/>
                </a:cubicBezTo>
                <a:cubicBezTo>
                  <a:pt x="3411345" y="2126522"/>
                  <a:pt x="3412785" y="2126326"/>
                  <a:pt x="3414208" y="2125900"/>
                </a:cubicBezTo>
                <a:close/>
                <a:moveTo>
                  <a:pt x="2078886" y="2616971"/>
                </a:moveTo>
                <a:cubicBezTo>
                  <a:pt x="2085589" y="2616971"/>
                  <a:pt x="2091065" y="2611584"/>
                  <a:pt x="2091136" y="2604864"/>
                </a:cubicBezTo>
                <a:cubicBezTo>
                  <a:pt x="2091225" y="2598089"/>
                  <a:pt x="2085802" y="2592525"/>
                  <a:pt x="2079028" y="2592436"/>
                </a:cubicBezTo>
                <a:cubicBezTo>
                  <a:pt x="2072255" y="2592347"/>
                  <a:pt x="2066690" y="2597770"/>
                  <a:pt x="2066601" y="2604543"/>
                </a:cubicBezTo>
                <a:cubicBezTo>
                  <a:pt x="2066530" y="2611335"/>
                  <a:pt x="2071952" y="2616882"/>
                  <a:pt x="2078727" y="2616971"/>
                </a:cubicBezTo>
                <a:close/>
                <a:moveTo>
                  <a:pt x="8133561" y="397578"/>
                </a:moveTo>
                <a:cubicBezTo>
                  <a:pt x="8142486" y="397579"/>
                  <a:pt x="8151038" y="392493"/>
                  <a:pt x="8155039" y="383852"/>
                </a:cubicBezTo>
                <a:cubicBezTo>
                  <a:pt x="8160532" y="372012"/>
                  <a:pt x="8155376" y="357948"/>
                  <a:pt x="8143518" y="352472"/>
                </a:cubicBezTo>
                <a:cubicBezTo>
                  <a:pt x="8137597" y="349726"/>
                  <a:pt x="8131121" y="349642"/>
                  <a:pt x="8125438" y="351724"/>
                </a:cubicBezTo>
                <a:cubicBezTo>
                  <a:pt x="8119756" y="353807"/>
                  <a:pt x="8114867" y="358055"/>
                  <a:pt x="8112120" y="363976"/>
                </a:cubicBezTo>
                <a:cubicBezTo>
                  <a:pt x="8106626" y="375834"/>
                  <a:pt x="8111800" y="389879"/>
                  <a:pt x="8123641" y="395373"/>
                </a:cubicBezTo>
                <a:cubicBezTo>
                  <a:pt x="8126858" y="396867"/>
                  <a:pt x="8130237" y="397579"/>
                  <a:pt x="8133561" y="397578"/>
                </a:cubicBezTo>
                <a:close/>
                <a:moveTo>
                  <a:pt x="4021073" y="1906437"/>
                </a:moveTo>
                <a:cubicBezTo>
                  <a:pt x="4029749" y="1904571"/>
                  <a:pt x="4035261" y="1896037"/>
                  <a:pt x="4033394" y="1887360"/>
                </a:cubicBezTo>
                <a:cubicBezTo>
                  <a:pt x="4031546" y="1878685"/>
                  <a:pt x="4022993" y="1873172"/>
                  <a:pt x="4014317" y="1875040"/>
                </a:cubicBezTo>
                <a:cubicBezTo>
                  <a:pt x="4005658" y="1876889"/>
                  <a:pt x="4000128" y="1885441"/>
                  <a:pt x="4001995" y="1894117"/>
                </a:cubicBezTo>
                <a:cubicBezTo>
                  <a:pt x="4003615" y="1901637"/>
                  <a:pt x="4010280" y="1906811"/>
                  <a:pt x="4017695" y="1906811"/>
                </a:cubicBezTo>
                <a:cubicBezTo>
                  <a:pt x="4018796" y="1906812"/>
                  <a:pt x="4019935" y="1906686"/>
                  <a:pt x="4021073" y="1906437"/>
                </a:cubicBezTo>
                <a:close/>
                <a:moveTo>
                  <a:pt x="4682094" y="1665693"/>
                </a:moveTo>
                <a:cubicBezTo>
                  <a:pt x="4691994" y="1664982"/>
                  <a:pt x="4699428" y="1656377"/>
                  <a:pt x="4698697" y="1646492"/>
                </a:cubicBezTo>
                <a:cubicBezTo>
                  <a:pt x="4697987" y="1636589"/>
                  <a:pt x="4689383" y="1629158"/>
                  <a:pt x="4679496" y="1629887"/>
                </a:cubicBezTo>
                <a:cubicBezTo>
                  <a:pt x="4669614" y="1630598"/>
                  <a:pt x="4662162" y="1639203"/>
                  <a:pt x="4662891" y="1649087"/>
                </a:cubicBezTo>
                <a:cubicBezTo>
                  <a:pt x="4663567" y="1658546"/>
                  <a:pt x="4671461" y="1665746"/>
                  <a:pt x="4680778" y="1665746"/>
                </a:cubicBezTo>
                <a:cubicBezTo>
                  <a:pt x="4681223" y="1665746"/>
                  <a:pt x="4681666" y="1665728"/>
                  <a:pt x="4682094" y="1665693"/>
                </a:cubicBezTo>
                <a:close/>
                <a:moveTo>
                  <a:pt x="1427644" y="2860009"/>
                </a:moveTo>
                <a:cubicBezTo>
                  <a:pt x="1431609" y="2860009"/>
                  <a:pt x="1435289" y="2857484"/>
                  <a:pt x="1436605" y="2853519"/>
                </a:cubicBezTo>
                <a:cubicBezTo>
                  <a:pt x="1438223" y="2848576"/>
                  <a:pt x="1435539" y="2843243"/>
                  <a:pt x="1430595" y="2841625"/>
                </a:cubicBezTo>
                <a:cubicBezTo>
                  <a:pt x="1425654" y="2840007"/>
                  <a:pt x="1420319" y="2842692"/>
                  <a:pt x="1418702" y="2847635"/>
                </a:cubicBezTo>
                <a:cubicBezTo>
                  <a:pt x="1417067" y="2852577"/>
                  <a:pt x="1419751" y="2857893"/>
                  <a:pt x="1424710" y="2859529"/>
                </a:cubicBezTo>
                <a:cubicBezTo>
                  <a:pt x="1425690" y="2859849"/>
                  <a:pt x="1426667" y="2860009"/>
                  <a:pt x="1427644" y="2860009"/>
                </a:cubicBezTo>
                <a:close/>
                <a:moveTo>
                  <a:pt x="7240634" y="728853"/>
                </a:moveTo>
                <a:cubicBezTo>
                  <a:pt x="7251585" y="728337"/>
                  <a:pt x="7260066" y="719038"/>
                  <a:pt x="7259550" y="708087"/>
                </a:cubicBezTo>
                <a:cubicBezTo>
                  <a:pt x="7259053" y="697134"/>
                  <a:pt x="7249754" y="688672"/>
                  <a:pt x="7238803" y="689188"/>
                </a:cubicBezTo>
                <a:cubicBezTo>
                  <a:pt x="7227850" y="689685"/>
                  <a:pt x="7219371" y="698984"/>
                  <a:pt x="7219886" y="709935"/>
                </a:cubicBezTo>
                <a:cubicBezTo>
                  <a:pt x="7220384" y="720567"/>
                  <a:pt x="7229166" y="728870"/>
                  <a:pt x="7239710" y="728870"/>
                </a:cubicBezTo>
                <a:cubicBezTo>
                  <a:pt x="7240012" y="728869"/>
                  <a:pt x="7240331" y="728853"/>
                  <a:pt x="7240634" y="728853"/>
                </a:cubicBezTo>
                <a:close/>
                <a:moveTo>
                  <a:pt x="718994" y="3121270"/>
                </a:moveTo>
                <a:lnTo>
                  <a:pt x="718976" y="3121270"/>
                </a:lnTo>
                <a:lnTo>
                  <a:pt x="718976" y="3121272"/>
                </a:lnTo>
                <a:close/>
                <a:moveTo>
                  <a:pt x="3507938" y="2098218"/>
                </a:moveTo>
                <a:cubicBezTo>
                  <a:pt x="3515956" y="2095871"/>
                  <a:pt x="3520526" y="2087479"/>
                  <a:pt x="3518179" y="2079461"/>
                </a:cubicBezTo>
                <a:cubicBezTo>
                  <a:pt x="3515832" y="2071461"/>
                  <a:pt x="3507423" y="2066874"/>
                  <a:pt x="3499422" y="2069238"/>
                </a:cubicBezTo>
                <a:cubicBezTo>
                  <a:pt x="3491421" y="2071586"/>
                  <a:pt x="3486835" y="2079977"/>
                  <a:pt x="3489181" y="2087995"/>
                </a:cubicBezTo>
                <a:cubicBezTo>
                  <a:pt x="3491120" y="2094573"/>
                  <a:pt x="3497148" y="2098840"/>
                  <a:pt x="3503671" y="2098840"/>
                </a:cubicBezTo>
                <a:cubicBezTo>
                  <a:pt x="3505094" y="2098840"/>
                  <a:pt x="3506516" y="2098645"/>
                  <a:pt x="3507938" y="2098218"/>
                </a:cubicBezTo>
                <a:close/>
                <a:moveTo>
                  <a:pt x="2398587" y="2507026"/>
                </a:moveTo>
                <a:cubicBezTo>
                  <a:pt x="2405841" y="2506298"/>
                  <a:pt x="2411140" y="2499826"/>
                  <a:pt x="2410409" y="2492573"/>
                </a:cubicBezTo>
                <a:cubicBezTo>
                  <a:pt x="2409662" y="2485301"/>
                  <a:pt x="2403192" y="2480003"/>
                  <a:pt x="2395920" y="2480731"/>
                </a:cubicBezTo>
                <a:cubicBezTo>
                  <a:pt x="2388666" y="2481461"/>
                  <a:pt x="2383369" y="2487950"/>
                  <a:pt x="2384098" y="2495222"/>
                </a:cubicBezTo>
                <a:cubicBezTo>
                  <a:pt x="2384792" y="2502031"/>
                  <a:pt x="2390533" y="2507098"/>
                  <a:pt x="2397237" y="2507098"/>
                </a:cubicBezTo>
                <a:cubicBezTo>
                  <a:pt x="2397681" y="2507098"/>
                  <a:pt x="2398124" y="2507080"/>
                  <a:pt x="2398570" y="2507027"/>
                </a:cubicBezTo>
                <a:close/>
                <a:moveTo>
                  <a:pt x="5017116" y="1547552"/>
                </a:moveTo>
                <a:cubicBezTo>
                  <a:pt x="5027503" y="1546379"/>
                  <a:pt x="5034987" y="1537044"/>
                  <a:pt x="5033811" y="1526662"/>
                </a:cubicBezTo>
                <a:cubicBezTo>
                  <a:pt x="5032657" y="1516279"/>
                  <a:pt x="5023306" y="1508813"/>
                  <a:pt x="5012942" y="1509968"/>
                </a:cubicBezTo>
                <a:cubicBezTo>
                  <a:pt x="5002557" y="1511123"/>
                  <a:pt x="4995092" y="1520475"/>
                  <a:pt x="4996247" y="1530840"/>
                </a:cubicBezTo>
                <a:cubicBezTo>
                  <a:pt x="4997315" y="1540512"/>
                  <a:pt x="5005509" y="1547659"/>
                  <a:pt x="5015023" y="1547659"/>
                </a:cubicBezTo>
                <a:cubicBezTo>
                  <a:pt x="5015716" y="1547659"/>
                  <a:pt x="5016427" y="1547623"/>
                  <a:pt x="5017116" y="1547552"/>
                </a:cubicBezTo>
                <a:close/>
                <a:moveTo>
                  <a:pt x="1110166" y="2981794"/>
                </a:moveTo>
                <a:cubicBezTo>
                  <a:pt x="1112797" y="2981795"/>
                  <a:pt x="1115357" y="2980408"/>
                  <a:pt x="1116744" y="2977954"/>
                </a:cubicBezTo>
                <a:cubicBezTo>
                  <a:pt x="1118772" y="2974328"/>
                  <a:pt x="1117492" y="2969740"/>
                  <a:pt x="1113863" y="2967695"/>
                </a:cubicBezTo>
                <a:cubicBezTo>
                  <a:pt x="1110237" y="2965669"/>
                  <a:pt x="1105651" y="2966949"/>
                  <a:pt x="1103624" y="2970576"/>
                </a:cubicBezTo>
                <a:cubicBezTo>
                  <a:pt x="1101580" y="2974203"/>
                  <a:pt x="1102859" y="2978791"/>
                  <a:pt x="1106486" y="2980817"/>
                </a:cubicBezTo>
                <a:cubicBezTo>
                  <a:pt x="1107659" y="2981474"/>
                  <a:pt x="1108922" y="2981794"/>
                  <a:pt x="1110166" y="2981794"/>
                </a:cubicBezTo>
                <a:close/>
                <a:moveTo>
                  <a:pt x="2814098" y="2356919"/>
                </a:moveTo>
                <a:cubicBezTo>
                  <a:pt x="2821743" y="2355195"/>
                  <a:pt x="2826508" y="2347603"/>
                  <a:pt x="2824766" y="2339976"/>
                </a:cubicBezTo>
                <a:cubicBezTo>
                  <a:pt x="2823041" y="2332349"/>
                  <a:pt x="2815449" y="2327566"/>
                  <a:pt x="2807822" y="2329309"/>
                </a:cubicBezTo>
                <a:cubicBezTo>
                  <a:pt x="2800196" y="2331033"/>
                  <a:pt x="2795413" y="2338624"/>
                  <a:pt x="2797155" y="2346252"/>
                </a:cubicBezTo>
                <a:cubicBezTo>
                  <a:pt x="2798648" y="2352830"/>
                  <a:pt x="2804481" y="2357275"/>
                  <a:pt x="2810952" y="2357274"/>
                </a:cubicBezTo>
                <a:cubicBezTo>
                  <a:pt x="2812000" y="2357275"/>
                  <a:pt x="2813049" y="2357168"/>
                  <a:pt x="2814098" y="2356919"/>
                </a:cubicBezTo>
                <a:close/>
                <a:moveTo>
                  <a:pt x="716007" y="3129555"/>
                </a:moveTo>
                <a:cubicBezTo>
                  <a:pt x="717358" y="3129555"/>
                  <a:pt x="718691" y="3128968"/>
                  <a:pt x="719616" y="3127848"/>
                </a:cubicBezTo>
                <a:lnTo>
                  <a:pt x="718976" y="3121272"/>
                </a:lnTo>
                <a:lnTo>
                  <a:pt x="712398" y="3121910"/>
                </a:lnTo>
                <a:cubicBezTo>
                  <a:pt x="710743" y="3123901"/>
                  <a:pt x="711029" y="3126852"/>
                  <a:pt x="713037" y="3128488"/>
                </a:cubicBezTo>
                <a:cubicBezTo>
                  <a:pt x="713909" y="3129216"/>
                  <a:pt x="714958" y="3129555"/>
                  <a:pt x="716007" y="3129555"/>
                </a:cubicBezTo>
                <a:close/>
                <a:moveTo>
                  <a:pt x="3601739" y="2071265"/>
                </a:moveTo>
                <a:cubicBezTo>
                  <a:pt x="3609775" y="2069008"/>
                  <a:pt x="3614451" y="2060651"/>
                  <a:pt x="3612191" y="2052633"/>
                </a:cubicBezTo>
                <a:cubicBezTo>
                  <a:pt x="3609936" y="2044597"/>
                  <a:pt x="3601597" y="2039904"/>
                  <a:pt x="3593563" y="2042161"/>
                </a:cubicBezTo>
                <a:cubicBezTo>
                  <a:pt x="3585524" y="2044419"/>
                  <a:pt x="3580831" y="2052757"/>
                  <a:pt x="3583090" y="2060794"/>
                </a:cubicBezTo>
                <a:cubicBezTo>
                  <a:pt x="3584974" y="2067478"/>
                  <a:pt x="3591035" y="2071834"/>
                  <a:pt x="3597633" y="2071834"/>
                </a:cubicBezTo>
                <a:cubicBezTo>
                  <a:pt x="3598985" y="2071834"/>
                  <a:pt x="3600370" y="2071639"/>
                  <a:pt x="3601739" y="2071265"/>
                </a:cubicBezTo>
                <a:close/>
                <a:moveTo>
                  <a:pt x="1858251" y="2711181"/>
                </a:moveTo>
                <a:cubicBezTo>
                  <a:pt x="1864029" y="2711181"/>
                  <a:pt x="1868953" y="2706790"/>
                  <a:pt x="1869504" y="2700941"/>
                </a:cubicBezTo>
                <a:cubicBezTo>
                  <a:pt x="1870109" y="2694719"/>
                  <a:pt x="1865539" y="2689188"/>
                  <a:pt x="1859317" y="2688585"/>
                </a:cubicBezTo>
                <a:cubicBezTo>
                  <a:pt x="1853095" y="2687998"/>
                  <a:pt x="1847565" y="2692550"/>
                  <a:pt x="1846978" y="2698789"/>
                </a:cubicBezTo>
                <a:cubicBezTo>
                  <a:pt x="1846392" y="2705013"/>
                  <a:pt x="1850944" y="2710524"/>
                  <a:pt x="1857166" y="2711129"/>
                </a:cubicBezTo>
                <a:cubicBezTo>
                  <a:pt x="1857539" y="2711181"/>
                  <a:pt x="1857894" y="2711181"/>
                  <a:pt x="1858251" y="2711181"/>
                </a:cubicBezTo>
                <a:close/>
                <a:moveTo>
                  <a:pt x="1640406" y="2793587"/>
                </a:moveTo>
                <a:cubicBezTo>
                  <a:pt x="1645259" y="2793587"/>
                  <a:pt x="1649597" y="2790173"/>
                  <a:pt x="1650575" y="2785249"/>
                </a:cubicBezTo>
                <a:cubicBezTo>
                  <a:pt x="1651694" y="2779630"/>
                  <a:pt x="1648050" y="2774173"/>
                  <a:pt x="1642433" y="2773052"/>
                </a:cubicBezTo>
                <a:cubicBezTo>
                  <a:pt x="1636815" y="2771932"/>
                  <a:pt x="1631356" y="2775576"/>
                  <a:pt x="1630236" y="2781195"/>
                </a:cubicBezTo>
                <a:cubicBezTo>
                  <a:pt x="1629116" y="2786813"/>
                  <a:pt x="1632760" y="2792271"/>
                  <a:pt x="1638379" y="2793391"/>
                </a:cubicBezTo>
                <a:cubicBezTo>
                  <a:pt x="1639054" y="2793534"/>
                  <a:pt x="1639729" y="2793587"/>
                  <a:pt x="1640406" y="2793587"/>
                </a:cubicBezTo>
                <a:close/>
                <a:moveTo>
                  <a:pt x="269382" y="3297885"/>
                </a:moveTo>
                <a:cubicBezTo>
                  <a:pt x="269613" y="3297885"/>
                  <a:pt x="269844" y="3297796"/>
                  <a:pt x="270022" y="3297618"/>
                </a:cubicBezTo>
                <a:cubicBezTo>
                  <a:pt x="270378" y="3297263"/>
                  <a:pt x="270360" y="3296694"/>
                  <a:pt x="270022" y="3296356"/>
                </a:cubicBezTo>
                <a:cubicBezTo>
                  <a:pt x="269648" y="3296018"/>
                  <a:pt x="269097" y="3296036"/>
                  <a:pt x="268759" y="3296391"/>
                </a:cubicBezTo>
                <a:cubicBezTo>
                  <a:pt x="268404" y="3296730"/>
                  <a:pt x="268404" y="3297298"/>
                  <a:pt x="268759" y="3297655"/>
                </a:cubicBezTo>
                <a:cubicBezTo>
                  <a:pt x="268938" y="3297814"/>
                  <a:pt x="269151" y="3297885"/>
                  <a:pt x="269382" y="3297885"/>
                </a:cubicBezTo>
                <a:close/>
                <a:moveTo>
                  <a:pt x="4117133" y="1886880"/>
                </a:moveTo>
                <a:cubicBezTo>
                  <a:pt x="4125845" y="1885209"/>
                  <a:pt x="4131551" y="1876800"/>
                  <a:pt x="4129879" y="1868088"/>
                </a:cubicBezTo>
                <a:cubicBezTo>
                  <a:pt x="4128210" y="1859377"/>
                  <a:pt x="4119799" y="1853669"/>
                  <a:pt x="4111085" y="1855341"/>
                </a:cubicBezTo>
                <a:cubicBezTo>
                  <a:pt x="4102375" y="1856994"/>
                  <a:pt x="4096668" y="1865422"/>
                  <a:pt x="4098340" y="1874133"/>
                </a:cubicBezTo>
                <a:cubicBezTo>
                  <a:pt x="4099815" y="1881831"/>
                  <a:pt x="4106535" y="1887165"/>
                  <a:pt x="4114092" y="1887165"/>
                </a:cubicBezTo>
                <a:cubicBezTo>
                  <a:pt x="4115087" y="1887165"/>
                  <a:pt x="4116101" y="1887076"/>
                  <a:pt x="4117133" y="1886880"/>
                </a:cubicBezTo>
                <a:close/>
                <a:moveTo>
                  <a:pt x="4447518" y="1765859"/>
                </a:moveTo>
                <a:cubicBezTo>
                  <a:pt x="4456852" y="1764775"/>
                  <a:pt x="4463537" y="1756330"/>
                  <a:pt x="4462452" y="1746996"/>
                </a:cubicBezTo>
                <a:cubicBezTo>
                  <a:pt x="4461368" y="1737662"/>
                  <a:pt x="4452922" y="1730978"/>
                  <a:pt x="4443605" y="1732062"/>
                </a:cubicBezTo>
                <a:cubicBezTo>
                  <a:pt x="4434271" y="1733146"/>
                  <a:pt x="4427589" y="1741591"/>
                  <a:pt x="4428671" y="1750925"/>
                </a:cubicBezTo>
                <a:cubicBezTo>
                  <a:pt x="4429667" y="1759584"/>
                  <a:pt x="4437028" y="1765984"/>
                  <a:pt x="4445544" y="1765984"/>
                </a:cubicBezTo>
                <a:cubicBezTo>
                  <a:pt x="4446202" y="1765984"/>
                  <a:pt x="4446861" y="1765931"/>
                  <a:pt x="4447518" y="1765859"/>
                </a:cubicBezTo>
                <a:close/>
                <a:moveTo>
                  <a:pt x="7587614" y="614142"/>
                </a:moveTo>
                <a:cubicBezTo>
                  <a:pt x="7591248" y="611204"/>
                  <a:pt x="7593919" y="607031"/>
                  <a:pt x="7594914" y="602088"/>
                </a:cubicBezTo>
                <a:cubicBezTo>
                  <a:pt x="7597173" y="590834"/>
                  <a:pt x="7589883" y="579846"/>
                  <a:pt x="7578610" y="577588"/>
                </a:cubicBezTo>
                <a:cubicBezTo>
                  <a:pt x="7567357" y="575331"/>
                  <a:pt x="7556387" y="582620"/>
                  <a:pt x="7554111" y="593892"/>
                </a:cubicBezTo>
                <a:cubicBezTo>
                  <a:pt x="7551853" y="605146"/>
                  <a:pt x="7559143" y="616116"/>
                  <a:pt x="7570414" y="618374"/>
                </a:cubicBezTo>
                <a:cubicBezTo>
                  <a:pt x="7571802" y="618658"/>
                  <a:pt x="7573171" y="618783"/>
                  <a:pt x="7574539" y="618782"/>
                </a:cubicBezTo>
                <a:cubicBezTo>
                  <a:pt x="7579384" y="618783"/>
                  <a:pt x="7583980" y="617080"/>
                  <a:pt x="7587614" y="614142"/>
                </a:cubicBezTo>
                <a:close/>
                <a:moveTo>
                  <a:pt x="2908913" y="2333984"/>
                </a:moveTo>
                <a:cubicBezTo>
                  <a:pt x="2916487" y="2332047"/>
                  <a:pt x="2921056" y="2324330"/>
                  <a:pt x="2919119" y="2316756"/>
                </a:cubicBezTo>
                <a:cubicBezTo>
                  <a:pt x="2917180" y="2309165"/>
                  <a:pt x="2909483" y="2304595"/>
                  <a:pt x="2901891" y="2306534"/>
                </a:cubicBezTo>
                <a:cubicBezTo>
                  <a:pt x="2894317" y="2308471"/>
                  <a:pt x="2889747" y="2316187"/>
                  <a:pt x="2891668" y="2323761"/>
                </a:cubicBezTo>
                <a:cubicBezTo>
                  <a:pt x="2893321" y="2330162"/>
                  <a:pt x="2899082" y="2334429"/>
                  <a:pt x="2905393" y="2334429"/>
                </a:cubicBezTo>
                <a:cubicBezTo>
                  <a:pt x="2906549" y="2334429"/>
                  <a:pt x="2907740" y="2334286"/>
                  <a:pt x="2908913" y="2333984"/>
                </a:cubicBezTo>
                <a:close/>
                <a:moveTo>
                  <a:pt x="3695842" y="2045504"/>
                </a:moveTo>
                <a:cubicBezTo>
                  <a:pt x="3703916" y="2043370"/>
                  <a:pt x="3708716" y="2035085"/>
                  <a:pt x="3706564" y="2027013"/>
                </a:cubicBezTo>
                <a:cubicBezTo>
                  <a:pt x="3704430" y="2018960"/>
                  <a:pt x="3696145" y="2014159"/>
                  <a:pt x="3688092" y="2016310"/>
                </a:cubicBezTo>
                <a:cubicBezTo>
                  <a:pt x="3680021" y="2018445"/>
                  <a:pt x="3675220" y="2026729"/>
                  <a:pt x="3677371" y="2034800"/>
                </a:cubicBezTo>
                <a:cubicBezTo>
                  <a:pt x="3679169" y="2041557"/>
                  <a:pt x="3685282" y="2046019"/>
                  <a:pt x="3691968" y="2046019"/>
                </a:cubicBezTo>
                <a:cubicBezTo>
                  <a:pt x="3693245" y="2046019"/>
                  <a:pt x="3694544" y="2045859"/>
                  <a:pt x="3695842" y="2045504"/>
                </a:cubicBezTo>
                <a:close/>
                <a:moveTo>
                  <a:pt x="7812953" y="536968"/>
                </a:moveTo>
                <a:cubicBezTo>
                  <a:pt x="7816586" y="534404"/>
                  <a:pt x="7819471" y="530706"/>
                  <a:pt x="7821009" y="526172"/>
                </a:cubicBezTo>
                <a:cubicBezTo>
                  <a:pt x="7824849" y="514794"/>
                  <a:pt x="7818751" y="502437"/>
                  <a:pt x="7807372" y="498597"/>
                </a:cubicBezTo>
                <a:cubicBezTo>
                  <a:pt x="7795993" y="494756"/>
                  <a:pt x="7783638" y="500855"/>
                  <a:pt x="7779797" y="512234"/>
                </a:cubicBezTo>
                <a:cubicBezTo>
                  <a:pt x="7775957" y="523612"/>
                  <a:pt x="7782056" y="535950"/>
                  <a:pt x="7793433" y="539808"/>
                </a:cubicBezTo>
                <a:cubicBezTo>
                  <a:pt x="7795746" y="540591"/>
                  <a:pt x="7798091" y="540964"/>
                  <a:pt x="7800403" y="540964"/>
                </a:cubicBezTo>
                <a:cubicBezTo>
                  <a:pt x="7804937" y="540964"/>
                  <a:pt x="7809319" y="539533"/>
                  <a:pt x="7812953" y="536968"/>
                </a:cubicBezTo>
                <a:close/>
                <a:moveTo>
                  <a:pt x="3003071" y="2308845"/>
                </a:moveTo>
                <a:cubicBezTo>
                  <a:pt x="3010591" y="2306764"/>
                  <a:pt x="3015018" y="2298960"/>
                  <a:pt x="3012920" y="2291421"/>
                </a:cubicBezTo>
                <a:cubicBezTo>
                  <a:pt x="3010841" y="2283883"/>
                  <a:pt x="3003035" y="2279456"/>
                  <a:pt x="2995496" y="2281554"/>
                </a:cubicBezTo>
                <a:cubicBezTo>
                  <a:pt x="2987959" y="2283634"/>
                  <a:pt x="2983530" y="2291439"/>
                  <a:pt x="2985629" y="2298995"/>
                </a:cubicBezTo>
                <a:cubicBezTo>
                  <a:pt x="2987371" y="2305254"/>
                  <a:pt x="2993060" y="2309378"/>
                  <a:pt x="2999266" y="2309378"/>
                </a:cubicBezTo>
                <a:cubicBezTo>
                  <a:pt x="3000529" y="2309378"/>
                  <a:pt x="3001790" y="2309201"/>
                  <a:pt x="3003071" y="2308845"/>
                </a:cubicBezTo>
                <a:close/>
                <a:moveTo>
                  <a:pt x="2495002" y="2495275"/>
                </a:moveTo>
                <a:cubicBezTo>
                  <a:pt x="2502220" y="2494243"/>
                  <a:pt x="2507252" y="2487541"/>
                  <a:pt x="2506220" y="2480323"/>
                </a:cubicBezTo>
                <a:cubicBezTo>
                  <a:pt x="2505189" y="2473104"/>
                  <a:pt x="2498487" y="2468073"/>
                  <a:pt x="2491269" y="2469104"/>
                </a:cubicBezTo>
                <a:cubicBezTo>
                  <a:pt x="2484033" y="2470135"/>
                  <a:pt x="2479019" y="2476839"/>
                  <a:pt x="2480050" y="2484057"/>
                </a:cubicBezTo>
                <a:cubicBezTo>
                  <a:pt x="2480994" y="2490652"/>
                  <a:pt x="2486645" y="2495399"/>
                  <a:pt x="2493117" y="2495400"/>
                </a:cubicBezTo>
                <a:cubicBezTo>
                  <a:pt x="2493740" y="2495399"/>
                  <a:pt x="2494380" y="2495363"/>
                  <a:pt x="2495002" y="2495275"/>
                </a:cubicBezTo>
                <a:close/>
                <a:moveTo>
                  <a:pt x="3790338" y="2021182"/>
                </a:moveTo>
                <a:cubicBezTo>
                  <a:pt x="3798427" y="2019173"/>
                  <a:pt x="3803371" y="2010977"/>
                  <a:pt x="3801343" y="2002870"/>
                </a:cubicBezTo>
                <a:cubicBezTo>
                  <a:pt x="3799337" y="1994780"/>
                  <a:pt x="3791139" y="1989838"/>
                  <a:pt x="3783048" y="1991864"/>
                </a:cubicBezTo>
                <a:cubicBezTo>
                  <a:pt x="3774943" y="1993874"/>
                  <a:pt x="3770016" y="2002069"/>
                  <a:pt x="3772025" y="2010160"/>
                </a:cubicBezTo>
                <a:cubicBezTo>
                  <a:pt x="3773732" y="2017040"/>
                  <a:pt x="3779902" y="2021644"/>
                  <a:pt x="3786677" y="2021644"/>
                </a:cubicBezTo>
                <a:cubicBezTo>
                  <a:pt x="3787884" y="2021644"/>
                  <a:pt x="3789111" y="2021502"/>
                  <a:pt x="3790338" y="2021182"/>
                </a:cubicBezTo>
                <a:close/>
                <a:moveTo>
                  <a:pt x="5116929" y="1535356"/>
                </a:moveTo>
                <a:cubicBezTo>
                  <a:pt x="5127277" y="1533951"/>
                  <a:pt x="5134530" y="1524439"/>
                  <a:pt x="5133127" y="1514092"/>
                </a:cubicBezTo>
                <a:cubicBezTo>
                  <a:pt x="5131740" y="1503745"/>
                  <a:pt x="5122209" y="1496491"/>
                  <a:pt x="5111862" y="1497878"/>
                </a:cubicBezTo>
                <a:cubicBezTo>
                  <a:pt x="5101517" y="1499283"/>
                  <a:pt x="5094260" y="1508795"/>
                  <a:pt x="5095666" y="1519141"/>
                </a:cubicBezTo>
                <a:cubicBezTo>
                  <a:pt x="5096947" y="1528636"/>
                  <a:pt x="5105055" y="1535533"/>
                  <a:pt x="5114371" y="1535533"/>
                </a:cubicBezTo>
                <a:cubicBezTo>
                  <a:pt x="5115205" y="1535533"/>
                  <a:pt x="5116060" y="1535462"/>
                  <a:pt x="5116929" y="1535356"/>
                </a:cubicBezTo>
                <a:close/>
                <a:moveTo>
                  <a:pt x="4781085" y="1659630"/>
                </a:moveTo>
                <a:cubicBezTo>
                  <a:pt x="4790989" y="1659115"/>
                  <a:pt x="4798596" y="1650669"/>
                  <a:pt x="4798083" y="1640767"/>
                </a:cubicBezTo>
                <a:cubicBezTo>
                  <a:pt x="4797566" y="1630864"/>
                  <a:pt x="4789123" y="1623255"/>
                  <a:pt x="4779217" y="1623770"/>
                </a:cubicBezTo>
                <a:cubicBezTo>
                  <a:pt x="4769316" y="1624286"/>
                  <a:pt x="4761687" y="1632731"/>
                  <a:pt x="4762223" y="1642634"/>
                </a:cubicBezTo>
                <a:cubicBezTo>
                  <a:pt x="4762699" y="1652217"/>
                  <a:pt x="4770631" y="1659666"/>
                  <a:pt x="4780142" y="1659666"/>
                </a:cubicBezTo>
                <a:cubicBezTo>
                  <a:pt x="4780446" y="1659666"/>
                  <a:pt x="4780765" y="1659648"/>
                  <a:pt x="4781085" y="1659630"/>
                </a:cubicBezTo>
                <a:close/>
                <a:moveTo>
                  <a:pt x="2175337" y="2615691"/>
                </a:moveTo>
                <a:cubicBezTo>
                  <a:pt x="2182111" y="2615424"/>
                  <a:pt x="2187391" y="2609735"/>
                  <a:pt x="2187125" y="2602961"/>
                </a:cubicBezTo>
                <a:cubicBezTo>
                  <a:pt x="2186857" y="2596187"/>
                  <a:pt x="2181168" y="2590907"/>
                  <a:pt x="2174394" y="2591174"/>
                </a:cubicBezTo>
                <a:cubicBezTo>
                  <a:pt x="2167621" y="2591441"/>
                  <a:pt x="2162340" y="2597130"/>
                  <a:pt x="2162607" y="2603904"/>
                </a:cubicBezTo>
                <a:cubicBezTo>
                  <a:pt x="2162856" y="2610517"/>
                  <a:pt x="2168296" y="2615708"/>
                  <a:pt x="2174857" y="2615708"/>
                </a:cubicBezTo>
                <a:cubicBezTo>
                  <a:pt x="2175017" y="2615708"/>
                  <a:pt x="2175178" y="2615690"/>
                  <a:pt x="2175337" y="2615691"/>
                </a:cubicBezTo>
                <a:close/>
                <a:moveTo>
                  <a:pt x="4213565" y="1869723"/>
                </a:moveTo>
                <a:cubicBezTo>
                  <a:pt x="4222311" y="1868284"/>
                  <a:pt x="4228268" y="1860016"/>
                  <a:pt x="4226829" y="1851269"/>
                </a:cubicBezTo>
                <a:cubicBezTo>
                  <a:pt x="4225389" y="1842522"/>
                  <a:pt x="4217141" y="1836584"/>
                  <a:pt x="4208391" y="1838024"/>
                </a:cubicBezTo>
                <a:cubicBezTo>
                  <a:pt x="4199627" y="1839446"/>
                  <a:pt x="4193688" y="1847714"/>
                  <a:pt x="4195127" y="1856461"/>
                </a:cubicBezTo>
                <a:cubicBezTo>
                  <a:pt x="4196405" y="1864337"/>
                  <a:pt x="4203237" y="1869919"/>
                  <a:pt x="4210950" y="1869919"/>
                </a:cubicBezTo>
                <a:cubicBezTo>
                  <a:pt x="4211823" y="1869919"/>
                  <a:pt x="4212695" y="1869848"/>
                  <a:pt x="4213565" y="1869723"/>
                </a:cubicBezTo>
                <a:close/>
                <a:moveTo>
                  <a:pt x="616498" y="3190092"/>
                </a:moveTo>
                <a:cubicBezTo>
                  <a:pt x="617548" y="3190092"/>
                  <a:pt x="618578" y="3189648"/>
                  <a:pt x="619308" y="3188812"/>
                </a:cubicBezTo>
                <a:cubicBezTo>
                  <a:pt x="620676" y="3187248"/>
                  <a:pt x="620517" y="3184901"/>
                  <a:pt x="618969" y="3183532"/>
                </a:cubicBezTo>
                <a:cubicBezTo>
                  <a:pt x="617405" y="3182181"/>
                  <a:pt x="615059" y="3182341"/>
                  <a:pt x="613690" y="3183887"/>
                </a:cubicBezTo>
                <a:cubicBezTo>
                  <a:pt x="612338" y="3185435"/>
                  <a:pt x="612498" y="3187799"/>
                  <a:pt x="614045" y="3189168"/>
                </a:cubicBezTo>
                <a:cubicBezTo>
                  <a:pt x="614756" y="3189773"/>
                  <a:pt x="615627" y="3190092"/>
                  <a:pt x="616498" y="3190092"/>
                </a:cubicBezTo>
                <a:close/>
                <a:moveTo>
                  <a:pt x="8352596" y="352726"/>
                </a:moveTo>
                <a:cubicBezTo>
                  <a:pt x="8356492" y="350295"/>
                  <a:pt x="8359754" y="346748"/>
                  <a:pt x="8361842" y="342285"/>
                </a:cubicBezTo>
                <a:cubicBezTo>
                  <a:pt x="8367584" y="329983"/>
                  <a:pt x="8362287" y="315333"/>
                  <a:pt x="8349984" y="309590"/>
                </a:cubicBezTo>
                <a:cubicBezTo>
                  <a:pt x="8343833" y="306710"/>
                  <a:pt x="8337099" y="306599"/>
                  <a:pt x="8331183" y="308746"/>
                </a:cubicBezTo>
                <a:cubicBezTo>
                  <a:pt x="8325267" y="310892"/>
                  <a:pt x="8320169" y="315297"/>
                  <a:pt x="8317288" y="321449"/>
                </a:cubicBezTo>
                <a:cubicBezTo>
                  <a:pt x="8311546" y="333751"/>
                  <a:pt x="8316862" y="348401"/>
                  <a:pt x="8329165" y="354143"/>
                </a:cubicBezTo>
                <a:lnTo>
                  <a:pt x="8329148" y="354143"/>
                </a:lnTo>
                <a:cubicBezTo>
                  <a:pt x="8332507" y="355726"/>
                  <a:pt x="8336063" y="356473"/>
                  <a:pt x="8339548" y="356473"/>
                </a:cubicBezTo>
                <a:cubicBezTo>
                  <a:pt x="8344171" y="356473"/>
                  <a:pt x="8348700" y="355157"/>
                  <a:pt x="8352596" y="352726"/>
                </a:cubicBezTo>
                <a:close/>
                <a:moveTo>
                  <a:pt x="3096694" y="2282106"/>
                </a:moveTo>
                <a:cubicBezTo>
                  <a:pt x="3104197" y="2279919"/>
                  <a:pt x="3108499" y="2272042"/>
                  <a:pt x="3106295" y="2264540"/>
                </a:cubicBezTo>
                <a:cubicBezTo>
                  <a:pt x="3104091" y="2257019"/>
                  <a:pt x="3096232" y="2252717"/>
                  <a:pt x="3088730" y="2254921"/>
                </a:cubicBezTo>
                <a:cubicBezTo>
                  <a:pt x="3081209" y="2257126"/>
                  <a:pt x="3076906" y="2265003"/>
                  <a:pt x="3079111" y="2272505"/>
                </a:cubicBezTo>
                <a:cubicBezTo>
                  <a:pt x="3080925" y="2278674"/>
                  <a:pt x="3086578" y="2282692"/>
                  <a:pt x="3092694" y="2282692"/>
                </a:cubicBezTo>
                <a:cubicBezTo>
                  <a:pt x="3094011" y="2282692"/>
                  <a:pt x="3095360" y="2282497"/>
                  <a:pt x="3096694" y="2282106"/>
                </a:cubicBezTo>
                <a:close/>
                <a:moveTo>
                  <a:pt x="999671" y="3053336"/>
                </a:moveTo>
                <a:cubicBezTo>
                  <a:pt x="1001857" y="3053336"/>
                  <a:pt x="1003991" y="3052252"/>
                  <a:pt x="1005235" y="3050278"/>
                </a:cubicBezTo>
                <a:cubicBezTo>
                  <a:pt x="1007191" y="3047220"/>
                  <a:pt x="1006266" y="3043149"/>
                  <a:pt x="1003208" y="3041211"/>
                </a:cubicBezTo>
                <a:cubicBezTo>
                  <a:pt x="1000133" y="3039255"/>
                  <a:pt x="996080" y="3040162"/>
                  <a:pt x="994124" y="3043238"/>
                </a:cubicBezTo>
                <a:cubicBezTo>
                  <a:pt x="992186" y="3046295"/>
                  <a:pt x="993093" y="3050367"/>
                  <a:pt x="996150" y="3052322"/>
                </a:cubicBezTo>
                <a:cubicBezTo>
                  <a:pt x="997253" y="3053017"/>
                  <a:pt x="998462" y="3053336"/>
                  <a:pt x="999671" y="3053336"/>
                </a:cubicBezTo>
                <a:close/>
                <a:moveTo>
                  <a:pt x="7340444" y="728176"/>
                </a:moveTo>
                <a:cubicBezTo>
                  <a:pt x="7351094" y="728176"/>
                  <a:pt x="7359913" y="719732"/>
                  <a:pt x="7360286" y="708993"/>
                </a:cubicBezTo>
                <a:cubicBezTo>
                  <a:pt x="7360659" y="698042"/>
                  <a:pt x="7352072" y="688850"/>
                  <a:pt x="7341121" y="688476"/>
                </a:cubicBezTo>
                <a:cubicBezTo>
                  <a:pt x="7330168" y="688104"/>
                  <a:pt x="7320977" y="696673"/>
                  <a:pt x="7320603" y="707642"/>
                </a:cubicBezTo>
                <a:cubicBezTo>
                  <a:pt x="7320230" y="718593"/>
                  <a:pt x="7328799" y="727785"/>
                  <a:pt x="7339769" y="728159"/>
                </a:cubicBezTo>
                <a:lnTo>
                  <a:pt x="7339769" y="728176"/>
                </a:lnTo>
                <a:cubicBezTo>
                  <a:pt x="7339982" y="728176"/>
                  <a:pt x="7340214" y="728176"/>
                  <a:pt x="7340444" y="728176"/>
                </a:cubicBezTo>
                <a:close/>
                <a:moveTo>
                  <a:pt x="3885224" y="1998550"/>
                </a:moveTo>
                <a:cubicBezTo>
                  <a:pt x="3893367" y="1996683"/>
                  <a:pt x="3898451" y="1988576"/>
                  <a:pt x="3896585" y="1980451"/>
                </a:cubicBezTo>
                <a:cubicBezTo>
                  <a:pt x="3894736" y="1972308"/>
                  <a:pt x="3886628" y="1967224"/>
                  <a:pt x="3878487" y="1969090"/>
                </a:cubicBezTo>
                <a:cubicBezTo>
                  <a:pt x="3870343" y="1970939"/>
                  <a:pt x="3865260" y="1979046"/>
                  <a:pt x="3867108" y="1987171"/>
                </a:cubicBezTo>
                <a:lnTo>
                  <a:pt x="3867125" y="1987171"/>
                </a:lnTo>
                <a:cubicBezTo>
                  <a:pt x="3868727" y="1994176"/>
                  <a:pt x="3874948" y="1998923"/>
                  <a:pt x="3881846" y="1998923"/>
                </a:cubicBezTo>
                <a:cubicBezTo>
                  <a:pt x="3882964" y="1998923"/>
                  <a:pt x="3884103" y="1998798"/>
                  <a:pt x="3885224" y="1998550"/>
                </a:cubicBezTo>
                <a:close/>
                <a:moveTo>
                  <a:pt x="4545284" y="1756738"/>
                </a:moveTo>
                <a:cubicBezTo>
                  <a:pt x="4554653" y="1756081"/>
                  <a:pt x="4561710" y="1747956"/>
                  <a:pt x="4561054" y="1738586"/>
                </a:cubicBezTo>
                <a:cubicBezTo>
                  <a:pt x="4560414" y="1729218"/>
                  <a:pt x="4552288" y="1722141"/>
                  <a:pt x="4542919" y="1722799"/>
                </a:cubicBezTo>
                <a:cubicBezTo>
                  <a:pt x="4533550" y="1723457"/>
                  <a:pt x="4526475" y="1731582"/>
                  <a:pt x="4527130" y="1740951"/>
                </a:cubicBezTo>
                <a:cubicBezTo>
                  <a:pt x="4527754" y="1749929"/>
                  <a:pt x="4535222" y="1756775"/>
                  <a:pt x="4544075" y="1756775"/>
                </a:cubicBezTo>
                <a:cubicBezTo>
                  <a:pt x="4544486" y="1756774"/>
                  <a:pt x="4544876" y="1756757"/>
                  <a:pt x="4545284" y="1756738"/>
                </a:cubicBezTo>
                <a:close/>
                <a:moveTo>
                  <a:pt x="3189910" y="2254281"/>
                </a:moveTo>
                <a:cubicBezTo>
                  <a:pt x="3197394" y="2252006"/>
                  <a:pt x="3201625" y="2244094"/>
                  <a:pt x="3199367" y="2236610"/>
                </a:cubicBezTo>
                <a:cubicBezTo>
                  <a:pt x="3197092" y="2229124"/>
                  <a:pt x="3189179" y="2224911"/>
                  <a:pt x="3181696" y="2227169"/>
                </a:cubicBezTo>
                <a:cubicBezTo>
                  <a:pt x="3174210" y="2229444"/>
                  <a:pt x="3169979" y="2237338"/>
                  <a:pt x="3172254" y="2244840"/>
                </a:cubicBezTo>
                <a:cubicBezTo>
                  <a:pt x="3174104" y="2250956"/>
                  <a:pt x="3179722" y="2254886"/>
                  <a:pt x="3185802" y="2254886"/>
                </a:cubicBezTo>
                <a:cubicBezTo>
                  <a:pt x="3187153" y="2254886"/>
                  <a:pt x="3188540" y="2254691"/>
                  <a:pt x="3189910" y="2254281"/>
                </a:cubicBezTo>
                <a:close/>
                <a:moveTo>
                  <a:pt x="1308988" y="2944600"/>
                </a:moveTo>
                <a:cubicBezTo>
                  <a:pt x="1312348" y="2944600"/>
                  <a:pt x="1315531" y="2942591"/>
                  <a:pt x="1316863" y="2939267"/>
                </a:cubicBezTo>
                <a:cubicBezTo>
                  <a:pt x="1318606" y="2934928"/>
                  <a:pt x="1316490" y="2930004"/>
                  <a:pt x="1312153" y="2928261"/>
                </a:cubicBezTo>
                <a:cubicBezTo>
                  <a:pt x="1307814" y="2926519"/>
                  <a:pt x="1302872" y="2928617"/>
                  <a:pt x="1301129" y="2932955"/>
                </a:cubicBezTo>
                <a:cubicBezTo>
                  <a:pt x="1299387" y="2937311"/>
                  <a:pt x="1301502" y="2942236"/>
                  <a:pt x="1305841" y="2943979"/>
                </a:cubicBezTo>
                <a:cubicBezTo>
                  <a:pt x="1306872" y="2944405"/>
                  <a:pt x="1307938" y="2944600"/>
                  <a:pt x="1308988" y="2944600"/>
                </a:cubicBezTo>
                <a:close/>
                <a:moveTo>
                  <a:pt x="8017217" y="485086"/>
                </a:moveTo>
                <a:cubicBezTo>
                  <a:pt x="8026018" y="485086"/>
                  <a:pt x="8034409" y="479930"/>
                  <a:pt x="8038090" y="471325"/>
                </a:cubicBezTo>
                <a:cubicBezTo>
                  <a:pt x="8043031" y="459804"/>
                  <a:pt x="8037698" y="446452"/>
                  <a:pt x="8026178" y="441509"/>
                </a:cubicBezTo>
                <a:cubicBezTo>
                  <a:pt x="8020417" y="439047"/>
                  <a:pt x="8014199" y="439150"/>
                  <a:pt x="8008803" y="441308"/>
                </a:cubicBezTo>
                <a:cubicBezTo>
                  <a:pt x="8003407" y="443466"/>
                  <a:pt x="7998833" y="447679"/>
                  <a:pt x="7996362" y="453440"/>
                </a:cubicBezTo>
                <a:cubicBezTo>
                  <a:pt x="7991437" y="464959"/>
                  <a:pt x="7996771" y="478294"/>
                  <a:pt x="8008292" y="483237"/>
                </a:cubicBezTo>
                <a:cubicBezTo>
                  <a:pt x="8011207" y="484481"/>
                  <a:pt x="8014229" y="485086"/>
                  <a:pt x="8017217" y="485086"/>
                </a:cubicBezTo>
                <a:close/>
                <a:moveTo>
                  <a:pt x="2590848" y="2479629"/>
                </a:moveTo>
                <a:cubicBezTo>
                  <a:pt x="2598012" y="2478314"/>
                  <a:pt x="2602778" y="2471433"/>
                  <a:pt x="2601463" y="2464251"/>
                </a:cubicBezTo>
                <a:cubicBezTo>
                  <a:pt x="2600147" y="2457085"/>
                  <a:pt x="2593266" y="2452321"/>
                  <a:pt x="2586084" y="2453636"/>
                </a:cubicBezTo>
                <a:cubicBezTo>
                  <a:pt x="2578901" y="2454953"/>
                  <a:pt x="2574154" y="2461833"/>
                  <a:pt x="2575470" y="2469016"/>
                </a:cubicBezTo>
                <a:cubicBezTo>
                  <a:pt x="2576626" y="2475380"/>
                  <a:pt x="2582190" y="2479860"/>
                  <a:pt x="2588448" y="2479861"/>
                </a:cubicBezTo>
                <a:cubicBezTo>
                  <a:pt x="2589247" y="2479861"/>
                  <a:pt x="2590031" y="2479790"/>
                  <a:pt x="2590848" y="2479629"/>
                </a:cubicBezTo>
                <a:close/>
                <a:moveTo>
                  <a:pt x="3282876" y="2225852"/>
                </a:moveTo>
                <a:cubicBezTo>
                  <a:pt x="3290360" y="2223541"/>
                  <a:pt x="3294556" y="2215631"/>
                  <a:pt x="3292262" y="2208145"/>
                </a:cubicBezTo>
                <a:cubicBezTo>
                  <a:pt x="3289951" y="2200660"/>
                  <a:pt x="3282022" y="2196464"/>
                  <a:pt x="3274554" y="2198776"/>
                </a:cubicBezTo>
                <a:cubicBezTo>
                  <a:pt x="3267069" y="2201070"/>
                  <a:pt x="3262874" y="2208999"/>
                  <a:pt x="3265185" y="2216465"/>
                </a:cubicBezTo>
                <a:cubicBezTo>
                  <a:pt x="3267052" y="2222564"/>
                  <a:pt x="3272670" y="2226475"/>
                  <a:pt x="3278714" y="2226475"/>
                </a:cubicBezTo>
                <a:cubicBezTo>
                  <a:pt x="3280101" y="2226475"/>
                  <a:pt x="3281488" y="2226280"/>
                  <a:pt x="3282876" y="2225852"/>
                </a:cubicBezTo>
                <a:close/>
                <a:moveTo>
                  <a:pt x="6626657" y="1001616"/>
                </a:moveTo>
                <a:cubicBezTo>
                  <a:pt x="6636435" y="997953"/>
                  <a:pt x="6641378" y="987055"/>
                  <a:pt x="6637716" y="977276"/>
                </a:cubicBezTo>
                <a:cubicBezTo>
                  <a:pt x="6634035" y="967515"/>
                  <a:pt x="6623155" y="962555"/>
                  <a:pt x="6613377" y="966217"/>
                </a:cubicBezTo>
                <a:cubicBezTo>
                  <a:pt x="6603598" y="969898"/>
                  <a:pt x="6598638" y="980796"/>
                  <a:pt x="6602318" y="990574"/>
                </a:cubicBezTo>
                <a:cubicBezTo>
                  <a:pt x="6605163" y="998149"/>
                  <a:pt x="6612362" y="1002824"/>
                  <a:pt x="6620009" y="1002824"/>
                </a:cubicBezTo>
                <a:cubicBezTo>
                  <a:pt x="6622230" y="1002824"/>
                  <a:pt x="6624470" y="1002451"/>
                  <a:pt x="6626657" y="1001616"/>
                </a:cubicBezTo>
                <a:close/>
                <a:moveTo>
                  <a:pt x="6720405" y="968049"/>
                </a:moveTo>
                <a:cubicBezTo>
                  <a:pt x="6730291" y="964689"/>
                  <a:pt x="6735571" y="953950"/>
                  <a:pt x="6732210" y="944065"/>
                </a:cubicBezTo>
                <a:cubicBezTo>
                  <a:pt x="6728851" y="934180"/>
                  <a:pt x="6718111" y="928900"/>
                  <a:pt x="6708227" y="932260"/>
                </a:cubicBezTo>
                <a:cubicBezTo>
                  <a:pt x="6698342" y="935620"/>
                  <a:pt x="6693061" y="946358"/>
                  <a:pt x="6696421" y="956244"/>
                </a:cubicBezTo>
                <a:cubicBezTo>
                  <a:pt x="6699089" y="964102"/>
                  <a:pt x="6706449" y="969062"/>
                  <a:pt x="6714308" y="969063"/>
                </a:cubicBezTo>
                <a:cubicBezTo>
                  <a:pt x="6716333" y="969063"/>
                  <a:pt x="6718379" y="968742"/>
                  <a:pt x="6720388" y="968049"/>
                </a:cubicBezTo>
                <a:close/>
                <a:moveTo>
                  <a:pt x="5216544" y="1520297"/>
                </a:moveTo>
                <a:cubicBezTo>
                  <a:pt x="5226839" y="1518573"/>
                  <a:pt x="5233772" y="1508812"/>
                  <a:pt x="5232031" y="1498518"/>
                </a:cubicBezTo>
                <a:cubicBezTo>
                  <a:pt x="5230307" y="1488224"/>
                  <a:pt x="5220547" y="1481290"/>
                  <a:pt x="5210252" y="1483014"/>
                </a:cubicBezTo>
                <a:cubicBezTo>
                  <a:pt x="5199957" y="1484757"/>
                  <a:pt x="5193023" y="1494518"/>
                  <a:pt x="5194749" y="1504794"/>
                </a:cubicBezTo>
                <a:cubicBezTo>
                  <a:pt x="5196313" y="1514039"/>
                  <a:pt x="5204312" y="1520564"/>
                  <a:pt x="5213379" y="1520564"/>
                </a:cubicBezTo>
                <a:cubicBezTo>
                  <a:pt x="5214430" y="1520564"/>
                  <a:pt x="5215479" y="1520492"/>
                  <a:pt x="5216544" y="1520297"/>
                </a:cubicBezTo>
                <a:close/>
                <a:moveTo>
                  <a:pt x="1953439" y="2717458"/>
                </a:moveTo>
                <a:cubicBezTo>
                  <a:pt x="1959500" y="2717458"/>
                  <a:pt x="1964514" y="2712657"/>
                  <a:pt x="1964746" y="2706559"/>
                </a:cubicBezTo>
                <a:cubicBezTo>
                  <a:pt x="1964977" y="2700301"/>
                  <a:pt x="1960105" y="2695056"/>
                  <a:pt x="1953847" y="2694825"/>
                </a:cubicBezTo>
                <a:cubicBezTo>
                  <a:pt x="1947607" y="2694594"/>
                  <a:pt x="1942362" y="2699465"/>
                  <a:pt x="1942131" y="2705723"/>
                </a:cubicBezTo>
                <a:cubicBezTo>
                  <a:pt x="1941882" y="2711963"/>
                  <a:pt x="1946772" y="2717208"/>
                  <a:pt x="1953012" y="2717440"/>
                </a:cubicBezTo>
                <a:lnTo>
                  <a:pt x="1953012" y="2717458"/>
                </a:lnTo>
                <a:cubicBezTo>
                  <a:pt x="1953154" y="2717458"/>
                  <a:pt x="1953296" y="2717458"/>
                  <a:pt x="1953439" y="2717458"/>
                </a:cubicBezTo>
                <a:close/>
                <a:moveTo>
                  <a:pt x="6533673" y="1037760"/>
                </a:moveTo>
                <a:cubicBezTo>
                  <a:pt x="6543381" y="1033883"/>
                  <a:pt x="6548092" y="1022879"/>
                  <a:pt x="6544199" y="1013190"/>
                </a:cubicBezTo>
                <a:cubicBezTo>
                  <a:pt x="6540323" y="1003500"/>
                  <a:pt x="6529318" y="998788"/>
                  <a:pt x="6519629" y="1002664"/>
                </a:cubicBezTo>
                <a:cubicBezTo>
                  <a:pt x="6509938" y="1006540"/>
                  <a:pt x="6505227" y="1017546"/>
                  <a:pt x="6509103" y="1027235"/>
                </a:cubicBezTo>
                <a:cubicBezTo>
                  <a:pt x="6512055" y="1034631"/>
                  <a:pt x="6519148" y="1039129"/>
                  <a:pt x="6526669" y="1039128"/>
                </a:cubicBezTo>
                <a:cubicBezTo>
                  <a:pt x="6528998" y="1039129"/>
                  <a:pt x="6531380" y="1038685"/>
                  <a:pt x="6533673" y="1037760"/>
                </a:cubicBezTo>
                <a:close/>
                <a:moveTo>
                  <a:pt x="3375735" y="2197264"/>
                </a:moveTo>
                <a:cubicBezTo>
                  <a:pt x="3383219" y="2194971"/>
                  <a:pt x="3387415" y="2187042"/>
                  <a:pt x="3385122" y="2179575"/>
                </a:cubicBezTo>
                <a:cubicBezTo>
                  <a:pt x="3382829" y="2172089"/>
                  <a:pt x="3374899" y="2167894"/>
                  <a:pt x="3367431" y="2170187"/>
                </a:cubicBezTo>
                <a:cubicBezTo>
                  <a:pt x="3359946" y="2172481"/>
                  <a:pt x="3355751" y="2180410"/>
                  <a:pt x="3358044" y="2187877"/>
                </a:cubicBezTo>
                <a:cubicBezTo>
                  <a:pt x="3359911" y="2193975"/>
                  <a:pt x="3365511" y="2197905"/>
                  <a:pt x="3371575" y="2197905"/>
                </a:cubicBezTo>
                <a:cubicBezTo>
                  <a:pt x="3372961" y="2197905"/>
                  <a:pt x="3374348" y="2197691"/>
                  <a:pt x="3375735" y="2197264"/>
                </a:cubicBezTo>
                <a:close/>
                <a:moveTo>
                  <a:pt x="4310388" y="1855448"/>
                </a:moveTo>
                <a:cubicBezTo>
                  <a:pt x="4319172" y="1854309"/>
                  <a:pt x="4325377" y="1846256"/>
                  <a:pt x="4324237" y="1837455"/>
                </a:cubicBezTo>
                <a:cubicBezTo>
                  <a:pt x="4323099" y="1828654"/>
                  <a:pt x="4315047" y="1822449"/>
                  <a:pt x="4306247" y="1823606"/>
                </a:cubicBezTo>
                <a:cubicBezTo>
                  <a:pt x="4297447" y="1824743"/>
                  <a:pt x="4291241" y="1832797"/>
                  <a:pt x="4292378" y="1841598"/>
                </a:cubicBezTo>
                <a:cubicBezTo>
                  <a:pt x="4293427" y="1849687"/>
                  <a:pt x="4300345" y="1855590"/>
                  <a:pt x="4308290" y="1855589"/>
                </a:cubicBezTo>
                <a:cubicBezTo>
                  <a:pt x="4308983" y="1855590"/>
                  <a:pt x="4309678" y="1855537"/>
                  <a:pt x="4310388" y="1855448"/>
                </a:cubicBezTo>
                <a:close/>
                <a:moveTo>
                  <a:pt x="6815131" y="937807"/>
                </a:moveTo>
                <a:cubicBezTo>
                  <a:pt x="6825141" y="934820"/>
                  <a:pt x="6830831" y="924295"/>
                  <a:pt x="6827844" y="914285"/>
                </a:cubicBezTo>
                <a:cubicBezTo>
                  <a:pt x="6824874" y="904276"/>
                  <a:pt x="6814349" y="898587"/>
                  <a:pt x="6804339" y="901574"/>
                </a:cubicBezTo>
                <a:cubicBezTo>
                  <a:pt x="6794330" y="904543"/>
                  <a:pt x="6788623" y="915067"/>
                  <a:pt x="6791610" y="925077"/>
                </a:cubicBezTo>
                <a:cubicBezTo>
                  <a:pt x="6794064" y="933291"/>
                  <a:pt x="6801584" y="938589"/>
                  <a:pt x="6809727" y="938589"/>
                </a:cubicBezTo>
                <a:cubicBezTo>
                  <a:pt x="6811505" y="938590"/>
                  <a:pt x="6813336" y="938340"/>
                  <a:pt x="6815131" y="937807"/>
                </a:cubicBezTo>
                <a:close/>
                <a:moveTo>
                  <a:pt x="3980500" y="1977873"/>
                </a:moveTo>
                <a:cubicBezTo>
                  <a:pt x="3988680" y="1976184"/>
                  <a:pt x="3993945" y="1968201"/>
                  <a:pt x="3992271" y="1960022"/>
                </a:cubicBezTo>
                <a:cubicBezTo>
                  <a:pt x="3990580" y="1951845"/>
                  <a:pt x="3982599" y="1946582"/>
                  <a:pt x="3974423" y="1948252"/>
                </a:cubicBezTo>
                <a:cubicBezTo>
                  <a:pt x="3966244" y="1949925"/>
                  <a:pt x="3960979" y="1957925"/>
                  <a:pt x="3962650" y="1966103"/>
                </a:cubicBezTo>
                <a:cubicBezTo>
                  <a:pt x="3964127" y="1973250"/>
                  <a:pt x="3970420" y="1978175"/>
                  <a:pt x="3977444" y="1978175"/>
                </a:cubicBezTo>
                <a:cubicBezTo>
                  <a:pt x="3978457" y="1978175"/>
                  <a:pt x="3979469" y="1978068"/>
                  <a:pt x="3980500" y="1977873"/>
                </a:cubicBezTo>
                <a:close/>
                <a:moveTo>
                  <a:pt x="6441259" y="1075629"/>
                </a:moveTo>
                <a:cubicBezTo>
                  <a:pt x="6450895" y="1071593"/>
                  <a:pt x="6455429" y="1060517"/>
                  <a:pt x="6451392" y="1050881"/>
                </a:cubicBezTo>
                <a:cubicBezTo>
                  <a:pt x="6449384" y="1046063"/>
                  <a:pt x="6445611" y="1042520"/>
                  <a:pt x="6441134" y="1040687"/>
                </a:cubicBezTo>
                <a:cubicBezTo>
                  <a:pt x="6436659" y="1038854"/>
                  <a:pt x="6431481" y="1038729"/>
                  <a:pt x="6426662" y="1040747"/>
                </a:cubicBezTo>
                <a:cubicBezTo>
                  <a:pt x="6417043" y="1044764"/>
                  <a:pt x="6412493" y="1055841"/>
                  <a:pt x="6416511" y="1065477"/>
                </a:cubicBezTo>
                <a:cubicBezTo>
                  <a:pt x="6419551" y="1072713"/>
                  <a:pt x="6426573" y="1077087"/>
                  <a:pt x="6433970" y="1077087"/>
                </a:cubicBezTo>
                <a:cubicBezTo>
                  <a:pt x="6436406" y="1077087"/>
                  <a:pt x="6438877" y="1076625"/>
                  <a:pt x="6441259" y="1075629"/>
                </a:cubicBezTo>
                <a:close/>
                <a:moveTo>
                  <a:pt x="519692" y="3248282"/>
                </a:moveTo>
                <a:cubicBezTo>
                  <a:pt x="520457" y="3248282"/>
                  <a:pt x="521203" y="3247980"/>
                  <a:pt x="521755" y="3247394"/>
                </a:cubicBezTo>
                <a:cubicBezTo>
                  <a:pt x="522785" y="3246255"/>
                  <a:pt x="522714" y="3244495"/>
                  <a:pt x="521594" y="3243446"/>
                </a:cubicBezTo>
                <a:cubicBezTo>
                  <a:pt x="520457" y="3242415"/>
                  <a:pt x="518697" y="3242486"/>
                  <a:pt x="517647" y="3243606"/>
                </a:cubicBezTo>
                <a:cubicBezTo>
                  <a:pt x="516617" y="3244743"/>
                  <a:pt x="516687" y="3246504"/>
                  <a:pt x="517808" y="3247553"/>
                </a:cubicBezTo>
                <a:cubicBezTo>
                  <a:pt x="518341" y="3248051"/>
                  <a:pt x="519016" y="3248282"/>
                  <a:pt x="519692" y="3248282"/>
                </a:cubicBezTo>
                <a:close/>
                <a:moveTo>
                  <a:pt x="3468647" y="2168960"/>
                </a:moveTo>
                <a:cubicBezTo>
                  <a:pt x="3476131" y="2166685"/>
                  <a:pt x="3480363" y="2158791"/>
                  <a:pt x="3478105" y="2151306"/>
                </a:cubicBezTo>
                <a:cubicBezTo>
                  <a:pt x="3475845" y="2143804"/>
                  <a:pt x="3467936" y="2139571"/>
                  <a:pt x="3460450" y="2141847"/>
                </a:cubicBezTo>
                <a:cubicBezTo>
                  <a:pt x="3452965" y="2144106"/>
                  <a:pt x="3448735" y="2152017"/>
                  <a:pt x="3450992" y="2159502"/>
                </a:cubicBezTo>
                <a:cubicBezTo>
                  <a:pt x="3452841" y="2165618"/>
                  <a:pt x="3458460" y="2169565"/>
                  <a:pt x="3464539" y="2169565"/>
                </a:cubicBezTo>
                <a:cubicBezTo>
                  <a:pt x="3465907" y="2169565"/>
                  <a:pt x="3467278" y="2169369"/>
                  <a:pt x="3468647" y="2168960"/>
                </a:cubicBezTo>
                <a:close/>
                <a:moveTo>
                  <a:pt x="2271733" y="2609629"/>
                </a:moveTo>
                <a:cubicBezTo>
                  <a:pt x="2278472" y="2609059"/>
                  <a:pt x="2283486" y="2603104"/>
                  <a:pt x="2282900" y="2596365"/>
                </a:cubicBezTo>
                <a:cubicBezTo>
                  <a:pt x="2282312" y="2589609"/>
                  <a:pt x="2276357" y="2584613"/>
                  <a:pt x="2269618" y="2585201"/>
                </a:cubicBezTo>
                <a:cubicBezTo>
                  <a:pt x="2262862" y="2585787"/>
                  <a:pt x="2257866" y="2591725"/>
                  <a:pt x="2258453" y="2598481"/>
                </a:cubicBezTo>
                <a:cubicBezTo>
                  <a:pt x="2259004" y="2604864"/>
                  <a:pt x="2264355" y="2609682"/>
                  <a:pt x="2270649" y="2609681"/>
                </a:cubicBezTo>
                <a:cubicBezTo>
                  <a:pt x="2271006" y="2609681"/>
                  <a:pt x="2271361" y="2609664"/>
                  <a:pt x="2271733" y="2609629"/>
                </a:cubicBezTo>
                <a:close/>
                <a:moveTo>
                  <a:pt x="1518157" y="2886179"/>
                </a:moveTo>
                <a:cubicBezTo>
                  <a:pt x="1522371" y="2886179"/>
                  <a:pt x="1526211" y="2883335"/>
                  <a:pt x="1527296" y="2879050"/>
                </a:cubicBezTo>
                <a:cubicBezTo>
                  <a:pt x="1528557" y="2874001"/>
                  <a:pt x="1525482" y="2868880"/>
                  <a:pt x="1520451" y="2867618"/>
                </a:cubicBezTo>
                <a:cubicBezTo>
                  <a:pt x="1515402" y="2866355"/>
                  <a:pt x="1510281" y="2869414"/>
                  <a:pt x="1509018" y="2874462"/>
                </a:cubicBezTo>
                <a:cubicBezTo>
                  <a:pt x="1507739" y="2879512"/>
                  <a:pt x="1510814" y="2884633"/>
                  <a:pt x="1515846" y="2885895"/>
                </a:cubicBezTo>
                <a:cubicBezTo>
                  <a:pt x="1516627" y="2886090"/>
                  <a:pt x="1517393" y="2886179"/>
                  <a:pt x="1518157" y="2886179"/>
                </a:cubicBezTo>
                <a:close/>
                <a:moveTo>
                  <a:pt x="6349253" y="1114707"/>
                </a:moveTo>
                <a:cubicBezTo>
                  <a:pt x="6358836" y="1110582"/>
                  <a:pt x="6363263" y="1099453"/>
                  <a:pt x="6359138" y="1089870"/>
                </a:cubicBezTo>
                <a:cubicBezTo>
                  <a:pt x="6357067" y="1085078"/>
                  <a:pt x="6353254" y="1081576"/>
                  <a:pt x="6348758" y="1079787"/>
                </a:cubicBezTo>
                <a:cubicBezTo>
                  <a:pt x="6344262" y="1077998"/>
                  <a:pt x="6339084" y="1077922"/>
                  <a:pt x="6334283" y="1079984"/>
                </a:cubicBezTo>
                <a:cubicBezTo>
                  <a:pt x="6324701" y="1084110"/>
                  <a:pt x="6320273" y="1095239"/>
                  <a:pt x="6324416" y="1104840"/>
                </a:cubicBezTo>
                <a:cubicBezTo>
                  <a:pt x="6327491" y="1111987"/>
                  <a:pt x="6334461" y="1116254"/>
                  <a:pt x="6341785" y="1116254"/>
                </a:cubicBezTo>
                <a:cubicBezTo>
                  <a:pt x="6344273" y="1116254"/>
                  <a:pt x="6346817" y="1115756"/>
                  <a:pt x="6349253" y="1114707"/>
                </a:cubicBezTo>
                <a:close/>
                <a:moveTo>
                  <a:pt x="1733958" y="2809037"/>
                </a:moveTo>
                <a:cubicBezTo>
                  <a:pt x="1739079" y="2809037"/>
                  <a:pt x="1743541" y="2805232"/>
                  <a:pt x="1744217" y="2800023"/>
                </a:cubicBezTo>
                <a:cubicBezTo>
                  <a:pt x="1744980" y="2794334"/>
                  <a:pt x="1740979" y="2789124"/>
                  <a:pt x="1735309" y="2788378"/>
                </a:cubicBezTo>
                <a:cubicBezTo>
                  <a:pt x="1729620" y="2787631"/>
                  <a:pt x="1724411" y="2791631"/>
                  <a:pt x="1723664" y="2797303"/>
                </a:cubicBezTo>
                <a:cubicBezTo>
                  <a:pt x="1722917" y="2802992"/>
                  <a:pt x="1726918" y="2808202"/>
                  <a:pt x="1732589" y="2808948"/>
                </a:cubicBezTo>
                <a:cubicBezTo>
                  <a:pt x="1733052" y="2809002"/>
                  <a:pt x="1733496" y="2809036"/>
                  <a:pt x="1733958" y="2809037"/>
                </a:cubicBezTo>
                <a:close/>
                <a:moveTo>
                  <a:pt x="4880397" y="1654955"/>
                </a:moveTo>
                <a:cubicBezTo>
                  <a:pt x="4890300" y="1654510"/>
                  <a:pt x="4897983" y="1646119"/>
                  <a:pt x="4897537" y="1636216"/>
                </a:cubicBezTo>
                <a:cubicBezTo>
                  <a:pt x="4897074" y="1626295"/>
                  <a:pt x="4888701" y="1618632"/>
                  <a:pt x="4878780" y="1619077"/>
                </a:cubicBezTo>
                <a:cubicBezTo>
                  <a:pt x="4868877" y="1619521"/>
                  <a:pt x="4861217" y="1627913"/>
                  <a:pt x="4861660" y="1637815"/>
                </a:cubicBezTo>
                <a:cubicBezTo>
                  <a:pt x="4862087" y="1647452"/>
                  <a:pt x="4870032" y="1654972"/>
                  <a:pt x="4879582" y="1654972"/>
                </a:cubicBezTo>
                <a:cubicBezTo>
                  <a:pt x="4879847" y="1654972"/>
                  <a:pt x="4880131" y="1654972"/>
                  <a:pt x="4880397" y="1654955"/>
                </a:cubicBezTo>
                <a:close/>
                <a:moveTo>
                  <a:pt x="2685966" y="2460429"/>
                </a:moveTo>
                <a:cubicBezTo>
                  <a:pt x="2693095" y="2458863"/>
                  <a:pt x="2697593" y="2451805"/>
                  <a:pt x="2696011" y="2444677"/>
                </a:cubicBezTo>
                <a:cubicBezTo>
                  <a:pt x="2694446" y="2437547"/>
                  <a:pt x="2687388" y="2433048"/>
                  <a:pt x="2680258" y="2434613"/>
                </a:cubicBezTo>
                <a:cubicBezTo>
                  <a:pt x="2673128" y="2436195"/>
                  <a:pt x="2668631" y="2443253"/>
                  <a:pt x="2670214" y="2450383"/>
                </a:cubicBezTo>
                <a:cubicBezTo>
                  <a:pt x="2671565" y="2456535"/>
                  <a:pt x="2677041" y="2460748"/>
                  <a:pt x="2683103" y="2460748"/>
                </a:cubicBezTo>
                <a:cubicBezTo>
                  <a:pt x="2684046" y="2460748"/>
                  <a:pt x="2685005" y="2460641"/>
                  <a:pt x="2685966" y="2460429"/>
                </a:cubicBezTo>
                <a:close/>
                <a:moveTo>
                  <a:pt x="6910906" y="911547"/>
                </a:moveTo>
                <a:cubicBezTo>
                  <a:pt x="6921040" y="909023"/>
                  <a:pt x="6927209" y="898764"/>
                  <a:pt x="6924686" y="888631"/>
                </a:cubicBezTo>
                <a:cubicBezTo>
                  <a:pt x="6922160" y="878497"/>
                  <a:pt x="6911885" y="872344"/>
                  <a:pt x="6901768" y="874870"/>
                </a:cubicBezTo>
                <a:cubicBezTo>
                  <a:pt x="6891634" y="877394"/>
                  <a:pt x="6885465" y="887653"/>
                  <a:pt x="6887990" y="897786"/>
                </a:cubicBezTo>
                <a:cubicBezTo>
                  <a:pt x="6890141" y="906373"/>
                  <a:pt x="6897839" y="912116"/>
                  <a:pt x="6906320" y="912116"/>
                </a:cubicBezTo>
                <a:cubicBezTo>
                  <a:pt x="6907830" y="912116"/>
                  <a:pt x="6909377" y="911939"/>
                  <a:pt x="6910906" y="911547"/>
                </a:cubicBezTo>
                <a:close/>
                <a:moveTo>
                  <a:pt x="3561665" y="2141581"/>
                </a:moveTo>
                <a:cubicBezTo>
                  <a:pt x="3569186" y="2139430"/>
                  <a:pt x="3573540" y="2131589"/>
                  <a:pt x="3571390" y="2124069"/>
                </a:cubicBezTo>
                <a:cubicBezTo>
                  <a:pt x="3569240" y="2116548"/>
                  <a:pt x="3561399" y="2112192"/>
                  <a:pt x="3553879" y="2114343"/>
                </a:cubicBezTo>
                <a:cubicBezTo>
                  <a:pt x="3546359" y="2116495"/>
                  <a:pt x="3542003" y="2124335"/>
                  <a:pt x="3544153" y="2131855"/>
                </a:cubicBezTo>
                <a:cubicBezTo>
                  <a:pt x="3545930" y="2138078"/>
                  <a:pt x="3551603" y="2142133"/>
                  <a:pt x="3557754" y="2142133"/>
                </a:cubicBezTo>
                <a:cubicBezTo>
                  <a:pt x="3559051" y="2142132"/>
                  <a:pt x="3560367" y="2141954"/>
                  <a:pt x="3561665" y="2141581"/>
                </a:cubicBezTo>
                <a:close/>
                <a:moveTo>
                  <a:pt x="892072" y="3121465"/>
                </a:moveTo>
                <a:cubicBezTo>
                  <a:pt x="893851" y="3121466"/>
                  <a:pt x="895592" y="3120629"/>
                  <a:pt x="896676" y="3119065"/>
                </a:cubicBezTo>
                <a:cubicBezTo>
                  <a:pt x="898473" y="3116523"/>
                  <a:pt x="897868" y="3113003"/>
                  <a:pt x="895325" y="3111225"/>
                </a:cubicBezTo>
                <a:cubicBezTo>
                  <a:pt x="892783" y="3109430"/>
                  <a:pt x="889263" y="3110051"/>
                  <a:pt x="887468" y="3112576"/>
                </a:cubicBezTo>
                <a:cubicBezTo>
                  <a:pt x="885689" y="3115136"/>
                  <a:pt x="886294" y="3118639"/>
                  <a:pt x="888837" y="3120435"/>
                </a:cubicBezTo>
                <a:cubicBezTo>
                  <a:pt x="889833" y="3121127"/>
                  <a:pt x="890951" y="3121466"/>
                  <a:pt x="892072" y="3121465"/>
                </a:cubicBezTo>
                <a:close/>
                <a:moveTo>
                  <a:pt x="6257514" y="1154621"/>
                </a:moveTo>
                <a:cubicBezTo>
                  <a:pt x="6267078" y="1150425"/>
                  <a:pt x="6271436" y="1139278"/>
                  <a:pt x="6267239" y="1129713"/>
                </a:cubicBezTo>
                <a:cubicBezTo>
                  <a:pt x="6265141" y="1124930"/>
                  <a:pt x="6261305" y="1121449"/>
                  <a:pt x="6256798" y="1119689"/>
                </a:cubicBezTo>
                <a:cubicBezTo>
                  <a:pt x="6252291" y="1117929"/>
                  <a:pt x="6247114" y="1117889"/>
                  <a:pt x="6242331" y="1119988"/>
                </a:cubicBezTo>
                <a:cubicBezTo>
                  <a:pt x="6232767" y="1124184"/>
                  <a:pt x="6228409" y="1135331"/>
                  <a:pt x="6232623" y="1144896"/>
                </a:cubicBezTo>
                <a:cubicBezTo>
                  <a:pt x="6235717" y="1151989"/>
                  <a:pt x="6242668" y="1156203"/>
                  <a:pt x="6249941" y="1156203"/>
                </a:cubicBezTo>
                <a:cubicBezTo>
                  <a:pt x="6252465" y="1156203"/>
                  <a:pt x="6255043" y="1155705"/>
                  <a:pt x="6257514" y="1154621"/>
                </a:cubicBezTo>
                <a:close/>
                <a:moveTo>
                  <a:pt x="5315770" y="1501238"/>
                </a:moveTo>
                <a:cubicBezTo>
                  <a:pt x="5325973" y="1499016"/>
                  <a:pt x="5332429" y="1488953"/>
                  <a:pt x="5330205" y="1478747"/>
                </a:cubicBezTo>
                <a:cubicBezTo>
                  <a:pt x="5327984" y="1468543"/>
                  <a:pt x="5317921" y="1462071"/>
                  <a:pt x="5307699" y="1464311"/>
                </a:cubicBezTo>
                <a:cubicBezTo>
                  <a:pt x="5297509" y="1466534"/>
                  <a:pt x="5291041" y="1476596"/>
                  <a:pt x="5293260" y="1486802"/>
                </a:cubicBezTo>
                <a:cubicBezTo>
                  <a:pt x="5295198" y="1495638"/>
                  <a:pt x="5303022" y="1501683"/>
                  <a:pt x="5311716" y="1501683"/>
                </a:cubicBezTo>
                <a:cubicBezTo>
                  <a:pt x="5313048" y="1501683"/>
                  <a:pt x="5314418" y="1501540"/>
                  <a:pt x="5315770" y="1501238"/>
                </a:cubicBezTo>
                <a:close/>
                <a:moveTo>
                  <a:pt x="4076153" y="1959524"/>
                </a:moveTo>
                <a:cubicBezTo>
                  <a:pt x="4084365" y="1958049"/>
                  <a:pt x="4089840" y="1950208"/>
                  <a:pt x="4088384" y="1941994"/>
                </a:cubicBezTo>
                <a:cubicBezTo>
                  <a:pt x="4086928" y="1933763"/>
                  <a:pt x="4079085" y="1928287"/>
                  <a:pt x="4070853" y="1929763"/>
                </a:cubicBezTo>
                <a:cubicBezTo>
                  <a:pt x="4062639" y="1931221"/>
                  <a:pt x="4057164" y="1939061"/>
                  <a:pt x="4058640" y="1947293"/>
                </a:cubicBezTo>
                <a:cubicBezTo>
                  <a:pt x="4059938" y="1954600"/>
                  <a:pt x="4066302" y="1959756"/>
                  <a:pt x="4073485" y="1959756"/>
                </a:cubicBezTo>
                <a:cubicBezTo>
                  <a:pt x="4074376" y="1959756"/>
                  <a:pt x="4075264" y="1959667"/>
                  <a:pt x="4076153" y="1959524"/>
                </a:cubicBezTo>
                <a:close/>
                <a:moveTo>
                  <a:pt x="4643424" y="1752152"/>
                </a:moveTo>
                <a:cubicBezTo>
                  <a:pt x="4652811" y="1751903"/>
                  <a:pt x="4660209" y="1744080"/>
                  <a:pt x="4659958" y="1734693"/>
                </a:cubicBezTo>
                <a:cubicBezTo>
                  <a:pt x="4659709" y="1725306"/>
                  <a:pt x="4651886" y="1717892"/>
                  <a:pt x="4642501" y="1718158"/>
                </a:cubicBezTo>
                <a:cubicBezTo>
                  <a:pt x="4633112" y="1718408"/>
                  <a:pt x="4625697" y="1726231"/>
                  <a:pt x="4625947" y="1735617"/>
                </a:cubicBezTo>
                <a:cubicBezTo>
                  <a:pt x="4626211" y="1744844"/>
                  <a:pt x="4633771" y="1752169"/>
                  <a:pt x="4642944" y="1752169"/>
                </a:cubicBezTo>
                <a:cubicBezTo>
                  <a:pt x="4643104" y="1752169"/>
                  <a:pt x="4643263" y="1752169"/>
                  <a:pt x="4643424" y="1752152"/>
                </a:cubicBezTo>
                <a:close/>
                <a:moveTo>
                  <a:pt x="3655093" y="2115713"/>
                </a:moveTo>
                <a:cubicBezTo>
                  <a:pt x="3662650" y="2113686"/>
                  <a:pt x="3667148" y="2105935"/>
                  <a:pt x="3665122" y="2098379"/>
                </a:cubicBezTo>
                <a:cubicBezTo>
                  <a:pt x="3663112" y="2090822"/>
                  <a:pt x="3655343" y="2086325"/>
                  <a:pt x="3647787" y="2088350"/>
                </a:cubicBezTo>
                <a:cubicBezTo>
                  <a:pt x="3640231" y="2090360"/>
                  <a:pt x="3635734" y="2098129"/>
                  <a:pt x="3637759" y="2105686"/>
                </a:cubicBezTo>
                <a:cubicBezTo>
                  <a:pt x="3639448" y="2112015"/>
                  <a:pt x="3645175" y="2116193"/>
                  <a:pt x="3651430" y="2116193"/>
                </a:cubicBezTo>
                <a:cubicBezTo>
                  <a:pt x="3652640" y="2116193"/>
                  <a:pt x="3653867" y="2116032"/>
                  <a:pt x="3655093" y="2115713"/>
                </a:cubicBezTo>
                <a:close/>
                <a:moveTo>
                  <a:pt x="6165881" y="1194943"/>
                </a:moveTo>
                <a:cubicBezTo>
                  <a:pt x="6175429" y="1190729"/>
                  <a:pt x="6179767" y="1179565"/>
                  <a:pt x="6175554" y="1170017"/>
                </a:cubicBezTo>
                <a:cubicBezTo>
                  <a:pt x="6173447" y="1165235"/>
                  <a:pt x="6169607" y="1161764"/>
                  <a:pt x="6165097" y="1160012"/>
                </a:cubicBezTo>
                <a:cubicBezTo>
                  <a:pt x="6160588" y="1158261"/>
                  <a:pt x="6155410" y="1158230"/>
                  <a:pt x="6150627" y="1160328"/>
                </a:cubicBezTo>
                <a:cubicBezTo>
                  <a:pt x="6141080" y="1164560"/>
                  <a:pt x="6136742" y="1175707"/>
                  <a:pt x="6140954" y="1185253"/>
                </a:cubicBezTo>
                <a:cubicBezTo>
                  <a:pt x="6144067" y="1192330"/>
                  <a:pt x="6151000" y="1196543"/>
                  <a:pt x="6158272" y="1196544"/>
                </a:cubicBezTo>
                <a:cubicBezTo>
                  <a:pt x="6160814" y="1196543"/>
                  <a:pt x="6163410" y="1196028"/>
                  <a:pt x="6165881" y="1194943"/>
                </a:cubicBezTo>
                <a:close/>
                <a:moveTo>
                  <a:pt x="7685731" y="637654"/>
                </a:moveTo>
                <a:cubicBezTo>
                  <a:pt x="7689293" y="634952"/>
                  <a:pt x="7692013" y="631086"/>
                  <a:pt x="7693248" y="626428"/>
                </a:cubicBezTo>
                <a:cubicBezTo>
                  <a:pt x="7696200" y="615333"/>
                  <a:pt x="7689605" y="603937"/>
                  <a:pt x="7678493" y="600986"/>
                </a:cubicBezTo>
                <a:cubicBezTo>
                  <a:pt x="7667399" y="598035"/>
                  <a:pt x="7656003" y="604648"/>
                  <a:pt x="7653051" y="615743"/>
                </a:cubicBezTo>
                <a:cubicBezTo>
                  <a:pt x="7650100" y="626854"/>
                  <a:pt x="7656713" y="638251"/>
                  <a:pt x="7667808" y="641183"/>
                </a:cubicBezTo>
                <a:cubicBezTo>
                  <a:pt x="7669603" y="641664"/>
                  <a:pt x="7671399" y="641895"/>
                  <a:pt x="7673159" y="641895"/>
                </a:cubicBezTo>
                <a:cubicBezTo>
                  <a:pt x="7677764" y="641895"/>
                  <a:pt x="7682169" y="640357"/>
                  <a:pt x="7685731" y="637654"/>
                </a:cubicBezTo>
                <a:close/>
                <a:moveTo>
                  <a:pt x="2780319" y="2438009"/>
                </a:moveTo>
                <a:cubicBezTo>
                  <a:pt x="2787394" y="2436213"/>
                  <a:pt x="2791679" y="2429013"/>
                  <a:pt x="2789884" y="2421954"/>
                </a:cubicBezTo>
                <a:cubicBezTo>
                  <a:pt x="2788088" y="2414861"/>
                  <a:pt x="2780905" y="2410594"/>
                  <a:pt x="2773828" y="2412372"/>
                </a:cubicBezTo>
                <a:cubicBezTo>
                  <a:pt x="2766752" y="2414167"/>
                  <a:pt x="2762469" y="2421368"/>
                  <a:pt x="2764264" y="2428444"/>
                </a:cubicBezTo>
                <a:cubicBezTo>
                  <a:pt x="2765776" y="2434435"/>
                  <a:pt x="2771162" y="2438418"/>
                  <a:pt x="2777066" y="2438418"/>
                </a:cubicBezTo>
                <a:cubicBezTo>
                  <a:pt x="2778131" y="2438418"/>
                  <a:pt x="2779233" y="2438275"/>
                  <a:pt x="2780319" y="2438009"/>
                </a:cubicBezTo>
                <a:close/>
                <a:moveTo>
                  <a:pt x="8227078" y="441029"/>
                </a:moveTo>
                <a:cubicBezTo>
                  <a:pt x="8236003" y="441029"/>
                  <a:pt x="8244556" y="435945"/>
                  <a:pt x="8248555" y="427323"/>
                </a:cubicBezTo>
                <a:cubicBezTo>
                  <a:pt x="8254049" y="415481"/>
                  <a:pt x="8248893" y="401418"/>
                  <a:pt x="8237052" y="395924"/>
                </a:cubicBezTo>
                <a:cubicBezTo>
                  <a:pt x="8231123" y="393178"/>
                  <a:pt x="8224647" y="393094"/>
                  <a:pt x="8218967" y="395176"/>
                </a:cubicBezTo>
                <a:cubicBezTo>
                  <a:pt x="8213287" y="397258"/>
                  <a:pt x="8208400" y="401507"/>
                  <a:pt x="8205655" y="407427"/>
                </a:cubicBezTo>
                <a:cubicBezTo>
                  <a:pt x="8200144" y="419286"/>
                  <a:pt x="8205299" y="433331"/>
                  <a:pt x="8217157" y="438824"/>
                </a:cubicBezTo>
                <a:cubicBezTo>
                  <a:pt x="8220376" y="440318"/>
                  <a:pt x="8223754" y="441029"/>
                  <a:pt x="8227078" y="441029"/>
                </a:cubicBezTo>
                <a:close/>
                <a:moveTo>
                  <a:pt x="7007713" y="890070"/>
                </a:moveTo>
                <a:cubicBezTo>
                  <a:pt x="7017954" y="888079"/>
                  <a:pt x="7024656" y="878159"/>
                  <a:pt x="7022682" y="867900"/>
                </a:cubicBezTo>
                <a:cubicBezTo>
                  <a:pt x="7020692" y="857660"/>
                  <a:pt x="7010771" y="850958"/>
                  <a:pt x="7000512" y="852931"/>
                </a:cubicBezTo>
                <a:cubicBezTo>
                  <a:pt x="6990271" y="854922"/>
                  <a:pt x="6983568" y="864842"/>
                  <a:pt x="6985560" y="875083"/>
                </a:cubicBezTo>
                <a:cubicBezTo>
                  <a:pt x="6987302" y="884132"/>
                  <a:pt x="6995215" y="890408"/>
                  <a:pt x="7004086" y="890408"/>
                </a:cubicBezTo>
                <a:cubicBezTo>
                  <a:pt x="7005295" y="890409"/>
                  <a:pt x="7006486" y="890302"/>
                  <a:pt x="7007713" y="890070"/>
                </a:cubicBezTo>
                <a:close/>
                <a:moveTo>
                  <a:pt x="425268" y="3304802"/>
                </a:moveTo>
                <a:cubicBezTo>
                  <a:pt x="425765" y="3304802"/>
                  <a:pt x="426246" y="3304605"/>
                  <a:pt x="426601" y="3304232"/>
                </a:cubicBezTo>
                <a:cubicBezTo>
                  <a:pt x="427313" y="3303486"/>
                  <a:pt x="427277" y="3302330"/>
                  <a:pt x="426548" y="3301636"/>
                </a:cubicBezTo>
                <a:cubicBezTo>
                  <a:pt x="425820" y="3300926"/>
                  <a:pt x="424646" y="3300962"/>
                  <a:pt x="423953" y="3301690"/>
                </a:cubicBezTo>
                <a:cubicBezTo>
                  <a:pt x="423259" y="3302418"/>
                  <a:pt x="423277" y="3303574"/>
                  <a:pt x="424006" y="3304286"/>
                </a:cubicBezTo>
                <a:cubicBezTo>
                  <a:pt x="424361" y="3304623"/>
                  <a:pt x="424824" y="3304802"/>
                  <a:pt x="425268" y="3304802"/>
                </a:cubicBezTo>
                <a:close/>
                <a:moveTo>
                  <a:pt x="4407514" y="1844762"/>
                </a:moveTo>
                <a:cubicBezTo>
                  <a:pt x="4416350" y="1843979"/>
                  <a:pt x="4422876" y="1836175"/>
                  <a:pt x="4422095" y="1827339"/>
                </a:cubicBezTo>
                <a:cubicBezTo>
                  <a:pt x="4421311" y="1818503"/>
                  <a:pt x="4413524" y="1811978"/>
                  <a:pt x="4404687" y="1812760"/>
                </a:cubicBezTo>
                <a:cubicBezTo>
                  <a:pt x="4395853" y="1813542"/>
                  <a:pt x="4389308" y="1821348"/>
                  <a:pt x="4390110" y="1830184"/>
                </a:cubicBezTo>
                <a:cubicBezTo>
                  <a:pt x="4390857" y="1838540"/>
                  <a:pt x="4397861" y="1844833"/>
                  <a:pt x="4406094" y="1844833"/>
                </a:cubicBezTo>
                <a:cubicBezTo>
                  <a:pt x="4406555" y="1844834"/>
                  <a:pt x="4407034" y="1844816"/>
                  <a:pt x="4407514" y="1844762"/>
                </a:cubicBezTo>
                <a:close/>
                <a:moveTo>
                  <a:pt x="1192679" y="3024767"/>
                </a:moveTo>
                <a:cubicBezTo>
                  <a:pt x="1195486" y="3024767"/>
                  <a:pt x="1198171" y="3023184"/>
                  <a:pt x="1199469" y="3020482"/>
                </a:cubicBezTo>
                <a:cubicBezTo>
                  <a:pt x="1201265" y="3016748"/>
                  <a:pt x="1199683" y="3012250"/>
                  <a:pt x="1195932" y="3010454"/>
                </a:cubicBezTo>
                <a:cubicBezTo>
                  <a:pt x="1192181" y="3008659"/>
                  <a:pt x="1187700" y="3010241"/>
                  <a:pt x="1185904" y="3013993"/>
                </a:cubicBezTo>
                <a:cubicBezTo>
                  <a:pt x="1184109" y="3017743"/>
                  <a:pt x="1185690" y="3022224"/>
                  <a:pt x="1189425" y="3024020"/>
                </a:cubicBezTo>
                <a:cubicBezTo>
                  <a:pt x="1190473" y="3024535"/>
                  <a:pt x="1191594" y="3024767"/>
                  <a:pt x="1192679" y="3024767"/>
                </a:cubicBezTo>
                <a:close/>
                <a:moveTo>
                  <a:pt x="6074124" y="1235283"/>
                </a:moveTo>
                <a:cubicBezTo>
                  <a:pt x="6083690" y="1231123"/>
                  <a:pt x="6088081" y="1219994"/>
                  <a:pt x="6083920" y="1210411"/>
                </a:cubicBezTo>
                <a:cubicBezTo>
                  <a:pt x="6081840" y="1205629"/>
                  <a:pt x="6078019" y="1202140"/>
                  <a:pt x="6073518" y="1200367"/>
                </a:cubicBezTo>
                <a:cubicBezTo>
                  <a:pt x="6069018" y="1198593"/>
                  <a:pt x="6063840" y="1198535"/>
                  <a:pt x="6059048" y="1200615"/>
                </a:cubicBezTo>
                <a:cubicBezTo>
                  <a:pt x="6049465" y="1204775"/>
                  <a:pt x="6045074" y="1215905"/>
                  <a:pt x="6049235" y="1225487"/>
                </a:cubicBezTo>
                <a:cubicBezTo>
                  <a:pt x="6052328" y="1232599"/>
                  <a:pt x="6059297" y="1236865"/>
                  <a:pt x="6066587" y="1236865"/>
                </a:cubicBezTo>
                <a:cubicBezTo>
                  <a:pt x="6069111" y="1236865"/>
                  <a:pt x="6071671" y="1236351"/>
                  <a:pt x="6074124" y="1235283"/>
                </a:cubicBezTo>
                <a:close/>
                <a:moveTo>
                  <a:pt x="5413910" y="1477485"/>
                </a:moveTo>
                <a:cubicBezTo>
                  <a:pt x="5424009" y="1474819"/>
                  <a:pt x="5430016" y="1464471"/>
                  <a:pt x="5427349" y="1454373"/>
                </a:cubicBezTo>
                <a:cubicBezTo>
                  <a:pt x="5424683" y="1444274"/>
                  <a:pt x="5414336" y="1438266"/>
                  <a:pt x="5404239" y="1440932"/>
                </a:cubicBezTo>
                <a:cubicBezTo>
                  <a:pt x="5394140" y="1443599"/>
                  <a:pt x="5388130" y="1453964"/>
                  <a:pt x="5390796" y="1464045"/>
                </a:cubicBezTo>
                <a:cubicBezTo>
                  <a:pt x="5393035" y="1472525"/>
                  <a:pt x="5400699" y="1478125"/>
                  <a:pt x="5409055" y="1478126"/>
                </a:cubicBezTo>
                <a:cubicBezTo>
                  <a:pt x="5410672" y="1478126"/>
                  <a:pt x="5412292" y="1477912"/>
                  <a:pt x="5413910" y="1477485"/>
                </a:cubicBezTo>
                <a:close/>
                <a:moveTo>
                  <a:pt x="7440895" y="735555"/>
                </a:moveTo>
                <a:cubicBezTo>
                  <a:pt x="7450887" y="735555"/>
                  <a:pt x="7459474" y="728052"/>
                  <a:pt x="7460613" y="717918"/>
                </a:cubicBezTo>
                <a:cubicBezTo>
                  <a:pt x="7461839" y="707019"/>
                  <a:pt x="7453981" y="697188"/>
                  <a:pt x="7443081" y="695979"/>
                </a:cubicBezTo>
                <a:cubicBezTo>
                  <a:pt x="7432184" y="694752"/>
                  <a:pt x="7422370" y="702593"/>
                  <a:pt x="7421143" y="713491"/>
                </a:cubicBezTo>
                <a:cubicBezTo>
                  <a:pt x="7419933" y="724390"/>
                  <a:pt x="7427775" y="734221"/>
                  <a:pt x="7438673" y="735430"/>
                </a:cubicBezTo>
                <a:cubicBezTo>
                  <a:pt x="7439419" y="735519"/>
                  <a:pt x="7440167" y="735555"/>
                  <a:pt x="7440895" y="735555"/>
                </a:cubicBezTo>
                <a:close/>
                <a:moveTo>
                  <a:pt x="3748986" y="2091569"/>
                </a:moveTo>
                <a:cubicBezTo>
                  <a:pt x="3756576" y="2089703"/>
                  <a:pt x="3761217" y="2082021"/>
                  <a:pt x="3759350" y="2074412"/>
                </a:cubicBezTo>
                <a:cubicBezTo>
                  <a:pt x="3757465" y="2066821"/>
                  <a:pt x="3749784" y="2062180"/>
                  <a:pt x="3742193" y="2064065"/>
                </a:cubicBezTo>
                <a:cubicBezTo>
                  <a:pt x="3734602" y="2065932"/>
                  <a:pt x="3729961" y="2073612"/>
                  <a:pt x="3731829" y="2081203"/>
                </a:cubicBezTo>
                <a:cubicBezTo>
                  <a:pt x="3733429" y="2087658"/>
                  <a:pt x="3739205" y="2091978"/>
                  <a:pt x="3745569" y="2091977"/>
                </a:cubicBezTo>
                <a:cubicBezTo>
                  <a:pt x="3746709" y="2091977"/>
                  <a:pt x="3747846" y="2091853"/>
                  <a:pt x="3748986" y="2091569"/>
                </a:cubicBezTo>
                <a:close/>
                <a:moveTo>
                  <a:pt x="2873925" y="2413012"/>
                </a:moveTo>
                <a:cubicBezTo>
                  <a:pt x="2880964" y="2411039"/>
                  <a:pt x="2885072" y="2403749"/>
                  <a:pt x="2883099" y="2396708"/>
                </a:cubicBezTo>
                <a:cubicBezTo>
                  <a:pt x="2881143" y="2389686"/>
                  <a:pt x="2873834" y="2385579"/>
                  <a:pt x="2866813" y="2387552"/>
                </a:cubicBezTo>
                <a:cubicBezTo>
                  <a:pt x="2859772" y="2389508"/>
                  <a:pt x="2855683" y="2396798"/>
                  <a:pt x="2857638" y="2403837"/>
                </a:cubicBezTo>
                <a:cubicBezTo>
                  <a:pt x="2859275" y="2409670"/>
                  <a:pt x="2864591" y="2413492"/>
                  <a:pt x="2870369" y="2413492"/>
                </a:cubicBezTo>
                <a:cubicBezTo>
                  <a:pt x="2871541" y="2413492"/>
                  <a:pt x="2872733" y="2413331"/>
                  <a:pt x="2873925" y="2413012"/>
                </a:cubicBezTo>
                <a:close/>
                <a:moveTo>
                  <a:pt x="2367704" y="2599121"/>
                </a:moveTo>
                <a:cubicBezTo>
                  <a:pt x="2374424" y="2598232"/>
                  <a:pt x="2379155" y="2592080"/>
                  <a:pt x="2378265" y="2585360"/>
                </a:cubicBezTo>
                <a:cubicBezTo>
                  <a:pt x="2377377" y="2578640"/>
                  <a:pt x="2371207" y="2573911"/>
                  <a:pt x="2364487" y="2574800"/>
                </a:cubicBezTo>
                <a:cubicBezTo>
                  <a:pt x="2357766" y="2575688"/>
                  <a:pt x="2353055" y="2581857"/>
                  <a:pt x="2353943" y="2588578"/>
                </a:cubicBezTo>
                <a:cubicBezTo>
                  <a:pt x="2354743" y="2594747"/>
                  <a:pt x="2360024" y="2599228"/>
                  <a:pt x="2366085" y="2599228"/>
                </a:cubicBezTo>
                <a:cubicBezTo>
                  <a:pt x="2366620" y="2599228"/>
                  <a:pt x="2367153" y="2599192"/>
                  <a:pt x="2367704" y="2599121"/>
                </a:cubicBezTo>
                <a:close/>
                <a:moveTo>
                  <a:pt x="5981887" y="1274824"/>
                </a:moveTo>
                <a:cubicBezTo>
                  <a:pt x="5991488" y="1270770"/>
                  <a:pt x="5996004" y="1259676"/>
                  <a:pt x="5991950" y="1250058"/>
                </a:cubicBezTo>
                <a:cubicBezTo>
                  <a:pt x="5989915" y="1245248"/>
                  <a:pt x="5986124" y="1241715"/>
                  <a:pt x="5981639" y="1239892"/>
                </a:cubicBezTo>
                <a:cubicBezTo>
                  <a:pt x="5977154" y="1238071"/>
                  <a:pt x="5971976" y="1237959"/>
                  <a:pt x="5967167" y="1239995"/>
                </a:cubicBezTo>
                <a:cubicBezTo>
                  <a:pt x="5957548" y="1244049"/>
                  <a:pt x="5953050" y="1255143"/>
                  <a:pt x="5957104" y="1264762"/>
                </a:cubicBezTo>
                <a:cubicBezTo>
                  <a:pt x="5960162" y="1271980"/>
                  <a:pt x="5967166" y="1276318"/>
                  <a:pt x="5974527" y="1276317"/>
                </a:cubicBezTo>
                <a:cubicBezTo>
                  <a:pt x="5976980" y="1276318"/>
                  <a:pt x="5979488" y="1275838"/>
                  <a:pt x="5981887" y="1274824"/>
                </a:cubicBezTo>
                <a:close/>
                <a:moveTo>
                  <a:pt x="4488229" y="1823303"/>
                </a:moveTo>
                <a:lnTo>
                  <a:pt x="4488233" y="1823293"/>
                </a:lnTo>
                <a:lnTo>
                  <a:pt x="4488229" y="1823286"/>
                </a:lnTo>
                <a:close/>
                <a:moveTo>
                  <a:pt x="2049036" y="2718364"/>
                </a:moveTo>
                <a:cubicBezTo>
                  <a:pt x="2055276" y="2718240"/>
                  <a:pt x="2060254" y="2713084"/>
                  <a:pt x="2060148" y="2706844"/>
                </a:cubicBezTo>
                <a:cubicBezTo>
                  <a:pt x="2060041" y="2700585"/>
                  <a:pt x="2054885" y="2695607"/>
                  <a:pt x="2048626" y="2695714"/>
                </a:cubicBezTo>
                <a:cubicBezTo>
                  <a:pt x="2042386" y="2695838"/>
                  <a:pt x="2037408" y="2700994"/>
                  <a:pt x="2037515" y="2707235"/>
                </a:cubicBezTo>
                <a:cubicBezTo>
                  <a:pt x="2037620" y="2713422"/>
                  <a:pt x="2042671" y="2718364"/>
                  <a:pt x="2048822" y="2718365"/>
                </a:cubicBezTo>
                <a:close/>
                <a:moveTo>
                  <a:pt x="5510894" y="1449875"/>
                </a:moveTo>
                <a:cubicBezTo>
                  <a:pt x="5520884" y="1446835"/>
                  <a:pt x="5526520" y="1436274"/>
                  <a:pt x="5523478" y="1426282"/>
                </a:cubicBezTo>
                <a:cubicBezTo>
                  <a:pt x="5520459" y="1416291"/>
                  <a:pt x="5509880" y="1410655"/>
                  <a:pt x="5499906" y="1413695"/>
                </a:cubicBezTo>
                <a:cubicBezTo>
                  <a:pt x="5489914" y="1416717"/>
                  <a:pt x="5484278" y="1427278"/>
                  <a:pt x="5487298" y="1437270"/>
                </a:cubicBezTo>
                <a:cubicBezTo>
                  <a:pt x="5489787" y="1445430"/>
                  <a:pt x="5497291" y="1450693"/>
                  <a:pt x="5505398" y="1450693"/>
                </a:cubicBezTo>
                <a:cubicBezTo>
                  <a:pt x="5507212" y="1450693"/>
                  <a:pt x="5509062" y="1450426"/>
                  <a:pt x="5510894" y="1449875"/>
                </a:cubicBezTo>
                <a:close/>
                <a:moveTo>
                  <a:pt x="7908492" y="571757"/>
                </a:moveTo>
                <a:cubicBezTo>
                  <a:pt x="7912064" y="569339"/>
                  <a:pt x="7914952" y="565837"/>
                  <a:pt x="7916606" y="561499"/>
                </a:cubicBezTo>
                <a:cubicBezTo>
                  <a:pt x="7920891" y="550280"/>
                  <a:pt x="7915255" y="537710"/>
                  <a:pt x="7904019" y="533425"/>
                </a:cubicBezTo>
                <a:cubicBezTo>
                  <a:pt x="7892800" y="529158"/>
                  <a:pt x="7880231" y="534795"/>
                  <a:pt x="7875963" y="546031"/>
                </a:cubicBezTo>
                <a:cubicBezTo>
                  <a:pt x="7871696" y="557250"/>
                  <a:pt x="7877332" y="569819"/>
                  <a:pt x="7888551" y="574086"/>
                </a:cubicBezTo>
                <a:cubicBezTo>
                  <a:pt x="7891093" y="575063"/>
                  <a:pt x="7893706" y="575509"/>
                  <a:pt x="7896285" y="575508"/>
                </a:cubicBezTo>
                <a:cubicBezTo>
                  <a:pt x="7900667" y="575508"/>
                  <a:pt x="7904921" y="574175"/>
                  <a:pt x="7908492" y="571757"/>
                </a:cubicBezTo>
                <a:close/>
                <a:moveTo>
                  <a:pt x="5889171" y="1313279"/>
                </a:moveTo>
                <a:cubicBezTo>
                  <a:pt x="5898843" y="1309333"/>
                  <a:pt x="5903482" y="1298310"/>
                  <a:pt x="5899554" y="1288638"/>
                </a:cubicBezTo>
                <a:cubicBezTo>
                  <a:pt x="5895624" y="1278967"/>
                  <a:pt x="5884601" y="1274308"/>
                  <a:pt x="5874930" y="1278255"/>
                </a:cubicBezTo>
                <a:cubicBezTo>
                  <a:pt x="5865258" y="1282184"/>
                  <a:pt x="5860601" y="1293207"/>
                  <a:pt x="5864529" y="1302879"/>
                </a:cubicBezTo>
                <a:cubicBezTo>
                  <a:pt x="5867516" y="1310221"/>
                  <a:pt x="5874592" y="1314666"/>
                  <a:pt x="5882060" y="1314666"/>
                </a:cubicBezTo>
                <a:cubicBezTo>
                  <a:pt x="5884424" y="1314666"/>
                  <a:pt x="5886841" y="1314223"/>
                  <a:pt x="5889171" y="1313279"/>
                </a:cubicBezTo>
                <a:close/>
                <a:moveTo>
                  <a:pt x="2966908" y="2386041"/>
                </a:moveTo>
                <a:cubicBezTo>
                  <a:pt x="2973894" y="2383962"/>
                  <a:pt x="2977878" y="2376583"/>
                  <a:pt x="2975780" y="2369596"/>
                </a:cubicBezTo>
                <a:cubicBezTo>
                  <a:pt x="2973681" y="2362608"/>
                  <a:pt x="2966322" y="2358627"/>
                  <a:pt x="2959334" y="2360724"/>
                </a:cubicBezTo>
                <a:cubicBezTo>
                  <a:pt x="2952330" y="2362822"/>
                  <a:pt x="2948365" y="2370183"/>
                  <a:pt x="2950461" y="2377169"/>
                </a:cubicBezTo>
                <a:cubicBezTo>
                  <a:pt x="2952169" y="2382912"/>
                  <a:pt x="2957431" y="2386611"/>
                  <a:pt x="2963121" y="2386610"/>
                </a:cubicBezTo>
                <a:cubicBezTo>
                  <a:pt x="2964366" y="2386610"/>
                  <a:pt x="2965645" y="2386432"/>
                  <a:pt x="2966908" y="2386041"/>
                </a:cubicBezTo>
                <a:close/>
                <a:moveTo>
                  <a:pt x="4172231" y="1943915"/>
                </a:moveTo>
                <a:cubicBezTo>
                  <a:pt x="4180480" y="1942723"/>
                  <a:pt x="4186203" y="1935043"/>
                  <a:pt x="4184996" y="1926776"/>
                </a:cubicBezTo>
                <a:cubicBezTo>
                  <a:pt x="4183786" y="1918527"/>
                  <a:pt x="4176104" y="1912802"/>
                  <a:pt x="4167856" y="1914010"/>
                </a:cubicBezTo>
                <a:cubicBezTo>
                  <a:pt x="4159606" y="1915220"/>
                  <a:pt x="4153882" y="1922901"/>
                  <a:pt x="4155089" y="1931150"/>
                </a:cubicBezTo>
                <a:cubicBezTo>
                  <a:pt x="4156174" y="1938671"/>
                  <a:pt x="4162646" y="1944075"/>
                  <a:pt x="4170026" y="1944076"/>
                </a:cubicBezTo>
                <a:cubicBezTo>
                  <a:pt x="4170754" y="1944076"/>
                  <a:pt x="4171482" y="1944022"/>
                  <a:pt x="4172231" y="1943915"/>
                </a:cubicBezTo>
                <a:close/>
                <a:moveTo>
                  <a:pt x="787389" y="3186465"/>
                </a:moveTo>
                <a:cubicBezTo>
                  <a:pt x="788793" y="3186482"/>
                  <a:pt x="790181" y="3185843"/>
                  <a:pt x="791105" y="3184651"/>
                </a:cubicBezTo>
                <a:cubicBezTo>
                  <a:pt x="792687" y="3182607"/>
                  <a:pt x="792296" y="3179656"/>
                  <a:pt x="790252" y="3178074"/>
                </a:cubicBezTo>
                <a:cubicBezTo>
                  <a:pt x="788207" y="3176509"/>
                  <a:pt x="785273" y="3176882"/>
                  <a:pt x="783691" y="3178926"/>
                </a:cubicBezTo>
                <a:cubicBezTo>
                  <a:pt x="782109" y="3180971"/>
                  <a:pt x="782500" y="3183922"/>
                  <a:pt x="784544" y="3185505"/>
                </a:cubicBezTo>
                <a:cubicBezTo>
                  <a:pt x="785398" y="3186163"/>
                  <a:pt x="786394" y="3186465"/>
                  <a:pt x="787389" y="3186465"/>
                </a:cubicBezTo>
                <a:close/>
                <a:moveTo>
                  <a:pt x="5606808" y="1419099"/>
                </a:moveTo>
                <a:cubicBezTo>
                  <a:pt x="5616694" y="1415775"/>
                  <a:pt x="5622010" y="1405054"/>
                  <a:pt x="5618684" y="1395151"/>
                </a:cubicBezTo>
                <a:cubicBezTo>
                  <a:pt x="5615342" y="1385266"/>
                  <a:pt x="5604640" y="1379950"/>
                  <a:pt x="5594738" y="1383275"/>
                </a:cubicBezTo>
                <a:cubicBezTo>
                  <a:pt x="5584837" y="1386600"/>
                  <a:pt x="5579518" y="1397338"/>
                  <a:pt x="5582846" y="1407224"/>
                </a:cubicBezTo>
                <a:cubicBezTo>
                  <a:pt x="5585512" y="1415118"/>
                  <a:pt x="5592872" y="1420095"/>
                  <a:pt x="5600767" y="1420095"/>
                </a:cubicBezTo>
                <a:cubicBezTo>
                  <a:pt x="5602775" y="1420095"/>
                  <a:pt x="5604801" y="1419775"/>
                  <a:pt x="5606808" y="1419099"/>
                </a:cubicBezTo>
                <a:close/>
                <a:moveTo>
                  <a:pt x="5795849" y="1350366"/>
                </a:moveTo>
                <a:cubicBezTo>
                  <a:pt x="5805575" y="1346597"/>
                  <a:pt x="5810410" y="1335645"/>
                  <a:pt x="5806641" y="1325903"/>
                </a:cubicBezTo>
                <a:cubicBezTo>
                  <a:pt x="5802872" y="1316178"/>
                  <a:pt x="5791902" y="1311342"/>
                  <a:pt x="5782178" y="1315111"/>
                </a:cubicBezTo>
                <a:cubicBezTo>
                  <a:pt x="5772434" y="1318879"/>
                  <a:pt x="5767616" y="1329832"/>
                  <a:pt x="5771386" y="1339574"/>
                </a:cubicBezTo>
                <a:cubicBezTo>
                  <a:pt x="5774283" y="1347060"/>
                  <a:pt x="5781430" y="1351646"/>
                  <a:pt x="5789022" y="1351646"/>
                </a:cubicBezTo>
                <a:cubicBezTo>
                  <a:pt x="5791280" y="1351646"/>
                  <a:pt x="5793590" y="1351237"/>
                  <a:pt x="5795849" y="1350366"/>
                </a:cubicBezTo>
                <a:close/>
                <a:moveTo>
                  <a:pt x="4979995" y="1650136"/>
                </a:moveTo>
                <a:cubicBezTo>
                  <a:pt x="4989899" y="1649585"/>
                  <a:pt x="4997472" y="1641123"/>
                  <a:pt x="4996939" y="1631219"/>
                </a:cubicBezTo>
                <a:cubicBezTo>
                  <a:pt x="4996389" y="1621317"/>
                  <a:pt x="4987925" y="1613725"/>
                  <a:pt x="4978024" y="1614276"/>
                </a:cubicBezTo>
                <a:cubicBezTo>
                  <a:pt x="4968119" y="1614810"/>
                  <a:pt x="4960546" y="1623272"/>
                  <a:pt x="4961078" y="1633175"/>
                </a:cubicBezTo>
                <a:cubicBezTo>
                  <a:pt x="4961596" y="1642759"/>
                  <a:pt x="4969523" y="1650155"/>
                  <a:pt x="4979001" y="1650154"/>
                </a:cubicBezTo>
                <a:cubicBezTo>
                  <a:pt x="4979340" y="1650155"/>
                  <a:pt x="4979658" y="1650154"/>
                  <a:pt x="4979995" y="1650136"/>
                </a:cubicBezTo>
                <a:close/>
                <a:moveTo>
                  <a:pt x="5701746" y="1385782"/>
                </a:moveTo>
                <a:cubicBezTo>
                  <a:pt x="5711560" y="1382208"/>
                  <a:pt x="5716609" y="1371363"/>
                  <a:pt x="5713036" y="1361549"/>
                </a:cubicBezTo>
                <a:cubicBezTo>
                  <a:pt x="5709462" y="1351735"/>
                  <a:pt x="5698617" y="1346686"/>
                  <a:pt x="5688804" y="1350259"/>
                </a:cubicBezTo>
                <a:cubicBezTo>
                  <a:pt x="5678991" y="1353833"/>
                  <a:pt x="5673942" y="1364678"/>
                  <a:pt x="5677514" y="1374492"/>
                </a:cubicBezTo>
                <a:cubicBezTo>
                  <a:pt x="5680305" y="1382173"/>
                  <a:pt x="5687559" y="1386920"/>
                  <a:pt x="5695275" y="1386920"/>
                </a:cubicBezTo>
                <a:cubicBezTo>
                  <a:pt x="5697426" y="1386920"/>
                  <a:pt x="5699613" y="1386564"/>
                  <a:pt x="5701746" y="1385782"/>
                </a:cubicBezTo>
                <a:close/>
                <a:moveTo>
                  <a:pt x="3843337" y="2069381"/>
                </a:moveTo>
                <a:cubicBezTo>
                  <a:pt x="3850963" y="2067692"/>
                  <a:pt x="3855764" y="2060119"/>
                  <a:pt x="3854076" y="2052473"/>
                </a:cubicBezTo>
                <a:cubicBezTo>
                  <a:pt x="3852368" y="2044846"/>
                  <a:pt x="3844796" y="2040028"/>
                  <a:pt x="3837168" y="2041735"/>
                </a:cubicBezTo>
                <a:cubicBezTo>
                  <a:pt x="3829521" y="2043441"/>
                  <a:pt x="3824722" y="2051015"/>
                  <a:pt x="3826430" y="2058642"/>
                </a:cubicBezTo>
                <a:cubicBezTo>
                  <a:pt x="3827888" y="2065238"/>
                  <a:pt x="3833737" y="2069719"/>
                  <a:pt x="3840225" y="2069719"/>
                </a:cubicBezTo>
                <a:cubicBezTo>
                  <a:pt x="3841257" y="2069719"/>
                  <a:pt x="3842289" y="2069612"/>
                  <a:pt x="3843337" y="2069381"/>
                </a:cubicBezTo>
                <a:close/>
                <a:moveTo>
                  <a:pt x="3059393" y="2357702"/>
                </a:moveTo>
                <a:cubicBezTo>
                  <a:pt x="3066363" y="2355515"/>
                  <a:pt x="3070238" y="2348101"/>
                  <a:pt x="3068070" y="2341150"/>
                </a:cubicBezTo>
                <a:cubicBezTo>
                  <a:pt x="3065883" y="2334180"/>
                  <a:pt x="3058469" y="2330305"/>
                  <a:pt x="3051500" y="2332473"/>
                </a:cubicBezTo>
                <a:cubicBezTo>
                  <a:pt x="3044548" y="2334643"/>
                  <a:pt x="3040654" y="2342056"/>
                  <a:pt x="3042841" y="2349026"/>
                </a:cubicBezTo>
                <a:cubicBezTo>
                  <a:pt x="3044602" y="2354679"/>
                  <a:pt x="3049811" y="2358307"/>
                  <a:pt x="3055447" y="2358306"/>
                </a:cubicBezTo>
                <a:cubicBezTo>
                  <a:pt x="3056763" y="2358307"/>
                  <a:pt x="3058078" y="2358111"/>
                  <a:pt x="3059393" y="2357702"/>
                </a:cubicBezTo>
                <a:close/>
                <a:moveTo>
                  <a:pt x="7105408" y="874158"/>
                </a:moveTo>
                <a:cubicBezTo>
                  <a:pt x="7115773" y="872790"/>
                  <a:pt x="7123062" y="863296"/>
                  <a:pt x="7121711" y="852948"/>
                </a:cubicBezTo>
                <a:cubicBezTo>
                  <a:pt x="7120360" y="842601"/>
                  <a:pt x="7110866" y="835312"/>
                  <a:pt x="7100501" y="836662"/>
                </a:cubicBezTo>
                <a:cubicBezTo>
                  <a:pt x="7090153" y="838014"/>
                  <a:pt x="7082865" y="847508"/>
                  <a:pt x="7084215" y="857856"/>
                </a:cubicBezTo>
                <a:cubicBezTo>
                  <a:pt x="7085459" y="867385"/>
                  <a:pt x="7093585" y="874318"/>
                  <a:pt x="7102936" y="874318"/>
                </a:cubicBezTo>
                <a:cubicBezTo>
                  <a:pt x="7103754" y="874318"/>
                  <a:pt x="7104590" y="874265"/>
                  <a:pt x="7105408" y="874158"/>
                </a:cubicBezTo>
                <a:close/>
                <a:moveTo>
                  <a:pt x="333031" y="3359951"/>
                </a:moveTo>
                <a:cubicBezTo>
                  <a:pt x="333261" y="3359951"/>
                  <a:pt x="333475" y="3359862"/>
                  <a:pt x="333652" y="3359685"/>
                </a:cubicBezTo>
                <a:cubicBezTo>
                  <a:pt x="333991" y="3359329"/>
                  <a:pt x="333991" y="3358760"/>
                  <a:pt x="333652" y="3358422"/>
                </a:cubicBezTo>
                <a:cubicBezTo>
                  <a:pt x="333297" y="3358085"/>
                  <a:pt x="332728" y="3358085"/>
                  <a:pt x="332390" y="3358422"/>
                </a:cubicBezTo>
                <a:cubicBezTo>
                  <a:pt x="332035" y="3358778"/>
                  <a:pt x="332053" y="3359347"/>
                  <a:pt x="332408" y="3359685"/>
                </a:cubicBezTo>
                <a:cubicBezTo>
                  <a:pt x="332568" y="3359863"/>
                  <a:pt x="332799" y="3359951"/>
                  <a:pt x="333031" y="3359951"/>
                </a:cubicBezTo>
                <a:close/>
                <a:moveTo>
                  <a:pt x="7183759" y="846939"/>
                </a:moveTo>
                <a:lnTo>
                  <a:pt x="7183763" y="846929"/>
                </a:lnTo>
                <a:lnTo>
                  <a:pt x="7183759" y="846921"/>
                </a:lnTo>
                <a:close/>
                <a:moveTo>
                  <a:pt x="3151542" y="2328491"/>
                </a:moveTo>
                <a:cubicBezTo>
                  <a:pt x="3158493" y="2326269"/>
                  <a:pt x="3162316" y="2318819"/>
                  <a:pt x="3160094" y="2311868"/>
                </a:cubicBezTo>
                <a:cubicBezTo>
                  <a:pt x="3157870" y="2304916"/>
                  <a:pt x="3150423" y="2301093"/>
                  <a:pt x="3143469" y="2303315"/>
                </a:cubicBezTo>
                <a:cubicBezTo>
                  <a:pt x="3136519" y="2305538"/>
                  <a:pt x="3132695" y="2312988"/>
                  <a:pt x="3134918" y="2319940"/>
                </a:cubicBezTo>
                <a:cubicBezTo>
                  <a:pt x="3136714" y="2325540"/>
                  <a:pt x="3141906" y="2329131"/>
                  <a:pt x="3147507" y="2329131"/>
                </a:cubicBezTo>
                <a:cubicBezTo>
                  <a:pt x="3148840" y="2329131"/>
                  <a:pt x="3150191" y="2328918"/>
                  <a:pt x="3151542" y="2328491"/>
                </a:cubicBezTo>
                <a:close/>
                <a:moveTo>
                  <a:pt x="2463088" y="2584524"/>
                </a:moveTo>
                <a:cubicBezTo>
                  <a:pt x="2469755" y="2583369"/>
                  <a:pt x="2474235" y="2577022"/>
                  <a:pt x="2473080" y="2570337"/>
                </a:cubicBezTo>
                <a:cubicBezTo>
                  <a:pt x="2471925" y="2563670"/>
                  <a:pt x="2465577" y="2559189"/>
                  <a:pt x="2458892" y="2560345"/>
                </a:cubicBezTo>
                <a:cubicBezTo>
                  <a:pt x="2452226" y="2561518"/>
                  <a:pt x="2447745" y="2567866"/>
                  <a:pt x="2448900" y="2574532"/>
                </a:cubicBezTo>
                <a:cubicBezTo>
                  <a:pt x="2449932" y="2580506"/>
                  <a:pt x="2455124" y="2584703"/>
                  <a:pt x="2460990" y="2584702"/>
                </a:cubicBezTo>
                <a:cubicBezTo>
                  <a:pt x="2461683" y="2584702"/>
                  <a:pt x="2462377" y="2584649"/>
                  <a:pt x="2463088" y="2584524"/>
                </a:cubicBezTo>
                <a:close/>
                <a:moveTo>
                  <a:pt x="1397189" y="2975980"/>
                </a:moveTo>
                <a:cubicBezTo>
                  <a:pt x="1400799" y="2975980"/>
                  <a:pt x="1404140" y="2973651"/>
                  <a:pt x="1405278" y="2970024"/>
                </a:cubicBezTo>
                <a:cubicBezTo>
                  <a:pt x="1406683" y="2965561"/>
                  <a:pt x="1404177" y="2960814"/>
                  <a:pt x="1399714" y="2959411"/>
                </a:cubicBezTo>
                <a:cubicBezTo>
                  <a:pt x="1395251" y="2958024"/>
                  <a:pt x="1390504" y="2960513"/>
                  <a:pt x="1389099" y="2964976"/>
                </a:cubicBezTo>
                <a:cubicBezTo>
                  <a:pt x="1387694" y="2969437"/>
                  <a:pt x="1390183" y="2974202"/>
                  <a:pt x="1394664" y="2975589"/>
                </a:cubicBezTo>
                <a:cubicBezTo>
                  <a:pt x="1395500" y="2975855"/>
                  <a:pt x="1396354" y="2975980"/>
                  <a:pt x="1397189" y="2975980"/>
                </a:cubicBezTo>
                <a:close/>
                <a:moveTo>
                  <a:pt x="3243494" y="2298907"/>
                </a:moveTo>
                <a:cubicBezTo>
                  <a:pt x="3250429" y="2296667"/>
                  <a:pt x="3254250" y="2289217"/>
                  <a:pt x="3252010" y="2282265"/>
                </a:cubicBezTo>
                <a:cubicBezTo>
                  <a:pt x="3249770" y="2275331"/>
                  <a:pt x="3242320" y="2271509"/>
                  <a:pt x="3235387" y="2273750"/>
                </a:cubicBezTo>
                <a:cubicBezTo>
                  <a:pt x="3228436" y="2275990"/>
                  <a:pt x="3224612" y="2283440"/>
                  <a:pt x="3226853" y="2290374"/>
                </a:cubicBezTo>
                <a:cubicBezTo>
                  <a:pt x="3228668" y="2295973"/>
                  <a:pt x="3233841" y="2299547"/>
                  <a:pt x="3239423" y="2299547"/>
                </a:cubicBezTo>
                <a:cubicBezTo>
                  <a:pt x="3240775" y="2299547"/>
                  <a:pt x="3242143" y="2299334"/>
                  <a:pt x="3243494" y="2298907"/>
                </a:cubicBezTo>
                <a:close/>
                <a:moveTo>
                  <a:pt x="1828293" y="2818442"/>
                </a:moveTo>
                <a:cubicBezTo>
                  <a:pt x="1833697" y="2818442"/>
                  <a:pt x="1838249" y="2814245"/>
                  <a:pt x="1838623" y="2808770"/>
                </a:cubicBezTo>
                <a:cubicBezTo>
                  <a:pt x="1839031" y="2803063"/>
                  <a:pt x="1834711" y="2798103"/>
                  <a:pt x="1828986" y="2797712"/>
                </a:cubicBezTo>
                <a:cubicBezTo>
                  <a:pt x="1823279" y="2797320"/>
                  <a:pt x="1818319" y="2801640"/>
                  <a:pt x="1817945" y="2807366"/>
                </a:cubicBezTo>
                <a:cubicBezTo>
                  <a:pt x="1817555" y="2813073"/>
                  <a:pt x="1821874" y="2818015"/>
                  <a:pt x="1827582" y="2818407"/>
                </a:cubicBezTo>
                <a:cubicBezTo>
                  <a:pt x="1827812" y="2818442"/>
                  <a:pt x="1828061" y="2818442"/>
                  <a:pt x="1828293" y="2818442"/>
                </a:cubicBezTo>
                <a:close/>
                <a:moveTo>
                  <a:pt x="4741920" y="1750978"/>
                </a:moveTo>
                <a:cubicBezTo>
                  <a:pt x="4751307" y="1750979"/>
                  <a:pt x="4758934" y="1743369"/>
                  <a:pt x="4758934" y="1733981"/>
                </a:cubicBezTo>
                <a:cubicBezTo>
                  <a:pt x="4758935" y="1724577"/>
                  <a:pt x="4751324" y="1716967"/>
                  <a:pt x="4741937" y="1716967"/>
                </a:cubicBezTo>
                <a:cubicBezTo>
                  <a:pt x="4732550" y="1716950"/>
                  <a:pt x="4724923" y="1724559"/>
                  <a:pt x="4724923" y="1733947"/>
                </a:cubicBezTo>
                <a:cubicBezTo>
                  <a:pt x="4724904" y="1743351"/>
                  <a:pt x="4732514" y="1750961"/>
                  <a:pt x="4741899" y="1750978"/>
                </a:cubicBezTo>
                <a:close/>
                <a:moveTo>
                  <a:pt x="4504834" y="1838806"/>
                </a:moveTo>
                <a:cubicBezTo>
                  <a:pt x="4513690" y="1838504"/>
                  <a:pt x="4520643" y="1831072"/>
                  <a:pt x="4520340" y="1822201"/>
                </a:cubicBezTo>
                <a:cubicBezTo>
                  <a:pt x="4520038" y="1813347"/>
                  <a:pt x="4512606" y="1806395"/>
                  <a:pt x="4503735" y="1806715"/>
                </a:cubicBezTo>
                <a:cubicBezTo>
                  <a:pt x="4499307" y="1806858"/>
                  <a:pt x="4495356" y="1808791"/>
                  <a:pt x="4492550" y="1811796"/>
                </a:cubicBezTo>
                <a:lnTo>
                  <a:pt x="4488233" y="1823293"/>
                </a:lnTo>
                <a:lnTo>
                  <a:pt x="4493137" y="1834300"/>
                </a:lnTo>
                <a:cubicBezTo>
                  <a:pt x="4496036" y="1837095"/>
                  <a:pt x="4499974" y="1838806"/>
                  <a:pt x="4504285" y="1838806"/>
                </a:cubicBezTo>
                <a:cubicBezTo>
                  <a:pt x="4504461" y="1838807"/>
                  <a:pt x="4504640" y="1838806"/>
                  <a:pt x="4504834" y="1838806"/>
                </a:cubicBezTo>
                <a:close/>
                <a:moveTo>
                  <a:pt x="3335392" y="2269394"/>
                </a:moveTo>
                <a:cubicBezTo>
                  <a:pt x="3342344" y="2267189"/>
                  <a:pt x="3346185" y="2259740"/>
                  <a:pt x="3343981" y="2252788"/>
                </a:cubicBezTo>
                <a:cubicBezTo>
                  <a:pt x="3341757" y="2245837"/>
                  <a:pt x="3334326" y="2241996"/>
                  <a:pt x="3327357" y="2244219"/>
                </a:cubicBezTo>
                <a:cubicBezTo>
                  <a:pt x="3320423" y="2246441"/>
                  <a:pt x="3316566" y="2253873"/>
                  <a:pt x="3318788" y="2260824"/>
                </a:cubicBezTo>
                <a:cubicBezTo>
                  <a:pt x="3320584" y="2266442"/>
                  <a:pt x="3325776" y="2270034"/>
                  <a:pt x="3331375" y="2270034"/>
                </a:cubicBezTo>
                <a:cubicBezTo>
                  <a:pt x="3332708" y="2270034"/>
                  <a:pt x="3334060" y="2269821"/>
                  <a:pt x="3335392" y="2269394"/>
                </a:cubicBezTo>
                <a:close/>
                <a:moveTo>
                  <a:pt x="3938150" y="2049468"/>
                </a:moveTo>
                <a:cubicBezTo>
                  <a:pt x="3945831" y="2047975"/>
                  <a:pt x="3950828" y="2040526"/>
                  <a:pt x="3949315" y="2032845"/>
                </a:cubicBezTo>
                <a:cubicBezTo>
                  <a:pt x="3947807" y="2025164"/>
                  <a:pt x="3940374" y="2020169"/>
                  <a:pt x="3932693" y="2021680"/>
                </a:cubicBezTo>
                <a:cubicBezTo>
                  <a:pt x="3925014" y="2023173"/>
                  <a:pt x="3920017" y="2030623"/>
                  <a:pt x="3921527" y="2038303"/>
                </a:cubicBezTo>
                <a:cubicBezTo>
                  <a:pt x="3922843" y="2045060"/>
                  <a:pt x="3928764" y="2049736"/>
                  <a:pt x="3935413" y="2049736"/>
                </a:cubicBezTo>
                <a:cubicBezTo>
                  <a:pt x="3936302" y="2049735"/>
                  <a:pt x="3937226" y="2049646"/>
                  <a:pt x="3938150" y="2049468"/>
                </a:cubicBezTo>
                <a:close/>
                <a:moveTo>
                  <a:pt x="8447112" y="395733"/>
                </a:moveTo>
                <a:lnTo>
                  <a:pt x="8450295" y="392046"/>
                </a:lnTo>
                <a:lnTo>
                  <a:pt x="8435721" y="352316"/>
                </a:lnTo>
                <a:lnTo>
                  <a:pt x="8425120" y="352021"/>
                </a:lnTo>
                <a:cubicBezTo>
                  <a:pt x="8419242" y="354268"/>
                  <a:pt x="8414220" y="358757"/>
                  <a:pt x="8411446" y="364953"/>
                </a:cubicBezTo>
                <a:cubicBezTo>
                  <a:pt x="8405899" y="377346"/>
                  <a:pt x="8411463" y="391907"/>
                  <a:pt x="8423855" y="397436"/>
                </a:cubicBezTo>
                <a:lnTo>
                  <a:pt x="8423873" y="397436"/>
                </a:lnTo>
                <a:cubicBezTo>
                  <a:pt x="8427127" y="398894"/>
                  <a:pt x="8430540" y="399587"/>
                  <a:pt x="8433882" y="399587"/>
                </a:cubicBezTo>
                <a:cubicBezTo>
                  <a:pt x="8438585" y="399586"/>
                  <a:pt x="8443181" y="398231"/>
                  <a:pt x="8447112" y="395733"/>
                </a:cubicBezTo>
                <a:close/>
                <a:moveTo>
                  <a:pt x="1079107" y="3100664"/>
                </a:moveTo>
                <a:cubicBezTo>
                  <a:pt x="1081417" y="3100664"/>
                  <a:pt x="1083659" y="3099437"/>
                  <a:pt x="1084867" y="3097268"/>
                </a:cubicBezTo>
                <a:cubicBezTo>
                  <a:pt x="1086628" y="3094103"/>
                  <a:pt x="1085488" y="3090085"/>
                  <a:pt x="1082307" y="3088325"/>
                </a:cubicBezTo>
                <a:cubicBezTo>
                  <a:pt x="1079143" y="3086564"/>
                  <a:pt x="1075125" y="3087702"/>
                  <a:pt x="1073364" y="3090885"/>
                </a:cubicBezTo>
                <a:cubicBezTo>
                  <a:pt x="1071603" y="3094050"/>
                  <a:pt x="1072741" y="3098068"/>
                  <a:pt x="1075924" y="3099828"/>
                </a:cubicBezTo>
                <a:cubicBezTo>
                  <a:pt x="1076938" y="3100379"/>
                  <a:pt x="1078021" y="3100664"/>
                  <a:pt x="1079107" y="3100664"/>
                </a:cubicBezTo>
                <a:close/>
                <a:moveTo>
                  <a:pt x="1610306" y="2905842"/>
                </a:moveTo>
                <a:cubicBezTo>
                  <a:pt x="1614786" y="2905842"/>
                  <a:pt x="1618750" y="2902625"/>
                  <a:pt x="1619569" y="2898055"/>
                </a:cubicBezTo>
                <a:cubicBezTo>
                  <a:pt x="1620474" y="2892935"/>
                  <a:pt x="1617043" y="2888046"/>
                  <a:pt x="1611924" y="2887139"/>
                </a:cubicBezTo>
                <a:cubicBezTo>
                  <a:pt x="1606803" y="2886233"/>
                  <a:pt x="1601913" y="2889646"/>
                  <a:pt x="1601007" y="2894766"/>
                </a:cubicBezTo>
                <a:cubicBezTo>
                  <a:pt x="1600100" y="2899887"/>
                  <a:pt x="1603513" y="2904776"/>
                  <a:pt x="1608652" y="2905683"/>
                </a:cubicBezTo>
                <a:cubicBezTo>
                  <a:pt x="1609202" y="2905790"/>
                  <a:pt x="1609754" y="2905842"/>
                  <a:pt x="1610306" y="2905842"/>
                </a:cubicBezTo>
                <a:close/>
                <a:moveTo>
                  <a:pt x="4268662" y="1931629"/>
                </a:moveTo>
                <a:cubicBezTo>
                  <a:pt x="4276964" y="1930740"/>
                  <a:pt x="4282976" y="1923292"/>
                  <a:pt x="4282066" y="1914989"/>
                </a:cubicBezTo>
                <a:cubicBezTo>
                  <a:pt x="4281179" y="1906685"/>
                  <a:pt x="4273727" y="1900694"/>
                  <a:pt x="4265427" y="1901583"/>
                </a:cubicBezTo>
                <a:cubicBezTo>
                  <a:pt x="4257123" y="1902490"/>
                  <a:pt x="4251133" y="1909940"/>
                  <a:pt x="4252020" y="1918225"/>
                </a:cubicBezTo>
                <a:cubicBezTo>
                  <a:pt x="4252858" y="1925975"/>
                  <a:pt x="4259418" y="1931719"/>
                  <a:pt x="4267026" y="1931719"/>
                </a:cubicBezTo>
                <a:cubicBezTo>
                  <a:pt x="4267576" y="1931719"/>
                  <a:pt x="4268110" y="1931701"/>
                  <a:pt x="4268662" y="1931629"/>
                </a:cubicBezTo>
                <a:close/>
                <a:moveTo>
                  <a:pt x="3427417" y="2240415"/>
                </a:moveTo>
                <a:cubicBezTo>
                  <a:pt x="3434386" y="2238245"/>
                  <a:pt x="3438280" y="2230831"/>
                  <a:pt x="3436129" y="2223862"/>
                </a:cubicBezTo>
                <a:cubicBezTo>
                  <a:pt x="3433960" y="2216892"/>
                  <a:pt x="3426546" y="2213000"/>
                  <a:pt x="3419575" y="2215168"/>
                </a:cubicBezTo>
                <a:cubicBezTo>
                  <a:pt x="3412607" y="2217337"/>
                  <a:pt x="3408713" y="2224734"/>
                  <a:pt x="3410883" y="2231703"/>
                </a:cubicBezTo>
                <a:cubicBezTo>
                  <a:pt x="3412643" y="2237374"/>
                  <a:pt x="3417853" y="2241001"/>
                  <a:pt x="3423487" y="2241001"/>
                </a:cubicBezTo>
                <a:cubicBezTo>
                  <a:pt x="3424786" y="2241001"/>
                  <a:pt x="3426119" y="2240806"/>
                  <a:pt x="3427417" y="2240415"/>
                </a:cubicBezTo>
                <a:close/>
                <a:moveTo>
                  <a:pt x="685481" y="3248976"/>
                </a:moveTo>
                <a:cubicBezTo>
                  <a:pt x="686547" y="3248976"/>
                  <a:pt x="687614" y="3248514"/>
                  <a:pt x="688361" y="3247625"/>
                </a:cubicBezTo>
                <a:cubicBezTo>
                  <a:pt x="689677" y="3246043"/>
                  <a:pt x="689463" y="3243696"/>
                  <a:pt x="687863" y="3242380"/>
                </a:cubicBezTo>
                <a:cubicBezTo>
                  <a:pt x="686281" y="3241064"/>
                  <a:pt x="683934" y="3241277"/>
                  <a:pt x="682618" y="3242860"/>
                </a:cubicBezTo>
                <a:cubicBezTo>
                  <a:pt x="681284" y="3244442"/>
                  <a:pt x="681516" y="3246790"/>
                  <a:pt x="683098" y="3248122"/>
                </a:cubicBezTo>
                <a:cubicBezTo>
                  <a:pt x="683791" y="3248691"/>
                  <a:pt x="684645" y="3248976"/>
                  <a:pt x="685481" y="3248976"/>
                </a:cubicBezTo>
                <a:close/>
                <a:moveTo>
                  <a:pt x="2144934" y="2714168"/>
                </a:moveTo>
                <a:cubicBezTo>
                  <a:pt x="2151158" y="2713741"/>
                  <a:pt x="2155869" y="2708337"/>
                  <a:pt x="2155442" y="2702114"/>
                </a:cubicBezTo>
                <a:cubicBezTo>
                  <a:pt x="2155016" y="2695874"/>
                  <a:pt x="2149611" y="2691162"/>
                  <a:pt x="2143371" y="2691589"/>
                </a:cubicBezTo>
                <a:cubicBezTo>
                  <a:pt x="2137130" y="2692016"/>
                  <a:pt x="2132418" y="2697420"/>
                  <a:pt x="2132863" y="2703661"/>
                </a:cubicBezTo>
                <a:cubicBezTo>
                  <a:pt x="2133272" y="2709635"/>
                  <a:pt x="2138232" y="2714204"/>
                  <a:pt x="2144135" y="2714204"/>
                </a:cubicBezTo>
                <a:cubicBezTo>
                  <a:pt x="2144401" y="2714204"/>
                  <a:pt x="2144668" y="2714168"/>
                  <a:pt x="2144934" y="2714168"/>
                </a:cubicBezTo>
                <a:close/>
                <a:moveTo>
                  <a:pt x="8111143" y="526172"/>
                </a:moveTo>
                <a:cubicBezTo>
                  <a:pt x="8119855" y="526173"/>
                  <a:pt x="8128139" y="521141"/>
                  <a:pt x="8131908" y="512678"/>
                </a:cubicBezTo>
                <a:cubicBezTo>
                  <a:pt x="8136994" y="501211"/>
                  <a:pt x="8131820" y="487805"/>
                  <a:pt x="8120370" y="482721"/>
                </a:cubicBezTo>
                <a:cubicBezTo>
                  <a:pt x="8114636" y="480179"/>
                  <a:pt x="8108418" y="480196"/>
                  <a:pt x="8102997" y="482283"/>
                </a:cubicBezTo>
                <a:cubicBezTo>
                  <a:pt x="8097577" y="484370"/>
                  <a:pt x="8092955" y="488526"/>
                  <a:pt x="8090412" y="494259"/>
                </a:cubicBezTo>
                <a:cubicBezTo>
                  <a:pt x="8085328" y="505727"/>
                  <a:pt x="8090484" y="519133"/>
                  <a:pt x="8101951" y="524217"/>
                </a:cubicBezTo>
                <a:cubicBezTo>
                  <a:pt x="8104937" y="525551"/>
                  <a:pt x="8108067" y="526172"/>
                  <a:pt x="8111143" y="526172"/>
                </a:cubicBezTo>
                <a:close/>
                <a:moveTo>
                  <a:pt x="3519654" y="2212537"/>
                </a:moveTo>
                <a:cubicBezTo>
                  <a:pt x="3526659" y="2210493"/>
                  <a:pt x="3530676" y="2203149"/>
                  <a:pt x="3528633" y="2196145"/>
                </a:cubicBezTo>
                <a:cubicBezTo>
                  <a:pt x="3526589" y="2189158"/>
                  <a:pt x="3519246" y="2185122"/>
                  <a:pt x="3512240" y="2187167"/>
                </a:cubicBezTo>
                <a:cubicBezTo>
                  <a:pt x="3505235" y="2189211"/>
                  <a:pt x="3501218" y="2196554"/>
                  <a:pt x="3503262" y="2203558"/>
                </a:cubicBezTo>
                <a:cubicBezTo>
                  <a:pt x="3504950" y="2209337"/>
                  <a:pt x="3510214" y="2213071"/>
                  <a:pt x="3515938" y="2213071"/>
                </a:cubicBezTo>
                <a:cubicBezTo>
                  <a:pt x="3517164" y="2213071"/>
                  <a:pt x="3518409" y="2212910"/>
                  <a:pt x="3519654" y="2212537"/>
                </a:cubicBezTo>
                <a:close/>
                <a:moveTo>
                  <a:pt x="2557797" y="2566230"/>
                </a:moveTo>
                <a:cubicBezTo>
                  <a:pt x="2564429" y="2564826"/>
                  <a:pt x="2568659" y="2558300"/>
                  <a:pt x="2567255" y="2551687"/>
                </a:cubicBezTo>
                <a:cubicBezTo>
                  <a:pt x="2565850" y="2545055"/>
                  <a:pt x="2559326" y="2540823"/>
                  <a:pt x="2552694" y="2542228"/>
                </a:cubicBezTo>
                <a:cubicBezTo>
                  <a:pt x="2546080" y="2543633"/>
                  <a:pt x="2541849" y="2550140"/>
                  <a:pt x="2543254" y="2556772"/>
                </a:cubicBezTo>
                <a:cubicBezTo>
                  <a:pt x="2544480" y="2562550"/>
                  <a:pt x="2549565" y="2566497"/>
                  <a:pt x="2555237" y="2566497"/>
                </a:cubicBezTo>
                <a:cubicBezTo>
                  <a:pt x="2556090" y="2566497"/>
                  <a:pt x="2556943" y="2566408"/>
                  <a:pt x="2557797" y="2566230"/>
                </a:cubicBezTo>
                <a:close/>
                <a:moveTo>
                  <a:pt x="5079771" y="1643487"/>
                </a:moveTo>
                <a:cubicBezTo>
                  <a:pt x="5089657" y="1642687"/>
                  <a:pt x="5097015" y="1634011"/>
                  <a:pt x="5096216" y="1624144"/>
                </a:cubicBezTo>
                <a:cubicBezTo>
                  <a:pt x="5095416" y="1614259"/>
                  <a:pt x="5086760" y="1606880"/>
                  <a:pt x="5076872" y="1607681"/>
                </a:cubicBezTo>
                <a:cubicBezTo>
                  <a:pt x="5066989" y="1608480"/>
                  <a:pt x="5059626" y="1617157"/>
                  <a:pt x="5060428" y="1627042"/>
                </a:cubicBezTo>
                <a:cubicBezTo>
                  <a:pt x="5061191" y="1636429"/>
                  <a:pt x="5069052" y="1643541"/>
                  <a:pt x="5078295" y="1643541"/>
                </a:cubicBezTo>
                <a:cubicBezTo>
                  <a:pt x="5078792" y="1643540"/>
                  <a:pt x="5079273" y="1643523"/>
                  <a:pt x="5079771" y="1643487"/>
                </a:cubicBezTo>
                <a:close/>
                <a:moveTo>
                  <a:pt x="7203779" y="864682"/>
                </a:moveTo>
                <a:cubicBezTo>
                  <a:pt x="7214197" y="864042"/>
                  <a:pt x="7222143" y="855082"/>
                  <a:pt x="7221504" y="844663"/>
                </a:cubicBezTo>
                <a:cubicBezTo>
                  <a:pt x="7220882" y="834245"/>
                  <a:pt x="7211920" y="826298"/>
                  <a:pt x="7201485" y="826937"/>
                </a:cubicBezTo>
                <a:cubicBezTo>
                  <a:pt x="7196275" y="827249"/>
                  <a:pt x="7191688" y="829644"/>
                  <a:pt x="7188482" y="833265"/>
                </a:cubicBezTo>
                <a:lnTo>
                  <a:pt x="7183763" y="846929"/>
                </a:lnTo>
                <a:lnTo>
                  <a:pt x="7189705" y="859569"/>
                </a:lnTo>
                <a:cubicBezTo>
                  <a:pt x="7193102" y="862753"/>
                  <a:pt x="7197663" y="864682"/>
                  <a:pt x="7202623" y="864682"/>
                </a:cubicBezTo>
                <a:cubicBezTo>
                  <a:pt x="7202996" y="864682"/>
                  <a:pt x="7203387" y="864682"/>
                  <a:pt x="7203779" y="864682"/>
                </a:cubicBezTo>
                <a:close/>
                <a:moveTo>
                  <a:pt x="3612386" y="2186473"/>
                </a:moveTo>
                <a:cubicBezTo>
                  <a:pt x="3619428" y="2184553"/>
                  <a:pt x="3623608" y="2177317"/>
                  <a:pt x="3621705" y="2170259"/>
                </a:cubicBezTo>
                <a:cubicBezTo>
                  <a:pt x="3619803" y="2163218"/>
                  <a:pt x="3612529" y="2159040"/>
                  <a:pt x="3605489" y="2160943"/>
                </a:cubicBezTo>
                <a:cubicBezTo>
                  <a:pt x="3598451" y="2162845"/>
                  <a:pt x="3594272" y="2170099"/>
                  <a:pt x="3596173" y="2177157"/>
                </a:cubicBezTo>
                <a:cubicBezTo>
                  <a:pt x="3597774" y="2183042"/>
                  <a:pt x="3603109" y="2186917"/>
                  <a:pt x="3608937" y="2186917"/>
                </a:cubicBezTo>
                <a:cubicBezTo>
                  <a:pt x="3610077" y="2186917"/>
                  <a:pt x="3611234" y="2186775"/>
                  <a:pt x="3612386" y="2186473"/>
                </a:cubicBezTo>
                <a:close/>
                <a:moveTo>
                  <a:pt x="4033376" y="2032205"/>
                </a:moveTo>
                <a:cubicBezTo>
                  <a:pt x="4041091" y="2030925"/>
                  <a:pt x="4046319" y="2023636"/>
                  <a:pt x="4045040" y="2015919"/>
                </a:cubicBezTo>
                <a:cubicBezTo>
                  <a:pt x="4043760" y="2008203"/>
                  <a:pt x="4036471" y="2002976"/>
                  <a:pt x="4028754" y="2004256"/>
                </a:cubicBezTo>
                <a:cubicBezTo>
                  <a:pt x="4021036" y="2005536"/>
                  <a:pt x="4015810" y="2012827"/>
                  <a:pt x="4017090" y="2020542"/>
                </a:cubicBezTo>
                <a:cubicBezTo>
                  <a:pt x="4018245" y="2027476"/>
                  <a:pt x="4024238" y="2032401"/>
                  <a:pt x="4031046" y="2032401"/>
                </a:cubicBezTo>
                <a:cubicBezTo>
                  <a:pt x="4031811" y="2032401"/>
                  <a:pt x="4032594" y="2032347"/>
                  <a:pt x="4033376" y="2032205"/>
                </a:cubicBezTo>
                <a:close/>
                <a:moveTo>
                  <a:pt x="7553147" y="745780"/>
                </a:moveTo>
                <a:cubicBezTo>
                  <a:pt x="7556627" y="742906"/>
                  <a:pt x="7559152" y="738835"/>
                  <a:pt x="7560032" y="734043"/>
                </a:cubicBezTo>
                <a:cubicBezTo>
                  <a:pt x="7562006" y="723251"/>
                  <a:pt x="7554858" y="712922"/>
                  <a:pt x="7544084" y="710931"/>
                </a:cubicBezTo>
                <a:cubicBezTo>
                  <a:pt x="7533292" y="708957"/>
                  <a:pt x="7522945" y="716104"/>
                  <a:pt x="7520971" y="726896"/>
                </a:cubicBezTo>
                <a:cubicBezTo>
                  <a:pt x="7518998" y="737670"/>
                  <a:pt x="7526145" y="748018"/>
                  <a:pt x="7536919" y="749991"/>
                </a:cubicBezTo>
                <a:cubicBezTo>
                  <a:pt x="7538128" y="750222"/>
                  <a:pt x="7539337" y="750329"/>
                  <a:pt x="7540529" y="750329"/>
                </a:cubicBezTo>
                <a:cubicBezTo>
                  <a:pt x="7545232" y="750329"/>
                  <a:pt x="7549667" y="748653"/>
                  <a:pt x="7553147" y="745780"/>
                </a:cubicBezTo>
                <a:close/>
                <a:moveTo>
                  <a:pt x="2651722" y="2544593"/>
                </a:moveTo>
                <a:cubicBezTo>
                  <a:pt x="2658301" y="2542958"/>
                  <a:pt x="2662301" y="2536290"/>
                  <a:pt x="2660666" y="2529730"/>
                </a:cubicBezTo>
                <a:cubicBezTo>
                  <a:pt x="2659029" y="2523152"/>
                  <a:pt x="2652381" y="2519133"/>
                  <a:pt x="2645803" y="2520787"/>
                </a:cubicBezTo>
                <a:cubicBezTo>
                  <a:pt x="2639225" y="2522405"/>
                  <a:pt x="2635223" y="2529072"/>
                  <a:pt x="2636859" y="2535650"/>
                </a:cubicBezTo>
                <a:cubicBezTo>
                  <a:pt x="2638245" y="2541233"/>
                  <a:pt x="2643243" y="2544948"/>
                  <a:pt x="2648754" y="2544948"/>
                </a:cubicBezTo>
                <a:cubicBezTo>
                  <a:pt x="2649730" y="2544948"/>
                  <a:pt x="2650726" y="2544842"/>
                  <a:pt x="2651722" y="2544593"/>
                </a:cubicBezTo>
                <a:close/>
                <a:moveTo>
                  <a:pt x="7782524" y="666508"/>
                </a:moveTo>
                <a:cubicBezTo>
                  <a:pt x="7786019" y="663995"/>
                  <a:pt x="7788766" y="660377"/>
                  <a:pt x="7790180" y="655958"/>
                </a:cubicBezTo>
                <a:cubicBezTo>
                  <a:pt x="7793683" y="645006"/>
                  <a:pt x="7787638" y="633308"/>
                  <a:pt x="7776704" y="629806"/>
                </a:cubicBezTo>
                <a:cubicBezTo>
                  <a:pt x="7765752" y="626303"/>
                  <a:pt x="7754053" y="632348"/>
                  <a:pt x="7750550" y="643300"/>
                </a:cubicBezTo>
                <a:cubicBezTo>
                  <a:pt x="7747065" y="654234"/>
                  <a:pt x="7753093" y="665950"/>
                  <a:pt x="7764045" y="669435"/>
                </a:cubicBezTo>
                <a:cubicBezTo>
                  <a:pt x="7766143" y="670110"/>
                  <a:pt x="7768276" y="670430"/>
                  <a:pt x="7770375" y="670430"/>
                </a:cubicBezTo>
                <a:cubicBezTo>
                  <a:pt x="7774783" y="670430"/>
                  <a:pt x="7779027" y="669021"/>
                  <a:pt x="7782524" y="666508"/>
                </a:cubicBezTo>
                <a:close/>
                <a:moveTo>
                  <a:pt x="3705637" y="2162382"/>
                </a:moveTo>
                <a:cubicBezTo>
                  <a:pt x="3712733" y="2160641"/>
                  <a:pt x="3717070" y="2153493"/>
                  <a:pt x="3715328" y="2146399"/>
                </a:cubicBezTo>
                <a:cubicBezTo>
                  <a:pt x="3713588" y="2139305"/>
                  <a:pt x="3706421" y="2134985"/>
                  <a:pt x="3699328" y="2136728"/>
                </a:cubicBezTo>
                <a:cubicBezTo>
                  <a:pt x="3692251" y="2138470"/>
                  <a:pt x="3687915" y="2145618"/>
                  <a:pt x="3689656" y="2152711"/>
                </a:cubicBezTo>
                <a:cubicBezTo>
                  <a:pt x="3691130" y="2158738"/>
                  <a:pt x="3696536" y="2162774"/>
                  <a:pt x="3702474" y="2162774"/>
                </a:cubicBezTo>
                <a:cubicBezTo>
                  <a:pt x="3703522" y="2162773"/>
                  <a:pt x="3704590" y="2162649"/>
                  <a:pt x="3705637" y="2162382"/>
                </a:cubicBezTo>
                <a:close/>
                <a:moveTo>
                  <a:pt x="586505" y="3308731"/>
                </a:moveTo>
                <a:cubicBezTo>
                  <a:pt x="587269" y="3308731"/>
                  <a:pt x="588052" y="3308411"/>
                  <a:pt x="588603" y="3307805"/>
                </a:cubicBezTo>
                <a:cubicBezTo>
                  <a:pt x="589617" y="3306650"/>
                  <a:pt x="589510" y="3304890"/>
                  <a:pt x="588355" y="3303859"/>
                </a:cubicBezTo>
                <a:cubicBezTo>
                  <a:pt x="587198" y="3302845"/>
                  <a:pt x="585438" y="3302952"/>
                  <a:pt x="584425" y="3304091"/>
                </a:cubicBezTo>
                <a:cubicBezTo>
                  <a:pt x="583411" y="3305246"/>
                  <a:pt x="583518" y="3307006"/>
                  <a:pt x="584656" y="3308037"/>
                </a:cubicBezTo>
                <a:cubicBezTo>
                  <a:pt x="585189" y="3308499"/>
                  <a:pt x="585847" y="3308731"/>
                  <a:pt x="586505" y="3308731"/>
                </a:cubicBezTo>
                <a:close/>
                <a:moveTo>
                  <a:pt x="4365413" y="1923381"/>
                </a:moveTo>
                <a:cubicBezTo>
                  <a:pt x="4373733" y="1922865"/>
                  <a:pt x="4380065" y="1915700"/>
                  <a:pt x="4379566" y="1907379"/>
                </a:cubicBezTo>
                <a:cubicBezTo>
                  <a:pt x="4379049" y="1899041"/>
                  <a:pt x="4371887" y="1892694"/>
                  <a:pt x="4363547" y="1893210"/>
                </a:cubicBezTo>
                <a:cubicBezTo>
                  <a:pt x="4355227" y="1893725"/>
                  <a:pt x="4348881" y="1900890"/>
                  <a:pt x="4349395" y="1909228"/>
                </a:cubicBezTo>
                <a:cubicBezTo>
                  <a:pt x="4349895" y="1917229"/>
                  <a:pt x="4356542" y="1923416"/>
                  <a:pt x="4364455" y="1923416"/>
                </a:cubicBezTo>
                <a:cubicBezTo>
                  <a:pt x="4364774" y="1923416"/>
                  <a:pt x="4365094" y="1923381"/>
                  <a:pt x="4365413" y="1923381"/>
                </a:cubicBezTo>
                <a:close/>
                <a:moveTo>
                  <a:pt x="4602638" y="1838166"/>
                </a:moveTo>
                <a:cubicBezTo>
                  <a:pt x="4611384" y="1838166"/>
                  <a:pt x="4618533" y="1831161"/>
                  <a:pt x="4618693" y="1822379"/>
                </a:cubicBezTo>
                <a:cubicBezTo>
                  <a:pt x="4618853" y="1813524"/>
                  <a:pt x="4611794" y="1806200"/>
                  <a:pt x="4602922" y="1806040"/>
                </a:cubicBezTo>
                <a:cubicBezTo>
                  <a:pt x="4594052" y="1805880"/>
                  <a:pt x="4586744" y="1812938"/>
                  <a:pt x="4586585" y="1821810"/>
                </a:cubicBezTo>
                <a:cubicBezTo>
                  <a:pt x="4586424" y="1830681"/>
                  <a:pt x="4593483" y="1838006"/>
                  <a:pt x="4602353" y="1838166"/>
                </a:cubicBezTo>
                <a:close/>
                <a:moveTo>
                  <a:pt x="2744848" y="2519933"/>
                </a:moveTo>
                <a:cubicBezTo>
                  <a:pt x="2751374" y="2518120"/>
                  <a:pt x="2755177" y="2511346"/>
                  <a:pt x="2753364" y="2504822"/>
                </a:cubicBezTo>
                <a:cubicBezTo>
                  <a:pt x="2751533" y="2498297"/>
                  <a:pt x="2744777" y="2494492"/>
                  <a:pt x="2738235" y="2496305"/>
                </a:cubicBezTo>
                <a:cubicBezTo>
                  <a:pt x="2731710" y="2498137"/>
                  <a:pt x="2727906" y="2504911"/>
                  <a:pt x="2729737" y="2511435"/>
                </a:cubicBezTo>
                <a:cubicBezTo>
                  <a:pt x="2731248" y="2516858"/>
                  <a:pt x="2736191" y="2520396"/>
                  <a:pt x="2741541" y="2520396"/>
                </a:cubicBezTo>
                <a:cubicBezTo>
                  <a:pt x="2742644" y="2520396"/>
                  <a:pt x="2743746" y="2520254"/>
                  <a:pt x="2744848" y="2519933"/>
                </a:cubicBezTo>
                <a:close/>
                <a:moveTo>
                  <a:pt x="2240461" y="2705243"/>
                </a:moveTo>
                <a:cubicBezTo>
                  <a:pt x="2246665" y="2704515"/>
                  <a:pt x="2251110" y="2698879"/>
                  <a:pt x="2250382" y="2692673"/>
                </a:cubicBezTo>
                <a:cubicBezTo>
                  <a:pt x="2249653" y="2686469"/>
                  <a:pt x="2244017" y="2682024"/>
                  <a:pt x="2237812" y="2682753"/>
                </a:cubicBezTo>
                <a:cubicBezTo>
                  <a:pt x="2231608" y="2683482"/>
                  <a:pt x="2227163" y="2689100"/>
                  <a:pt x="2227891" y="2695323"/>
                </a:cubicBezTo>
                <a:cubicBezTo>
                  <a:pt x="2228567" y="2701083"/>
                  <a:pt x="2233456" y="2705315"/>
                  <a:pt x="2239128" y="2705315"/>
                </a:cubicBezTo>
                <a:cubicBezTo>
                  <a:pt x="2239554" y="2705315"/>
                  <a:pt x="2239999" y="2705297"/>
                  <a:pt x="2240461" y="2705243"/>
                </a:cubicBezTo>
                <a:close/>
                <a:moveTo>
                  <a:pt x="1923019" y="2822051"/>
                </a:moveTo>
                <a:cubicBezTo>
                  <a:pt x="1928709" y="2822051"/>
                  <a:pt x="1933348" y="2817464"/>
                  <a:pt x="1933402" y="2811775"/>
                </a:cubicBezTo>
                <a:cubicBezTo>
                  <a:pt x="1933437" y="2806049"/>
                  <a:pt x="1928850" y="2801357"/>
                  <a:pt x="1923126" y="2801320"/>
                </a:cubicBezTo>
                <a:cubicBezTo>
                  <a:pt x="1917383" y="2801250"/>
                  <a:pt x="1912708" y="2805854"/>
                  <a:pt x="1912654" y="2811597"/>
                </a:cubicBezTo>
                <a:cubicBezTo>
                  <a:pt x="1912601" y="2817322"/>
                  <a:pt x="1917205" y="2821997"/>
                  <a:pt x="1922930" y="2822051"/>
                </a:cubicBezTo>
                <a:close/>
                <a:moveTo>
                  <a:pt x="4840895" y="1751778"/>
                </a:moveTo>
                <a:cubicBezTo>
                  <a:pt x="4850174" y="1751778"/>
                  <a:pt x="4857765" y="1744311"/>
                  <a:pt x="4857891" y="1734995"/>
                </a:cubicBezTo>
                <a:cubicBezTo>
                  <a:pt x="4858016" y="1725590"/>
                  <a:pt x="4850494" y="1717892"/>
                  <a:pt x="4841091" y="1717767"/>
                </a:cubicBezTo>
                <a:cubicBezTo>
                  <a:pt x="4831702" y="1717643"/>
                  <a:pt x="4823986" y="1725164"/>
                  <a:pt x="4823880" y="1734569"/>
                </a:cubicBezTo>
                <a:cubicBezTo>
                  <a:pt x="4823754" y="1743955"/>
                  <a:pt x="4831277" y="1751672"/>
                  <a:pt x="4840681" y="1751778"/>
                </a:cubicBezTo>
                <a:close/>
                <a:moveTo>
                  <a:pt x="968468" y="3172526"/>
                </a:moveTo>
                <a:cubicBezTo>
                  <a:pt x="970335" y="3172526"/>
                  <a:pt x="972149" y="3171585"/>
                  <a:pt x="973215" y="3169896"/>
                </a:cubicBezTo>
                <a:cubicBezTo>
                  <a:pt x="974886" y="3167264"/>
                  <a:pt x="974104" y="3163797"/>
                  <a:pt x="971474" y="3162126"/>
                </a:cubicBezTo>
                <a:cubicBezTo>
                  <a:pt x="968841" y="3160473"/>
                  <a:pt x="965375" y="3161255"/>
                  <a:pt x="963704" y="3163886"/>
                </a:cubicBezTo>
                <a:cubicBezTo>
                  <a:pt x="962050" y="3166518"/>
                  <a:pt x="962833" y="3169984"/>
                  <a:pt x="965463" y="3171638"/>
                </a:cubicBezTo>
                <a:cubicBezTo>
                  <a:pt x="966388" y="3172242"/>
                  <a:pt x="967437" y="3172526"/>
                  <a:pt x="968468" y="3172526"/>
                </a:cubicBezTo>
                <a:close/>
                <a:moveTo>
                  <a:pt x="1277981" y="3061800"/>
                </a:moveTo>
                <a:cubicBezTo>
                  <a:pt x="1280986" y="3061800"/>
                  <a:pt x="1283830" y="3059968"/>
                  <a:pt x="1285002" y="3056999"/>
                </a:cubicBezTo>
                <a:cubicBezTo>
                  <a:pt x="1286497" y="3053124"/>
                  <a:pt x="1284595" y="3048750"/>
                  <a:pt x="1280719" y="3047256"/>
                </a:cubicBezTo>
                <a:cubicBezTo>
                  <a:pt x="1276844" y="3045745"/>
                  <a:pt x="1272469" y="3047666"/>
                  <a:pt x="1270976" y="3051541"/>
                </a:cubicBezTo>
                <a:cubicBezTo>
                  <a:pt x="1269465" y="3055417"/>
                  <a:pt x="1271385" y="3059773"/>
                  <a:pt x="1275261" y="3061285"/>
                </a:cubicBezTo>
                <a:cubicBezTo>
                  <a:pt x="1276150" y="3061622"/>
                  <a:pt x="1277075" y="3061800"/>
                  <a:pt x="1277981" y="3061800"/>
                </a:cubicBezTo>
                <a:close/>
                <a:moveTo>
                  <a:pt x="4129045" y="2018053"/>
                </a:moveTo>
                <a:cubicBezTo>
                  <a:pt x="4136795" y="2017040"/>
                  <a:pt x="4142272" y="2009946"/>
                  <a:pt x="4141259" y="2002176"/>
                </a:cubicBezTo>
                <a:cubicBezTo>
                  <a:pt x="4140244" y="1994425"/>
                  <a:pt x="4133153" y="1988949"/>
                  <a:pt x="4125399" y="1989945"/>
                </a:cubicBezTo>
                <a:cubicBezTo>
                  <a:pt x="4117647" y="1990958"/>
                  <a:pt x="4112171" y="1998070"/>
                  <a:pt x="4113167" y="2005821"/>
                </a:cubicBezTo>
                <a:lnTo>
                  <a:pt x="4113184" y="2005821"/>
                </a:lnTo>
                <a:cubicBezTo>
                  <a:pt x="4114110" y="2012950"/>
                  <a:pt x="4120206" y="2018160"/>
                  <a:pt x="4127213" y="2018160"/>
                </a:cubicBezTo>
                <a:cubicBezTo>
                  <a:pt x="4127819" y="2018160"/>
                  <a:pt x="4128440" y="2018124"/>
                  <a:pt x="4129045" y="2018053"/>
                </a:cubicBezTo>
                <a:close/>
                <a:moveTo>
                  <a:pt x="5179494" y="1633549"/>
                </a:moveTo>
                <a:cubicBezTo>
                  <a:pt x="5189342" y="1632376"/>
                  <a:pt x="5196365" y="1623433"/>
                  <a:pt x="5195191" y="1613583"/>
                </a:cubicBezTo>
                <a:cubicBezTo>
                  <a:pt x="5194000" y="1603734"/>
                  <a:pt x="5185075" y="1596711"/>
                  <a:pt x="5175227" y="1597902"/>
                </a:cubicBezTo>
                <a:cubicBezTo>
                  <a:pt x="5165377" y="1599075"/>
                  <a:pt x="5158354" y="1608001"/>
                  <a:pt x="5159525" y="1617850"/>
                </a:cubicBezTo>
                <a:cubicBezTo>
                  <a:pt x="5160631" y="1626970"/>
                  <a:pt x="5168381" y="1633673"/>
                  <a:pt x="5177342" y="1633673"/>
                </a:cubicBezTo>
                <a:cubicBezTo>
                  <a:pt x="5178053" y="1633673"/>
                  <a:pt x="5178764" y="1633638"/>
                  <a:pt x="5179494" y="1633549"/>
                </a:cubicBezTo>
                <a:close/>
                <a:moveTo>
                  <a:pt x="2837245" y="2492927"/>
                </a:moveTo>
                <a:cubicBezTo>
                  <a:pt x="2843718" y="2490953"/>
                  <a:pt x="2847379" y="2484110"/>
                  <a:pt x="2845405" y="2477620"/>
                </a:cubicBezTo>
                <a:cubicBezTo>
                  <a:pt x="2843432" y="2471131"/>
                  <a:pt x="2836588" y="2467487"/>
                  <a:pt x="2830098" y="2469459"/>
                </a:cubicBezTo>
                <a:cubicBezTo>
                  <a:pt x="2823627" y="2471415"/>
                  <a:pt x="2819964" y="2478278"/>
                  <a:pt x="2821938" y="2484767"/>
                </a:cubicBezTo>
                <a:cubicBezTo>
                  <a:pt x="2823537" y="2490047"/>
                  <a:pt x="2828409" y="2493461"/>
                  <a:pt x="2833672" y="2493461"/>
                </a:cubicBezTo>
                <a:cubicBezTo>
                  <a:pt x="2834845" y="2493461"/>
                  <a:pt x="2836054" y="2493283"/>
                  <a:pt x="2837245" y="2492927"/>
                </a:cubicBezTo>
                <a:close/>
                <a:moveTo>
                  <a:pt x="3799439" y="2140550"/>
                </a:moveTo>
                <a:cubicBezTo>
                  <a:pt x="3806569" y="2138986"/>
                  <a:pt x="3811085" y="2131945"/>
                  <a:pt x="3809521" y="2124816"/>
                </a:cubicBezTo>
                <a:cubicBezTo>
                  <a:pt x="3807955" y="2117687"/>
                  <a:pt x="3800915" y="2113171"/>
                  <a:pt x="3793789" y="2114735"/>
                </a:cubicBezTo>
                <a:cubicBezTo>
                  <a:pt x="3786657" y="2116300"/>
                  <a:pt x="3782142" y="2123340"/>
                  <a:pt x="3783706" y="2130470"/>
                </a:cubicBezTo>
                <a:cubicBezTo>
                  <a:pt x="3785058" y="2136656"/>
                  <a:pt x="3790531" y="2140871"/>
                  <a:pt x="3796596" y="2140870"/>
                </a:cubicBezTo>
                <a:cubicBezTo>
                  <a:pt x="3797538" y="2140870"/>
                  <a:pt x="3798480" y="2140763"/>
                  <a:pt x="3799439" y="2140550"/>
                </a:cubicBezTo>
                <a:close/>
                <a:moveTo>
                  <a:pt x="8333566" y="480140"/>
                </a:moveTo>
                <a:cubicBezTo>
                  <a:pt x="8337344" y="477743"/>
                  <a:pt x="8340482" y="474249"/>
                  <a:pt x="8342446" y="469867"/>
                </a:cubicBezTo>
                <a:cubicBezTo>
                  <a:pt x="8347779" y="457937"/>
                  <a:pt x="8342464" y="443946"/>
                  <a:pt x="8330534" y="438612"/>
                </a:cubicBezTo>
                <a:cubicBezTo>
                  <a:pt x="8324577" y="435945"/>
                  <a:pt x="8318102" y="435945"/>
                  <a:pt x="8312448" y="438101"/>
                </a:cubicBezTo>
                <a:cubicBezTo>
                  <a:pt x="8306795" y="440256"/>
                  <a:pt x="8301964" y="444568"/>
                  <a:pt x="8299297" y="450523"/>
                </a:cubicBezTo>
                <a:cubicBezTo>
                  <a:pt x="8293945" y="462435"/>
                  <a:pt x="8299278" y="476427"/>
                  <a:pt x="8311208" y="481778"/>
                </a:cubicBezTo>
                <a:lnTo>
                  <a:pt x="8311191" y="481779"/>
                </a:lnTo>
                <a:cubicBezTo>
                  <a:pt x="8314337" y="483183"/>
                  <a:pt x="8317627" y="483841"/>
                  <a:pt x="8320844" y="483841"/>
                </a:cubicBezTo>
                <a:cubicBezTo>
                  <a:pt x="8325369" y="483840"/>
                  <a:pt x="8329787" y="482538"/>
                  <a:pt x="8333566" y="480140"/>
                </a:cubicBezTo>
                <a:close/>
                <a:moveTo>
                  <a:pt x="2929020" y="2464161"/>
                </a:moveTo>
                <a:cubicBezTo>
                  <a:pt x="2935456" y="2462099"/>
                  <a:pt x="2939012" y="2455183"/>
                  <a:pt x="2936932" y="2448729"/>
                </a:cubicBezTo>
                <a:cubicBezTo>
                  <a:pt x="2934852" y="2442275"/>
                  <a:pt x="2927953" y="2438737"/>
                  <a:pt x="2921499" y="2440817"/>
                </a:cubicBezTo>
                <a:cubicBezTo>
                  <a:pt x="2915045" y="2442880"/>
                  <a:pt x="2911508" y="2449796"/>
                  <a:pt x="2913570" y="2456249"/>
                </a:cubicBezTo>
                <a:cubicBezTo>
                  <a:pt x="2915259" y="2461441"/>
                  <a:pt x="2920078" y="2464766"/>
                  <a:pt x="2925251" y="2464765"/>
                </a:cubicBezTo>
                <a:cubicBezTo>
                  <a:pt x="2926495" y="2464765"/>
                  <a:pt x="2927776" y="2464570"/>
                  <a:pt x="2929020" y="2464161"/>
                </a:cubicBezTo>
                <a:close/>
                <a:moveTo>
                  <a:pt x="7302771" y="862478"/>
                </a:moveTo>
                <a:cubicBezTo>
                  <a:pt x="7313048" y="862477"/>
                  <a:pt x="7321474" y="854246"/>
                  <a:pt x="7321653" y="843916"/>
                </a:cubicBezTo>
                <a:cubicBezTo>
                  <a:pt x="7321847" y="833480"/>
                  <a:pt x="7313546" y="824857"/>
                  <a:pt x="7303091" y="824680"/>
                </a:cubicBezTo>
                <a:cubicBezTo>
                  <a:pt x="7292655" y="824502"/>
                  <a:pt x="7284050" y="832805"/>
                  <a:pt x="7283854" y="843241"/>
                </a:cubicBezTo>
                <a:cubicBezTo>
                  <a:pt x="7283677" y="853677"/>
                  <a:pt x="7291980" y="862300"/>
                  <a:pt x="7302434" y="862478"/>
                </a:cubicBezTo>
                <a:close/>
                <a:moveTo>
                  <a:pt x="3020333" y="2434222"/>
                </a:moveTo>
                <a:cubicBezTo>
                  <a:pt x="3026750" y="2432071"/>
                  <a:pt x="3030236" y="2425137"/>
                  <a:pt x="3028102" y="2418701"/>
                </a:cubicBezTo>
                <a:cubicBezTo>
                  <a:pt x="3025951" y="2412283"/>
                  <a:pt x="3018999" y="2408798"/>
                  <a:pt x="3012581" y="2410931"/>
                </a:cubicBezTo>
                <a:cubicBezTo>
                  <a:pt x="3006144" y="2413083"/>
                  <a:pt x="3002678" y="2420034"/>
                  <a:pt x="3004812" y="2426452"/>
                </a:cubicBezTo>
                <a:cubicBezTo>
                  <a:pt x="3006518" y="2431608"/>
                  <a:pt x="3011319" y="2434844"/>
                  <a:pt x="3016456" y="2434844"/>
                </a:cubicBezTo>
                <a:cubicBezTo>
                  <a:pt x="3017737" y="2434844"/>
                  <a:pt x="3019053" y="2434649"/>
                  <a:pt x="3020333" y="2434222"/>
                </a:cubicBezTo>
                <a:close/>
                <a:moveTo>
                  <a:pt x="1703573" y="2919034"/>
                </a:moveTo>
                <a:cubicBezTo>
                  <a:pt x="1708337" y="2919035"/>
                  <a:pt x="1712427" y="2915443"/>
                  <a:pt x="1712944" y="2910607"/>
                </a:cubicBezTo>
                <a:cubicBezTo>
                  <a:pt x="1713493" y="2905433"/>
                  <a:pt x="1709742" y="2900793"/>
                  <a:pt x="1704569" y="2900242"/>
                </a:cubicBezTo>
                <a:cubicBezTo>
                  <a:pt x="1699396" y="2899691"/>
                  <a:pt x="1694755" y="2903425"/>
                  <a:pt x="1694204" y="2908598"/>
                </a:cubicBezTo>
                <a:cubicBezTo>
                  <a:pt x="1693652" y="2913790"/>
                  <a:pt x="1697387" y="2918430"/>
                  <a:pt x="1702560" y="2918980"/>
                </a:cubicBezTo>
                <a:cubicBezTo>
                  <a:pt x="1702897" y="2919035"/>
                  <a:pt x="1703235" y="2919034"/>
                  <a:pt x="1703573" y="2919034"/>
                </a:cubicBezTo>
                <a:close/>
                <a:moveTo>
                  <a:pt x="7991045" y="613057"/>
                </a:moveTo>
                <a:cubicBezTo>
                  <a:pt x="7999598" y="613057"/>
                  <a:pt x="8007723" y="607973"/>
                  <a:pt x="8011172" y="599546"/>
                </a:cubicBezTo>
                <a:cubicBezTo>
                  <a:pt x="8015724" y="588433"/>
                  <a:pt x="8010407" y="575740"/>
                  <a:pt x="7999295" y="571188"/>
                </a:cubicBezTo>
                <a:cubicBezTo>
                  <a:pt x="7988166" y="566619"/>
                  <a:pt x="7975472" y="571953"/>
                  <a:pt x="7970920" y="583065"/>
                </a:cubicBezTo>
                <a:cubicBezTo>
                  <a:pt x="7966368" y="594176"/>
                  <a:pt x="7971685" y="606888"/>
                  <a:pt x="7982797" y="611440"/>
                </a:cubicBezTo>
                <a:cubicBezTo>
                  <a:pt x="7985499" y="612542"/>
                  <a:pt x="7988291" y="613057"/>
                  <a:pt x="7991045" y="613057"/>
                </a:cubicBezTo>
                <a:close/>
                <a:moveTo>
                  <a:pt x="3111360" y="2403606"/>
                </a:moveTo>
                <a:cubicBezTo>
                  <a:pt x="3117779" y="2401437"/>
                  <a:pt x="3121227" y="2394485"/>
                  <a:pt x="3119059" y="2388067"/>
                </a:cubicBezTo>
                <a:cubicBezTo>
                  <a:pt x="3116891" y="2381649"/>
                  <a:pt x="3109921" y="2378200"/>
                  <a:pt x="3103502" y="2380369"/>
                </a:cubicBezTo>
                <a:cubicBezTo>
                  <a:pt x="3097084" y="2382538"/>
                  <a:pt x="3093635" y="2389508"/>
                  <a:pt x="3095805" y="2395926"/>
                </a:cubicBezTo>
                <a:cubicBezTo>
                  <a:pt x="3097547" y="2401028"/>
                  <a:pt x="3102311" y="2404264"/>
                  <a:pt x="3107431" y="2404264"/>
                </a:cubicBezTo>
                <a:cubicBezTo>
                  <a:pt x="3108729" y="2404264"/>
                  <a:pt x="3110063" y="2404051"/>
                  <a:pt x="3111360" y="2403606"/>
                </a:cubicBezTo>
                <a:close/>
                <a:moveTo>
                  <a:pt x="1487541" y="3000497"/>
                </a:moveTo>
                <a:cubicBezTo>
                  <a:pt x="1491399" y="3000497"/>
                  <a:pt x="1494885" y="2997848"/>
                  <a:pt x="1495791" y="2993937"/>
                </a:cubicBezTo>
                <a:cubicBezTo>
                  <a:pt x="1496857" y="2989368"/>
                  <a:pt x="1494012" y="2984834"/>
                  <a:pt x="1489443" y="2983767"/>
                </a:cubicBezTo>
                <a:cubicBezTo>
                  <a:pt x="1484892" y="2982701"/>
                  <a:pt x="1480341" y="2985545"/>
                  <a:pt x="1479274" y="2990114"/>
                </a:cubicBezTo>
                <a:cubicBezTo>
                  <a:pt x="1478225" y="2994666"/>
                  <a:pt x="1481051" y="2999217"/>
                  <a:pt x="1485621" y="3000283"/>
                </a:cubicBezTo>
                <a:cubicBezTo>
                  <a:pt x="1486261" y="3000426"/>
                  <a:pt x="1486901" y="3000497"/>
                  <a:pt x="1487541" y="3000497"/>
                </a:cubicBezTo>
                <a:close/>
                <a:moveTo>
                  <a:pt x="490232" y="3366352"/>
                </a:moveTo>
                <a:cubicBezTo>
                  <a:pt x="490713" y="3366352"/>
                  <a:pt x="491210" y="3366156"/>
                  <a:pt x="491565" y="3365783"/>
                </a:cubicBezTo>
                <a:cubicBezTo>
                  <a:pt x="492258" y="3365036"/>
                  <a:pt x="492223" y="3363880"/>
                  <a:pt x="491477" y="3363187"/>
                </a:cubicBezTo>
                <a:cubicBezTo>
                  <a:pt x="490748" y="3362493"/>
                  <a:pt x="489574" y="3362530"/>
                  <a:pt x="488880" y="3363276"/>
                </a:cubicBezTo>
                <a:cubicBezTo>
                  <a:pt x="488187" y="3364005"/>
                  <a:pt x="488223" y="3365178"/>
                  <a:pt x="488969" y="3365855"/>
                </a:cubicBezTo>
                <a:cubicBezTo>
                  <a:pt x="489326" y="3366192"/>
                  <a:pt x="489770" y="3366352"/>
                  <a:pt x="490232" y="3366352"/>
                </a:cubicBezTo>
                <a:close/>
                <a:moveTo>
                  <a:pt x="2007451" y="2810334"/>
                </a:moveTo>
                <a:lnTo>
                  <a:pt x="2007454" y="2810324"/>
                </a:lnTo>
                <a:lnTo>
                  <a:pt x="2007451" y="2810316"/>
                </a:lnTo>
                <a:close/>
                <a:moveTo>
                  <a:pt x="3202264" y="2372849"/>
                </a:moveTo>
                <a:cubicBezTo>
                  <a:pt x="3208683" y="2370680"/>
                  <a:pt x="3212131" y="2363711"/>
                  <a:pt x="3209963" y="2357293"/>
                </a:cubicBezTo>
                <a:cubicBezTo>
                  <a:pt x="3207793" y="2350874"/>
                  <a:pt x="3200841" y="2347425"/>
                  <a:pt x="3194424" y="2349593"/>
                </a:cubicBezTo>
                <a:cubicBezTo>
                  <a:pt x="3188005" y="2351763"/>
                  <a:pt x="3184556" y="2358732"/>
                  <a:pt x="3186725" y="2365150"/>
                </a:cubicBezTo>
                <a:cubicBezTo>
                  <a:pt x="3188450" y="2370271"/>
                  <a:pt x="3193215" y="2373489"/>
                  <a:pt x="3198336" y="2373489"/>
                </a:cubicBezTo>
                <a:cubicBezTo>
                  <a:pt x="3199633" y="2373489"/>
                  <a:pt x="3200966" y="2373276"/>
                  <a:pt x="3202264" y="2372849"/>
                </a:cubicBezTo>
                <a:close/>
                <a:moveTo>
                  <a:pt x="2335437" y="2691909"/>
                </a:moveTo>
                <a:cubicBezTo>
                  <a:pt x="2341606" y="2690895"/>
                  <a:pt x="2345783" y="2685082"/>
                  <a:pt x="2344787" y="2678913"/>
                </a:cubicBezTo>
                <a:cubicBezTo>
                  <a:pt x="2343775" y="2672744"/>
                  <a:pt x="2337960" y="2668548"/>
                  <a:pt x="2331792" y="2669561"/>
                </a:cubicBezTo>
                <a:cubicBezTo>
                  <a:pt x="2325622" y="2670557"/>
                  <a:pt x="2321443" y="2676388"/>
                  <a:pt x="2322439" y="2682558"/>
                </a:cubicBezTo>
                <a:cubicBezTo>
                  <a:pt x="2323346" y="2688104"/>
                  <a:pt x="2328147" y="2692051"/>
                  <a:pt x="2333605" y="2692051"/>
                </a:cubicBezTo>
                <a:cubicBezTo>
                  <a:pt x="2334209" y="2692051"/>
                  <a:pt x="2334813" y="2692016"/>
                  <a:pt x="2335437" y="2691909"/>
                </a:cubicBezTo>
                <a:close/>
                <a:moveTo>
                  <a:pt x="3893760" y="2121278"/>
                </a:moveTo>
                <a:cubicBezTo>
                  <a:pt x="3900922" y="2119927"/>
                  <a:pt x="3905654" y="2113010"/>
                  <a:pt x="3904282" y="2105828"/>
                </a:cubicBezTo>
                <a:cubicBezTo>
                  <a:pt x="3902932" y="2098663"/>
                  <a:pt x="3896016" y="2093952"/>
                  <a:pt x="3888848" y="2095302"/>
                </a:cubicBezTo>
                <a:cubicBezTo>
                  <a:pt x="3881685" y="2096654"/>
                  <a:pt x="3876956" y="2103570"/>
                  <a:pt x="3878307" y="2110753"/>
                </a:cubicBezTo>
                <a:cubicBezTo>
                  <a:pt x="3879517" y="2117082"/>
                  <a:pt x="3885064" y="2121509"/>
                  <a:pt x="3891286" y="2121510"/>
                </a:cubicBezTo>
                <a:cubicBezTo>
                  <a:pt x="3892105" y="2121509"/>
                  <a:pt x="3892924" y="2121437"/>
                  <a:pt x="3893760" y="2121278"/>
                </a:cubicBezTo>
                <a:close/>
                <a:moveTo>
                  <a:pt x="3293202" y="2342358"/>
                </a:moveTo>
                <a:cubicBezTo>
                  <a:pt x="3299639" y="2340224"/>
                  <a:pt x="3303124" y="2333291"/>
                  <a:pt x="3300991" y="2326855"/>
                </a:cubicBezTo>
                <a:cubicBezTo>
                  <a:pt x="3298858" y="2320437"/>
                  <a:pt x="3291906" y="2316952"/>
                  <a:pt x="3285488" y="2319086"/>
                </a:cubicBezTo>
                <a:cubicBezTo>
                  <a:pt x="3279051" y="2321219"/>
                  <a:pt x="3275566" y="2328153"/>
                  <a:pt x="3277699" y="2334589"/>
                </a:cubicBezTo>
                <a:cubicBezTo>
                  <a:pt x="3279407" y="2339745"/>
                  <a:pt x="3284190" y="2342998"/>
                  <a:pt x="3289346" y="2342998"/>
                </a:cubicBezTo>
                <a:cubicBezTo>
                  <a:pt x="3290625" y="2342998"/>
                  <a:pt x="3291922" y="2342802"/>
                  <a:pt x="3293202" y="2342358"/>
                </a:cubicBezTo>
                <a:close/>
                <a:moveTo>
                  <a:pt x="3384319" y="2312614"/>
                </a:moveTo>
                <a:cubicBezTo>
                  <a:pt x="3390774" y="2310552"/>
                  <a:pt x="3394330" y="2303654"/>
                  <a:pt x="3392250" y="2297200"/>
                </a:cubicBezTo>
                <a:cubicBezTo>
                  <a:pt x="3390187" y="2290746"/>
                  <a:pt x="3383289" y="2287190"/>
                  <a:pt x="3376835" y="2289252"/>
                </a:cubicBezTo>
                <a:cubicBezTo>
                  <a:pt x="3370381" y="2291333"/>
                  <a:pt x="3366826" y="2298230"/>
                  <a:pt x="3368887" y="2304684"/>
                </a:cubicBezTo>
                <a:cubicBezTo>
                  <a:pt x="3370559" y="2309894"/>
                  <a:pt x="3375378" y="2313218"/>
                  <a:pt x="3380569" y="2313218"/>
                </a:cubicBezTo>
                <a:cubicBezTo>
                  <a:pt x="3381813" y="2313218"/>
                  <a:pt x="3383076" y="2313023"/>
                  <a:pt x="3384319" y="2312614"/>
                </a:cubicBezTo>
                <a:close/>
                <a:moveTo>
                  <a:pt x="5278967" y="1618952"/>
                </a:moveTo>
                <a:cubicBezTo>
                  <a:pt x="5288728" y="1617228"/>
                  <a:pt x="5295252" y="1607912"/>
                  <a:pt x="5293545" y="1598151"/>
                </a:cubicBezTo>
                <a:cubicBezTo>
                  <a:pt x="5291820" y="1588372"/>
                  <a:pt x="5282503" y="1581848"/>
                  <a:pt x="5272725" y="1583573"/>
                </a:cubicBezTo>
                <a:cubicBezTo>
                  <a:pt x="5262965" y="1585297"/>
                  <a:pt x="5256441" y="1594613"/>
                  <a:pt x="5258165" y="1604374"/>
                </a:cubicBezTo>
                <a:cubicBezTo>
                  <a:pt x="5259693" y="1613085"/>
                  <a:pt x="5267287" y="1619220"/>
                  <a:pt x="5275838" y="1619220"/>
                </a:cubicBezTo>
                <a:cubicBezTo>
                  <a:pt x="5276867" y="1619219"/>
                  <a:pt x="5277916" y="1619130"/>
                  <a:pt x="5278967" y="1618952"/>
                </a:cubicBezTo>
                <a:close/>
                <a:moveTo>
                  <a:pt x="860834" y="3240708"/>
                </a:moveTo>
                <a:cubicBezTo>
                  <a:pt x="862309" y="3240708"/>
                  <a:pt x="863750" y="3240016"/>
                  <a:pt x="864674" y="3238718"/>
                </a:cubicBezTo>
                <a:cubicBezTo>
                  <a:pt x="866149" y="3236601"/>
                  <a:pt x="865651" y="3233685"/>
                  <a:pt x="863536" y="3232192"/>
                </a:cubicBezTo>
                <a:cubicBezTo>
                  <a:pt x="861420" y="3230699"/>
                  <a:pt x="858505" y="3231215"/>
                  <a:pt x="857029" y="3233312"/>
                </a:cubicBezTo>
                <a:cubicBezTo>
                  <a:pt x="855536" y="3235428"/>
                  <a:pt x="856034" y="3238344"/>
                  <a:pt x="858149" y="3239855"/>
                </a:cubicBezTo>
                <a:cubicBezTo>
                  <a:pt x="858967" y="3240424"/>
                  <a:pt x="859910" y="3240708"/>
                  <a:pt x="860834" y="3240708"/>
                </a:cubicBezTo>
                <a:close/>
                <a:moveTo>
                  <a:pt x="4462221" y="1920358"/>
                </a:moveTo>
                <a:cubicBezTo>
                  <a:pt x="4470560" y="1920357"/>
                  <a:pt x="4477317" y="1913584"/>
                  <a:pt x="4477317" y="1905228"/>
                </a:cubicBezTo>
                <a:cubicBezTo>
                  <a:pt x="4477317" y="1896890"/>
                  <a:pt x="4470541" y="1890134"/>
                  <a:pt x="4462185" y="1890134"/>
                </a:cubicBezTo>
                <a:cubicBezTo>
                  <a:pt x="4453847" y="1890134"/>
                  <a:pt x="4447090" y="1896908"/>
                  <a:pt x="4447091" y="1905264"/>
                </a:cubicBezTo>
                <a:cubicBezTo>
                  <a:pt x="4447090" y="1913602"/>
                  <a:pt x="4453866" y="1920358"/>
                  <a:pt x="4462221" y="1920358"/>
                </a:cubicBezTo>
                <a:close/>
                <a:moveTo>
                  <a:pt x="4225067" y="2007564"/>
                </a:moveTo>
                <a:cubicBezTo>
                  <a:pt x="4232854" y="2006888"/>
                  <a:pt x="4238632" y="2000025"/>
                  <a:pt x="4237960" y="1992238"/>
                </a:cubicBezTo>
                <a:cubicBezTo>
                  <a:pt x="4237262" y="1984433"/>
                  <a:pt x="4230402" y="1978673"/>
                  <a:pt x="4222614" y="1979348"/>
                </a:cubicBezTo>
                <a:cubicBezTo>
                  <a:pt x="4214810" y="1980024"/>
                  <a:pt x="4209048" y="1986905"/>
                  <a:pt x="4209725" y="1994692"/>
                </a:cubicBezTo>
                <a:cubicBezTo>
                  <a:pt x="4210382" y="2002069"/>
                  <a:pt x="4216552" y="2007634"/>
                  <a:pt x="4223823" y="2007635"/>
                </a:cubicBezTo>
                <a:cubicBezTo>
                  <a:pt x="4224232" y="2007635"/>
                  <a:pt x="4224660" y="2007616"/>
                  <a:pt x="4225067" y="2007564"/>
                </a:cubicBezTo>
                <a:close/>
                <a:moveTo>
                  <a:pt x="3475739" y="2284186"/>
                </a:moveTo>
                <a:cubicBezTo>
                  <a:pt x="3482229" y="2282229"/>
                  <a:pt x="3485909" y="2275385"/>
                  <a:pt x="3483970" y="2268913"/>
                </a:cubicBezTo>
                <a:cubicBezTo>
                  <a:pt x="3482033" y="2262424"/>
                  <a:pt x="3475188" y="2258726"/>
                  <a:pt x="3468699" y="2260682"/>
                </a:cubicBezTo>
                <a:cubicBezTo>
                  <a:pt x="3462210" y="2262620"/>
                  <a:pt x="3458529" y="2269446"/>
                  <a:pt x="3460467" y="2275954"/>
                </a:cubicBezTo>
                <a:cubicBezTo>
                  <a:pt x="3462067" y="2281270"/>
                  <a:pt x="3466939" y="2284701"/>
                  <a:pt x="3472219" y="2284701"/>
                </a:cubicBezTo>
                <a:cubicBezTo>
                  <a:pt x="3473375" y="2284701"/>
                  <a:pt x="3474565" y="2284523"/>
                  <a:pt x="3475739" y="2284186"/>
                </a:cubicBezTo>
                <a:close/>
                <a:moveTo>
                  <a:pt x="6589482" y="1142638"/>
                </a:moveTo>
                <a:cubicBezTo>
                  <a:pt x="6598761" y="1139118"/>
                  <a:pt x="6603437" y="1128770"/>
                  <a:pt x="6599935" y="1119489"/>
                </a:cubicBezTo>
                <a:cubicBezTo>
                  <a:pt x="6596415" y="1110209"/>
                  <a:pt x="6586049" y="1105533"/>
                  <a:pt x="6576787" y="1109054"/>
                </a:cubicBezTo>
                <a:cubicBezTo>
                  <a:pt x="6567505" y="1112556"/>
                  <a:pt x="6562831" y="1122920"/>
                  <a:pt x="6566351" y="1132202"/>
                </a:cubicBezTo>
                <a:cubicBezTo>
                  <a:pt x="6569053" y="1139384"/>
                  <a:pt x="6575880" y="1143811"/>
                  <a:pt x="6583133" y="1143811"/>
                </a:cubicBezTo>
                <a:cubicBezTo>
                  <a:pt x="6585250" y="1143811"/>
                  <a:pt x="6587401" y="1143420"/>
                  <a:pt x="6589482" y="1142638"/>
                </a:cubicBezTo>
                <a:close/>
                <a:moveTo>
                  <a:pt x="6682607" y="1108893"/>
                </a:moveTo>
                <a:cubicBezTo>
                  <a:pt x="6691994" y="1105658"/>
                  <a:pt x="6696955" y="1095434"/>
                  <a:pt x="6693719" y="1086065"/>
                </a:cubicBezTo>
                <a:cubicBezTo>
                  <a:pt x="6690483" y="1076696"/>
                  <a:pt x="6680259" y="1071717"/>
                  <a:pt x="6670891" y="1074953"/>
                </a:cubicBezTo>
                <a:cubicBezTo>
                  <a:pt x="6661522" y="1078189"/>
                  <a:pt x="6656542" y="1088412"/>
                  <a:pt x="6659779" y="1097782"/>
                </a:cubicBezTo>
                <a:cubicBezTo>
                  <a:pt x="6662339" y="1105213"/>
                  <a:pt x="6669309" y="1109889"/>
                  <a:pt x="6676757" y="1109889"/>
                </a:cubicBezTo>
                <a:cubicBezTo>
                  <a:pt x="6678695" y="1109889"/>
                  <a:pt x="6680669" y="1109569"/>
                  <a:pt x="6682607" y="1108893"/>
                </a:cubicBezTo>
                <a:close/>
                <a:moveTo>
                  <a:pt x="2018296" y="2820202"/>
                </a:moveTo>
                <a:cubicBezTo>
                  <a:pt x="2024020" y="2819935"/>
                  <a:pt x="2028449" y="2815081"/>
                  <a:pt x="2028181" y="2809357"/>
                </a:cubicBezTo>
                <a:cubicBezTo>
                  <a:pt x="2027914" y="2803632"/>
                  <a:pt x="2023043" y="2799205"/>
                  <a:pt x="2017336" y="2799472"/>
                </a:cubicBezTo>
                <a:cubicBezTo>
                  <a:pt x="2014474" y="2799614"/>
                  <a:pt x="2011936" y="2800899"/>
                  <a:pt x="2010147" y="2802863"/>
                </a:cubicBezTo>
                <a:lnTo>
                  <a:pt x="2007454" y="2810324"/>
                </a:lnTo>
                <a:lnTo>
                  <a:pt x="2010667" y="2817339"/>
                </a:lnTo>
                <a:cubicBezTo>
                  <a:pt x="2012535" y="2819117"/>
                  <a:pt x="2015060" y="2820201"/>
                  <a:pt x="2017815" y="2820202"/>
                </a:cubicBezTo>
                <a:cubicBezTo>
                  <a:pt x="2017976" y="2820201"/>
                  <a:pt x="2018136" y="2820202"/>
                  <a:pt x="2018296" y="2820202"/>
                </a:cubicBezTo>
                <a:close/>
                <a:moveTo>
                  <a:pt x="6497048" y="1178711"/>
                </a:moveTo>
                <a:cubicBezTo>
                  <a:pt x="6506258" y="1175031"/>
                  <a:pt x="6510738" y="1164577"/>
                  <a:pt x="6507040" y="1155367"/>
                </a:cubicBezTo>
                <a:cubicBezTo>
                  <a:pt x="6503359" y="1146176"/>
                  <a:pt x="6492905" y="1141696"/>
                  <a:pt x="6483696" y="1145375"/>
                </a:cubicBezTo>
                <a:cubicBezTo>
                  <a:pt x="6474504" y="1149056"/>
                  <a:pt x="6470023" y="1159509"/>
                  <a:pt x="6473705" y="1168720"/>
                </a:cubicBezTo>
                <a:cubicBezTo>
                  <a:pt x="6476515" y="1175742"/>
                  <a:pt x="6483253" y="1180009"/>
                  <a:pt x="6490381" y="1180009"/>
                </a:cubicBezTo>
                <a:cubicBezTo>
                  <a:pt x="6492604" y="1180009"/>
                  <a:pt x="6494861" y="1179601"/>
                  <a:pt x="6497048" y="1178711"/>
                </a:cubicBezTo>
                <a:close/>
                <a:moveTo>
                  <a:pt x="6776676" y="1078242"/>
                </a:moveTo>
                <a:cubicBezTo>
                  <a:pt x="6786151" y="1075327"/>
                  <a:pt x="6791485" y="1065300"/>
                  <a:pt x="6788587" y="1055824"/>
                </a:cubicBezTo>
                <a:cubicBezTo>
                  <a:pt x="6785689" y="1046330"/>
                  <a:pt x="6775644" y="1040996"/>
                  <a:pt x="6766167" y="1043893"/>
                </a:cubicBezTo>
                <a:cubicBezTo>
                  <a:pt x="6756692" y="1046791"/>
                  <a:pt x="6751341" y="1056837"/>
                  <a:pt x="6754255" y="1066313"/>
                </a:cubicBezTo>
                <a:cubicBezTo>
                  <a:pt x="6756620" y="1074047"/>
                  <a:pt x="6763732" y="1079025"/>
                  <a:pt x="6771412" y="1079025"/>
                </a:cubicBezTo>
                <a:cubicBezTo>
                  <a:pt x="6773155" y="1079024"/>
                  <a:pt x="6774915" y="1078776"/>
                  <a:pt x="6776676" y="1078242"/>
                </a:cubicBezTo>
                <a:close/>
                <a:moveTo>
                  <a:pt x="4939780" y="1752757"/>
                </a:moveTo>
                <a:cubicBezTo>
                  <a:pt x="4949165" y="1752810"/>
                  <a:pt x="4956813" y="1745218"/>
                  <a:pt x="4956849" y="1735831"/>
                </a:cubicBezTo>
                <a:cubicBezTo>
                  <a:pt x="4956884" y="1726426"/>
                  <a:pt x="4949310" y="1718781"/>
                  <a:pt x="4939905" y="1718745"/>
                </a:cubicBezTo>
                <a:cubicBezTo>
                  <a:pt x="4930518" y="1718710"/>
                  <a:pt x="4922872" y="1726301"/>
                  <a:pt x="4922837" y="1735689"/>
                </a:cubicBezTo>
                <a:cubicBezTo>
                  <a:pt x="4922801" y="1745093"/>
                  <a:pt x="4930391" y="1752739"/>
                  <a:pt x="4939780" y="1752757"/>
                </a:cubicBezTo>
                <a:close/>
                <a:moveTo>
                  <a:pt x="2429717" y="2674574"/>
                </a:moveTo>
                <a:cubicBezTo>
                  <a:pt x="2435833" y="2673312"/>
                  <a:pt x="2439781" y="2667339"/>
                  <a:pt x="2438536" y="2661223"/>
                </a:cubicBezTo>
                <a:cubicBezTo>
                  <a:pt x="2437291" y="2655089"/>
                  <a:pt x="2431318" y="2651142"/>
                  <a:pt x="2425184" y="2652387"/>
                </a:cubicBezTo>
                <a:cubicBezTo>
                  <a:pt x="2419068" y="2653631"/>
                  <a:pt x="2415103" y="2659605"/>
                  <a:pt x="2416366" y="2665739"/>
                </a:cubicBezTo>
                <a:cubicBezTo>
                  <a:pt x="2417451" y="2671107"/>
                  <a:pt x="2422160" y="2674806"/>
                  <a:pt x="2427442" y="2674806"/>
                </a:cubicBezTo>
                <a:cubicBezTo>
                  <a:pt x="2428188" y="2674806"/>
                  <a:pt x="2428954" y="2674717"/>
                  <a:pt x="2429717" y="2674574"/>
                </a:cubicBezTo>
                <a:close/>
                <a:moveTo>
                  <a:pt x="6405077" y="1216278"/>
                </a:moveTo>
                <a:cubicBezTo>
                  <a:pt x="6414235" y="1212473"/>
                  <a:pt x="6418572" y="1201966"/>
                  <a:pt x="6414768" y="1192810"/>
                </a:cubicBezTo>
                <a:cubicBezTo>
                  <a:pt x="6412866" y="1188223"/>
                  <a:pt x="6409287" y="1184845"/>
                  <a:pt x="6405041" y="1183090"/>
                </a:cubicBezTo>
                <a:cubicBezTo>
                  <a:pt x="6400793" y="1181333"/>
                  <a:pt x="6395878" y="1181200"/>
                  <a:pt x="6391300" y="1183102"/>
                </a:cubicBezTo>
                <a:cubicBezTo>
                  <a:pt x="6382143" y="1186908"/>
                  <a:pt x="6377805" y="1197414"/>
                  <a:pt x="6381609" y="1206571"/>
                </a:cubicBezTo>
                <a:cubicBezTo>
                  <a:pt x="6384472" y="1213487"/>
                  <a:pt x="6391157" y="1217647"/>
                  <a:pt x="6398198" y="1217647"/>
                </a:cubicBezTo>
                <a:cubicBezTo>
                  <a:pt x="6400491" y="1217647"/>
                  <a:pt x="6402820" y="1217202"/>
                  <a:pt x="6405077" y="1216278"/>
                </a:cubicBezTo>
                <a:close/>
                <a:moveTo>
                  <a:pt x="4700939" y="1841776"/>
                </a:moveTo>
                <a:cubicBezTo>
                  <a:pt x="4709418" y="1841776"/>
                  <a:pt x="4716512" y="1835126"/>
                  <a:pt x="4716958" y="1826557"/>
                </a:cubicBezTo>
                <a:cubicBezTo>
                  <a:pt x="4717436" y="1817702"/>
                  <a:pt x="4710645" y="1810147"/>
                  <a:pt x="4701790" y="1809667"/>
                </a:cubicBezTo>
                <a:cubicBezTo>
                  <a:pt x="4692920" y="1809204"/>
                  <a:pt x="4685363" y="1815995"/>
                  <a:pt x="4684885" y="1824850"/>
                </a:cubicBezTo>
                <a:cubicBezTo>
                  <a:pt x="4684404" y="1833704"/>
                  <a:pt x="4691210" y="1841278"/>
                  <a:pt x="4700068" y="1841740"/>
                </a:cubicBezTo>
                <a:cubicBezTo>
                  <a:pt x="4700369" y="1841776"/>
                  <a:pt x="4700654" y="1841775"/>
                  <a:pt x="4700939" y="1841776"/>
                </a:cubicBezTo>
                <a:close/>
                <a:moveTo>
                  <a:pt x="3567745" y="2257784"/>
                </a:moveTo>
                <a:cubicBezTo>
                  <a:pt x="3574289" y="2255988"/>
                  <a:pt x="3578127" y="2249232"/>
                  <a:pt x="3576332" y="2242707"/>
                </a:cubicBezTo>
                <a:cubicBezTo>
                  <a:pt x="3574554" y="2236165"/>
                  <a:pt x="3567798" y="2232324"/>
                  <a:pt x="3561256" y="2234120"/>
                </a:cubicBezTo>
                <a:cubicBezTo>
                  <a:pt x="3554731" y="2235898"/>
                  <a:pt x="3550891" y="2242654"/>
                  <a:pt x="3552669" y="2249197"/>
                </a:cubicBezTo>
                <a:cubicBezTo>
                  <a:pt x="3554162" y="2254637"/>
                  <a:pt x="3559105" y="2258210"/>
                  <a:pt x="3564492" y="2258211"/>
                </a:cubicBezTo>
                <a:cubicBezTo>
                  <a:pt x="3565575" y="2258211"/>
                  <a:pt x="3566661" y="2258067"/>
                  <a:pt x="3567745" y="2257784"/>
                </a:cubicBezTo>
                <a:close/>
                <a:moveTo>
                  <a:pt x="4306691" y="1987900"/>
                </a:moveTo>
                <a:lnTo>
                  <a:pt x="4306694" y="1987891"/>
                </a:lnTo>
                <a:lnTo>
                  <a:pt x="4306690" y="1987882"/>
                </a:lnTo>
                <a:close/>
                <a:moveTo>
                  <a:pt x="3988537" y="2104957"/>
                </a:moveTo>
                <a:cubicBezTo>
                  <a:pt x="3995738" y="2103837"/>
                  <a:pt x="4000697" y="2097081"/>
                  <a:pt x="3999578" y="2089862"/>
                </a:cubicBezTo>
                <a:cubicBezTo>
                  <a:pt x="3998459" y="2082644"/>
                  <a:pt x="3991700" y="2077701"/>
                  <a:pt x="3984485" y="2078822"/>
                </a:cubicBezTo>
                <a:cubicBezTo>
                  <a:pt x="3977283" y="2079942"/>
                  <a:pt x="3972340" y="2086697"/>
                  <a:pt x="3973442" y="2093916"/>
                </a:cubicBezTo>
                <a:cubicBezTo>
                  <a:pt x="3974456" y="2100440"/>
                  <a:pt x="3980091" y="2105098"/>
                  <a:pt x="3986493" y="2105099"/>
                </a:cubicBezTo>
                <a:cubicBezTo>
                  <a:pt x="3987168" y="2105099"/>
                  <a:pt x="3987844" y="2105064"/>
                  <a:pt x="3988537" y="2104957"/>
                </a:cubicBezTo>
                <a:close/>
                <a:moveTo>
                  <a:pt x="1161351" y="3142853"/>
                </a:moveTo>
                <a:cubicBezTo>
                  <a:pt x="1163822" y="3142853"/>
                  <a:pt x="1166188" y="3141466"/>
                  <a:pt x="1167308" y="3139083"/>
                </a:cubicBezTo>
                <a:cubicBezTo>
                  <a:pt x="1168838" y="3135794"/>
                  <a:pt x="1167433" y="3131865"/>
                  <a:pt x="1164143" y="3130319"/>
                </a:cubicBezTo>
                <a:cubicBezTo>
                  <a:pt x="1160854" y="3128772"/>
                  <a:pt x="1156943" y="3130194"/>
                  <a:pt x="1155396" y="3133484"/>
                </a:cubicBezTo>
                <a:cubicBezTo>
                  <a:pt x="1153849" y="3136773"/>
                  <a:pt x="1155271" y="3140684"/>
                  <a:pt x="1158543" y="3142231"/>
                </a:cubicBezTo>
                <a:cubicBezTo>
                  <a:pt x="1159448" y="3142657"/>
                  <a:pt x="1160410" y="3142853"/>
                  <a:pt x="1161351" y="3142853"/>
                </a:cubicBezTo>
                <a:close/>
                <a:moveTo>
                  <a:pt x="6313428" y="1254823"/>
                </a:moveTo>
                <a:cubicBezTo>
                  <a:pt x="6322565" y="1250947"/>
                  <a:pt x="6326815" y="1240404"/>
                  <a:pt x="6322922" y="1231265"/>
                </a:cubicBezTo>
                <a:cubicBezTo>
                  <a:pt x="6320984" y="1226705"/>
                  <a:pt x="6317380" y="1223362"/>
                  <a:pt x="6313120" y="1221645"/>
                </a:cubicBezTo>
                <a:cubicBezTo>
                  <a:pt x="6308860" y="1219927"/>
                  <a:pt x="6303944" y="1219834"/>
                  <a:pt x="6299382" y="1221772"/>
                </a:cubicBezTo>
                <a:cubicBezTo>
                  <a:pt x="6290262" y="1225648"/>
                  <a:pt x="6285995" y="1236190"/>
                  <a:pt x="6289888" y="1245329"/>
                </a:cubicBezTo>
                <a:cubicBezTo>
                  <a:pt x="6292786" y="1252156"/>
                  <a:pt x="6299417" y="1256263"/>
                  <a:pt x="6306405" y="1256263"/>
                </a:cubicBezTo>
                <a:cubicBezTo>
                  <a:pt x="6308751" y="1256263"/>
                  <a:pt x="6311134" y="1255800"/>
                  <a:pt x="6313428" y="1254823"/>
                </a:cubicBezTo>
                <a:close/>
                <a:moveTo>
                  <a:pt x="5377408" y="1598986"/>
                </a:moveTo>
                <a:cubicBezTo>
                  <a:pt x="5387078" y="1596782"/>
                  <a:pt x="5393123" y="1587164"/>
                  <a:pt x="5390921" y="1577492"/>
                </a:cubicBezTo>
                <a:cubicBezTo>
                  <a:pt x="5388714" y="1567820"/>
                  <a:pt x="5379098" y="1561775"/>
                  <a:pt x="5369426" y="1563980"/>
                </a:cubicBezTo>
                <a:cubicBezTo>
                  <a:pt x="5359754" y="1566184"/>
                  <a:pt x="5353710" y="1575803"/>
                  <a:pt x="5355912" y="1585475"/>
                </a:cubicBezTo>
                <a:cubicBezTo>
                  <a:pt x="5357817" y="1593795"/>
                  <a:pt x="5365211" y="1599449"/>
                  <a:pt x="5373408" y="1599448"/>
                </a:cubicBezTo>
                <a:cubicBezTo>
                  <a:pt x="5374723" y="1599448"/>
                  <a:pt x="5376074" y="1599307"/>
                  <a:pt x="5377408" y="1598986"/>
                </a:cubicBezTo>
                <a:close/>
                <a:moveTo>
                  <a:pt x="6871739" y="1051307"/>
                </a:moveTo>
                <a:cubicBezTo>
                  <a:pt x="6881339" y="1048819"/>
                  <a:pt x="6887100" y="1039022"/>
                  <a:pt x="6884611" y="1029422"/>
                </a:cubicBezTo>
                <a:cubicBezTo>
                  <a:pt x="6882122" y="1019821"/>
                  <a:pt x="6872307" y="1014061"/>
                  <a:pt x="6862707" y="1016550"/>
                </a:cubicBezTo>
                <a:cubicBezTo>
                  <a:pt x="6853106" y="1019039"/>
                  <a:pt x="6847347" y="1028852"/>
                  <a:pt x="6849835" y="1038453"/>
                </a:cubicBezTo>
                <a:cubicBezTo>
                  <a:pt x="6851933" y="1046543"/>
                  <a:pt x="6859222" y="1051894"/>
                  <a:pt x="6867224" y="1051894"/>
                </a:cubicBezTo>
                <a:cubicBezTo>
                  <a:pt x="6868716" y="1051894"/>
                  <a:pt x="6870228" y="1051716"/>
                  <a:pt x="6871739" y="1051307"/>
                </a:cubicBezTo>
                <a:close/>
                <a:moveTo>
                  <a:pt x="7651122" y="767365"/>
                </a:moveTo>
                <a:cubicBezTo>
                  <a:pt x="7654545" y="764721"/>
                  <a:pt x="7657131" y="760943"/>
                  <a:pt x="7658242" y="756409"/>
                </a:cubicBezTo>
                <a:cubicBezTo>
                  <a:pt x="7660857" y="745760"/>
                  <a:pt x="7654349" y="735003"/>
                  <a:pt x="7643700" y="732390"/>
                </a:cubicBezTo>
                <a:cubicBezTo>
                  <a:pt x="7633068" y="729777"/>
                  <a:pt x="7622311" y="736283"/>
                  <a:pt x="7619680" y="746934"/>
                </a:cubicBezTo>
                <a:cubicBezTo>
                  <a:pt x="7617067" y="757583"/>
                  <a:pt x="7623573" y="768322"/>
                  <a:pt x="7634224" y="770953"/>
                </a:cubicBezTo>
                <a:cubicBezTo>
                  <a:pt x="7635823" y="771344"/>
                  <a:pt x="7637406" y="771521"/>
                  <a:pt x="7638988" y="771521"/>
                </a:cubicBezTo>
                <a:cubicBezTo>
                  <a:pt x="7643441" y="771521"/>
                  <a:pt x="7647699" y="770010"/>
                  <a:pt x="7651122" y="767365"/>
                </a:cubicBezTo>
                <a:close/>
                <a:moveTo>
                  <a:pt x="3660373" y="2233640"/>
                </a:moveTo>
                <a:cubicBezTo>
                  <a:pt x="3666934" y="2232022"/>
                  <a:pt x="3670952" y="2225373"/>
                  <a:pt x="3669334" y="2218795"/>
                </a:cubicBezTo>
                <a:cubicBezTo>
                  <a:pt x="3667716" y="2212216"/>
                  <a:pt x="3661068" y="2208198"/>
                  <a:pt x="3654489" y="2209834"/>
                </a:cubicBezTo>
                <a:cubicBezTo>
                  <a:pt x="3647913" y="2211452"/>
                  <a:pt x="3643891" y="2218102"/>
                  <a:pt x="3645510" y="2224680"/>
                </a:cubicBezTo>
                <a:cubicBezTo>
                  <a:pt x="3646898" y="2230263"/>
                  <a:pt x="3651912" y="2234014"/>
                  <a:pt x="3657421" y="2234013"/>
                </a:cubicBezTo>
                <a:cubicBezTo>
                  <a:pt x="3658382" y="2234014"/>
                  <a:pt x="3659378" y="2233889"/>
                  <a:pt x="3660356" y="2233640"/>
                </a:cubicBezTo>
                <a:close/>
                <a:moveTo>
                  <a:pt x="6221973" y="1293972"/>
                </a:moveTo>
                <a:cubicBezTo>
                  <a:pt x="6231076" y="1290060"/>
                  <a:pt x="6235290" y="1279482"/>
                  <a:pt x="6231360" y="1270379"/>
                </a:cubicBezTo>
                <a:cubicBezTo>
                  <a:pt x="6229405" y="1265828"/>
                  <a:pt x="6225787" y="1262499"/>
                  <a:pt x="6221520" y="1260796"/>
                </a:cubicBezTo>
                <a:cubicBezTo>
                  <a:pt x="6217253" y="1259094"/>
                  <a:pt x="6212337" y="1259019"/>
                  <a:pt x="6207786" y="1260974"/>
                </a:cubicBezTo>
                <a:cubicBezTo>
                  <a:pt x="6198665" y="1264885"/>
                  <a:pt x="6194451" y="1275446"/>
                  <a:pt x="6198363" y="1284566"/>
                </a:cubicBezTo>
                <a:cubicBezTo>
                  <a:pt x="6201296" y="1291359"/>
                  <a:pt x="6207910" y="1295430"/>
                  <a:pt x="6214879" y="1295430"/>
                </a:cubicBezTo>
                <a:cubicBezTo>
                  <a:pt x="6217244" y="1295430"/>
                  <a:pt x="6219645" y="1294967"/>
                  <a:pt x="6221973" y="1293972"/>
                </a:cubicBezTo>
                <a:close/>
                <a:moveTo>
                  <a:pt x="8204802" y="567864"/>
                </a:moveTo>
                <a:cubicBezTo>
                  <a:pt x="8213514" y="567864"/>
                  <a:pt x="8221798" y="562851"/>
                  <a:pt x="8225568" y="554387"/>
                </a:cubicBezTo>
                <a:cubicBezTo>
                  <a:pt x="8230652" y="542920"/>
                  <a:pt x="8225497" y="529515"/>
                  <a:pt x="8214029" y="524430"/>
                </a:cubicBezTo>
                <a:cubicBezTo>
                  <a:pt x="8208305" y="521879"/>
                  <a:pt x="8202091" y="521897"/>
                  <a:pt x="8196671" y="523983"/>
                </a:cubicBezTo>
                <a:cubicBezTo>
                  <a:pt x="8191250" y="526071"/>
                  <a:pt x="8186624" y="530227"/>
                  <a:pt x="8184072" y="535951"/>
                </a:cubicBezTo>
                <a:cubicBezTo>
                  <a:pt x="8178988" y="547401"/>
                  <a:pt x="8184161" y="560824"/>
                  <a:pt x="8195610" y="565908"/>
                </a:cubicBezTo>
                <a:cubicBezTo>
                  <a:pt x="8198597" y="567241"/>
                  <a:pt x="8201726" y="567864"/>
                  <a:pt x="8204802" y="567864"/>
                </a:cubicBezTo>
                <a:close/>
                <a:moveTo>
                  <a:pt x="2523235" y="2653702"/>
                </a:moveTo>
                <a:cubicBezTo>
                  <a:pt x="2529297" y="2652226"/>
                  <a:pt x="2533031" y="2646111"/>
                  <a:pt x="2531573" y="2640030"/>
                </a:cubicBezTo>
                <a:cubicBezTo>
                  <a:pt x="2530097" y="2633950"/>
                  <a:pt x="2523982" y="2630216"/>
                  <a:pt x="2517902" y="2631692"/>
                </a:cubicBezTo>
                <a:cubicBezTo>
                  <a:pt x="2511821" y="2633168"/>
                  <a:pt x="2508087" y="2639266"/>
                  <a:pt x="2509562" y="2645347"/>
                </a:cubicBezTo>
                <a:cubicBezTo>
                  <a:pt x="2510807" y="2650537"/>
                  <a:pt x="2515448" y="2654022"/>
                  <a:pt x="2520550" y="2654022"/>
                </a:cubicBezTo>
                <a:cubicBezTo>
                  <a:pt x="2521439" y="2654022"/>
                  <a:pt x="2522328" y="2653915"/>
                  <a:pt x="2523235" y="2653702"/>
                </a:cubicBezTo>
                <a:close/>
                <a:moveTo>
                  <a:pt x="6130502" y="1333317"/>
                </a:moveTo>
                <a:cubicBezTo>
                  <a:pt x="6139621" y="1329405"/>
                  <a:pt x="6143835" y="1318844"/>
                  <a:pt x="6139924" y="1309724"/>
                </a:cubicBezTo>
                <a:cubicBezTo>
                  <a:pt x="6137960" y="1305172"/>
                  <a:pt x="6134337" y="1301844"/>
                  <a:pt x="6130067" y="1300141"/>
                </a:cubicBezTo>
                <a:cubicBezTo>
                  <a:pt x="6125799" y="1298439"/>
                  <a:pt x="6120882" y="1298363"/>
                  <a:pt x="6116331" y="1300319"/>
                </a:cubicBezTo>
                <a:cubicBezTo>
                  <a:pt x="6107210" y="1304230"/>
                  <a:pt x="6102998" y="1314791"/>
                  <a:pt x="6106908" y="1323912"/>
                </a:cubicBezTo>
                <a:cubicBezTo>
                  <a:pt x="6109842" y="1330703"/>
                  <a:pt x="6116455" y="1334775"/>
                  <a:pt x="6123425" y="1334775"/>
                </a:cubicBezTo>
                <a:cubicBezTo>
                  <a:pt x="6125789" y="1334774"/>
                  <a:pt x="6128190" y="1334312"/>
                  <a:pt x="6130502" y="1333317"/>
                </a:cubicBezTo>
                <a:close/>
                <a:moveTo>
                  <a:pt x="5474714" y="1574647"/>
                </a:moveTo>
                <a:cubicBezTo>
                  <a:pt x="5484294" y="1572051"/>
                  <a:pt x="5489948" y="1562202"/>
                  <a:pt x="5487353" y="1552620"/>
                </a:cubicBezTo>
                <a:cubicBezTo>
                  <a:pt x="5484756" y="1543054"/>
                  <a:pt x="5474890" y="1537401"/>
                  <a:pt x="5465306" y="1539996"/>
                </a:cubicBezTo>
                <a:cubicBezTo>
                  <a:pt x="5455724" y="1542592"/>
                  <a:pt x="5450069" y="1552459"/>
                  <a:pt x="5452666" y="1562025"/>
                </a:cubicBezTo>
                <a:lnTo>
                  <a:pt x="5452682" y="1562025"/>
                </a:lnTo>
                <a:cubicBezTo>
                  <a:pt x="5454853" y="1570025"/>
                  <a:pt x="5462108" y="1575287"/>
                  <a:pt x="5470000" y="1575287"/>
                </a:cubicBezTo>
                <a:cubicBezTo>
                  <a:pt x="5471565" y="1575287"/>
                  <a:pt x="5473148" y="1575074"/>
                  <a:pt x="5474714" y="1574647"/>
                </a:cubicBezTo>
                <a:close/>
                <a:moveTo>
                  <a:pt x="756187" y="3305798"/>
                </a:moveTo>
                <a:cubicBezTo>
                  <a:pt x="757307" y="3305797"/>
                  <a:pt x="758410" y="3305299"/>
                  <a:pt x="759138" y="3304340"/>
                </a:cubicBezTo>
                <a:cubicBezTo>
                  <a:pt x="760401" y="3302722"/>
                  <a:pt x="760099" y="3300375"/>
                  <a:pt x="758481" y="3299113"/>
                </a:cubicBezTo>
                <a:cubicBezTo>
                  <a:pt x="756845" y="3297850"/>
                  <a:pt x="754498" y="3298134"/>
                  <a:pt x="753236" y="3299770"/>
                </a:cubicBezTo>
                <a:cubicBezTo>
                  <a:pt x="751974" y="3301405"/>
                  <a:pt x="752276" y="3303752"/>
                  <a:pt x="753911" y="3305015"/>
                </a:cubicBezTo>
                <a:cubicBezTo>
                  <a:pt x="754587" y="3305530"/>
                  <a:pt x="755387" y="3305797"/>
                  <a:pt x="756187" y="3305798"/>
                </a:cubicBezTo>
                <a:close/>
                <a:moveTo>
                  <a:pt x="7402742" y="868043"/>
                </a:moveTo>
                <a:cubicBezTo>
                  <a:pt x="7412396" y="868061"/>
                  <a:pt x="7420628" y="860699"/>
                  <a:pt x="7421552" y="850886"/>
                </a:cubicBezTo>
                <a:cubicBezTo>
                  <a:pt x="7422512" y="840485"/>
                  <a:pt x="7414868" y="831275"/>
                  <a:pt x="7404467" y="830315"/>
                </a:cubicBezTo>
                <a:cubicBezTo>
                  <a:pt x="7394065" y="829356"/>
                  <a:pt x="7384856" y="837001"/>
                  <a:pt x="7383896" y="847401"/>
                </a:cubicBezTo>
                <a:cubicBezTo>
                  <a:pt x="7382937" y="857785"/>
                  <a:pt x="7390581" y="866993"/>
                  <a:pt x="7400982" y="867972"/>
                </a:cubicBezTo>
                <a:cubicBezTo>
                  <a:pt x="7401569" y="868043"/>
                  <a:pt x="7402155" y="868043"/>
                  <a:pt x="7402742" y="868043"/>
                </a:cubicBezTo>
                <a:close/>
                <a:moveTo>
                  <a:pt x="6967816" y="1028888"/>
                </a:moveTo>
                <a:cubicBezTo>
                  <a:pt x="6977524" y="1026879"/>
                  <a:pt x="6983764" y="1017368"/>
                  <a:pt x="6981755" y="1007661"/>
                </a:cubicBezTo>
                <a:cubicBezTo>
                  <a:pt x="6979764" y="997953"/>
                  <a:pt x="6970270" y="991713"/>
                  <a:pt x="6960545" y="993704"/>
                </a:cubicBezTo>
                <a:cubicBezTo>
                  <a:pt x="6950837" y="995713"/>
                  <a:pt x="6944596" y="1005207"/>
                  <a:pt x="6946605" y="1014914"/>
                </a:cubicBezTo>
                <a:cubicBezTo>
                  <a:pt x="6948348" y="1023412"/>
                  <a:pt x="6955815" y="1029262"/>
                  <a:pt x="6964153" y="1029261"/>
                </a:cubicBezTo>
                <a:cubicBezTo>
                  <a:pt x="6965363" y="1029261"/>
                  <a:pt x="6966589" y="1029137"/>
                  <a:pt x="6967816" y="1028888"/>
                </a:cubicBezTo>
                <a:close/>
                <a:moveTo>
                  <a:pt x="1797535" y="2926004"/>
                </a:moveTo>
                <a:cubicBezTo>
                  <a:pt x="1802549" y="2926004"/>
                  <a:pt x="1806727" y="2922039"/>
                  <a:pt x="1806940" y="2916972"/>
                </a:cubicBezTo>
                <a:cubicBezTo>
                  <a:pt x="1807153" y="2911780"/>
                  <a:pt x="1803117" y="2907390"/>
                  <a:pt x="1797926" y="2907176"/>
                </a:cubicBezTo>
                <a:cubicBezTo>
                  <a:pt x="1792717" y="2906945"/>
                  <a:pt x="1788325" y="2910980"/>
                  <a:pt x="1788112" y="2916190"/>
                </a:cubicBezTo>
                <a:cubicBezTo>
                  <a:pt x="1787881" y="2921381"/>
                  <a:pt x="1791933" y="2925791"/>
                  <a:pt x="1797126" y="2926004"/>
                </a:cubicBezTo>
                <a:close/>
                <a:moveTo>
                  <a:pt x="4321358" y="2001554"/>
                </a:moveTo>
                <a:cubicBezTo>
                  <a:pt x="4329164" y="2001270"/>
                  <a:pt x="4335278" y="1994710"/>
                  <a:pt x="4334993" y="1986887"/>
                </a:cubicBezTo>
                <a:cubicBezTo>
                  <a:pt x="4334710" y="1979064"/>
                  <a:pt x="4328149" y="1972966"/>
                  <a:pt x="4320326" y="1973232"/>
                </a:cubicBezTo>
                <a:cubicBezTo>
                  <a:pt x="4316425" y="1973375"/>
                  <a:pt x="4312944" y="1975091"/>
                  <a:pt x="4310476" y="1977746"/>
                </a:cubicBezTo>
                <a:lnTo>
                  <a:pt x="4306694" y="1987891"/>
                </a:lnTo>
                <a:lnTo>
                  <a:pt x="4311020" y="1997585"/>
                </a:lnTo>
                <a:cubicBezTo>
                  <a:pt x="4313575" y="2000047"/>
                  <a:pt x="4317047" y="2001554"/>
                  <a:pt x="4320841" y="2001554"/>
                </a:cubicBezTo>
                <a:cubicBezTo>
                  <a:pt x="4321004" y="2001554"/>
                  <a:pt x="4321180" y="2001554"/>
                  <a:pt x="4321358" y="2001554"/>
                </a:cubicBezTo>
                <a:close/>
                <a:moveTo>
                  <a:pt x="6038868" y="1372448"/>
                </a:moveTo>
                <a:cubicBezTo>
                  <a:pt x="6048007" y="1368590"/>
                  <a:pt x="6052274" y="1358047"/>
                  <a:pt x="6048399" y="1348909"/>
                </a:cubicBezTo>
                <a:cubicBezTo>
                  <a:pt x="6046460" y="1344349"/>
                  <a:pt x="6042855" y="1341002"/>
                  <a:pt x="6038595" y="1339279"/>
                </a:cubicBezTo>
                <a:cubicBezTo>
                  <a:pt x="6034335" y="1337557"/>
                  <a:pt x="6029419" y="1337459"/>
                  <a:pt x="6024859" y="1339397"/>
                </a:cubicBezTo>
                <a:cubicBezTo>
                  <a:pt x="6015720" y="1343273"/>
                  <a:pt x="6011453" y="1353798"/>
                  <a:pt x="6015330" y="1362936"/>
                </a:cubicBezTo>
                <a:cubicBezTo>
                  <a:pt x="6018226" y="1369781"/>
                  <a:pt x="6024876" y="1373889"/>
                  <a:pt x="6031882" y="1373889"/>
                </a:cubicBezTo>
                <a:cubicBezTo>
                  <a:pt x="6034211" y="1373888"/>
                  <a:pt x="6036593" y="1373425"/>
                  <a:pt x="6038868" y="1372448"/>
                </a:cubicBezTo>
                <a:close/>
                <a:moveTo>
                  <a:pt x="2113396" y="2813233"/>
                </a:moveTo>
                <a:cubicBezTo>
                  <a:pt x="2119103" y="2812664"/>
                  <a:pt x="2123263" y="2807597"/>
                  <a:pt x="2122694" y="2801889"/>
                </a:cubicBezTo>
                <a:cubicBezTo>
                  <a:pt x="2122125" y="2796183"/>
                  <a:pt x="2117058" y="2792022"/>
                  <a:pt x="2111352" y="2792591"/>
                </a:cubicBezTo>
                <a:cubicBezTo>
                  <a:pt x="2105643" y="2793160"/>
                  <a:pt x="2101484" y="2798227"/>
                  <a:pt x="2102053" y="2803935"/>
                </a:cubicBezTo>
                <a:cubicBezTo>
                  <a:pt x="2102586" y="2809286"/>
                  <a:pt x="2107102" y="2813286"/>
                  <a:pt x="2112364" y="2813286"/>
                </a:cubicBezTo>
                <a:cubicBezTo>
                  <a:pt x="2112703" y="2813285"/>
                  <a:pt x="2113057" y="2813268"/>
                  <a:pt x="2113396" y="2813233"/>
                </a:cubicBezTo>
                <a:close/>
                <a:moveTo>
                  <a:pt x="3753570" y="2212039"/>
                </a:moveTo>
                <a:cubicBezTo>
                  <a:pt x="3760183" y="2210598"/>
                  <a:pt x="3764398" y="2204073"/>
                  <a:pt x="3762958" y="2197442"/>
                </a:cubicBezTo>
                <a:cubicBezTo>
                  <a:pt x="3761518" y="2190828"/>
                  <a:pt x="3754993" y="2186615"/>
                  <a:pt x="3748379" y="2188055"/>
                </a:cubicBezTo>
                <a:cubicBezTo>
                  <a:pt x="3741748" y="2189495"/>
                  <a:pt x="3737553" y="2196020"/>
                  <a:pt x="3738993" y="2202634"/>
                </a:cubicBezTo>
                <a:cubicBezTo>
                  <a:pt x="3740218" y="2208394"/>
                  <a:pt x="3745305" y="2212323"/>
                  <a:pt x="3750956" y="2212323"/>
                </a:cubicBezTo>
                <a:cubicBezTo>
                  <a:pt x="3751830" y="2212323"/>
                  <a:pt x="3752698" y="2212217"/>
                  <a:pt x="3753570" y="2212039"/>
                </a:cubicBezTo>
                <a:close/>
                <a:moveTo>
                  <a:pt x="2615917" y="2629683"/>
                </a:moveTo>
                <a:cubicBezTo>
                  <a:pt x="2621943" y="2628012"/>
                  <a:pt x="2625463" y="2621771"/>
                  <a:pt x="2623810" y="2615762"/>
                </a:cubicBezTo>
                <a:cubicBezTo>
                  <a:pt x="2622140" y="2609735"/>
                  <a:pt x="2615898" y="2606198"/>
                  <a:pt x="2609872" y="2607869"/>
                </a:cubicBezTo>
                <a:cubicBezTo>
                  <a:pt x="2603862" y="2609521"/>
                  <a:pt x="2600324" y="2615762"/>
                  <a:pt x="2601978" y="2621789"/>
                </a:cubicBezTo>
                <a:cubicBezTo>
                  <a:pt x="2603364" y="2626803"/>
                  <a:pt x="2607933" y="2630092"/>
                  <a:pt x="2612894" y="2630092"/>
                </a:cubicBezTo>
                <a:cubicBezTo>
                  <a:pt x="2613889" y="2630092"/>
                  <a:pt x="2614903" y="2629950"/>
                  <a:pt x="2615917" y="2629683"/>
                </a:cubicBezTo>
                <a:close/>
                <a:moveTo>
                  <a:pt x="7878089" y="699463"/>
                </a:moveTo>
                <a:cubicBezTo>
                  <a:pt x="7881536" y="697085"/>
                  <a:pt x="7884300" y="693649"/>
                  <a:pt x="7885830" y="689418"/>
                </a:cubicBezTo>
                <a:cubicBezTo>
                  <a:pt x="7889724" y="678608"/>
                  <a:pt x="7884124" y="666697"/>
                  <a:pt x="7873331" y="662786"/>
                </a:cubicBezTo>
                <a:cubicBezTo>
                  <a:pt x="7862522" y="658891"/>
                  <a:pt x="7850592" y="664474"/>
                  <a:pt x="7846698" y="675284"/>
                </a:cubicBezTo>
                <a:cubicBezTo>
                  <a:pt x="7842787" y="686093"/>
                  <a:pt x="7848388" y="698005"/>
                  <a:pt x="7859198" y="701917"/>
                </a:cubicBezTo>
                <a:cubicBezTo>
                  <a:pt x="7861527" y="702752"/>
                  <a:pt x="7863909" y="703162"/>
                  <a:pt x="7866256" y="703161"/>
                </a:cubicBezTo>
                <a:cubicBezTo>
                  <a:pt x="7870515" y="703161"/>
                  <a:pt x="7874643" y="701841"/>
                  <a:pt x="7878089" y="699463"/>
                </a:cubicBezTo>
                <a:close/>
                <a:moveTo>
                  <a:pt x="4083763" y="2092031"/>
                </a:moveTo>
                <a:cubicBezTo>
                  <a:pt x="4091014" y="2091196"/>
                  <a:pt x="4096206" y="2084653"/>
                  <a:pt x="4095370" y="2077399"/>
                </a:cubicBezTo>
                <a:cubicBezTo>
                  <a:pt x="4094534" y="2070146"/>
                  <a:pt x="4087974" y="2064954"/>
                  <a:pt x="4080721" y="2065790"/>
                </a:cubicBezTo>
                <a:cubicBezTo>
                  <a:pt x="4073467" y="2066625"/>
                  <a:pt x="4068276" y="2073168"/>
                  <a:pt x="4069112" y="2080422"/>
                </a:cubicBezTo>
                <a:cubicBezTo>
                  <a:pt x="4069893" y="2087160"/>
                  <a:pt x="4075601" y="2092121"/>
                  <a:pt x="4082232" y="2092121"/>
                </a:cubicBezTo>
                <a:cubicBezTo>
                  <a:pt x="4082731" y="2092121"/>
                  <a:pt x="4083245" y="2092103"/>
                  <a:pt x="4083763" y="2092031"/>
                </a:cubicBezTo>
                <a:close/>
                <a:moveTo>
                  <a:pt x="5570913" y="1546735"/>
                </a:moveTo>
                <a:cubicBezTo>
                  <a:pt x="5580389" y="1543819"/>
                  <a:pt x="5585705" y="1533755"/>
                  <a:pt x="5582771" y="1524279"/>
                </a:cubicBezTo>
                <a:cubicBezTo>
                  <a:pt x="5579856" y="1514804"/>
                  <a:pt x="5569810" y="1509488"/>
                  <a:pt x="5560336" y="1512421"/>
                </a:cubicBezTo>
                <a:cubicBezTo>
                  <a:pt x="5550858" y="1515337"/>
                  <a:pt x="5545543" y="1525382"/>
                  <a:pt x="5548457" y="1534858"/>
                </a:cubicBezTo>
                <a:cubicBezTo>
                  <a:pt x="5550840" y="1542574"/>
                  <a:pt x="5557935" y="1547534"/>
                  <a:pt x="5565615" y="1547534"/>
                </a:cubicBezTo>
                <a:cubicBezTo>
                  <a:pt x="5567356" y="1547534"/>
                  <a:pt x="5569155" y="1547286"/>
                  <a:pt x="5570913" y="1546735"/>
                </a:cubicBezTo>
                <a:close/>
                <a:moveTo>
                  <a:pt x="5946614" y="1410601"/>
                </a:moveTo>
                <a:cubicBezTo>
                  <a:pt x="5955805" y="1406886"/>
                  <a:pt x="5960233" y="1396414"/>
                  <a:pt x="5956499" y="1387222"/>
                </a:cubicBezTo>
                <a:cubicBezTo>
                  <a:pt x="5952765" y="1378031"/>
                  <a:pt x="5942293" y="1373603"/>
                  <a:pt x="5933119" y="1377338"/>
                </a:cubicBezTo>
                <a:cubicBezTo>
                  <a:pt x="5923910" y="1381053"/>
                  <a:pt x="5919502" y="1391524"/>
                  <a:pt x="5923217" y="1400716"/>
                </a:cubicBezTo>
                <a:cubicBezTo>
                  <a:pt x="5926043" y="1407704"/>
                  <a:pt x="5932764" y="1411935"/>
                  <a:pt x="5939858" y="1411935"/>
                </a:cubicBezTo>
                <a:cubicBezTo>
                  <a:pt x="5942116" y="1411935"/>
                  <a:pt x="5944409" y="1411508"/>
                  <a:pt x="5946614" y="1410601"/>
                </a:cubicBezTo>
                <a:close/>
                <a:moveTo>
                  <a:pt x="1365987" y="3091917"/>
                </a:moveTo>
                <a:cubicBezTo>
                  <a:pt x="1369222" y="3091917"/>
                  <a:pt x="1372227" y="3089802"/>
                  <a:pt x="1373205" y="3086530"/>
                </a:cubicBezTo>
                <a:cubicBezTo>
                  <a:pt x="1374378" y="3082548"/>
                  <a:pt x="1372120" y="3078352"/>
                  <a:pt x="1368138" y="3077178"/>
                </a:cubicBezTo>
                <a:cubicBezTo>
                  <a:pt x="1364155" y="3075988"/>
                  <a:pt x="1359960" y="3078263"/>
                  <a:pt x="1358769" y="3082245"/>
                </a:cubicBezTo>
                <a:cubicBezTo>
                  <a:pt x="1357578" y="3086228"/>
                  <a:pt x="1359853" y="3090424"/>
                  <a:pt x="1363835" y="3091597"/>
                </a:cubicBezTo>
                <a:cubicBezTo>
                  <a:pt x="1364546" y="3091810"/>
                  <a:pt x="1365275" y="3091917"/>
                  <a:pt x="1365987" y="3091917"/>
                </a:cubicBezTo>
                <a:close/>
                <a:moveTo>
                  <a:pt x="5666100" y="1515888"/>
                </a:moveTo>
                <a:cubicBezTo>
                  <a:pt x="5675486" y="1512706"/>
                  <a:pt x="5680518" y="1502500"/>
                  <a:pt x="5677335" y="1493113"/>
                </a:cubicBezTo>
                <a:cubicBezTo>
                  <a:pt x="5674155" y="1483726"/>
                  <a:pt x="5663948" y="1478694"/>
                  <a:pt x="5654562" y="1481877"/>
                </a:cubicBezTo>
                <a:cubicBezTo>
                  <a:pt x="5645175" y="1485060"/>
                  <a:pt x="5640143" y="1495264"/>
                  <a:pt x="5643324" y="1504652"/>
                </a:cubicBezTo>
                <a:cubicBezTo>
                  <a:pt x="5645867" y="1512137"/>
                  <a:pt x="5652853" y="1516848"/>
                  <a:pt x="5660339" y="1516847"/>
                </a:cubicBezTo>
                <a:cubicBezTo>
                  <a:pt x="5662242" y="1516848"/>
                  <a:pt x="5664198" y="1516529"/>
                  <a:pt x="5666100" y="1515888"/>
                </a:cubicBezTo>
                <a:close/>
                <a:moveTo>
                  <a:pt x="5853843" y="1447421"/>
                </a:moveTo>
                <a:cubicBezTo>
                  <a:pt x="5863088" y="1443830"/>
                  <a:pt x="5867675" y="1433447"/>
                  <a:pt x="5864102" y="1424184"/>
                </a:cubicBezTo>
                <a:cubicBezTo>
                  <a:pt x="5860510" y="1414940"/>
                  <a:pt x="5850110" y="1410352"/>
                  <a:pt x="5840864" y="1413943"/>
                </a:cubicBezTo>
                <a:cubicBezTo>
                  <a:pt x="5831620" y="1417517"/>
                  <a:pt x="5827033" y="1427918"/>
                  <a:pt x="5830606" y="1437163"/>
                </a:cubicBezTo>
                <a:cubicBezTo>
                  <a:pt x="5833362" y="1444275"/>
                  <a:pt x="5840153" y="1448648"/>
                  <a:pt x="5847354" y="1448649"/>
                </a:cubicBezTo>
                <a:cubicBezTo>
                  <a:pt x="5849523" y="1448648"/>
                  <a:pt x="5851710" y="1448257"/>
                  <a:pt x="5853843" y="1447421"/>
                </a:cubicBezTo>
                <a:close/>
                <a:moveTo>
                  <a:pt x="5760397" y="1482641"/>
                </a:moveTo>
                <a:cubicBezTo>
                  <a:pt x="5769714" y="1479228"/>
                  <a:pt x="5774496" y="1468917"/>
                  <a:pt x="5771099" y="1459600"/>
                </a:cubicBezTo>
                <a:cubicBezTo>
                  <a:pt x="5767686" y="1450284"/>
                  <a:pt x="5757375" y="1445500"/>
                  <a:pt x="5748059" y="1448897"/>
                </a:cubicBezTo>
                <a:cubicBezTo>
                  <a:pt x="5738743" y="1452311"/>
                  <a:pt x="5733960" y="1462622"/>
                  <a:pt x="5737356" y="1471921"/>
                </a:cubicBezTo>
                <a:cubicBezTo>
                  <a:pt x="5740023" y="1479210"/>
                  <a:pt x="5746903" y="1483726"/>
                  <a:pt x="5754228" y="1483726"/>
                </a:cubicBezTo>
                <a:cubicBezTo>
                  <a:pt x="5756273" y="1483726"/>
                  <a:pt x="5758352" y="1483371"/>
                  <a:pt x="5760397" y="1482641"/>
                </a:cubicBezTo>
                <a:close/>
                <a:moveTo>
                  <a:pt x="4559933" y="1923399"/>
                </a:moveTo>
                <a:cubicBezTo>
                  <a:pt x="4567863" y="1923398"/>
                  <a:pt x="4574512" y="1917229"/>
                  <a:pt x="4574993" y="1909211"/>
                </a:cubicBezTo>
                <a:cubicBezTo>
                  <a:pt x="4575510" y="1900872"/>
                  <a:pt x="4569161" y="1893708"/>
                  <a:pt x="4560823" y="1893210"/>
                </a:cubicBezTo>
                <a:cubicBezTo>
                  <a:pt x="4552484" y="1892694"/>
                  <a:pt x="4545337" y="1899041"/>
                  <a:pt x="4544824" y="1907379"/>
                </a:cubicBezTo>
                <a:cubicBezTo>
                  <a:pt x="4544323" y="1915717"/>
                  <a:pt x="4550672" y="1922865"/>
                  <a:pt x="4558992" y="1923381"/>
                </a:cubicBezTo>
                <a:lnTo>
                  <a:pt x="4558992" y="1923398"/>
                </a:lnTo>
                <a:cubicBezTo>
                  <a:pt x="4559310" y="1923399"/>
                  <a:pt x="4559612" y="1923399"/>
                  <a:pt x="4559933" y="1923399"/>
                </a:cubicBezTo>
                <a:close/>
                <a:moveTo>
                  <a:pt x="2707780" y="2602872"/>
                </a:moveTo>
                <a:cubicBezTo>
                  <a:pt x="2713753" y="2601041"/>
                  <a:pt x="2717113" y="2594712"/>
                  <a:pt x="2715282" y="2588738"/>
                </a:cubicBezTo>
                <a:cubicBezTo>
                  <a:pt x="2713452" y="2582746"/>
                  <a:pt x="2707122" y="2579386"/>
                  <a:pt x="2701149" y="2581218"/>
                </a:cubicBezTo>
                <a:cubicBezTo>
                  <a:pt x="2695175" y="2583050"/>
                  <a:pt x="2691814" y="2589378"/>
                  <a:pt x="2693645" y="2595352"/>
                </a:cubicBezTo>
                <a:cubicBezTo>
                  <a:pt x="2695121" y="2600241"/>
                  <a:pt x="2699602" y="2603370"/>
                  <a:pt x="2704455" y="2603370"/>
                </a:cubicBezTo>
                <a:cubicBezTo>
                  <a:pt x="2705557" y="2603370"/>
                  <a:pt x="2706677" y="2603211"/>
                  <a:pt x="2707780" y="2602872"/>
                </a:cubicBezTo>
                <a:close/>
                <a:moveTo>
                  <a:pt x="1579475" y="3018241"/>
                </a:moveTo>
                <a:cubicBezTo>
                  <a:pt x="1583582" y="3018241"/>
                  <a:pt x="1587175" y="3015237"/>
                  <a:pt x="1587832" y="3011058"/>
                </a:cubicBezTo>
                <a:cubicBezTo>
                  <a:pt x="1588544" y="3006435"/>
                  <a:pt x="1585378" y="3002097"/>
                  <a:pt x="1580755" y="3001386"/>
                </a:cubicBezTo>
                <a:cubicBezTo>
                  <a:pt x="1576133" y="3000675"/>
                  <a:pt x="1571795" y="3003839"/>
                  <a:pt x="1571084" y="3008462"/>
                </a:cubicBezTo>
                <a:cubicBezTo>
                  <a:pt x="1570373" y="3013085"/>
                  <a:pt x="1573538" y="3017423"/>
                  <a:pt x="1578161" y="3018134"/>
                </a:cubicBezTo>
                <a:cubicBezTo>
                  <a:pt x="1578604" y="3018205"/>
                  <a:pt x="1579031" y="3018241"/>
                  <a:pt x="1579475" y="3018241"/>
                </a:cubicBezTo>
                <a:close/>
                <a:moveTo>
                  <a:pt x="5039200" y="1751868"/>
                </a:moveTo>
                <a:cubicBezTo>
                  <a:pt x="5048588" y="1751636"/>
                  <a:pt x="5056019" y="1743832"/>
                  <a:pt x="5055788" y="1734444"/>
                </a:cubicBezTo>
                <a:cubicBezTo>
                  <a:pt x="5055557" y="1725057"/>
                  <a:pt x="5047752" y="1717625"/>
                  <a:pt x="5038363" y="1717874"/>
                </a:cubicBezTo>
                <a:cubicBezTo>
                  <a:pt x="5028978" y="1718105"/>
                  <a:pt x="5021563" y="1725910"/>
                  <a:pt x="5021793" y="1735298"/>
                </a:cubicBezTo>
                <a:lnTo>
                  <a:pt x="5021776" y="1735280"/>
                </a:lnTo>
                <a:cubicBezTo>
                  <a:pt x="5022008" y="1744525"/>
                  <a:pt x="5029582" y="1751868"/>
                  <a:pt x="5038773" y="1751868"/>
                </a:cubicBezTo>
                <a:cubicBezTo>
                  <a:pt x="5038916" y="1751868"/>
                  <a:pt x="5039056" y="1751868"/>
                  <a:pt x="5039200" y="1751868"/>
                </a:cubicBezTo>
                <a:close/>
                <a:moveTo>
                  <a:pt x="2798897" y="2573875"/>
                </a:moveTo>
                <a:cubicBezTo>
                  <a:pt x="2804835" y="2571919"/>
                  <a:pt x="2808070" y="2565537"/>
                  <a:pt x="2806115" y="2559598"/>
                </a:cubicBezTo>
                <a:cubicBezTo>
                  <a:pt x="2804160" y="2553643"/>
                  <a:pt x="2797758" y="2550424"/>
                  <a:pt x="2791820" y="2552381"/>
                </a:cubicBezTo>
                <a:cubicBezTo>
                  <a:pt x="2785883" y="2554336"/>
                  <a:pt x="2782647" y="2560719"/>
                  <a:pt x="2784603" y="2566657"/>
                </a:cubicBezTo>
                <a:cubicBezTo>
                  <a:pt x="2786167" y="2571421"/>
                  <a:pt x="2790612" y="2574443"/>
                  <a:pt x="2795358" y="2574443"/>
                </a:cubicBezTo>
                <a:cubicBezTo>
                  <a:pt x="2796533" y="2574443"/>
                  <a:pt x="2797723" y="2574266"/>
                  <a:pt x="2798897" y="2573875"/>
                </a:cubicBezTo>
                <a:close/>
                <a:moveTo>
                  <a:pt x="2889427" y="2543331"/>
                </a:moveTo>
                <a:cubicBezTo>
                  <a:pt x="2895347" y="2541286"/>
                  <a:pt x="2898476" y="2534851"/>
                  <a:pt x="2896432" y="2528929"/>
                </a:cubicBezTo>
                <a:cubicBezTo>
                  <a:pt x="2894406" y="2523027"/>
                  <a:pt x="2887952" y="2519880"/>
                  <a:pt x="2882048" y="2521925"/>
                </a:cubicBezTo>
                <a:cubicBezTo>
                  <a:pt x="2876128" y="2523970"/>
                  <a:pt x="2872999" y="2530406"/>
                  <a:pt x="2875044" y="2536308"/>
                </a:cubicBezTo>
                <a:cubicBezTo>
                  <a:pt x="2876662" y="2541002"/>
                  <a:pt x="2881036" y="2543953"/>
                  <a:pt x="2885746" y="2543954"/>
                </a:cubicBezTo>
                <a:cubicBezTo>
                  <a:pt x="2886956" y="2543953"/>
                  <a:pt x="2888200" y="2543758"/>
                  <a:pt x="2889427" y="2543331"/>
                </a:cubicBezTo>
                <a:close/>
                <a:moveTo>
                  <a:pt x="7064817" y="1011732"/>
                </a:moveTo>
                <a:cubicBezTo>
                  <a:pt x="7074632" y="1010292"/>
                  <a:pt x="7081423" y="1001171"/>
                  <a:pt x="7079984" y="991356"/>
                </a:cubicBezTo>
                <a:cubicBezTo>
                  <a:pt x="7078560" y="981543"/>
                  <a:pt x="7069440" y="974751"/>
                  <a:pt x="7059627" y="976192"/>
                </a:cubicBezTo>
                <a:cubicBezTo>
                  <a:pt x="7049812" y="977614"/>
                  <a:pt x="7043021" y="986735"/>
                  <a:pt x="7044461" y="996549"/>
                </a:cubicBezTo>
                <a:cubicBezTo>
                  <a:pt x="7045759" y="1005491"/>
                  <a:pt x="7053440" y="1011910"/>
                  <a:pt x="7062204" y="1011910"/>
                </a:cubicBezTo>
                <a:cubicBezTo>
                  <a:pt x="7063058" y="1011910"/>
                  <a:pt x="7063929" y="1011856"/>
                  <a:pt x="7064817" y="1011732"/>
                </a:cubicBezTo>
                <a:close/>
                <a:moveTo>
                  <a:pt x="1047514" y="3219303"/>
                </a:moveTo>
                <a:cubicBezTo>
                  <a:pt x="1049505" y="3219303"/>
                  <a:pt x="1051424" y="3218254"/>
                  <a:pt x="1052456" y="3216388"/>
                </a:cubicBezTo>
                <a:cubicBezTo>
                  <a:pt x="1053950" y="3213667"/>
                  <a:pt x="1052972" y="3210235"/>
                  <a:pt x="1050233" y="3208742"/>
                </a:cubicBezTo>
                <a:cubicBezTo>
                  <a:pt x="1047514" y="3207231"/>
                  <a:pt x="1044099" y="3208227"/>
                  <a:pt x="1042589" y="3210947"/>
                </a:cubicBezTo>
                <a:cubicBezTo>
                  <a:pt x="1041095" y="3213667"/>
                  <a:pt x="1042091" y="3217098"/>
                  <a:pt x="1044811" y="3218610"/>
                </a:cubicBezTo>
                <a:cubicBezTo>
                  <a:pt x="1045664" y="3219072"/>
                  <a:pt x="1046606" y="3219303"/>
                  <a:pt x="1047514" y="3219303"/>
                </a:cubicBezTo>
                <a:close/>
                <a:moveTo>
                  <a:pt x="3847354" y="2193246"/>
                </a:moveTo>
                <a:cubicBezTo>
                  <a:pt x="3854021" y="2192019"/>
                  <a:pt x="3858431" y="2185637"/>
                  <a:pt x="3857204" y="2178970"/>
                </a:cubicBezTo>
                <a:cubicBezTo>
                  <a:pt x="3855994" y="2172302"/>
                  <a:pt x="3849593" y="2167894"/>
                  <a:pt x="3842927" y="2169103"/>
                </a:cubicBezTo>
                <a:cubicBezTo>
                  <a:pt x="3836278" y="2170329"/>
                  <a:pt x="3831851" y="2176730"/>
                  <a:pt x="3833079" y="2183379"/>
                </a:cubicBezTo>
                <a:cubicBezTo>
                  <a:pt x="3834161" y="2189300"/>
                  <a:pt x="3839319" y="2193442"/>
                  <a:pt x="3845131" y="2193442"/>
                </a:cubicBezTo>
                <a:cubicBezTo>
                  <a:pt x="3845860" y="2193442"/>
                  <a:pt x="3846607" y="2193388"/>
                  <a:pt x="3847354" y="2193246"/>
                </a:cubicBezTo>
                <a:close/>
                <a:moveTo>
                  <a:pt x="2979548" y="2511773"/>
                </a:moveTo>
                <a:cubicBezTo>
                  <a:pt x="2985434" y="2509675"/>
                  <a:pt x="2988526" y="2503221"/>
                  <a:pt x="2986428" y="2497319"/>
                </a:cubicBezTo>
                <a:cubicBezTo>
                  <a:pt x="2984349" y="2491434"/>
                  <a:pt x="2977877" y="2488341"/>
                  <a:pt x="2971992" y="2490438"/>
                </a:cubicBezTo>
                <a:cubicBezTo>
                  <a:pt x="2966090" y="2492519"/>
                  <a:pt x="2963014" y="2498990"/>
                  <a:pt x="2965094" y="2504892"/>
                </a:cubicBezTo>
                <a:cubicBezTo>
                  <a:pt x="2966748" y="2509533"/>
                  <a:pt x="2971103" y="2512431"/>
                  <a:pt x="2975761" y="2512431"/>
                </a:cubicBezTo>
                <a:cubicBezTo>
                  <a:pt x="2977023" y="2512431"/>
                  <a:pt x="2978303" y="2512217"/>
                  <a:pt x="2979548" y="2511773"/>
                </a:cubicBezTo>
                <a:close/>
                <a:moveTo>
                  <a:pt x="3069420" y="2479754"/>
                </a:moveTo>
                <a:cubicBezTo>
                  <a:pt x="3075324" y="2477655"/>
                  <a:pt x="3078382" y="2471166"/>
                  <a:pt x="3076283" y="2465282"/>
                </a:cubicBezTo>
                <a:cubicBezTo>
                  <a:pt x="3074185" y="2459396"/>
                  <a:pt x="3067696" y="2456321"/>
                  <a:pt x="3061811" y="2458436"/>
                </a:cubicBezTo>
                <a:cubicBezTo>
                  <a:pt x="3055927" y="2460534"/>
                  <a:pt x="3052851" y="2467005"/>
                  <a:pt x="3054966" y="2472909"/>
                </a:cubicBezTo>
                <a:cubicBezTo>
                  <a:pt x="3056620" y="2477531"/>
                  <a:pt x="3060976" y="2480411"/>
                  <a:pt x="3065615" y="2480411"/>
                </a:cubicBezTo>
                <a:cubicBezTo>
                  <a:pt x="3066878" y="2480411"/>
                  <a:pt x="3068176" y="2480197"/>
                  <a:pt x="3069420" y="2479754"/>
                </a:cubicBezTo>
                <a:close/>
                <a:moveTo>
                  <a:pt x="3159257" y="2447751"/>
                </a:moveTo>
                <a:cubicBezTo>
                  <a:pt x="3165142" y="2445671"/>
                  <a:pt x="3168236" y="2439200"/>
                  <a:pt x="3166137" y="2433315"/>
                </a:cubicBezTo>
                <a:cubicBezTo>
                  <a:pt x="3164058" y="2427413"/>
                  <a:pt x="3157586" y="2424337"/>
                  <a:pt x="3151702" y="2426417"/>
                </a:cubicBezTo>
                <a:cubicBezTo>
                  <a:pt x="3145799" y="2428497"/>
                  <a:pt x="3142705" y="2434968"/>
                  <a:pt x="3144803" y="2440854"/>
                </a:cubicBezTo>
                <a:cubicBezTo>
                  <a:pt x="3146457" y="2445511"/>
                  <a:pt x="3150813" y="2448410"/>
                  <a:pt x="3155470" y="2448410"/>
                </a:cubicBezTo>
                <a:cubicBezTo>
                  <a:pt x="3156732" y="2448409"/>
                  <a:pt x="3158013" y="2448196"/>
                  <a:pt x="3159257" y="2447751"/>
                </a:cubicBezTo>
                <a:close/>
                <a:moveTo>
                  <a:pt x="654669" y="3367667"/>
                </a:moveTo>
                <a:cubicBezTo>
                  <a:pt x="655470" y="3367667"/>
                  <a:pt x="656252" y="3367329"/>
                  <a:pt x="656803" y="3366672"/>
                </a:cubicBezTo>
                <a:cubicBezTo>
                  <a:pt x="657799" y="3365499"/>
                  <a:pt x="657638" y="3363738"/>
                  <a:pt x="656465" y="3362743"/>
                </a:cubicBezTo>
                <a:cubicBezTo>
                  <a:pt x="655292" y="3361747"/>
                  <a:pt x="653532" y="3361907"/>
                  <a:pt x="652536" y="3363098"/>
                </a:cubicBezTo>
                <a:cubicBezTo>
                  <a:pt x="651558" y="3364272"/>
                  <a:pt x="651700" y="3366031"/>
                  <a:pt x="652891" y="3367009"/>
                </a:cubicBezTo>
                <a:cubicBezTo>
                  <a:pt x="653407" y="3367454"/>
                  <a:pt x="654047" y="3367667"/>
                  <a:pt x="654669" y="3367667"/>
                </a:cubicBezTo>
                <a:close/>
                <a:moveTo>
                  <a:pt x="3249184" y="2416246"/>
                </a:moveTo>
                <a:cubicBezTo>
                  <a:pt x="3255103" y="2414203"/>
                  <a:pt x="3258233" y="2407750"/>
                  <a:pt x="3256188" y="2401846"/>
                </a:cubicBezTo>
                <a:cubicBezTo>
                  <a:pt x="3254143" y="2395944"/>
                  <a:pt x="3247707" y="2392797"/>
                  <a:pt x="3241787" y="2394841"/>
                </a:cubicBezTo>
                <a:cubicBezTo>
                  <a:pt x="3235884" y="2396886"/>
                  <a:pt x="3232755" y="2403340"/>
                  <a:pt x="3234800" y="2409242"/>
                </a:cubicBezTo>
                <a:cubicBezTo>
                  <a:pt x="3236418" y="2413918"/>
                  <a:pt x="3240792" y="2416869"/>
                  <a:pt x="3245485" y="2416869"/>
                </a:cubicBezTo>
                <a:cubicBezTo>
                  <a:pt x="3246711" y="2416869"/>
                  <a:pt x="3247956" y="2416656"/>
                  <a:pt x="3249184" y="2416246"/>
                </a:cubicBezTo>
                <a:close/>
                <a:moveTo>
                  <a:pt x="4799096" y="1848051"/>
                </a:moveTo>
                <a:cubicBezTo>
                  <a:pt x="4807451" y="1848051"/>
                  <a:pt x="4814509" y="1841580"/>
                  <a:pt x="4815115" y="1833117"/>
                </a:cubicBezTo>
                <a:cubicBezTo>
                  <a:pt x="4815736" y="1824281"/>
                  <a:pt x="4809070" y="1816600"/>
                  <a:pt x="4800233" y="1815978"/>
                </a:cubicBezTo>
                <a:cubicBezTo>
                  <a:pt x="4791379" y="1815338"/>
                  <a:pt x="4783700" y="1822005"/>
                  <a:pt x="4783075" y="1830859"/>
                </a:cubicBezTo>
                <a:cubicBezTo>
                  <a:pt x="4782436" y="1839696"/>
                  <a:pt x="4789103" y="1847375"/>
                  <a:pt x="4797956" y="1848016"/>
                </a:cubicBezTo>
                <a:cubicBezTo>
                  <a:pt x="4798331" y="1848051"/>
                  <a:pt x="4798722" y="1848051"/>
                  <a:pt x="4799096" y="1848051"/>
                </a:cubicBezTo>
                <a:close/>
                <a:moveTo>
                  <a:pt x="3339393" y="2385668"/>
                </a:moveTo>
                <a:cubicBezTo>
                  <a:pt x="3345314" y="2383695"/>
                  <a:pt x="3348532" y="2377294"/>
                  <a:pt x="3346559" y="2371355"/>
                </a:cubicBezTo>
                <a:cubicBezTo>
                  <a:pt x="3344603" y="2365417"/>
                  <a:pt x="3338184" y="2362200"/>
                  <a:pt x="3332263" y="2364173"/>
                </a:cubicBezTo>
                <a:cubicBezTo>
                  <a:pt x="3326326" y="2366146"/>
                  <a:pt x="3323108" y="2372547"/>
                  <a:pt x="3325082" y="2378484"/>
                </a:cubicBezTo>
                <a:cubicBezTo>
                  <a:pt x="3326664" y="2383231"/>
                  <a:pt x="3331072" y="2386237"/>
                  <a:pt x="3335819" y="2386236"/>
                </a:cubicBezTo>
                <a:cubicBezTo>
                  <a:pt x="3337011" y="2386237"/>
                  <a:pt x="3338202" y="2386059"/>
                  <a:pt x="3339393" y="2385668"/>
                </a:cubicBezTo>
                <a:close/>
                <a:moveTo>
                  <a:pt x="2207980" y="2801534"/>
                </a:moveTo>
                <a:cubicBezTo>
                  <a:pt x="2213650" y="2800698"/>
                  <a:pt x="2217562" y="2795418"/>
                  <a:pt x="2216726" y="2789764"/>
                </a:cubicBezTo>
                <a:cubicBezTo>
                  <a:pt x="2215892" y="2784093"/>
                  <a:pt x="2210610" y="2780164"/>
                  <a:pt x="2204957" y="2781018"/>
                </a:cubicBezTo>
                <a:cubicBezTo>
                  <a:pt x="2199286" y="2781853"/>
                  <a:pt x="2195373" y="2787116"/>
                  <a:pt x="2196210" y="2792787"/>
                </a:cubicBezTo>
                <a:cubicBezTo>
                  <a:pt x="2196975" y="2797942"/>
                  <a:pt x="2201401" y="2801641"/>
                  <a:pt x="2206469" y="2801640"/>
                </a:cubicBezTo>
                <a:cubicBezTo>
                  <a:pt x="2206966" y="2801641"/>
                  <a:pt x="2207482" y="2801605"/>
                  <a:pt x="2207980" y="2801534"/>
                </a:cubicBezTo>
                <a:close/>
                <a:moveTo>
                  <a:pt x="8428100" y="521561"/>
                </a:moveTo>
                <a:cubicBezTo>
                  <a:pt x="8431905" y="519106"/>
                  <a:pt x="8435047" y="515532"/>
                  <a:pt x="8436977" y="511060"/>
                </a:cubicBezTo>
                <a:cubicBezTo>
                  <a:pt x="8442150" y="499060"/>
                  <a:pt x="8436621" y="485157"/>
                  <a:pt x="8424620" y="479983"/>
                </a:cubicBezTo>
                <a:cubicBezTo>
                  <a:pt x="8418629" y="477396"/>
                  <a:pt x="8412152" y="477486"/>
                  <a:pt x="8406528" y="479722"/>
                </a:cubicBezTo>
                <a:cubicBezTo>
                  <a:pt x="8400903" y="481957"/>
                  <a:pt x="8396129" y="486339"/>
                  <a:pt x="8393542" y="492340"/>
                </a:cubicBezTo>
                <a:cubicBezTo>
                  <a:pt x="8388387" y="504322"/>
                  <a:pt x="8393915" y="518243"/>
                  <a:pt x="8405899" y="523417"/>
                </a:cubicBezTo>
                <a:cubicBezTo>
                  <a:pt x="8408956" y="524732"/>
                  <a:pt x="8412122" y="525355"/>
                  <a:pt x="8415250" y="525355"/>
                </a:cubicBezTo>
                <a:cubicBezTo>
                  <a:pt x="8419828" y="525355"/>
                  <a:pt x="8424295" y="524017"/>
                  <a:pt x="8428100" y="521561"/>
                </a:cubicBezTo>
                <a:close/>
                <a:moveTo>
                  <a:pt x="3429977" y="2356545"/>
                </a:moveTo>
                <a:cubicBezTo>
                  <a:pt x="3435951" y="2354697"/>
                  <a:pt x="3439292" y="2348367"/>
                  <a:pt x="3437462" y="2342376"/>
                </a:cubicBezTo>
                <a:cubicBezTo>
                  <a:pt x="3435612" y="2336402"/>
                  <a:pt x="3429283" y="2333060"/>
                  <a:pt x="3423310" y="2334909"/>
                </a:cubicBezTo>
                <a:cubicBezTo>
                  <a:pt x="3417335" y="2336740"/>
                  <a:pt x="3413976" y="2343087"/>
                  <a:pt x="3415825" y="2349061"/>
                </a:cubicBezTo>
                <a:cubicBezTo>
                  <a:pt x="3417336" y="2353915"/>
                  <a:pt x="3421799" y="2357044"/>
                  <a:pt x="3426635" y="2357044"/>
                </a:cubicBezTo>
                <a:cubicBezTo>
                  <a:pt x="3427736" y="2357044"/>
                  <a:pt x="3428857" y="2356884"/>
                  <a:pt x="3429977" y="2356545"/>
                </a:cubicBezTo>
                <a:close/>
                <a:moveTo>
                  <a:pt x="4179340" y="2083160"/>
                </a:moveTo>
                <a:cubicBezTo>
                  <a:pt x="4186629" y="2082662"/>
                  <a:pt x="4192124" y="2076368"/>
                  <a:pt x="4191625" y="2069079"/>
                </a:cubicBezTo>
                <a:cubicBezTo>
                  <a:pt x="4191109" y="2061789"/>
                  <a:pt x="4184798" y="2056296"/>
                  <a:pt x="4177528" y="2056812"/>
                </a:cubicBezTo>
                <a:cubicBezTo>
                  <a:pt x="4170237" y="2057309"/>
                  <a:pt x="4164743" y="2063603"/>
                  <a:pt x="4165241" y="2070892"/>
                </a:cubicBezTo>
                <a:cubicBezTo>
                  <a:pt x="4165722" y="2077862"/>
                  <a:pt x="4171535" y="2083196"/>
                  <a:pt x="4178418" y="2083196"/>
                </a:cubicBezTo>
                <a:cubicBezTo>
                  <a:pt x="4178716" y="2083196"/>
                  <a:pt x="4179038" y="2083196"/>
                  <a:pt x="4179340" y="2083160"/>
                </a:cubicBezTo>
                <a:close/>
                <a:moveTo>
                  <a:pt x="8085063" y="652385"/>
                </a:moveTo>
                <a:cubicBezTo>
                  <a:pt x="8093542" y="652402"/>
                  <a:pt x="8101578" y="647424"/>
                  <a:pt x="8105098" y="639140"/>
                </a:cubicBezTo>
                <a:cubicBezTo>
                  <a:pt x="8109791" y="628080"/>
                  <a:pt x="8104635" y="615316"/>
                  <a:pt x="8093578" y="610622"/>
                </a:cubicBezTo>
                <a:cubicBezTo>
                  <a:pt x="8088049" y="608275"/>
                  <a:pt x="8082092" y="608390"/>
                  <a:pt x="8076930" y="610475"/>
                </a:cubicBezTo>
                <a:cubicBezTo>
                  <a:pt x="8071771" y="612560"/>
                  <a:pt x="8067407" y="616614"/>
                  <a:pt x="8065060" y="622143"/>
                </a:cubicBezTo>
                <a:cubicBezTo>
                  <a:pt x="8060366" y="633201"/>
                  <a:pt x="8065522" y="645967"/>
                  <a:pt x="8076581" y="650660"/>
                </a:cubicBezTo>
                <a:cubicBezTo>
                  <a:pt x="8079355" y="651833"/>
                  <a:pt x="8082235" y="652385"/>
                  <a:pt x="8085063" y="652385"/>
                </a:cubicBezTo>
                <a:close/>
                <a:moveTo>
                  <a:pt x="1891906" y="2927070"/>
                </a:moveTo>
                <a:cubicBezTo>
                  <a:pt x="1897115" y="2926964"/>
                  <a:pt x="1901256" y="2922661"/>
                  <a:pt x="1901150" y="2917470"/>
                </a:cubicBezTo>
                <a:cubicBezTo>
                  <a:pt x="1901062" y="2912260"/>
                  <a:pt x="1896759" y="2908118"/>
                  <a:pt x="1891550" y="2908225"/>
                </a:cubicBezTo>
                <a:cubicBezTo>
                  <a:pt x="1886358" y="2908331"/>
                  <a:pt x="1882216" y="2912616"/>
                  <a:pt x="1882305" y="2917826"/>
                </a:cubicBezTo>
                <a:cubicBezTo>
                  <a:pt x="1882412" y="2922964"/>
                  <a:pt x="1886607" y="2927071"/>
                  <a:pt x="1891728" y="2927071"/>
                </a:cubicBezTo>
                <a:close/>
                <a:moveTo>
                  <a:pt x="3521218" y="2329682"/>
                </a:moveTo>
                <a:cubicBezTo>
                  <a:pt x="3527245" y="2328010"/>
                  <a:pt x="3530766" y="2321753"/>
                  <a:pt x="3529076" y="2315743"/>
                </a:cubicBezTo>
                <a:cubicBezTo>
                  <a:pt x="3527387" y="2309717"/>
                  <a:pt x="3521147" y="2306195"/>
                  <a:pt x="3515120" y="2307885"/>
                </a:cubicBezTo>
                <a:cubicBezTo>
                  <a:pt x="3509111" y="2309574"/>
                  <a:pt x="3505591" y="2315815"/>
                  <a:pt x="3507279" y="2321841"/>
                </a:cubicBezTo>
                <a:cubicBezTo>
                  <a:pt x="3508684" y="2326838"/>
                  <a:pt x="3513218" y="2330108"/>
                  <a:pt x="3518178" y="2330109"/>
                </a:cubicBezTo>
                <a:cubicBezTo>
                  <a:pt x="3519174" y="2330108"/>
                  <a:pt x="3520204" y="2329966"/>
                  <a:pt x="3521218" y="2329682"/>
                </a:cubicBezTo>
                <a:close/>
                <a:moveTo>
                  <a:pt x="4418021" y="2001198"/>
                </a:moveTo>
                <a:cubicBezTo>
                  <a:pt x="4425649" y="2001199"/>
                  <a:pt x="4431943" y="1995136"/>
                  <a:pt x="4432174" y="1987455"/>
                </a:cubicBezTo>
                <a:cubicBezTo>
                  <a:pt x="4432404" y="1979633"/>
                  <a:pt x="4426255" y="1973108"/>
                  <a:pt x="4418449" y="1972876"/>
                </a:cubicBezTo>
                <a:cubicBezTo>
                  <a:pt x="4410625" y="1972646"/>
                  <a:pt x="4404101" y="1978780"/>
                  <a:pt x="4403870" y="1986603"/>
                </a:cubicBezTo>
                <a:cubicBezTo>
                  <a:pt x="4403621" y="1994425"/>
                  <a:pt x="4409774" y="2000950"/>
                  <a:pt x="4417596" y="2001198"/>
                </a:cubicBezTo>
                <a:close/>
                <a:moveTo>
                  <a:pt x="3941689" y="2177672"/>
                </a:moveTo>
                <a:cubicBezTo>
                  <a:pt x="3948391" y="2176694"/>
                  <a:pt x="3953033" y="2170471"/>
                  <a:pt x="3952053" y="2163769"/>
                </a:cubicBezTo>
                <a:cubicBezTo>
                  <a:pt x="3951078" y="2157067"/>
                  <a:pt x="3944836" y="2152426"/>
                  <a:pt x="3938133" y="2153404"/>
                </a:cubicBezTo>
                <a:cubicBezTo>
                  <a:pt x="3931428" y="2154382"/>
                  <a:pt x="3926791" y="2160604"/>
                  <a:pt x="3927769" y="2167307"/>
                </a:cubicBezTo>
                <a:cubicBezTo>
                  <a:pt x="3928657" y="2173405"/>
                  <a:pt x="3933901" y="2177796"/>
                  <a:pt x="3939895" y="2177796"/>
                </a:cubicBezTo>
                <a:cubicBezTo>
                  <a:pt x="3940479" y="2177796"/>
                  <a:pt x="3941087" y="2177761"/>
                  <a:pt x="3941689" y="2177672"/>
                </a:cubicBezTo>
                <a:close/>
                <a:moveTo>
                  <a:pt x="7162548" y="1000691"/>
                </a:moveTo>
                <a:cubicBezTo>
                  <a:pt x="7172433" y="999927"/>
                  <a:pt x="7179812" y="991286"/>
                  <a:pt x="7179047" y="981401"/>
                </a:cubicBezTo>
                <a:cubicBezTo>
                  <a:pt x="7178265" y="971498"/>
                  <a:pt x="7169624" y="964120"/>
                  <a:pt x="7159739" y="964903"/>
                </a:cubicBezTo>
                <a:cubicBezTo>
                  <a:pt x="7149855" y="965666"/>
                  <a:pt x="7142458" y="974307"/>
                  <a:pt x="7143240" y="984192"/>
                </a:cubicBezTo>
                <a:cubicBezTo>
                  <a:pt x="7143969" y="993615"/>
                  <a:pt x="7151845" y="1000744"/>
                  <a:pt x="7161126" y="1000762"/>
                </a:cubicBezTo>
                <a:cubicBezTo>
                  <a:pt x="7161588" y="1000762"/>
                  <a:pt x="7162069" y="1000727"/>
                  <a:pt x="7162548" y="1000691"/>
                </a:cubicBezTo>
                <a:close/>
                <a:moveTo>
                  <a:pt x="2301887" y="2785479"/>
                </a:moveTo>
                <a:cubicBezTo>
                  <a:pt x="2307506" y="2784395"/>
                  <a:pt x="2311185" y="2778955"/>
                  <a:pt x="2310101" y="2773337"/>
                </a:cubicBezTo>
                <a:cubicBezTo>
                  <a:pt x="2309016" y="2767701"/>
                  <a:pt x="2303576" y="2764038"/>
                  <a:pt x="2297958" y="2765123"/>
                </a:cubicBezTo>
                <a:cubicBezTo>
                  <a:pt x="2292340" y="2766207"/>
                  <a:pt x="2288660" y="2771647"/>
                  <a:pt x="2289744" y="2777265"/>
                </a:cubicBezTo>
                <a:lnTo>
                  <a:pt x="2289726" y="2777266"/>
                </a:lnTo>
                <a:cubicBezTo>
                  <a:pt x="2290687" y="2782226"/>
                  <a:pt x="2295043" y="2785675"/>
                  <a:pt x="2299896" y="2785675"/>
                </a:cubicBezTo>
                <a:cubicBezTo>
                  <a:pt x="2300554" y="2785675"/>
                  <a:pt x="2301230" y="2785622"/>
                  <a:pt x="2301887" y="2785479"/>
                </a:cubicBezTo>
                <a:close/>
                <a:moveTo>
                  <a:pt x="3613152" y="2305360"/>
                </a:moveTo>
                <a:cubicBezTo>
                  <a:pt x="3619233" y="2303849"/>
                  <a:pt x="3622932" y="2297715"/>
                  <a:pt x="3621401" y="2291653"/>
                </a:cubicBezTo>
                <a:cubicBezTo>
                  <a:pt x="3619891" y="2285590"/>
                  <a:pt x="3613756" y="2281892"/>
                  <a:pt x="3607694" y="2283403"/>
                </a:cubicBezTo>
                <a:cubicBezTo>
                  <a:pt x="3601630" y="2284914"/>
                  <a:pt x="3597936" y="2291048"/>
                  <a:pt x="3599446" y="2297111"/>
                </a:cubicBezTo>
                <a:cubicBezTo>
                  <a:pt x="3600725" y="2302267"/>
                  <a:pt x="3605347" y="2305698"/>
                  <a:pt x="3610415" y="2305698"/>
                </a:cubicBezTo>
                <a:cubicBezTo>
                  <a:pt x="3611322" y="2305698"/>
                  <a:pt x="3612246" y="2305591"/>
                  <a:pt x="3613152" y="2305360"/>
                </a:cubicBezTo>
                <a:close/>
                <a:moveTo>
                  <a:pt x="5138814" y="1747299"/>
                </a:moveTo>
                <a:cubicBezTo>
                  <a:pt x="5148183" y="1746658"/>
                  <a:pt x="5155243" y="1738533"/>
                  <a:pt x="5154601" y="1729164"/>
                </a:cubicBezTo>
                <a:cubicBezTo>
                  <a:pt x="5153962" y="1719795"/>
                  <a:pt x="5145837" y="1712718"/>
                  <a:pt x="5136468" y="1713358"/>
                </a:cubicBezTo>
                <a:cubicBezTo>
                  <a:pt x="5127097" y="1714016"/>
                  <a:pt x="5120022" y="1722141"/>
                  <a:pt x="5120662" y="1731510"/>
                </a:cubicBezTo>
                <a:cubicBezTo>
                  <a:pt x="5121286" y="1740471"/>
                  <a:pt x="5128770" y="1747333"/>
                  <a:pt x="5137623" y="1747333"/>
                </a:cubicBezTo>
                <a:cubicBezTo>
                  <a:pt x="5138015" y="1747333"/>
                  <a:pt x="5138407" y="1747333"/>
                  <a:pt x="5138814" y="1747299"/>
                </a:cubicBezTo>
                <a:close/>
                <a:moveTo>
                  <a:pt x="7514225" y="876296"/>
                </a:moveTo>
                <a:cubicBezTo>
                  <a:pt x="7517559" y="873487"/>
                  <a:pt x="7519941" y="869518"/>
                  <a:pt x="7520688" y="864878"/>
                </a:cubicBezTo>
                <a:cubicBezTo>
                  <a:pt x="7522359" y="854566"/>
                  <a:pt x="7515371" y="844859"/>
                  <a:pt x="7505060" y="843188"/>
                </a:cubicBezTo>
                <a:cubicBezTo>
                  <a:pt x="7494748" y="841516"/>
                  <a:pt x="7485040" y="848521"/>
                  <a:pt x="7483370" y="858833"/>
                </a:cubicBezTo>
                <a:cubicBezTo>
                  <a:pt x="7481698" y="869127"/>
                  <a:pt x="7488703" y="878835"/>
                  <a:pt x="7499014" y="880506"/>
                </a:cubicBezTo>
                <a:cubicBezTo>
                  <a:pt x="7500029" y="880683"/>
                  <a:pt x="7501041" y="880754"/>
                  <a:pt x="7502055" y="880754"/>
                </a:cubicBezTo>
                <a:cubicBezTo>
                  <a:pt x="7506607" y="880754"/>
                  <a:pt x="7510892" y="879105"/>
                  <a:pt x="7514225" y="876296"/>
                </a:cubicBezTo>
                <a:close/>
                <a:moveTo>
                  <a:pt x="1457696" y="3100015"/>
                </a:moveTo>
                <a:lnTo>
                  <a:pt x="1457709" y="3100006"/>
                </a:lnTo>
                <a:lnTo>
                  <a:pt x="1457690" y="3100007"/>
                </a:lnTo>
                <a:close/>
                <a:moveTo>
                  <a:pt x="936732" y="3291432"/>
                </a:moveTo>
                <a:cubicBezTo>
                  <a:pt x="938296" y="3291432"/>
                  <a:pt x="939808" y="3290650"/>
                  <a:pt x="940697" y="3289245"/>
                </a:cubicBezTo>
                <a:cubicBezTo>
                  <a:pt x="942084" y="3287058"/>
                  <a:pt x="941425" y="3284160"/>
                  <a:pt x="939239" y="3282791"/>
                </a:cubicBezTo>
                <a:cubicBezTo>
                  <a:pt x="937052" y="3281404"/>
                  <a:pt x="934154" y="3282062"/>
                  <a:pt x="932785" y="3284249"/>
                </a:cubicBezTo>
                <a:cubicBezTo>
                  <a:pt x="931398" y="3286435"/>
                  <a:pt x="932056" y="3289334"/>
                  <a:pt x="934243" y="3290703"/>
                </a:cubicBezTo>
                <a:cubicBezTo>
                  <a:pt x="935025" y="3291200"/>
                  <a:pt x="935879" y="3291432"/>
                  <a:pt x="936732" y="3291432"/>
                </a:cubicBezTo>
                <a:close/>
                <a:moveTo>
                  <a:pt x="1246406" y="3178926"/>
                </a:moveTo>
                <a:cubicBezTo>
                  <a:pt x="1249055" y="3178926"/>
                  <a:pt x="1251561" y="3177308"/>
                  <a:pt x="1252558" y="3174678"/>
                </a:cubicBezTo>
                <a:cubicBezTo>
                  <a:pt x="1253837" y="3171264"/>
                  <a:pt x="1252131" y="3167476"/>
                  <a:pt x="1248735" y="3166197"/>
                </a:cubicBezTo>
                <a:cubicBezTo>
                  <a:pt x="1245339" y="3164917"/>
                  <a:pt x="1241536" y="3166624"/>
                  <a:pt x="1240255" y="3170018"/>
                </a:cubicBezTo>
                <a:cubicBezTo>
                  <a:pt x="1238975" y="3173414"/>
                  <a:pt x="1240681" y="3177220"/>
                  <a:pt x="1244078" y="3178500"/>
                </a:cubicBezTo>
                <a:cubicBezTo>
                  <a:pt x="1244842" y="3178784"/>
                  <a:pt x="1245624" y="3178926"/>
                  <a:pt x="1246406" y="3178926"/>
                </a:cubicBezTo>
                <a:close/>
                <a:moveTo>
                  <a:pt x="7747884" y="794223"/>
                </a:moveTo>
                <a:cubicBezTo>
                  <a:pt x="7751248" y="791754"/>
                  <a:pt x="7753866" y="788207"/>
                  <a:pt x="7755155" y="783895"/>
                </a:cubicBezTo>
                <a:cubicBezTo>
                  <a:pt x="7758284" y="773406"/>
                  <a:pt x="7752311" y="762330"/>
                  <a:pt x="7741803" y="759201"/>
                </a:cubicBezTo>
                <a:cubicBezTo>
                  <a:pt x="7731297" y="756054"/>
                  <a:pt x="7720238" y="762028"/>
                  <a:pt x="7717109" y="772535"/>
                </a:cubicBezTo>
                <a:cubicBezTo>
                  <a:pt x="7713962" y="783042"/>
                  <a:pt x="7719935" y="794100"/>
                  <a:pt x="7730443" y="797248"/>
                </a:cubicBezTo>
                <a:cubicBezTo>
                  <a:pt x="7732345" y="797817"/>
                  <a:pt x="7734247" y="798083"/>
                  <a:pt x="7736132" y="798084"/>
                </a:cubicBezTo>
                <a:cubicBezTo>
                  <a:pt x="7740408" y="798083"/>
                  <a:pt x="7744519" y="796692"/>
                  <a:pt x="7747884" y="794223"/>
                </a:cubicBezTo>
                <a:close/>
                <a:moveTo>
                  <a:pt x="4657325" y="1931594"/>
                </a:moveTo>
                <a:cubicBezTo>
                  <a:pt x="4664973" y="1931594"/>
                  <a:pt x="4671533" y="1925834"/>
                  <a:pt x="4672351" y="1918064"/>
                </a:cubicBezTo>
                <a:cubicBezTo>
                  <a:pt x="4673221" y="1909762"/>
                  <a:pt x="4667193" y="1902330"/>
                  <a:pt x="4658911" y="1901459"/>
                </a:cubicBezTo>
                <a:cubicBezTo>
                  <a:pt x="4650605" y="1900588"/>
                  <a:pt x="4643157" y="1906598"/>
                  <a:pt x="4642285" y="1914900"/>
                </a:cubicBezTo>
                <a:cubicBezTo>
                  <a:pt x="4641415" y="1923203"/>
                  <a:pt x="4647442" y="1930634"/>
                  <a:pt x="4655728" y="1931523"/>
                </a:cubicBezTo>
                <a:cubicBezTo>
                  <a:pt x="4656277" y="1931577"/>
                  <a:pt x="4656810" y="1931594"/>
                  <a:pt x="4657325" y="1931594"/>
                </a:cubicBezTo>
                <a:close/>
                <a:moveTo>
                  <a:pt x="1672424" y="3029299"/>
                </a:moveTo>
                <a:cubicBezTo>
                  <a:pt x="1676780" y="3029299"/>
                  <a:pt x="1680495" y="3025957"/>
                  <a:pt x="1680869" y="3021512"/>
                </a:cubicBezTo>
                <a:cubicBezTo>
                  <a:pt x="1681260" y="3016854"/>
                  <a:pt x="1677794" y="3012764"/>
                  <a:pt x="1673135" y="3012374"/>
                </a:cubicBezTo>
                <a:cubicBezTo>
                  <a:pt x="1668459" y="3011982"/>
                  <a:pt x="1664370" y="3015449"/>
                  <a:pt x="1663979" y="3020107"/>
                </a:cubicBezTo>
                <a:cubicBezTo>
                  <a:pt x="1663587" y="3024765"/>
                  <a:pt x="1667054" y="3028873"/>
                  <a:pt x="1671713" y="3029264"/>
                </a:cubicBezTo>
                <a:cubicBezTo>
                  <a:pt x="1671944" y="3029299"/>
                  <a:pt x="1672193" y="3029299"/>
                  <a:pt x="1672424" y="3029299"/>
                </a:cubicBezTo>
                <a:close/>
                <a:moveTo>
                  <a:pt x="3705763" y="2283812"/>
                </a:moveTo>
                <a:cubicBezTo>
                  <a:pt x="3711878" y="2282497"/>
                  <a:pt x="3715756" y="2276487"/>
                  <a:pt x="3714440" y="2270371"/>
                </a:cubicBezTo>
                <a:cubicBezTo>
                  <a:pt x="3713123" y="2264256"/>
                  <a:pt x="3707096" y="2260379"/>
                  <a:pt x="3700981" y="2261695"/>
                </a:cubicBezTo>
                <a:cubicBezTo>
                  <a:pt x="3694865" y="2263011"/>
                  <a:pt x="3690988" y="2269038"/>
                  <a:pt x="3692304" y="2275154"/>
                </a:cubicBezTo>
                <a:cubicBezTo>
                  <a:pt x="3693460" y="2280452"/>
                  <a:pt x="3698135" y="2284079"/>
                  <a:pt x="3703363" y="2284079"/>
                </a:cubicBezTo>
                <a:cubicBezTo>
                  <a:pt x="3704147" y="2284080"/>
                  <a:pt x="3704945" y="2283989"/>
                  <a:pt x="3705763" y="2283812"/>
                </a:cubicBezTo>
                <a:close/>
                <a:moveTo>
                  <a:pt x="2395014" y="2765514"/>
                </a:moveTo>
                <a:cubicBezTo>
                  <a:pt x="2400578" y="2764216"/>
                  <a:pt x="2404045" y="2758633"/>
                  <a:pt x="2402730" y="2753051"/>
                </a:cubicBezTo>
                <a:cubicBezTo>
                  <a:pt x="2401432" y="2747469"/>
                  <a:pt x="2395850" y="2744019"/>
                  <a:pt x="2390266" y="2745317"/>
                </a:cubicBezTo>
                <a:cubicBezTo>
                  <a:pt x="2384701" y="2746633"/>
                  <a:pt x="2381235" y="2752198"/>
                  <a:pt x="2382550" y="2757781"/>
                </a:cubicBezTo>
                <a:cubicBezTo>
                  <a:pt x="2383671" y="2762562"/>
                  <a:pt x="2387920" y="2765781"/>
                  <a:pt x="2392631" y="2765781"/>
                </a:cubicBezTo>
                <a:cubicBezTo>
                  <a:pt x="2393413" y="2765781"/>
                  <a:pt x="2394213" y="2765692"/>
                  <a:pt x="2395014" y="2765514"/>
                </a:cubicBezTo>
                <a:close/>
                <a:moveTo>
                  <a:pt x="4036433" y="2165831"/>
                </a:moveTo>
                <a:cubicBezTo>
                  <a:pt x="4043170" y="2165138"/>
                  <a:pt x="4048079" y="2159111"/>
                  <a:pt x="4047384" y="2152373"/>
                </a:cubicBezTo>
                <a:cubicBezTo>
                  <a:pt x="4046690" y="2145635"/>
                  <a:pt x="4040665" y="2140728"/>
                  <a:pt x="4033925" y="2141421"/>
                </a:cubicBezTo>
                <a:cubicBezTo>
                  <a:pt x="4027187" y="2142115"/>
                  <a:pt x="4022281" y="2148142"/>
                  <a:pt x="4022974" y="2154879"/>
                </a:cubicBezTo>
                <a:cubicBezTo>
                  <a:pt x="4023632" y="2161209"/>
                  <a:pt x="4028966" y="2165902"/>
                  <a:pt x="4035170" y="2165902"/>
                </a:cubicBezTo>
                <a:cubicBezTo>
                  <a:pt x="4035597" y="2165902"/>
                  <a:pt x="4036006" y="2165884"/>
                  <a:pt x="4036433" y="2165831"/>
                </a:cubicBezTo>
                <a:close/>
                <a:moveTo>
                  <a:pt x="4275114" y="2079142"/>
                </a:moveTo>
                <a:cubicBezTo>
                  <a:pt x="4282422" y="2079035"/>
                  <a:pt x="4288254" y="2073043"/>
                  <a:pt x="4288163" y="2065736"/>
                </a:cubicBezTo>
                <a:cubicBezTo>
                  <a:pt x="4288059" y="2058447"/>
                  <a:pt x="4282066" y="2052616"/>
                  <a:pt x="4274760" y="2052705"/>
                </a:cubicBezTo>
                <a:cubicBezTo>
                  <a:pt x="4267471" y="2052793"/>
                  <a:pt x="4261638" y="2058803"/>
                  <a:pt x="4261726" y="2066093"/>
                </a:cubicBezTo>
                <a:cubicBezTo>
                  <a:pt x="4261816" y="2073328"/>
                  <a:pt x="4267720" y="2079142"/>
                  <a:pt x="4274939" y="2079142"/>
                </a:cubicBezTo>
                <a:close/>
                <a:moveTo>
                  <a:pt x="1456127" y="3114888"/>
                </a:moveTo>
                <a:cubicBezTo>
                  <a:pt x="1459610" y="3114888"/>
                  <a:pt x="1462740" y="3112470"/>
                  <a:pt x="1463486" y="3108932"/>
                </a:cubicBezTo>
                <a:lnTo>
                  <a:pt x="1457696" y="3100015"/>
                </a:lnTo>
                <a:lnTo>
                  <a:pt x="1448765" y="3105785"/>
                </a:lnTo>
                <a:cubicBezTo>
                  <a:pt x="1447894" y="3109856"/>
                  <a:pt x="1450489" y="3113857"/>
                  <a:pt x="1454561" y="3114728"/>
                </a:cubicBezTo>
                <a:cubicBezTo>
                  <a:pt x="1455077" y="3114834"/>
                  <a:pt x="1455610" y="3114888"/>
                  <a:pt x="1456127" y="3114888"/>
                </a:cubicBezTo>
                <a:close/>
                <a:moveTo>
                  <a:pt x="1986561" y="2922573"/>
                </a:moveTo>
                <a:cubicBezTo>
                  <a:pt x="1991735" y="2922181"/>
                  <a:pt x="1995628" y="2917666"/>
                  <a:pt x="1995237" y="2912474"/>
                </a:cubicBezTo>
                <a:cubicBezTo>
                  <a:pt x="1994845" y="2907283"/>
                  <a:pt x="1990312" y="2903389"/>
                  <a:pt x="1985137" y="2903780"/>
                </a:cubicBezTo>
                <a:cubicBezTo>
                  <a:pt x="1979948" y="2904171"/>
                  <a:pt x="1976053" y="2908705"/>
                  <a:pt x="1976444" y="2913897"/>
                </a:cubicBezTo>
                <a:cubicBezTo>
                  <a:pt x="1976817" y="2918839"/>
                  <a:pt x="1980959" y="2922608"/>
                  <a:pt x="1985831" y="2922608"/>
                </a:cubicBezTo>
                <a:cubicBezTo>
                  <a:pt x="1986080" y="2922608"/>
                  <a:pt x="1986312" y="2922572"/>
                  <a:pt x="1986561" y="2922573"/>
                </a:cubicBezTo>
                <a:close/>
                <a:moveTo>
                  <a:pt x="4897218" y="1854914"/>
                </a:moveTo>
                <a:cubicBezTo>
                  <a:pt x="4905609" y="1854914"/>
                  <a:pt x="4912667" y="1848389"/>
                  <a:pt x="4913237" y="1839891"/>
                </a:cubicBezTo>
                <a:cubicBezTo>
                  <a:pt x="4913806" y="1831038"/>
                  <a:pt x="4907083" y="1823393"/>
                  <a:pt x="4898248" y="1822824"/>
                </a:cubicBezTo>
                <a:cubicBezTo>
                  <a:pt x="4889378" y="1822254"/>
                  <a:pt x="4881749" y="1828956"/>
                  <a:pt x="4881163" y="1837811"/>
                </a:cubicBezTo>
                <a:cubicBezTo>
                  <a:pt x="4880595" y="1846664"/>
                  <a:pt x="4887315" y="1854310"/>
                  <a:pt x="4896168" y="1854878"/>
                </a:cubicBezTo>
                <a:cubicBezTo>
                  <a:pt x="4896507" y="1854896"/>
                  <a:pt x="4896861" y="1854914"/>
                  <a:pt x="4897218" y="1854914"/>
                </a:cubicBezTo>
                <a:close/>
                <a:moveTo>
                  <a:pt x="8298746" y="608952"/>
                </a:moveTo>
                <a:cubicBezTo>
                  <a:pt x="8307529" y="608952"/>
                  <a:pt x="8315902" y="603813"/>
                  <a:pt x="8319601" y="595243"/>
                </a:cubicBezTo>
                <a:cubicBezTo>
                  <a:pt x="8324561" y="583723"/>
                  <a:pt x="8319245" y="570371"/>
                  <a:pt x="8307742" y="565411"/>
                </a:cubicBezTo>
                <a:cubicBezTo>
                  <a:pt x="8301982" y="562931"/>
                  <a:pt x="8295764" y="563015"/>
                  <a:pt x="8290365" y="565157"/>
                </a:cubicBezTo>
                <a:cubicBezTo>
                  <a:pt x="8284967" y="567299"/>
                  <a:pt x="8280389" y="571500"/>
                  <a:pt x="8277909" y="577251"/>
                </a:cubicBezTo>
                <a:cubicBezTo>
                  <a:pt x="8272948" y="588772"/>
                  <a:pt x="8278246" y="602124"/>
                  <a:pt x="8289767" y="607085"/>
                </a:cubicBezTo>
                <a:cubicBezTo>
                  <a:pt x="8292701" y="608347"/>
                  <a:pt x="8295741" y="608952"/>
                  <a:pt x="8298746" y="608952"/>
                </a:cubicBezTo>
                <a:close/>
                <a:moveTo>
                  <a:pt x="2487269" y="2742152"/>
                </a:moveTo>
                <a:cubicBezTo>
                  <a:pt x="2492796" y="2740642"/>
                  <a:pt x="2496070" y="2734952"/>
                  <a:pt x="2494558" y="2729423"/>
                </a:cubicBezTo>
                <a:cubicBezTo>
                  <a:pt x="2493064" y="2723894"/>
                  <a:pt x="2487357" y="2720622"/>
                  <a:pt x="2481828" y="2722134"/>
                </a:cubicBezTo>
                <a:cubicBezTo>
                  <a:pt x="2476317" y="2723627"/>
                  <a:pt x="2473045" y="2729316"/>
                  <a:pt x="2474538" y="2734863"/>
                </a:cubicBezTo>
                <a:cubicBezTo>
                  <a:pt x="2475801" y="2739468"/>
                  <a:pt x="2479979" y="2742508"/>
                  <a:pt x="2484548" y="2742508"/>
                </a:cubicBezTo>
                <a:cubicBezTo>
                  <a:pt x="2485455" y="2742508"/>
                  <a:pt x="2486362" y="2742402"/>
                  <a:pt x="2487269" y="2742152"/>
                </a:cubicBezTo>
                <a:close/>
                <a:moveTo>
                  <a:pt x="4118641" y="2146736"/>
                </a:moveTo>
                <a:lnTo>
                  <a:pt x="4118647" y="2146727"/>
                </a:lnTo>
                <a:lnTo>
                  <a:pt x="4118641" y="2146719"/>
                </a:lnTo>
                <a:close/>
                <a:moveTo>
                  <a:pt x="3798996" y="2265358"/>
                </a:moveTo>
                <a:cubicBezTo>
                  <a:pt x="3805148" y="2264255"/>
                  <a:pt x="3809235" y="2258371"/>
                  <a:pt x="3808134" y="2252219"/>
                </a:cubicBezTo>
                <a:cubicBezTo>
                  <a:pt x="3807015" y="2246068"/>
                  <a:pt x="3801148" y="2241961"/>
                  <a:pt x="3794978" y="2243081"/>
                </a:cubicBezTo>
                <a:cubicBezTo>
                  <a:pt x="3788827" y="2244183"/>
                  <a:pt x="3784736" y="2250068"/>
                  <a:pt x="3785857" y="2256219"/>
                </a:cubicBezTo>
                <a:cubicBezTo>
                  <a:pt x="3786834" y="2261695"/>
                  <a:pt x="3791598" y="2265536"/>
                  <a:pt x="3796970" y="2265536"/>
                </a:cubicBezTo>
                <a:cubicBezTo>
                  <a:pt x="3797643" y="2265535"/>
                  <a:pt x="3798303" y="2265464"/>
                  <a:pt x="3798996" y="2265358"/>
                </a:cubicBezTo>
                <a:close/>
                <a:moveTo>
                  <a:pt x="5238323" y="1737432"/>
                </a:moveTo>
                <a:cubicBezTo>
                  <a:pt x="5247638" y="1736204"/>
                  <a:pt x="5254201" y="1727652"/>
                  <a:pt x="5252974" y="1718337"/>
                </a:cubicBezTo>
                <a:cubicBezTo>
                  <a:pt x="5251746" y="1709020"/>
                  <a:pt x="5243195" y="1702478"/>
                  <a:pt x="5233878" y="1703704"/>
                </a:cubicBezTo>
                <a:cubicBezTo>
                  <a:pt x="5224582" y="1704931"/>
                  <a:pt x="5218020" y="1713465"/>
                  <a:pt x="5219246" y="1722781"/>
                </a:cubicBezTo>
                <a:cubicBezTo>
                  <a:pt x="5220369" y="1731351"/>
                  <a:pt x="5227676" y="1737573"/>
                  <a:pt x="5236083" y="1737573"/>
                </a:cubicBezTo>
                <a:cubicBezTo>
                  <a:pt x="5236831" y="1737573"/>
                  <a:pt x="5237577" y="1737520"/>
                  <a:pt x="5238323" y="1737432"/>
                </a:cubicBezTo>
                <a:close/>
                <a:moveTo>
                  <a:pt x="7961089" y="738862"/>
                </a:moveTo>
                <a:cubicBezTo>
                  <a:pt x="7969409" y="738861"/>
                  <a:pt x="7977267" y="733848"/>
                  <a:pt x="7980468" y="725616"/>
                </a:cubicBezTo>
                <a:cubicBezTo>
                  <a:pt x="7984645" y="714913"/>
                  <a:pt x="7979348" y="702859"/>
                  <a:pt x="7968645" y="698681"/>
                </a:cubicBezTo>
                <a:cubicBezTo>
                  <a:pt x="7957941" y="694502"/>
                  <a:pt x="7945887" y="699801"/>
                  <a:pt x="7941709" y="710504"/>
                </a:cubicBezTo>
                <a:cubicBezTo>
                  <a:pt x="7937532" y="721208"/>
                  <a:pt x="7942830" y="733261"/>
                  <a:pt x="7953533" y="737438"/>
                </a:cubicBezTo>
                <a:cubicBezTo>
                  <a:pt x="7956022" y="738417"/>
                  <a:pt x="7958582" y="738861"/>
                  <a:pt x="7961089" y="738862"/>
                </a:cubicBezTo>
                <a:close/>
                <a:moveTo>
                  <a:pt x="7260635" y="996655"/>
                </a:moveTo>
                <a:cubicBezTo>
                  <a:pt x="7270555" y="996619"/>
                  <a:pt x="7278573" y="988566"/>
                  <a:pt x="7278538" y="978645"/>
                </a:cubicBezTo>
                <a:cubicBezTo>
                  <a:pt x="7278519" y="968724"/>
                  <a:pt x="7270449" y="960706"/>
                  <a:pt x="7260545" y="960742"/>
                </a:cubicBezTo>
                <a:cubicBezTo>
                  <a:pt x="7250625" y="960760"/>
                  <a:pt x="7242624" y="968831"/>
                  <a:pt x="7242624" y="978752"/>
                </a:cubicBezTo>
                <a:cubicBezTo>
                  <a:pt x="7242660" y="988637"/>
                  <a:pt x="7250696" y="996655"/>
                  <a:pt x="7260581" y="996655"/>
                </a:cubicBezTo>
                <a:close/>
                <a:moveTo>
                  <a:pt x="2578670" y="2715821"/>
                </a:moveTo>
                <a:cubicBezTo>
                  <a:pt x="2584145" y="2714151"/>
                  <a:pt x="2587239" y="2708354"/>
                  <a:pt x="2585586" y="2702878"/>
                </a:cubicBezTo>
                <a:cubicBezTo>
                  <a:pt x="2583915" y="2697403"/>
                  <a:pt x="2578118" y="2694309"/>
                  <a:pt x="2572625" y="2695981"/>
                </a:cubicBezTo>
                <a:cubicBezTo>
                  <a:pt x="2567149" y="2697652"/>
                  <a:pt x="2564073" y="2703448"/>
                  <a:pt x="2565743" y="2708923"/>
                </a:cubicBezTo>
                <a:cubicBezTo>
                  <a:pt x="2567095" y="2713386"/>
                  <a:pt x="2571202" y="2716266"/>
                  <a:pt x="2575665" y="2716267"/>
                </a:cubicBezTo>
                <a:cubicBezTo>
                  <a:pt x="2576660" y="2716266"/>
                  <a:pt x="2577674" y="2716125"/>
                  <a:pt x="2578670" y="2715821"/>
                </a:cubicBezTo>
                <a:close/>
                <a:moveTo>
                  <a:pt x="3559033" y="2357455"/>
                </a:moveTo>
                <a:lnTo>
                  <a:pt x="3559035" y="2357452"/>
                </a:lnTo>
                <a:lnTo>
                  <a:pt x="3559017" y="2357452"/>
                </a:lnTo>
                <a:close/>
                <a:moveTo>
                  <a:pt x="4514988" y="2007599"/>
                </a:moveTo>
                <a:cubicBezTo>
                  <a:pt x="4522172" y="2007598"/>
                  <a:pt x="4528322" y="2002159"/>
                  <a:pt x="4529070" y="1994851"/>
                </a:cubicBezTo>
                <a:cubicBezTo>
                  <a:pt x="4529851" y="1987082"/>
                  <a:pt x="4524160" y="1980131"/>
                  <a:pt x="4516391" y="1979348"/>
                </a:cubicBezTo>
                <a:cubicBezTo>
                  <a:pt x="4508608" y="1978566"/>
                  <a:pt x="4501654" y="1984238"/>
                  <a:pt x="4500873" y="1992025"/>
                </a:cubicBezTo>
                <a:cubicBezTo>
                  <a:pt x="4500090" y="1999811"/>
                  <a:pt x="4505763" y="2006745"/>
                  <a:pt x="4513549" y="2007527"/>
                </a:cubicBezTo>
                <a:cubicBezTo>
                  <a:pt x="4514028" y="2007581"/>
                  <a:pt x="4514508" y="2007599"/>
                  <a:pt x="4514988" y="2007599"/>
                </a:cubicBezTo>
                <a:close/>
                <a:moveTo>
                  <a:pt x="829063" y="3359810"/>
                </a:moveTo>
                <a:cubicBezTo>
                  <a:pt x="830219" y="3359810"/>
                  <a:pt x="831374" y="3359259"/>
                  <a:pt x="832103" y="3358227"/>
                </a:cubicBezTo>
                <a:cubicBezTo>
                  <a:pt x="833295" y="3356538"/>
                  <a:pt x="832903" y="3354209"/>
                  <a:pt x="831214" y="3353018"/>
                </a:cubicBezTo>
                <a:cubicBezTo>
                  <a:pt x="829525" y="3351827"/>
                  <a:pt x="827196" y="3352235"/>
                  <a:pt x="826005" y="3353907"/>
                </a:cubicBezTo>
                <a:cubicBezTo>
                  <a:pt x="824814" y="3355596"/>
                  <a:pt x="825222" y="3357925"/>
                  <a:pt x="826911" y="3359116"/>
                </a:cubicBezTo>
                <a:cubicBezTo>
                  <a:pt x="827552" y="3359578"/>
                  <a:pt x="828316" y="3359810"/>
                  <a:pt x="829063" y="3359810"/>
                </a:cubicBezTo>
                <a:close/>
                <a:moveTo>
                  <a:pt x="2669235" y="2686896"/>
                </a:moveTo>
                <a:cubicBezTo>
                  <a:pt x="2674658" y="2685082"/>
                  <a:pt x="2677609" y="2679198"/>
                  <a:pt x="2675795" y="2673775"/>
                </a:cubicBezTo>
                <a:cubicBezTo>
                  <a:pt x="2673983" y="2668335"/>
                  <a:pt x="2668115" y="2665401"/>
                  <a:pt x="2662675" y="2667214"/>
                </a:cubicBezTo>
                <a:cubicBezTo>
                  <a:pt x="2657235" y="2669010"/>
                  <a:pt x="2654301" y="2674895"/>
                  <a:pt x="2656115" y="2680317"/>
                </a:cubicBezTo>
                <a:cubicBezTo>
                  <a:pt x="2657554" y="2684673"/>
                  <a:pt x="2661608" y="2687429"/>
                  <a:pt x="2665947" y="2687429"/>
                </a:cubicBezTo>
                <a:cubicBezTo>
                  <a:pt x="2667048" y="2687429"/>
                  <a:pt x="2668151" y="2687251"/>
                  <a:pt x="2669235" y="2686896"/>
                </a:cubicBezTo>
                <a:close/>
                <a:moveTo>
                  <a:pt x="3203474" y="2491079"/>
                </a:moveTo>
                <a:cubicBezTo>
                  <a:pt x="3208860" y="2489141"/>
                  <a:pt x="3211652" y="2483203"/>
                  <a:pt x="3209715" y="2477815"/>
                </a:cubicBezTo>
                <a:cubicBezTo>
                  <a:pt x="3207758" y="2472411"/>
                  <a:pt x="3201820" y="2469619"/>
                  <a:pt x="3196434" y="2471575"/>
                </a:cubicBezTo>
                <a:cubicBezTo>
                  <a:pt x="3191046" y="2473513"/>
                  <a:pt x="3188255" y="2479451"/>
                  <a:pt x="3190193" y="2484856"/>
                </a:cubicBezTo>
                <a:cubicBezTo>
                  <a:pt x="3191722" y="2489070"/>
                  <a:pt x="3195704" y="2491701"/>
                  <a:pt x="3199954" y="2491701"/>
                </a:cubicBezTo>
                <a:cubicBezTo>
                  <a:pt x="3201127" y="2491701"/>
                  <a:pt x="3202318" y="2491505"/>
                  <a:pt x="3203474" y="2491079"/>
                </a:cubicBezTo>
                <a:close/>
                <a:moveTo>
                  <a:pt x="3114579" y="2523704"/>
                </a:moveTo>
                <a:cubicBezTo>
                  <a:pt x="3119949" y="2521712"/>
                  <a:pt x="3122686" y="2515738"/>
                  <a:pt x="3120677" y="2510369"/>
                </a:cubicBezTo>
                <a:cubicBezTo>
                  <a:pt x="3118686" y="2505000"/>
                  <a:pt x="3112713" y="2502261"/>
                  <a:pt x="3107343" y="2504271"/>
                </a:cubicBezTo>
                <a:cubicBezTo>
                  <a:pt x="3101975" y="2506262"/>
                  <a:pt x="3099253" y="2512218"/>
                  <a:pt x="3101245" y="2517605"/>
                </a:cubicBezTo>
                <a:cubicBezTo>
                  <a:pt x="3102792" y="2521765"/>
                  <a:pt x="3106757" y="2524361"/>
                  <a:pt x="3110970" y="2524361"/>
                </a:cubicBezTo>
                <a:cubicBezTo>
                  <a:pt x="3112161" y="2524361"/>
                  <a:pt x="3113388" y="2524147"/>
                  <a:pt x="3114579" y="2523704"/>
                </a:cubicBezTo>
                <a:close/>
                <a:moveTo>
                  <a:pt x="3025863" y="2556985"/>
                </a:moveTo>
                <a:cubicBezTo>
                  <a:pt x="3031232" y="2554959"/>
                  <a:pt x="3033934" y="2548985"/>
                  <a:pt x="3031907" y="2543615"/>
                </a:cubicBezTo>
                <a:cubicBezTo>
                  <a:pt x="3029898" y="2538264"/>
                  <a:pt x="3023907" y="2535544"/>
                  <a:pt x="3018555" y="2537570"/>
                </a:cubicBezTo>
                <a:cubicBezTo>
                  <a:pt x="3013185" y="2539598"/>
                  <a:pt x="3010483" y="2545571"/>
                  <a:pt x="3012511" y="2550940"/>
                </a:cubicBezTo>
                <a:cubicBezTo>
                  <a:pt x="3014076" y="2555100"/>
                  <a:pt x="3018022" y="2557660"/>
                  <a:pt x="3022218" y="2557660"/>
                </a:cubicBezTo>
                <a:cubicBezTo>
                  <a:pt x="3023426" y="2557661"/>
                  <a:pt x="3024671" y="2557430"/>
                  <a:pt x="3025863" y="2556985"/>
                </a:cubicBezTo>
                <a:close/>
                <a:moveTo>
                  <a:pt x="3292706" y="2459574"/>
                </a:moveTo>
                <a:cubicBezTo>
                  <a:pt x="3298128" y="2457708"/>
                  <a:pt x="3301009" y="2451805"/>
                  <a:pt x="3299141" y="2446400"/>
                </a:cubicBezTo>
                <a:cubicBezTo>
                  <a:pt x="3297275" y="2440978"/>
                  <a:pt x="3291373" y="2438098"/>
                  <a:pt x="3285968" y="2439965"/>
                </a:cubicBezTo>
                <a:cubicBezTo>
                  <a:pt x="3280545" y="2441831"/>
                  <a:pt x="3277665" y="2447734"/>
                  <a:pt x="3279532" y="2453157"/>
                </a:cubicBezTo>
                <a:cubicBezTo>
                  <a:pt x="3281008" y="2457441"/>
                  <a:pt x="3285026" y="2460143"/>
                  <a:pt x="3289346" y="2460144"/>
                </a:cubicBezTo>
                <a:cubicBezTo>
                  <a:pt x="3290466" y="2460143"/>
                  <a:pt x="3291586" y="2459966"/>
                  <a:pt x="3292706" y="2459574"/>
                </a:cubicBezTo>
                <a:close/>
                <a:moveTo>
                  <a:pt x="2937163" y="2590445"/>
                </a:moveTo>
                <a:cubicBezTo>
                  <a:pt x="2942532" y="2588436"/>
                  <a:pt x="2945235" y="2582445"/>
                  <a:pt x="2943226" y="2577093"/>
                </a:cubicBezTo>
                <a:cubicBezTo>
                  <a:pt x="2941217" y="2571742"/>
                  <a:pt x="2935226" y="2569022"/>
                  <a:pt x="2929874" y="2571048"/>
                </a:cubicBezTo>
                <a:cubicBezTo>
                  <a:pt x="2924505" y="2573058"/>
                  <a:pt x="2921785" y="2579030"/>
                  <a:pt x="2923810" y="2584400"/>
                </a:cubicBezTo>
                <a:cubicBezTo>
                  <a:pt x="2925376" y="2588561"/>
                  <a:pt x="2929323" y="2591121"/>
                  <a:pt x="2933519" y="2591121"/>
                </a:cubicBezTo>
                <a:cubicBezTo>
                  <a:pt x="2934728" y="2591121"/>
                  <a:pt x="2935972" y="2590907"/>
                  <a:pt x="2937163" y="2590445"/>
                </a:cubicBezTo>
                <a:close/>
                <a:moveTo>
                  <a:pt x="2759054" y="2655961"/>
                </a:moveTo>
                <a:cubicBezTo>
                  <a:pt x="2764442" y="2654040"/>
                  <a:pt x="2767269" y="2648102"/>
                  <a:pt x="2765348" y="2642715"/>
                </a:cubicBezTo>
                <a:cubicBezTo>
                  <a:pt x="2763446" y="2637310"/>
                  <a:pt x="2757508" y="2634484"/>
                  <a:pt x="2752121" y="2636403"/>
                </a:cubicBezTo>
                <a:cubicBezTo>
                  <a:pt x="2746716" y="2638306"/>
                  <a:pt x="2743889" y="2644244"/>
                  <a:pt x="2745809" y="2649649"/>
                </a:cubicBezTo>
                <a:cubicBezTo>
                  <a:pt x="2747320" y="2653899"/>
                  <a:pt x="2751321" y="2656547"/>
                  <a:pt x="2755588" y="2656547"/>
                </a:cubicBezTo>
                <a:cubicBezTo>
                  <a:pt x="2756725" y="2656547"/>
                  <a:pt x="2757899" y="2656352"/>
                  <a:pt x="2759054" y="2655961"/>
                </a:cubicBezTo>
                <a:close/>
                <a:moveTo>
                  <a:pt x="2848305" y="2623621"/>
                </a:moveTo>
                <a:cubicBezTo>
                  <a:pt x="2853674" y="2621630"/>
                  <a:pt x="2856430" y="2615674"/>
                  <a:pt x="2854438" y="2610304"/>
                </a:cubicBezTo>
                <a:cubicBezTo>
                  <a:pt x="2852447" y="2604917"/>
                  <a:pt x="2846491" y="2602179"/>
                  <a:pt x="2841121" y="2604153"/>
                </a:cubicBezTo>
                <a:cubicBezTo>
                  <a:pt x="2835734" y="2606144"/>
                  <a:pt x="2832997" y="2612100"/>
                  <a:pt x="2834988" y="2617487"/>
                </a:cubicBezTo>
                <a:cubicBezTo>
                  <a:pt x="2836517" y="2621665"/>
                  <a:pt x="2840482" y="2624260"/>
                  <a:pt x="2844713" y="2624261"/>
                </a:cubicBezTo>
                <a:cubicBezTo>
                  <a:pt x="2845904" y="2624261"/>
                  <a:pt x="2847114" y="2624047"/>
                  <a:pt x="2848305" y="2623621"/>
                </a:cubicBezTo>
                <a:close/>
                <a:moveTo>
                  <a:pt x="3382437" y="2429671"/>
                </a:moveTo>
                <a:cubicBezTo>
                  <a:pt x="3387894" y="2427929"/>
                  <a:pt x="3390917" y="2422097"/>
                  <a:pt x="3389157" y="2416639"/>
                </a:cubicBezTo>
                <a:cubicBezTo>
                  <a:pt x="3387432" y="2411181"/>
                  <a:pt x="3381583" y="2408159"/>
                  <a:pt x="3376124" y="2409918"/>
                </a:cubicBezTo>
                <a:cubicBezTo>
                  <a:pt x="3370667" y="2411660"/>
                  <a:pt x="3367662" y="2417492"/>
                  <a:pt x="3369404" y="2422950"/>
                </a:cubicBezTo>
                <a:cubicBezTo>
                  <a:pt x="3370809" y="2427359"/>
                  <a:pt x="3374899" y="2430168"/>
                  <a:pt x="3379289" y="2430168"/>
                </a:cubicBezTo>
                <a:cubicBezTo>
                  <a:pt x="3380339" y="2430168"/>
                  <a:pt x="3381387" y="2430009"/>
                  <a:pt x="3382437" y="2429671"/>
                </a:cubicBezTo>
                <a:close/>
                <a:moveTo>
                  <a:pt x="4131534" y="2158347"/>
                </a:moveTo>
                <a:cubicBezTo>
                  <a:pt x="4138306" y="2157973"/>
                  <a:pt x="4143497" y="2152195"/>
                  <a:pt x="4143141" y="2145439"/>
                </a:cubicBezTo>
                <a:cubicBezTo>
                  <a:pt x="4142786" y="2138683"/>
                  <a:pt x="4137008" y="2133492"/>
                  <a:pt x="4130233" y="2133829"/>
                </a:cubicBezTo>
                <a:cubicBezTo>
                  <a:pt x="4126854" y="2134016"/>
                  <a:pt x="4123870" y="2135554"/>
                  <a:pt x="4121771" y="2137889"/>
                </a:cubicBezTo>
                <a:lnTo>
                  <a:pt x="4118647" y="2146727"/>
                </a:lnTo>
                <a:lnTo>
                  <a:pt x="4122458" y="2154987"/>
                </a:lnTo>
                <a:cubicBezTo>
                  <a:pt x="4124666" y="2157076"/>
                  <a:pt x="4127639" y="2158347"/>
                  <a:pt x="4130874" y="2158347"/>
                </a:cubicBezTo>
                <a:cubicBezTo>
                  <a:pt x="4131104" y="2158347"/>
                  <a:pt x="4131320" y="2158347"/>
                  <a:pt x="4131534" y="2158347"/>
                </a:cubicBezTo>
                <a:close/>
                <a:moveTo>
                  <a:pt x="1129439" y="3260799"/>
                </a:moveTo>
                <a:cubicBezTo>
                  <a:pt x="1131571" y="3260799"/>
                  <a:pt x="1133598" y="3259590"/>
                  <a:pt x="1134558" y="3257545"/>
                </a:cubicBezTo>
                <a:cubicBezTo>
                  <a:pt x="1135858" y="3254718"/>
                  <a:pt x="1134630" y="3251376"/>
                  <a:pt x="1131803" y="3250060"/>
                </a:cubicBezTo>
                <a:cubicBezTo>
                  <a:pt x="1128976" y="3248762"/>
                  <a:pt x="1125634" y="3249989"/>
                  <a:pt x="1124335" y="3252816"/>
                </a:cubicBezTo>
                <a:cubicBezTo>
                  <a:pt x="1123021" y="3255625"/>
                  <a:pt x="1124264" y="3258985"/>
                  <a:pt x="1127074" y="3260283"/>
                </a:cubicBezTo>
                <a:cubicBezTo>
                  <a:pt x="1127838" y="3260639"/>
                  <a:pt x="1128657" y="3260799"/>
                  <a:pt x="1129439" y="3260799"/>
                </a:cubicBezTo>
                <a:close/>
                <a:moveTo>
                  <a:pt x="3472895" y="2402220"/>
                </a:moveTo>
                <a:cubicBezTo>
                  <a:pt x="3478388" y="2400638"/>
                  <a:pt x="3481571" y="2394895"/>
                  <a:pt x="3479989" y="2389401"/>
                </a:cubicBezTo>
                <a:cubicBezTo>
                  <a:pt x="3478425" y="2383890"/>
                  <a:pt x="3472664" y="2380707"/>
                  <a:pt x="3467170" y="2382290"/>
                </a:cubicBezTo>
                <a:cubicBezTo>
                  <a:pt x="3461658" y="2383872"/>
                  <a:pt x="3458477" y="2389615"/>
                  <a:pt x="3460059" y="2395126"/>
                </a:cubicBezTo>
                <a:cubicBezTo>
                  <a:pt x="3461375" y="2399677"/>
                  <a:pt x="3465517" y="2402629"/>
                  <a:pt x="3470033" y="2402629"/>
                </a:cubicBezTo>
                <a:cubicBezTo>
                  <a:pt x="3470976" y="2402629"/>
                  <a:pt x="3471934" y="2402505"/>
                  <a:pt x="3472895" y="2402220"/>
                </a:cubicBezTo>
                <a:close/>
                <a:moveTo>
                  <a:pt x="2080770" y="2912954"/>
                </a:moveTo>
                <a:cubicBezTo>
                  <a:pt x="2085927" y="2912278"/>
                  <a:pt x="2089589" y="2907567"/>
                  <a:pt x="2088914" y="2902411"/>
                </a:cubicBezTo>
                <a:cubicBezTo>
                  <a:pt x="2088256" y="2897237"/>
                  <a:pt x="2083527" y="2893593"/>
                  <a:pt x="2078370" y="2894268"/>
                </a:cubicBezTo>
                <a:cubicBezTo>
                  <a:pt x="2073215" y="2894909"/>
                  <a:pt x="2069571" y="2899638"/>
                  <a:pt x="2070228" y="2904812"/>
                </a:cubicBezTo>
                <a:cubicBezTo>
                  <a:pt x="2070833" y="2909559"/>
                  <a:pt x="2074886" y="2913026"/>
                  <a:pt x="2079562" y="2913025"/>
                </a:cubicBezTo>
                <a:cubicBezTo>
                  <a:pt x="2079952" y="2913025"/>
                  <a:pt x="2080362" y="2913008"/>
                  <a:pt x="2080770" y="2912954"/>
                </a:cubicBezTo>
                <a:close/>
                <a:moveTo>
                  <a:pt x="3892781" y="2250370"/>
                </a:moveTo>
                <a:cubicBezTo>
                  <a:pt x="3898984" y="2249517"/>
                  <a:pt x="3903306" y="2243792"/>
                  <a:pt x="3902433" y="2237604"/>
                </a:cubicBezTo>
                <a:cubicBezTo>
                  <a:pt x="3901580" y="2231400"/>
                  <a:pt x="3895853" y="2227080"/>
                  <a:pt x="3889668" y="2227951"/>
                </a:cubicBezTo>
                <a:cubicBezTo>
                  <a:pt x="3883481" y="2228804"/>
                  <a:pt x="3879162" y="2234530"/>
                  <a:pt x="3880014" y="2240716"/>
                </a:cubicBezTo>
                <a:cubicBezTo>
                  <a:pt x="3880796" y="2246388"/>
                  <a:pt x="3885652" y="2250476"/>
                  <a:pt x="3891214" y="2250476"/>
                </a:cubicBezTo>
                <a:cubicBezTo>
                  <a:pt x="3891731" y="2250476"/>
                  <a:pt x="3892263" y="2250441"/>
                  <a:pt x="3892781" y="2250370"/>
                </a:cubicBezTo>
                <a:close/>
                <a:moveTo>
                  <a:pt x="5336942" y="1721519"/>
                </a:moveTo>
                <a:cubicBezTo>
                  <a:pt x="5346169" y="1719777"/>
                  <a:pt x="5352234" y="1710869"/>
                  <a:pt x="5350492" y="1701642"/>
                </a:cubicBezTo>
                <a:cubicBezTo>
                  <a:pt x="5348751" y="1692415"/>
                  <a:pt x="5339859" y="1686352"/>
                  <a:pt x="5330632" y="1688094"/>
                </a:cubicBezTo>
                <a:cubicBezTo>
                  <a:pt x="5321406" y="1689837"/>
                  <a:pt x="5315343" y="1698744"/>
                  <a:pt x="5317084" y="1707971"/>
                </a:cubicBezTo>
                <a:lnTo>
                  <a:pt x="5317066" y="1707971"/>
                </a:lnTo>
                <a:cubicBezTo>
                  <a:pt x="5318614" y="1716132"/>
                  <a:pt x="5325761" y="1721820"/>
                  <a:pt x="5333760" y="1721821"/>
                </a:cubicBezTo>
                <a:cubicBezTo>
                  <a:pt x="5334810" y="1721821"/>
                  <a:pt x="5335878" y="1721715"/>
                  <a:pt x="5336942" y="1721519"/>
                </a:cubicBezTo>
                <a:close/>
                <a:moveTo>
                  <a:pt x="1765923" y="3033957"/>
                </a:moveTo>
                <a:cubicBezTo>
                  <a:pt x="1770528" y="3033957"/>
                  <a:pt x="1774315" y="3030242"/>
                  <a:pt x="1774404" y="3025619"/>
                </a:cubicBezTo>
                <a:cubicBezTo>
                  <a:pt x="1774475" y="3020925"/>
                  <a:pt x="1770741" y="3017085"/>
                  <a:pt x="1766065" y="3016997"/>
                </a:cubicBezTo>
                <a:cubicBezTo>
                  <a:pt x="1761389" y="3016925"/>
                  <a:pt x="1757531" y="3020658"/>
                  <a:pt x="1757442" y="3025334"/>
                </a:cubicBezTo>
                <a:cubicBezTo>
                  <a:pt x="1757373" y="3030010"/>
                  <a:pt x="1761106" y="3033868"/>
                  <a:pt x="1765781" y="3033939"/>
                </a:cubicBezTo>
                <a:cubicBezTo>
                  <a:pt x="1765833" y="3033957"/>
                  <a:pt x="1765923" y="3033957"/>
                  <a:pt x="1765923" y="3033957"/>
                </a:cubicBezTo>
                <a:close/>
                <a:moveTo>
                  <a:pt x="4371513" y="2081151"/>
                </a:moveTo>
                <a:cubicBezTo>
                  <a:pt x="4378463" y="2081150"/>
                  <a:pt x="4384296" y="2075711"/>
                  <a:pt x="4384705" y="2068688"/>
                </a:cubicBezTo>
                <a:cubicBezTo>
                  <a:pt x="4385114" y="2061399"/>
                  <a:pt x="4379548" y="2055158"/>
                  <a:pt x="4372259" y="2054749"/>
                </a:cubicBezTo>
                <a:cubicBezTo>
                  <a:pt x="4364970" y="2054322"/>
                  <a:pt x="4358730" y="2059887"/>
                  <a:pt x="4358301" y="2067177"/>
                </a:cubicBezTo>
                <a:cubicBezTo>
                  <a:pt x="4357894" y="2074466"/>
                  <a:pt x="4363458" y="2080707"/>
                  <a:pt x="4370747" y="2081134"/>
                </a:cubicBezTo>
                <a:cubicBezTo>
                  <a:pt x="4370997" y="2081151"/>
                  <a:pt x="4371263" y="2081150"/>
                  <a:pt x="4371513" y="2081151"/>
                </a:cubicBezTo>
                <a:close/>
                <a:moveTo>
                  <a:pt x="3564118" y="2377578"/>
                </a:moveTo>
                <a:cubicBezTo>
                  <a:pt x="3569666" y="2376156"/>
                  <a:pt x="3573027" y="2370520"/>
                  <a:pt x="3571620" y="2364973"/>
                </a:cubicBezTo>
                <a:cubicBezTo>
                  <a:pt x="3570919" y="2362191"/>
                  <a:pt x="3569159" y="2359960"/>
                  <a:pt x="3566878" y="2358599"/>
                </a:cubicBezTo>
                <a:lnTo>
                  <a:pt x="3559033" y="2357455"/>
                </a:lnTo>
                <a:lnTo>
                  <a:pt x="3551514" y="2370058"/>
                </a:lnTo>
                <a:cubicBezTo>
                  <a:pt x="3552704" y="2374751"/>
                  <a:pt x="3556936" y="2377881"/>
                  <a:pt x="3561558" y="2377881"/>
                </a:cubicBezTo>
                <a:cubicBezTo>
                  <a:pt x="3562411" y="2377881"/>
                  <a:pt x="3563265" y="2377774"/>
                  <a:pt x="3564118" y="2377578"/>
                </a:cubicBezTo>
                <a:close/>
                <a:moveTo>
                  <a:pt x="6640577" y="1251232"/>
                </a:moveTo>
                <a:cubicBezTo>
                  <a:pt x="6649432" y="1248102"/>
                  <a:pt x="6654090" y="1238395"/>
                  <a:pt x="6650961" y="1229523"/>
                </a:cubicBezTo>
                <a:cubicBezTo>
                  <a:pt x="6647849" y="1220669"/>
                  <a:pt x="6638141" y="1216011"/>
                  <a:pt x="6629271" y="1219140"/>
                </a:cubicBezTo>
                <a:cubicBezTo>
                  <a:pt x="6620416" y="1222269"/>
                  <a:pt x="6615758" y="1231977"/>
                  <a:pt x="6618888" y="1240830"/>
                </a:cubicBezTo>
                <a:cubicBezTo>
                  <a:pt x="6621341" y="1247818"/>
                  <a:pt x="6627919" y="1252191"/>
                  <a:pt x="6634924" y="1252192"/>
                </a:cubicBezTo>
                <a:cubicBezTo>
                  <a:pt x="6636808" y="1252192"/>
                  <a:pt x="6638711" y="1251889"/>
                  <a:pt x="6640577" y="1251232"/>
                </a:cubicBezTo>
                <a:close/>
                <a:moveTo>
                  <a:pt x="4754418" y="1943221"/>
                </a:moveTo>
                <a:cubicBezTo>
                  <a:pt x="4761902" y="1943221"/>
                  <a:pt x="4768393" y="1937674"/>
                  <a:pt x="4769388" y="1930065"/>
                </a:cubicBezTo>
                <a:cubicBezTo>
                  <a:pt x="4770471" y="1921780"/>
                  <a:pt x="4764623" y="1914206"/>
                  <a:pt x="4756357" y="1913121"/>
                </a:cubicBezTo>
                <a:cubicBezTo>
                  <a:pt x="4748071" y="1912055"/>
                  <a:pt x="4740496" y="1917887"/>
                  <a:pt x="4739413" y="1926154"/>
                </a:cubicBezTo>
                <a:cubicBezTo>
                  <a:pt x="4738344" y="1934439"/>
                  <a:pt x="4744179" y="1942030"/>
                  <a:pt x="4752443" y="1943097"/>
                </a:cubicBezTo>
                <a:cubicBezTo>
                  <a:pt x="4753119" y="1943186"/>
                  <a:pt x="4753776" y="1943221"/>
                  <a:pt x="4754418" y="1943221"/>
                </a:cubicBezTo>
                <a:close/>
                <a:moveTo>
                  <a:pt x="6548092" y="1285242"/>
                </a:moveTo>
                <a:cubicBezTo>
                  <a:pt x="6556875" y="1281900"/>
                  <a:pt x="6561266" y="1272050"/>
                  <a:pt x="6557906" y="1263285"/>
                </a:cubicBezTo>
                <a:cubicBezTo>
                  <a:pt x="6554545" y="1254502"/>
                  <a:pt x="6544714" y="1250111"/>
                  <a:pt x="6535949" y="1253472"/>
                </a:cubicBezTo>
                <a:cubicBezTo>
                  <a:pt x="6527185" y="1256832"/>
                  <a:pt x="6522793" y="1266663"/>
                  <a:pt x="6526153" y="1275447"/>
                </a:cubicBezTo>
                <a:lnTo>
                  <a:pt x="6526135" y="1275447"/>
                </a:lnTo>
                <a:cubicBezTo>
                  <a:pt x="6528730" y="1282220"/>
                  <a:pt x="6535185" y="1286380"/>
                  <a:pt x="6542029" y="1286380"/>
                </a:cubicBezTo>
                <a:cubicBezTo>
                  <a:pt x="6544038" y="1286380"/>
                  <a:pt x="6546101" y="1286007"/>
                  <a:pt x="6548092" y="1285242"/>
                </a:cubicBezTo>
                <a:close/>
                <a:moveTo>
                  <a:pt x="8513533" y="564431"/>
                </a:moveTo>
                <a:lnTo>
                  <a:pt x="8498276" y="522842"/>
                </a:lnTo>
                <a:lnTo>
                  <a:pt x="8488410" y="532751"/>
                </a:lnTo>
                <a:cubicBezTo>
                  <a:pt x="8483433" y="544840"/>
                  <a:pt x="8489175" y="558654"/>
                  <a:pt x="8501247" y="563633"/>
                </a:cubicBezTo>
                <a:cubicBezTo>
                  <a:pt x="8504198" y="564842"/>
                  <a:pt x="8507256" y="565411"/>
                  <a:pt x="8510260" y="565411"/>
                </a:cubicBezTo>
                <a:close/>
                <a:moveTo>
                  <a:pt x="7612080" y="895682"/>
                </a:moveTo>
                <a:cubicBezTo>
                  <a:pt x="7615360" y="893084"/>
                  <a:pt x="7617804" y="889387"/>
                  <a:pt x="7618791" y="884986"/>
                </a:cubicBezTo>
                <a:cubicBezTo>
                  <a:pt x="7621067" y="874799"/>
                  <a:pt x="7614648" y="864700"/>
                  <a:pt x="7604461" y="862424"/>
                </a:cubicBezTo>
                <a:cubicBezTo>
                  <a:pt x="7594274" y="860131"/>
                  <a:pt x="7584158" y="866549"/>
                  <a:pt x="7581882" y="876736"/>
                </a:cubicBezTo>
                <a:cubicBezTo>
                  <a:pt x="7579607" y="886924"/>
                  <a:pt x="7586026" y="897040"/>
                  <a:pt x="7596213" y="899316"/>
                </a:cubicBezTo>
                <a:cubicBezTo>
                  <a:pt x="7597599" y="899618"/>
                  <a:pt x="7598986" y="899778"/>
                  <a:pt x="7600354" y="899778"/>
                </a:cubicBezTo>
                <a:cubicBezTo>
                  <a:pt x="7604683" y="899778"/>
                  <a:pt x="7608799" y="898280"/>
                  <a:pt x="7612080" y="895682"/>
                </a:cubicBezTo>
                <a:close/>
                <a:moveTo>
                  <a:pt x="6456263" y="1321351"/>
                </a:moveTo>
                <a:cubicBezTo>
                  <a:pt x="6464994" y="1317849"/>
                  <a:pt x="6469224" y="1307946"/>
                  <a:pt x="6465722" y="1299234"/>
                </a:cubicBezTo>
                <a:cubicBezTo>
                  <a:pt x="6462219" y="1290505"/>
                  <a:pt x="6452316" y="1286273"/>
                  <a:pt x="6443588" y="1289776"/>
                </a:cubicBezTo>
                <a:cubicBezTo>
                  <a:pt x="6434858" y="1293278"/>
                  <a:pt x="6430627" y="1303181"/>
                  <a:pt x="6434129" y="1311893"/>
                </a:cubicBezTo>
                <a:lnTo>
                  <a:pt x="6434147" y="1311893"/>
                </a:lnTo>
                <a:cubicBezTo>
                  <a:pt x="6436813" y="1318542"/>
                  <a:pt x="6443196" y="1322578"/>
                  <a:pt x="6449934" y="1322578"/>
                </a:cubicBezTo>
                <a:cubicBezTo>
                  <a:pt x="6452050" y="1322578"/>
                  <a:pt x="6454184" y="1322187"/>
                  <a:pt x="6456263" y="1321351"/>
                </a:cubicBezTo>
                <a:close/>
                <a:moveTo>
                  <a:pt x="6733917" y="1220011"/>
                </a:moveTo>
                <a:cubicBezTo>
                  <a:pt x="6742861" y="1217185"/>
                  <a:pt x="6747838" y="1207620"/>
                  <a:pt x="6745011" y="1198677"/>
                </a:cubicBezTo>
                <a:cubicBezTo>
                  <a:pt x="6742184" y="1189716"/>
                  <a:pt x="6732638" y="1184739"/>
                  <a:pt x="6723676" y="1187565"/>
                </a:cubicBezTo>
                <a:cubicBezTo>
                  <a:pt x="6714716" y="1190392"/>
                  <a:pt x="6709738" y="1199939"/>
                  <a:pt x="6712565" y="1208900"/>
                </a:cubicBezTo>
                <a:cubicBezTo>
                  <a:pt x="6714858" y="1216154"/>
                  <a:pt x="6721561" y="1220794"/>
                  <a:pt x="6728796" y="1220794"/>
                </a:cubicBezTo>
                <a:cubicBezTo>
                  <a:pt x="6730485" y="1220794"/>
                  <a:pt x="6732210" y="1220545"/>
                  <a:pt x="6733917" y="1220011"/>
                </a:cubicBezTo>
                <a:close/>
                <a:moveTo>
                  <a:pt x="4995446" y="1859945"/>
                </a:moveTo>
                <a:cubicBezTo>
                  <a:pt x="5004050" y="1859945"/>
                  <a:pt x="5011178" y="1853118"/>
                  <a:pt x="5011483" y="1844424"/>
                </a:cubicBezTo>
                <a:cubicBezTo>
                  <a:pt x="5011766" y="1835571"/>
                  <a:pt x="5004831" y="1828139"/>
                  <a:pt x="4995978" y="1827837"/>
                </a:cubicBezTo>
                <a:cubicBezTo>
                  <a:pt x="4987107" y="1827535"/>
                  <a:pt x="4979675" y="1834468"/>
                  <a:pt x="4979374" y="1843340"/>
                </a:cubicBezTo>
                <a:cubicBezTo>
                  <a:pt x="4979071" y="1852194"/>
                  <a:pt x="4986005" y="1859625"/>
                  <a:pt x="4994877" y="1859927"/>
                </a:cubicBezTo>
                <a:cubicBezTo>
                  <a:pt x="4995072" y="1859945"/>
                  <a:pt x="4995249" y="1859945"/>
                  <a:pt x="4995446" y="1859945"/>
                </a:cubicBezTo>
                <a:close/>
                <a:moveTo>
                  <a:pt x="8178827" y="692386"/>
                </a:moveTo>
                <a:cubicBezTo>
                  <a:pt x="8187290" y="692386"/>
                  <a:pt x="8195326" y="687427"/>
                  <a:pt x="8198847" y="679141"/>
                </a:cubicBezTo>
                <a:cubicBezTo>
                  <a:pt x="8203558" y="668101"/>
                  <a:pt x="8198419" y="655318"/>
                  <a:pt x="8187361" y="650606"/>
                </a:cubicBezTo>
                <a:cubicBezTo>
                  <a:pt x="8181841" y="648260"/>
                  <a:pt x="8175885" y="648371"/>
                  <a:pt x="8170720" y="650448"/>
                </a:cubicBezTo>
                <a:cubicBezTo>
                  <a:pt x="8165555" y="652527"/>
                  <a:pt x="8161182" y="656571"/>
                  <a:pt x="8158826" y="662092"/>
                </a:cubicBezTo>
                <a:cubicBezTo>
                  <a:pt x="8154114" y="673150"/>
                  <a:pt x="8159270" y="685915"/>
                  <a:pt x="8170310" y="690627"/>
                </a:cubicBezTo>
                <a:cubicBezTo>
                  <a:pt x="8173103" y="691818"/>
                  <a:pt x="8175982" y="692386"/>
                  <a:pt x="8178827" y="692386"/>
                </a:cubicBezTo>
                <a:close/>
                <a:moveTo>
                  <a:pt x="6364738" y="1358651"/>
                </a:moveTo>
                <a:cubicBezTo>
                  <a:pt x="6373432" y="1355060"/>
                  <a:pt x="6377557" y="1345103"/>
                  <a:pt x="6373965" y="1336428"/>
                </a:cubicBezTo>
                <a:cubicBezTo>
                  <a:pt x="6370392" y="1327752"/>
                  <a:pt x="6360436" y="1323609"/>
                  <a:pt x="6351760" y="1327201"/>
                </a:cubicBezTo>
                <a:cubicBezTo>
                  <a:pt x="6343066" y="1330792"/>
                  <a:pt x="6338940" y="1340731"/>
                  <a:pt x="6342532" y="1349425"/>
                </a:cubicBezTo>
                <a:cubicBezTo>
                  <a:pt x="6345234" y="1355985"/>
                  <a:pt x="6351582" y="1359931"/>
                  <a:pt x="6358266" y="1359931"/>
                </a:cubicBezTo>
                <a:cubicBezTo>
                  <a:pt x="6360418" y="1359931"/>
                  <a:pt x="6362622" y="1359523"/>
                  <a:pt x="6364738" y="1358651"/>
                </a:cubicBezTo>
                <a:close/>
                <a:moveTo>
                  <a:pt x="5434496" y="1700646"/>
                </a:moveTo>
                <a:cubicBezTo>
                  <a:pt x="5443653" y="1698477"/>
                  <a:pt x="5449286" y="1689321"/>
                  <a:pt x="5447120" y="1680183"/>
                </a:cubicBezTo>
                <a:cubicBezTo>
                  <a:pt x="5444949" y="1671045"/>
                  <a:pt x="5435795" y="1665391"/>
                  <a:pt x="5426636" y="1667560"/>
                </a:cubicBezTo>
                <a:cubicBezTo>
                  <a:pt x="5417499" y="1669729"/>
                  <a:pt x="5411863" y="1678903"/>
                  <a:pt x="5414032" y="1688041"/>
                </a:cubicBezTo>
                <a:cubicBezTo>
                  <a:pt x="5415880" y="1695846"/>
                  <a:pt x="5422868" y="1701109"/>
                  <a:pt x="5430568" y="1701109"/>
                </a:cubicBezTo>
                <a:cubicBezTo>
                  <a:pt x="5431864" y="1701109"/>
                  <a:pt x="5433181" y="1700966"/>
                  <a:pt x="5434496" y="1700646"/>
                </a:cubicBezTo>
                <a:close/>
                <a:moveTo>
                  <a:pt x="2174358" y="2898607"/>
                </a:moveTo>
                <a:cubicBezTo>
                  <a:pt x="2179480" y="2897700"/>
                  <a:pt x="2182892" y="2892810"/>
                  <a:pt x="2181986" y="2887690"/>
                </a:cubicBezTo>
                <a:cubicBezTo>
                  <a:pt x="2181079" y="2882552"/>
                  <a:pt x="2176172" y="2879138"/>
                  <a:pt x="2171052" y="2880045"/>
                </a:cubicBezTo>
                <a:cubicBezTo>
                  <a:pt x="2165933" y="2880952"/>
                  <a:pt x="2162518" y="2885859"/>
                  <a:pt x="2163426" y="2890980"/>
                </a:cubicBezTo>
                <a:cubicBezTo>
                  <a:pt x="2164243" y="2895548"/>
                  <a:pt x="2168208" y="2898749"/>
                  <a:pt x="2172688" y="2898749"/>
                </a:cubicBezTo>
                <a:cubicBezTo>
                  <a:pt x="2173238" y="2898749"/>
                  <a:pt x="2173790" y="2898713"/>
                  <a:pt x="2174358" y="2898607"/>
                </a:cubicBezTo>
                <a:close/>
                <a:moveTo>
                  <a:pt x="6828199" y="1192241"/>
                </a:moveTo>
                <a:cubicBezTo>
                  <a:pt x="6837265" y="1189788"/>
                  <a:pt x="6842617" y="1180436"/>
                  <a:pt x="6840146" y="1171369"/>
                </a:cubicBezTo>
                <a:cubicBezTo>
                  <a:pt x="6837693" y="1162301"/>
                  <a:pt x="6828340" y="1156950"/>
                  <a:pt x="6819274" y="1159422"/>
                </a:cubicBezTo>
                <a:cubicBezTo>
                  <a:pt x="6810207" y="1161893"/>
                  <a:pt x="6804873" y="1171244"/>
                  <a:pt x="6807325" y="1180294"/>
                </a:cubicBezTo>
                <a:lnTo>
                  <a:pt x="6807308" y="1180294"/>
                </a:lnTo>
                <a:cubicBezTo>
                  <a:pt x="6809371" y="1187867"/>
                  <a:pt x="6816234" y="1192846"/>
                  <a:pt x="6823719" y="1192846"/>
                </a:cubicBezTo>
                <a:cubicBezTo>
                  <a:pt x="6825193" y="1192846"/>
                  <a:pt x="6826704" y="1192650"/>
                  <a:pt x="6828199" y="1192241"/>
                </a:cubicBezTo>
                <a:close/>
                <a:moveTo>
                  <a:pt x="3656071" y="2355924"/>
                </a:moveTo>
                <a:cubicBezTo>
                  <a:pt x="3661670" y="2354697"/>
                  <a:pt x="3665227" y="2349186"/>
                  <a:pt x="3664019" y="2343585"/>
                </a:cubicBezTo>
                <a:cubicBezTo>
                  <a:pt x="3662791" y="2337985"/>
                  <a:pt x="3657280" y="2334429"/>
                  <a:pt x="3651679" y="2335656"/>
                </a:cubicBezTo>
                <a:cubicBezTo>
                  <a:pt x="3646079" y="2336864"/>
                  <a:pt x="3642524" y="2342394"/>
                  <a:pt x="3643733" y="2347994"/>
                </a:cubicBezTo>
                <a:cubicBezTo>
                  <a:pt x="3644799" y="2352848"/>
                  <a:pt x="3649102" y="2356155"/>
                  <a:pt x="3653867" y="2356155"/>
                </a:cubicBezTo>
                <a:cubicBezTo>
                  <a:pt x="3654596" y="2356155"/>
                  <a:pt x="3655343" y="2356084"/>
                  <a:pt x="3656071" y="2355924"/>
                </a:cubicBezTo>
                <a:close/>
                <a:moveTo>
                  <a:pt x="1334180" y="3207888"/>
                </a:moveTo>
                <a:cubicBezTo>
                  <a:pt x="1337043" y="3207889"/>
                  <a:pt x="1339674" y="3205986"/>
                  <a:pt x="1340510" y="3203088"/>
                </a:cubicBezTo>
                <a:cubicBezTo>
                  <a:pt x="1341488" y="3199585"/>
                  <a:pt x="1339462" y="3195958"/>
                  <a:pt x="1335976" y="3194963"/>
                </a:cubicBezTo>
                <a:cubicBezTo>
                  <a:pt x="1332474" y="3193967"/>
                  <a:pt x="1328829" y="3196012"/>
                  <a:pt x="1327852" y="3199497"/>
                </a:cubicBezTo>
                <a:cubicBezTo>
                  <a:pt x="1326856" y="3202999"/>
                  <a:pt x="1328882" y="3206643"/>
                  <a:pt x="1332385" y="3207622"/>
                </a:cubicBezTo>
                <a:cubicBezTo>
                  <a:pt x="1332971" y="3207800"/>
                  <a:pt x="1333576" y="3207888"/>
                  <a:pt x="1334180" y="3207888"/>
                </a:cubicBezTo>
                <a:close/>
                <a:moveTo>
                  <a:pt x="6273479" y="1396698"/>
                </a:moveTo>
                <a:cubicBezTo>
                  <a:pt x="6282137" y="1393054"/>
                  <a:pt x="6286209" y="1383080"/>
                  <a:pt x="6282581" y="1374421"/>
                </a:cubicBezTo>
                <a:cubicBezTo>
                  <a:pt x="6280759" y="1370093"/>
                  <a:pt x="6277355" y="1366910"/>
                  <a:pt x="6273324" y="1365265"/>
                </a:cubicBezTo>
                <a:cubicBezTo>
                  <a:pt x="6269292" y="1363621"/>
                  <a:pt x="6264634" y="1363514"/>
                  <a:pt x="6260305" y="1365336"/>
                </a:cubicBezTo>
                <a:cubicBezTo>
                  <a:pt x="6251646" y="1368963"/>
                  <a:pt x="6247576" y="1378937"/>
                  <a:pt x="6251203" y="1387595"/>
                </a:cubicBezTo>
                <a:cubicBezTo>
                  <a:pt x="6253940" y="1394102"/>
                  <a:pt x="6260269" y="1398031"/>
                  <a:pt x="6266900" y="1398031"/>
                </a:cubicBezTo>
                <a:cubicBezTo>
                  <a:pt x="6269105" y="1398031"/>
                  <a:pt x="6271327" y="1397605"/>
                  <a:pt x="6273479" y="1396698"/>
                </a:cubicBezTo>
                <a:close/>
                <a:moveTo>
                  <a:pt x="1547776" y="3130818"/>
                </a:moveTo>
                <a:cubicBezTo>
                  <a:pt x="1551492" y="3130817"/>
                  <a:pt x="1554728" y="3128080"/>
                  <a:pt x="1555226" y="3124292"/>
                </a:cubicBezTo>
                <a:cubicBezTo>
                  <a:pt x="1555794" y="3120167"/>
                  <a:pt x="1552896" y="3116381"/>
                  <a:pt x="1548772" y="3115830"/>
                </a:cubicBezTo>
                <a:cubicBezTo>
                  <a:pt x="1544665" y="3115279"/>
                  <a:pt x="1540878" y="3118159"/>
                  <a:pt x="1540309" y="3122283"/>
                </a:cubicBezTo>
                <a:cubicBezTo>
                  <a:pt x="1539757" y="3126408"/>
                  <a:pt x="1542656" y="3130195"/>
                  <a:pt x="1546763" y="3130747"/>
                </a:cubicBezTo>
                <a:cubicBezTo>
                  <a:pt x="1547118" y="3130817"/>
                  <a:pt x="1547456" y="3130817"/>
                  <a:pt x="1547776" y="3130818"/>
                </a:cubicBezTo>
                <a:close/>
                <a:moveTo>
                  <a:pt x="7360072" y="1000033"/>
                </a:moveTo>
                <a:cubicBezTo>
                  <a:pt x="7369424" y="1000033"/>
                  <a:pt x="7377300" y="992815"/>
                  <a:pt x="7377976" y="983338"/>
                </a:cubicBezTo>
                <a:cubicBezTo>
                  <a:pt x="7378668" y="973453"/>
                  <a:pt x="7371202" y="964866"/>
                  <a:pt x="7361317" y="964173"/>
                </a:cubicBezTo>
                <a:cubicBezTo>
                  <a:pt x="7351414" y="963480"/>
                  <a:pt x="7342845" y="970947"/>
                  <a:pt x="7342150" y="980833"/>
                </a:cubicBezTo>
                <a:cubicBezTo>
                  <a:pt x="7341458" y="990717"/>
                  <a:pt x="7348907" y="999304"/>
                  <a:pt x="7358810" y="999998"/>
                </a:cubicBezTo>
                <a:lnTo>
                  <a:pt x="7358792" y="999998"/>
                </a:lnTo>
                <a:cubicBezTo>
                  <a:pt x="7359219" y="1000015"/>
                  <a:pt x="7359663" y="1000034"/>
                  <a:pt x="7360072" y="1000033"/>
                </a:cubicBezTo>
                <a:close/>
                <a:moveTo>
                  <a:pt x="3987043" y="2239382"/>
                </a:moveTo>
                <a:cubicBezTo>
                  <a:pt x="3993265" y="2238796"/>
                  <a:pt x="3997854" y="2233284"/>
                  <a:pt x="3997267" y="2227062"/>
                </a:cubicBezTo>
                <a:cubicBezTo>
                  <a:pt x="3996697" y="2220840"/>
                  <a:pt x="3991168" y="2216252"/>
                  <a:pt x="3984945" y="2216839"/>
                </a:cubicBezTo>
                <a:cubicBezTo>
                  <a:pt x="3978724" y="2217426"/>
                  <a:pt x="3974153" y="2222937"/>
                  <a:pt x="3974724" y="2229160"/>
                </a:cubicBezTo>
                <a:cubicBezTo>
                  <a:pt x="3975273" y="2235027"/>
                  <a:pt x="3980216" y="2239418"/>
                  <a:pt x="3985995" y="2239418"/>
                </a:cubicBezTo>
                <a:cubicBezTo>
                  <a:pt x="3986333" y="2239418"/>
                  <a:pt x="3986688" y="2239418"/>
                  <a:pt x="3987043" y="2239382"/>
                </a:cubicBezTo>
                <a:close/>
                <a:moveTo>
                  <a:pt x="7843496" y="825169"/>
                </a:moveTo>
                <a:cubicBezTo>
                  <a:pt x="7846809" y="822836"/>
                  <a:pt x="7849446" y="819471"/>
                  <a:pt x="7850860" y="815347"/>
                </a:cubicBezTo>
                <a:cubicBezTo>
                  <a:pt x="7854379" y="804963"/>
                  <a:pt x="7848832" y="793692"/>
                  <a:pt x="7838450" y="790154"/>
                </a:cubicBezTo>
                <a:cubicBezTo>
                  <a:pt x="7828067" y="786616"/>
                  <a:pt x="7816795" y="792180"/>
                  <a:pt x="7813256" y="802563"/>
                </a:cubicBezTo>
                <a:cubicBezTo>
                  <a:pt x="7809736" y="812929"/>
                  <a:pt x="7815283" y="824219"/>
                  <a:pt x="7825666" y="827738"/>
                </a:cubicBezTo>
                <a:cubicBezTo>
                  <a:pt x="7827782" y="828468"/>
                  <a:pt x="7829934" y="828805"/>
                  <a:pt x="7832066" y="828805"/>
                </a:cubicBezTo>
                <a:cubicBezTo>
                  <a:pt x="7836190" y="828805"/>
                  <a:pt x="7840182" y="827503"/>
                  <a:pt x="7843496" y="825169"/>
                </a:cubicBezTo>
                <a:close/>
                <a:moveTo>
                  <a:pt x="6182291" y="1435101"/>
                </a:moveTo>
                <a:cubicBezTo>
                  <a:pt x="6190950" y="1431457"/>
                  <a:pt x="6195002" y="1421465"/>
                  <a:pt x="6191359" y="1412824"/>
                </a:cubicBezTo>
                <a:cubicBezTo>
                  <a:pt x="6189528" y="1408495"/>
                  <a:pt x="6186118" y="1405317"/>
                  <a:pt x="6182087" y="1403676"/>
                </a:cubicBezTo>
                <a:cubicBezTo>
                  <a:pt x="6178056" y="1402037"/>
                  <a:pt x="6173403" y="1401935"/>
                  <a:pt x="6169081" y="1403757"/>
                </a:cubicBezTo>
                <a:cubicBezTo>
                  <a:pt x="6160424" y="1407401"/>
                  <a:pt x="6156352" y="1417375"/>
                  <a:pt x="6160014" y="1426033"/>
                </a:cubicBezTo>
                <a:cubicBezTo>
                  <a:pt x="6162752" y="1432541"/>
                  <a:pt x="6169064" y="1436434"/>
                  <a:pt x="6175695" y="1436434"/>
                </a:cubicBezTo>
                <a:cubicBezTo>
                  <a:pt x="6177900" y="1436434"/>
                  <a:pt x="6180140" y="1436008"/>
                  <a:pt x="6182291" y="1435101"/>
                </a:cubicBezTo>
                <a:close/>
                <a:moveTo>
                  <a:pt x="1851067" y="3024499"/>
                </a:moveTo>
                <a:lnTo>
                  <a:pt x="1851075" y="3024490"/>
                </a:lnTo>
                <a:lnTo>
                  <a:pt x="1851066" y="3024481"/>
                </a:lnTo>
                <a:close/>
                <a:moveTo>
                  <a:pt x="5530946" y="1675738"/>
                </a:moveTo>
                <a:cubicBezTo>
                  <a:pt x="5539996" y="1673214"/>
                  <a:pt x="5545278" y="1663844"/>
                  <a:pt x="5542770" y="1654795"/>
                </a:cubicBezTo>
                <a:cubicBezTo>
                  <a:pt x="5540246" y="1645744"/>
                  <a:pt x="5530875" y="1640447"/>
                  <a:pt x="5521828" y="1642954"/>
                </a:cubicBezTo>
                <a:cubicBezTo>
                  <a:pt x="5512793" y="1645478"/>
                  <a:pt x="5507497" y="1654866"/>
                  <a:pt x="5510020" y="1663916"/>
                </a:cubicBezTo>
                <a:lnTo>
                  <a:pt x="5510001" y="1663915"/>
                </a:lnTo>
                <a:cubicBezTo>
                  <a:pt x="5512083" y="1671436"/>
                  <a:pt x="5518926" y="1676361"/>
                  <a:pt x="5526378" y="1676360"/>
                </a:cubicBezTo>
                <a:cubicBezTo>
                  <a:pt x="5527889" y="1676361"/>
                  <a:pt x="5529418" y="1676165"/>
                  <a:pt x="5530946" y="1675738"/>
                </a:cubicBezTo>
                <a:close/>
                <a:moveTo>
                  <a:pt x="4226862" y="2156017"/>
                </a:moveTo>
                <a:cubicBezTo>
                  <a:pt x="4233602" y="2156017"/>
                  <a:pt x="4239093" y="2150577"/>
                  <a:pt x="4239131" y="2143821"/>
                </a:cubicBezTo>
                <a:cubicBezTo>
                  <a:pt x="4239164" y="2137047"/>
                  <a:pt x="4233707" y="2131518"/>
                  <a:pt x="4226933" y="2131482"/>
                </a:cubicBezTo>
                <a:cubicBezTo>
                  <a:pt x="4220161" y="2131430"/>
                  <a:pt x="4214630" y="2136905"/>
                  <a:pt x="4214596" y="2143679"/>
                </a:cubicBezTo>
                <a:cubicBezTo>
                  <a:pt x="4214557" y="2150452"/>
                  <a:pt x="4219998" y="2155982"/>
                  <a:pt x="4226792" y="2156017"/>
                </a:cubicBezTo>
                <a:close/>
                <a:moveTo>
                  <a:pt x="6091014" y="1473467"/>
                </a:moveTo>
                <a:cubicBezTo>
                  <a:pt x="6099672" y="1469841"/>
                  <a:pt x="6103761" y="1459885"/>
                  <a:pt x="6100135" y="1451208"/>
                </a:cubicBezTo>
                <a:cubicBezTo>
                  <a:pt x="6098321" y="1446880"/>
                  <a:pt x="6094926" y="1443693"/>
                  <a:pt x="6090900" y="1442042"/>
                </a:cubicBezTo>
                <a:cubicBezTo>
                  <a:pt x="6086876" y="1440390"/>
                  <a:pt x="6082222" y="1440275"/>
                  <a:pt x="6077893" y="1442088"/>
                </a:cubicBezTo>
                <a:cubicBezTo>
                  <a:pt x="6069217" y="1445714"/>
                  <a:pt x="6065129" y="1455671"/>
                  <a:pt x="6068755" y="1464347"/>
                </a:cubicBezTo>
                <a:cubicBezTo>
                  <a:pt x="6071492" y="1470872"/>
                  <a:pt x="6077804" y="1474802"/>
                  <a:pt x="6084453" y="1474802"/>
                </a:cubicBezTo>
                <a:cubicBezTo>
                  <a:pt x="6086640" y="1474802"/>
                  <a:pt x="6088863" y="1474374"/>
                  <a:pt x="6091014" y="1473467"/>
                </a:cubicBezTo>
                <a:close/>
                <a:moveTo>
                  <a:pt x="6923493" y="1168648"/>
                </a:moveTo>
                <a:cubicBezTo>
                  <a:pt x="6932667" y="1166622"/>
                  <a:pt x="6938463" y="1157537"/>
                  <a:pt x="6936419" y="1148380"/>
                </a:cubicBezTo>
                <a:cubicBezTo>
                  <a:pt x="6934392" y="1139207"/>
                  <a:pt x="6925307" y="1133411"/>
                  <a:pt x="6916133" y="1135455"/>
                </a:cubicBezTo>
                <a:cubicBezTo>
                  <a:pt x="6906959" y="1137481"/>
                  <a:pt x="6901181" y="1146567"/>
                  <a:pt x="6903208" y="1155741"/>
                </a:cubicBezTo>
                <a:lnTo>
                  <a:pt x="6903190" y="1155741"/>
                </a:lnTo>
                <a:cubicBezTo>
                  <a:pt x="6904951" y="1163671"/>
                  <a:pt x="6911991" y="1169057"/>
                  <a:pt x="6919778" y="1169057"/>
                </a:cubicBezTo>
                <a:cubicBezTo>
                  <a:pt x="6921004" y="1169057"/>
                  <a:pt x="6922249" y="1168933"/>
                  <a:pt x="6923493" y="1168648"/>
                </a:cubicBezTo>
                <a:close/>
                <a:moveTo>
                  <a:pt x="1015386" y="3337728"/>
                </a:moveTo>
                <a:cubicBezTo>
                  <a:pt x="1017040" y="3337728"/>
                  <a:pt x="1018639" y="3336857"/>
                  <a:pt x="1019492" y="3335292"/>
                </a:cubicBezTo>
                <a:cubicBezTo>
                  <a:pt x="1020737" y="3333017"/>
                  <a:pt x="1019901" y="3330190"/>
                  <a:pt x="1017643" y="3328946"/>
                </a:cubicBezTo>
                <a:cubicBezTo>
                  <a:pt x="1015368" y="3327701"/>
                  <a:pt x="1012524" y="3328536"/>
                  <a:pt x="1011279" y="3330812"/>
                </a:cubicBezTo>
                <a:cubicBezTo>
                  <a:pt x="1010034" y="3333070"/>
                  <a:pt x="1010870" y="3335914"/>
                  <a:pt x="1013145" y="3337159"/>
                </a:cubicBezTo>
                <a:cubicBezTo>
                  <a:pt x="1013856" y="3337550"/>
                  <a:pt x="1014621" y="3337728"/>
                  <a:pt x="1015386" y="3337728"/>
                </a:cubicBezTo>
                <a:close/>
                <a:moveTo>
                  <a:pt x="5626383" y="1647488"/>
                </a:moveTo>
                <a:cubicBezTo>
                  <a:pt x="5635343" y="1644678"/>
                  <a:pt x="5640320" y="1635131"/>
                  <a:pt x="5637529" y="1626170"/>
                </a:cubicBezTo>
                <a:cubicBezTo>
                  <a:pt x="5634720" y="1617210"/>
                  <a:pt x="5625175" y="1612214"/>
                  <a:pt x="5616212" y="1615023"/>
                </a:cubicBezTo>
                <a:cubicBezTo>
                  <a:pt x="5607254" y="1617815"/>
                  <a:pt x="5602259" y="1627361"/>
                  <a:pt x="5605066" y="1636340"/>
                </a:cubicBezTo>
                <a:cubicBezTo>
                  <a:pt x="5607340" y="1643612"/>
                  <a:pt x="5614044" y="1648270"/>
                  <a:pt x="5621300" y="1648270"/>
                </a:cubicBezTo>
                <a:cubicBezTo>
                  <a:pt x="5622970" y="1648270"/>
                  <a:pt x="5624675" y="1648021"/>
                  <a:pt x="5626383" y="1647488"/>
                </a:cubicBezTo>
                <a:close/>
                <a:moveTo>
                  <a:pt x="2267129" y="2879974"/>
                </a:moveTo>
                <a:cubicBezTo>
                  <a:pt x="2272214" y="2878854"/>
                  <a:pt x="2275414" y="2873805"/>
                  <a:pt x="2274275" y="2868738"/>
                </a:cubicBezTo>
                <a:cubicBezTo>
                  <a:pt x="2273139" y="2863654"/>
                  <a:pt x="2268107" y="2860453"/>
                  <a:pt x="2263022" y="2861591"/>
                </a:cubicBezTo>
                <a:cubicBezTo>
                  <a:pt x="2257955" y="2862729"/>
                  <a:pt x="2254756" y="2867760"/>
                  <a:pt x="2255893" y="2872845"/>
                </a:cubicBezTo>
                <a:cubicBezTo>
                  <a:pt x="2256870" y="2877219"/>
                  <a:pt x="2260765" y="2880206"/>
                  <a:pt x="2265085" y="2880206"/>
                </a:cubicBezTo>
                <a:cubicBezTo>
                  <a:pt x="2265761" y="2880206"/>
                  <a:pt x="2266453" y="2880134"/>
                  <a:pt x="2267129" y="2879974"/>
                </a:cubicBezTo>
                <a:close/>
                <a:moveTo>
                  <a:pt x="4611334" y="2020080"/>
                </a:moveTo>
                <a:cubicBezTo>
                  <a:pt x="4618193" y="2020080"/>
                  <a:pt x="4624223" y="2015084"/>
                  <a:pt x="4625307" y="2008096"/>
                </a:cubicBezTo>
                <a:cubicBezTo>
                  <a:pt x="4626518" y="2000364"/>
                  <a:pt x="4621218" y="1993127"/>
                  <a:pt x="4613502" y="1991918"/>
                </a:cubicBezTo>
                <a:cubicBezTo>
                  <a:pt x="4605766" y="1990709"/>
                  <a:pt x="4598533" y="1996008"/>
                  <a:pt x="4597322" y="2003741"/>
                </a:cubicBezTo>
                <a:cubicBezTo>
                  <a:pt x="4596113" y="2011457"/>
                  <a:pt x="4601411" y="2018710"/>
                  <a:pt x="4609130" y="2019902"/>
                </a:cubicBezTo>
                <a:cubicBezTo>
                  <a:pt x="4609874" y="2020027"/>
                  <a:pt x="4610602" y="2020080"/>
                  <a:pt x="4611334" y="2020080"/>
                </a:cubicBezTo>
                <a:close/>
                <a:moveTo>
                  <a:pt x="5999471" y="1511408"/>
                </a:moveTo>
                <a:cubicBezTo>
                  <a:pt x="6008164" y="1507852"/>
                  <a:pt x="6012325" y="1497914"/>
                  <a:pt x="6008768" y="1489220"/>
                </a:cubicBezTo>
                <a:cubicBezTo>
                  <a:pt x="6005196" y="1480526"/>
                  <a:pt x="5995275" y="1476366"/>
                  <a:pt x="5986581" y="1479939"/>
                </a:cubicBezTo>
                <a:cubicBezTo>
                  <a:pt x="5977887" y="1483495"/>
                  <a:pt x="5973727" y="1493433"/>
                  <a:pt x="5977283" y="1502127"/>
                </a:cubicBezTo>
                <a:cubicBezTo>
                  <a:pt x="5979985" y="1508705"/>
                  <a:pt x="5986332" y="1512688"/>
                  <a:pt x="5993035" y="1512688"/>
                </a:cubicBezTo>
                <a:cubicBezTo>
                  <a:pt x="5995186" y="1512687"/>
                  <a:pt x="5997372" y="1512279"/>
                  <a:pt x="5999471" y="1511408"/>
                </a:cubicBezTo>
                <a:close/>
                <a:moveTo>
                  <a:pt x="3748717" y="2337594"/>
                </a:moveTo>
                <a:cubicBezTo>
                  <a:pt x="3754353" y="2336598"/>
                  <a:pt x="3758122" y="2331210"/>
                  <a:pt x="3757108" y="2325575"/>
                </a:cubicBezTo>
                <a:cubicBezTo>
                  <a:pt x="3756113" y="2319939"/>
                  <a:pt x="3750727" y="2316171"/>
                  <a:pt x="3745089" y="2317183"/>
                </a:cubicBezTo>
                <a:cubicBezTo>
                  <a:pt x="3739456" y="2318179"/>
                  <a:pt x="3735684" y="2323566"/>
                  <a:pt x="3736700" y="2329202"/>
                </a:cubicBezTo>
                <a:cubicBezTo>
                  <a:pt x="3737587" y="2334233"/>
                  <a:pt x="3741961" y="2337771"/>
                  <a:pt x="3746904" y="2337771"/>
                </a:cubicBezTo>
                <a:cubicBezTo>
                  <a:pt x="3747509" y="2337771"/>
                  <a:pt x="3748112" y="2337718"/>
                  <a:pt x="3748717" y="2337594"/>
                </a:cubicBezTo>
                <a:close/>
                <a:moveTo>
                  <a:pt x="1859920" y="3032571"/>
                </a:moveTo>
                <a:cubicBezTo>
                  <a:pt x="1864596" y="3032357"/>
                  <a:pt x="1868205" y="3028392"/>
                  <a:pt x="1868010" y="3023716"/>
                </a:cubicBezTo>
                <a:cubicBezTo>
                  <a:pt x="1867797" y="3019041"/>
                  <a:pt x="1863831" y="3015432"/>
                  <a:pt x="1859156" y="3015645"/>
                </a:cubicBezTo>
                <a:lnTo>
                  <a:pt x="1851075" y="3024490"/>
                </a:lnTo>
                <a:lnTo>
                  <a:pt x="1859528" y="3032570"/>
                </a:lnTo>
                <a:cubicBezTo>
                  <a:pt x="1859653" y="3032570"/>
                  <a:pt x="1859778" y="3032570"/>
                  <a:pt x="1859920" y="3032571"/>
                </a:cubicBezTo>
                <a:close/>
                <a:moveTo>
                  <a:pt x="5907234" y="1548103"/>
                </a:moveTo>
                <a:cubicBezTo>
                  <a:pt x="5915980" y="1544708"/>
                  <a:pt x="5920320" y="1534840"/>
                  <a:pt x="5916923" y="1526093"/>
                </a:cubicBezTo>
                <a:cubicBezTo>
                  <a:pt x="5913510" y="1517328"/>
                  <a:pt x="5903660" y="1512989"/>
                  <a:pt x="5894913" y="1516404"/>
                </a:cubicBezTo>
                <a:cubicBezTo>
                  <a:pt x="5886148" y="1519800"/>
                  <a:pt x="5881810" y="1529667"/>
                  <a:pt x="5885223" y="1538413"/>
                </a:cubicBezTo>
                <a:cubicBezTo>
                  <a:pt x="5887837" y="1545134"/>
                  <a:pt x="5894255" y="1549259"/>
                  <a:pt x="5901064" y="1549259"/>
                </a:cubicBezTo>
                <a:cubicBezTo>
                  <a:pt x="5903127" y="1549259"/>
                  <a:pt x="5905206" y="1548885"/>
                  <a:pt x="5907234" y="1548103"/>
                </a:cubicBezTo>
                <a:close/>
                <a:moveTo>
                  <a:pt x="5720839" y="1616481"/>
                </a:moveTo>
                <a:cubicBezTo>
                  <a:pt x="5729729" y="1613441"/>
                  <a:pt x="5734458" y="1603770"/>
                  <a:pt x="5731418" y="1594879"/>
                </a:cubicBezTo>
                <a:cubicBezTo>
                  <a:pt x="5728378" y="1585990"/>
                  <a:pt x="5718706" y="1581261"/>
                  <a:pt x="5709817" y="1584301"/>
                </a:cubicBezTo>
                <a:cubicBezTo>
                  <a:pt x="5700927" y="1587342"/>
                  <a:pt x="5696199" y="1597013"/>
                  <a:pt x="5699238" y="1605903"/>
                </a:cubicBezTo>
                <a:cubicBezTo>
                  <a:pt x="5701657" y="1612961"/>
                  <a:pt x="5708253" y="1617406"/>
                  <a:pt x="5715328" y="1617406"/>
                </a:cubicBezTo>
                <a:cubicBezTo>
                  <a:pt x="5717159" y="1617406"/>
                  <a:pt x="5719008" y="1617104"/>
                  <a:pt x="5720839" y="1616481"/>
                </a:cubicBezTo>
                <a:close/>
                <a:moveTo>
                  <a:pt x="5814410" y="1583234"/>
                </a:moveTo>
                <a:cubicBezTo>
                  <a:pt x="5823228" y="1579981"/>
                  <a:pt x="5827744" y="1570220"/>
                  <a:pt x="5824508" y="1561402"/>
                </a:cubicBezTo>
                <a:cubicBezTo>
                  <a:pt x="5821255" y="1552584"/>
                  <a:pt x="5811495" y="1548068"/>
                  <a:pt x="5802676" y="1551303"/>
                </a:cubicBezTo>
                <a:cubicBezTo>
                  <a:pt x="5793857" y="1554539"/>
                  <a:pt x="5789341" y="1564318"/>
                  <a:pt x="5792578" y="1573136"/>
                </a:cubicBezTo>
                <a:cubicBezTo>
                  <a:pt x="5795102" y="1580017"/>
                  <a:pt x="5801610" y="1584284"/>
                  <a:pt x="5808543" y="1584284"/>
                </a:cubicBezTo>
                <a:cubicBezTo>
                  <a:pt x="5810499" y="1584284"/>
                  <a:pt x="5812473" y="1583945"/>
                  <a:pt x="5814410" y="1583234"/>
                </a:cubicBezTo>
                <a:close/>
                <a:moveTo>
                  <a:pt x="2359010" y="2857484"/>
                </a:moveTo>
                <a:cubicBezTo>
                  <a:pt x="2364042" y="2856151"/>
                  <a:pt x="2367047" y="2850995"/>
                  <a:pt x="2365713" y="2845963"/>
                </a:cubicBezTo>
                <a:cubicBezTo>
                  <a:pt x="2364380" y="2840932"/>
                  <a:pt x="2359225" y="2837927"/>
                  <a:pt x="2354193" y="2839260"/>
                </a:cubicBezTo>
                <a:cubicBezTo>
                  <a:pt x="2349161" y="2840594"/>
                  <a:pt x="2346156" y="2845768"/>
                  <a:pt x="2347490" y="2850781"/>
                </a:cubicBezTo>
                <a:cubicBezTo>
                  <a:pt x="2348610" y="2855013"/>
                  <a:pt x="2352433" y="2857804"/>
                  <a:pt x="2356593" y="2857804"/>
                </a:cubicBezTo>
                <a:cubicBezTo>
                  <a:pt x="2357393" y="2857804"/>
                  <a:pt x="2358211" y="2857697"/>
                  <a:pt x="2359010" y="2857484"/>
                </a:cubicBezTo>
                <a:close/>
                <a:moveTo>
                  <a:pt x="3244277" y="2534477"/>
                </a:moveTo>
                <a:cubicBezTo>
                  <a:pt x="3249182" y="2532735"/>
                  <a:pt x="3251726" y="2527329"/>
                  <a:pt x="3249965" y="2522440"/>
                </a:cubicBezTo>
                <a:cubicBezTo>
                  <a:pt x="3248205" y="2517534"/>
                  <a:pt x="3242818" y="2514991"/>
                  <a:pt x="3237911" y="2516752"/>
                </a:cubicBezTo>
                <a:cubicBezTo>
                  <a:pt x="3233022" y="2518512"/>
                  <a:pt x="3230463" y="2523898"/>
                  <a:pt x="3232222" y="2528788"/>
                </a:cubicBezTo>
                <a:cubicBezTo>
                  <a:pt x="3233608" y="2532646"/>
                  <a:pt x="3237236" y="2535046"/>
                  <a:pt x="3241093" y="2535046"/>
                </a:cubicBezTo>
                <a:cubicBezTo>
                  <a:pt x="3242160" y="2535046"/>
                  <a:pt x="3243227" y="2534869"/>
                  <a:pt x="3244277" y="2534477"/>
                </a:cubicBezTo>
                <a:close/>
                <a:moveTo>
                  <a:pt x="3156040" y="2567012"/>
                </a:moveTo>
                <a:cubicBezTo>
                  <a:pt x="3160911" y="2565181"/>
                  <a:pt x="3163363" y="2559740"/>
                  <a:pt x="3161532" y="2554869"/>
                </a:cubicBezTo>
                <a:cubicBezTo>
                  <a:pt x="3159684" y="2549998"/>
                  <a:pt x="3154262" y="2547544"/>
                  <a:pt x="3149390" y="2549376"/>
                </a:cubicBezTo>
                <a:cubicBezTo>
                  <a:pt x="3144519" y="2551225"/>
                  <a:pt x="3142066" y="2556665"/>
                  <a:pt x="3143895" y="2561519"/>
                </a:cubicBezTo>
                <a:cubicBezTo>
                  <a:pt x="3145319" y="2565306"/>
                  <a:pt x="3148910" y="2567616"/>
                  <a:pt x="3152714" y="2567616"/>
                </a:cubicBezTo>
                <a:cubicBezTo>
                  <a:pt x="3153817" y="2567617"/>
                  <a:pt x="3154955" y="2567421"/>
                  <a:pt x="3156040" y="2567012"/>
                </a:cubicBezTo>
                <a:close/>
                <a:moveTo>
                  <a:pt x="7019749" y="1150016"/>
                </a:moveTo>
                <a:cubicBezTo>
                  <a:pt x="7029011" y="1148487"/>
                  <a:pt x="7035287" y="1139739"/>
                  <a:pt x="7033758" y="1130477"/>
                </a:cubicBezTo>
                <a:cubicBezTo>
                  <a:pt x="7032247" y="1121214"/>
                  <a:pt x="7023482" y="1114920"/>
                  <a:pt x="7014219" y="1116449"/>
                </a:cubicBezTo>
                <a:cubicBezTo>
                  <a:pt x="7004956" y="1117978"/>
                  <a:pt x="6998681" y="1126726"/>
                  <a:pt x="7000192" y="1135988"/>
                </a:cubicBezTo>
                <a:cubicBezTo>
                  <a:pt x="7001561" y="1144327"/>
                  <a:pt x="7008779" y="1150247"/>
                  <a:pt x="7016958" y="1150247"/>
                </a:cubicBezTo>
                <a:cubicBezTo>
                  <a:pt x="7017881" y="1150247"/>
                  <a:pt x="7018806" y="1150176"/>
                  <a:pt x="7019749" y="1150016"/>
                </a:cubicBezTo>
                <a:close/>
                <a:moveTo>
                  <a:pt x="3068230" y="2600810"/>
                </a:moveTo>
                <a:cubicBezTo>
                  <a:pt x="3073083" y="2598926"/>
                  <a:pt x="3075482" y="2593449"/>
                  <a:pt x="3073580" y="2588596"/>
                </a:cubicBezTo>
                <a:cubicBezTo>
                  <a:pt x="3071679" y="2583760"/>
                  <a:pt x="3066220" y="2581360"/>
                  <a:pt x="3061367" y="2583262"/>
                </a:cubicBezTo>
                <a:cubicBezTo>
                  <a:pt x="3056531" y="2585147"/>
                  <a:pt x="3054131" y="2590622"/>
                  <a:pt x="3056034" y="2595458"/>
                </a:cubicBezTo>
                <a:cubicBezTo>
                  <a:pt x="3057491" y="2599192"/>
                  <a:pt x="3061046" y="2601468"/>
                  <a:pt x="3064816" y="2601467"/>
                </a:cubicBezTo>
                <a:cubicBezTo>
                  <a:pt x="3065954" y="2601468"/>
                  <a:pt x="3067110" y="2601254"/>
                  <a:pt x="3068230" y="2600810"/>
                </a:cubicBezTo>
                <a:close/>
                <a:moveTo>
                  <a:pt x="3333065" y="2503701"/>
                </a:moveTo>
                <a:cubicBezTo>
                  <a:pt x="3338007" y="2502048"/>
                  <a:pt x="3340673" y="2496714"/>
                  <a:pt x="3339020" y="2491772"/>
                </a:cubicBezTo>
                <a:cubicBezTo>
                  <a:pt x="3337384" y="2486829"/>
                  <a:pt x="3332050" y="2484163"/>
                  <a:pt x="3327108" y="2485815"/>
                </a:cubicBezTo>
                <a:cubicBezTo>
                  <a:pt x="3322183" y="2487452"/>
                  <a:pt x="3319499" y="2492785"/>
                  <a:pt x="3321151" y="2497728"/>
                </a:cubicBezTo>
                <a:cubicBezTo>
                  <a:pt x="3322469" y="2501675"/>
                  <a:pt x="3326149" y="2504182"/>
                  <a:pt x="3330095" y="2504182"/>
                </a:cubicBezTo>
                <a:cubicBezTo>
                  <a:pt x="3331073" y="2504182"/>
                  <a:pt x="3332069" y="2504021"/>
                  <a:pt x="3333065" y="2503701"/>
                </a:cubicBezTo>
                <a:close/>
                <a:moveTo>
                  <a:pt x="8405537" y="645314"/>
                </a:moveTo>
                <a:cubicBezTo>
                  <a:pt x="8409211" y="642914"/>
                  <a:pt x="8412229" y="639425"/>
                  <a:pt x="8414042" y="635069"/>
                </a:cubicBezTo>
                <a:cubicBezTo>
                  <a:pt x="8418878" y="623512"/>
                  <a:pt x="8413420" y="610214"/>
                  <a:pt x="8401863" y="605378"/>
                </a:cubicBezTo>
                <a:cubicBezTo>
                  <a:pt x="8396076" y="602961"/>
                  <a:pt x="8389858" y="603116"/>
                  <a:pt x="8384484" y="605322"/>
                </a:cubicBezTo>
                <a:cubicBezTo>
                  <a:pt x="8379111" y="607530"/>
                  <a:pt x="8374581" y="611787"/>
                  <a:pt x="8372173" y="617574"/>
                </a:cubicBezTo>
                <a:cubicBezTo>
                  <a:pt x="8367319" y="629131"/>
                  <a:pt x="8372795" y="642429"/>
                  <a:pt x="8384351" y="647264"/>
                </a:cubicBezTo>
                <a:cubicBezTo>
                  <a:pt x="8387214" y="648456"/>
                  <a:pt x="8390183" y="649025"/>
                  <a:pt x="8393098" y="649025"/>
                </a:cubicBezTo>
                <a:cubicBezTo>
                  <a:pt x="8397534" y="649025"/>
                  <a:pt x="8401864" y="647714"/>
                  <a:pt x="8405537" y="645314"/>
                </a:cubicBezTo>
                <a:close/>
                <a:moveTo>
                  <a:pt x="2980686" y="2635426"/>
                </a:moveTo>
                <a:cubicBezTo>
                  <a:pt x="2985523" y="2633505"/>
                  <a:pt x="2987886" y="2628030"/>
                  <a:pt x="2985948" y="2623193"/>
                </a:cubicBezTo>
                <a:cubicBezTo>
                  <a:pt x="2984028" y="2618357"/>
                  <a:pt x="2978552" y="2615993"/>
                  <a:pt x="2973717" y="2617914"/>
                </a:cubicBezTo>
                <a:cubicBezTo>
                  <a:pt x="2968880" y="2619851"/>
                  <a:pt x="2966516" y="2625327"/>
                  <a:pt x="2968436" y="2630163"/>
                </a:cubicBezTo>
                <a:cubicBezTo>
                  <a:pt x="2969912" y="2633861"/>
                  <a:pt x="2973468" y="2636101"/>
                  <a:pt x="2977201" y="2636101"/>
                </a:cubicBezTo>
                <a:cubicBezTo>
                  <a:pt x="2978356" y="2636101"/>
                  <a:pt x="2979548" y="2635888"/>
                  <a:pt x="2980686" y="2635426"/>
                </a:cubicBezTo>
                <a:close/>
                <a:moveTo>
                  <a:pt x="4467645" y="2090484"/>
                </a:moveTo>
                <a:cubicBezTo>
                  <a:pt x="4474132" y="2090485"/>
                  <a:pt x="4479804" y="2085702"/>
                  <a:pt x="4480711" y="2079071"/>
                </a:cubicBezTo>
                <a:cubicBezTo>
                  <a:pt x="4481705" y="2071852"/>
                  <a:pt x="4476657" y="2065185"/>
                  <a:pt x="4469421" y="2064190"/>
                </a:cubicBezTo>
                <a:cubicBezTo>
                  <a:pt x="4462186" y="2063194"/>
                  <a:pt x="4455519" y="2068244"/>
                  <a:pt x="4454521" y="2075479"/>
                </a:cubicBezTo>
                <a:cubicBezTo>
                  <a:pt x="4453526" y="2082697"/>
                  <a:pt x="4458593" y="2089364"/>
                  <a:pt x="4465811" y="2090360"/>
                </a:cubicBezTo>
                <a:cubicBezTo>
                  <a:pt x="4466433" y="2090449"/>
                  <a:pt x="4467040" y="2090485"/>
                  <a:pt x="4467645" y="2090484"/>
                </a:cubicBezTo>
                <a:close/>
                <a:moveTo>
                  <a:pt x="5094011" y="1860995"/>
                </a:moveTo>
                <a:cubicBezTo>
                  <a:pt x="5102883" y="1860870"/>
                  <a:pt x="5109960" y="1853563"/>
                  <a:pt x="5109835" y="1844690"/>
                </a:cubicBezTo>
                <a:cubicBezTo>
                  <a:pt x="5109694" y="1835819"/>
                  <a:pt x="5102403" y="1828744"/>
                  <a:pt x="5093530" y="1828885"/>
                </a:cubicBezTo>
                <a:cubicBezTo>
                  <a:pt x="5084659" y="1829010"/>
                  <a:pt x="5077566" y="1836317"/>
                  <a:pt x="5077707" y="1845189"/>
                </a:cubicBezTo>
                <a:cubicBezTo>
                  <a:pt x="5077851" y="1853972"/>
                  <a:pt x="5085016" y="1860995"/>
                  <a:pt x="5093779" y="1860995"/>
                </a:cubicBezTo>
                <a:close/>
                <a:moveTo>
                  <a:pt x="4081644" y="2233018"/>
                </a:moveTo>
                <a:cubicBezTo>
                  <a:pt x="4087884" y="2232769"/>
                  <a:pt x="4092755" y="2227507"/>
                  <a:pt x="4092508" y="2221248"/>
                </a:cubicBezTo>
                <a:cubicBezTo>
                  <a:pt x="4092259" y="2215008"/>
                  <a:pt x="4086995" y="2210136"/>
                  <a:pt x="4080738" y="2210404"/>
                </a:cubicBezTo>
                <a:cubicBezTo>
                  <a:pt x="4074497" y="2210652"/>
                  <a:pt x="4069626" y="2215915"/>
                  <a:pt x="4069893" y="2222155"/>
                </a:cubicBezTo>
                <a:cubicBezTo>
                  <a:pt x="4070123" y="2228253"/>
                  <a:pt x="4075138" y="2233018"/>
                  <a:pt x="4081184" y="2233018"/>
                </a:cubicBezTo>
                <a:close/>
                <a:moveTo>
                  <a:pt x="2449984" y="2831705"/>
                </a:moveTo>
                <a:cubicBezTo>
                  <a:pt x="2454982" y="2830211"/>
                  <a:pt x="2457789" y="2824948"/>
                  <a:pt x="2456297" y="2819970"/>
                </a:cubicBezTo>
                <a:cubicBezTo>
                  <a:pt x="2454784" y="2814975"/>
                  <a:pt x="2449542" y="2812165"/>
                  <a:pt x="2444545" y="2813659"/>
                </a:cubicBezTo>
                <a:cubicBezTo>
                  <a:pt x="2439550" y="2815170"/>
                  <a:pt x="2436741" y="2820415"/>
                  <a:pt x="2438233" y="2825411"/>
                </a:cubicBezTo>
                <a:lnTo>
                  <a:pt x="2438252" y="2825410"/>
                </a:lnTo>
                <a:cubicBezTo>
                  <a:pt x="2439477" y="2829482"/>
                  <a:pt x="2443211" y="2832114"/>
                  <a:pt x="2447266" y="2832114"/>
                </a:cubicBezTo>
                <a:cubicBezTo>
                  <a:pt x="2448171" y="2832114"/>
                  <a:pt x="2449078" y="2831971"/>
                  <a:pt x="2449984" y="2831705"/>
                </a:cubicBezTo>
                <a:close/>
                <a:moveTo>
                  <a:pt x="3422653" y="2475505"/>
                </a:moveTo>
                <a:cubicBezTo>
                  <a:pt x="3427647" y="2474010"/>
                  <a:pt x="3430491" y="2468766"/>
                  <a:pt x="3429000" y="2463788"/>
                </a:cubicBezTo>
                <a:cubicBezTo>
                  <a:pt x="3427522" y="2458792"/>
                  <a:pt x="3422279" y="2455947"/>
                  <a:pt x="3417301" y="2457423"/>
                </a:cubicBezTo>
                <a:cubicBezTo>
                  <a:pt x="3412305" y="2458916"/>
                  <a:pt x="3409460" y="2464161"/>
                  <a:pt x="3410935" y="2469140"/>
                </a:cubicBezTo>
                <a:cubicBezTo>
                  <a:pt x="3412145" y="2473229"/>
                  <a:pt x="3415913" y="2475896"/>
                  <a:pt x="3419966" y="2475896"/>
                </a:cubicBezTo>
                <a:cubicBezTo>
                  <a:pt x="3420856" y="2475896"/>
                  <a:pt x="3421762" y="2475771"/>
                  <a:pt x="3422653" y="2475505"/>
                </a:cubicBezTo>
                <a:close/>
                <a:moveTo>
                  <a:pt x="8055210" y="776428"/>
                </a:moveTo>
                <a:cubicBezTo>
                  <a:pt x="8063424" y="776428"/>
                  <a:pt x="8071211" y="771521"/>
                  <a:pt x="8074500" y="763432"/>
                </a:cubicBezTo>
                <a:cubicBezTo>
                  <a:pt x="8078820" y="752782"/>
                  <a:pt x="8073682" y="740657"/>
                  <a:pt x="8063033" y="736337"/>
                </a:cubicBezTo>
                <a:cubicBezTo>
                  <a:pt x="8052401" y="732016"/>
                  <a:pt x="8040258" y="737154"/>
                  <a:pt x="8035937" y="747786"/>
                </a:cubicBezTo>
                <a:cubicBezTo>
                  <a:pt x="8031617" y="758436"/>
                  <a:pt x="8036756" y="770561"/>
                  <a:pt x="8047405" y="774881"/>
                </a:cubicBezTo>
                <a:cubicBezTo>
                  <a:pt x="8049965" y="775930"/>
                  <a:pt x="8052614" y="776428"/>
                  <a:pt x="8055210" y="776428"/>
                </a:cubicBezTo>
                <a:close/>
                <a:moveTo>
                  <a:pt x="2893214" y="2670379"/>
                </a:moveTo>
                <a:cubicBezTo>
                  <a:pt x="2898050" y="2668441"/>
                  <a:pt x="2900397" y="2662964"/>
                  <a:pt x="2898476" y="2658129"/>
                </a:cubicBezTo>
                <a:cubicBezTo>
                  <a:pt x="2896538" y="2653293"/>
                  <a:pt x="2891062" y="2650947"/>
                  <a:pt x="2886225" y="2652885"/>
                </a:cubicBezTo>
                <a:cubicBezTo>
                  <a:pt x="2881391" y="2654805"/>
                  <a:pt x="2879045" y="2660298"/>
                  <a:pt x="2880964" y="2665133"/>
                </a:cubicBezTo>
                <a:cubicBezTo>
                  <a:pt x="2882440" y="2668814"/>
                  <a:pt x="2885978" y="2671055"/>
                  <a:pt x="2889729" y="2671055"/>
                </a:cubicBezTo>
                <a:cubicBezTo>
                  <a:pt x="2890884" y="2671055"/>
                  <a:pt x="2892076" y="2670841"/>
                  <a:pt x="2893214" y="2670379"/>
                </a:cubicBezTo>
                <a:close/>
                <a:moveTo>
                  <a:pt x="3841967" y="2322998"/>
                </a:moveTo>
                <a:cubicBezTo>
                  <a:pt x="3847640" y="2322233"/>
                  <a:pt x="3851639" y="2317023"/>
                  <a:pt x="3850875" y="2311352"/>
                </a:cubicBezTo>
                <a:cubicBezTo>
                  <a:pt x="3850093" y="2305663"/>
                  <a:pt x="3844883" y="2301680"/>
                  <a:pt x="3839211" y="2302444"/>
                </a:cubicBezTo>
                <a:cubicBezTo>
                  <a:pt x="3833523" y="2303210"/>
                  <a:pt x="3829539" y="2308436"/>
                  <a:pt x="3830305" y="2314107"/>
                </a:cubicBezTo>
                <a:cubicBezTo>
                  <a:pt x="3831013" y="2319317"/>
                  <a:pt x="3835461" y="2323104"/>
                  <a:pt x="3840582" y="2323103"/>
                </a:cubicBezTo>
                <a:cubicBezTo>
                  <a:pt x="3841042" y="2323103"/>
                  <a:pt x="3841506" y="2323068"/>
                  <a:pt x="3841967" y="2322998"/>
                </a:cubicBezTo>
                <a:close/>
                <a:moveTo>
                  <a:pt x="2805618" y="2705172"/>
                </a:moveTo>
                <a:cubicBezTo>
                  <a:pt x="2810470" y="2703270"/>
                  <a:pt x="2812853" y="2697794"/>
                  <a:pt x="2810933" y="2692958"/>
                </a:cubicBezTo>
                <a:cubicBezTo>
                  <a:pt x="2809031" y="2688122"/>
                  <a:pt x="2803555" y="2685739"/>
                  <a:pt x="2798718" y="2687642"/>
                </a:cubicBezTo>
                <a:cubicBezTo>
                  <a:pt x="2793883" y="2689545"/>
                  <a:pt x="2791501" y="2695020"/>
                  <a:pt x="2793403" y="2699856"/>
                </a:cubicBezTo>
                <a:cubicBezTo>
                  <a:pt x="2794861" y="2703572"/>
                  <a:pt x="2798417" y="2705830"/>
                  <a:pt x="2802168" y="2705830"/>
                </a:cubicBezTo>
                <a:cubicBezTo>
                  <a:pt x="2803325" y="2705830"/>
                  <a:pt x="2804498" y="2705616"/>
                  <a:pt x="2805618" y="2705172"/>
                </a:cubicBezTo>
                <a:close/>
                <a:moveTo>
                  <a:pt x="2540017" y="2803133"/>
                </a:moveTo>
                <a:cubicBezTo>
                  <a:pt x="2544960" y="2801480"/>
                  <a:pt x="2547628" y="2796146"/>
                  <a:pt x="2545992" y="2791204"/>
                </a:cubicBezTo>
                <a:cubicBezTo>
                  <a:pt x="2544356" y="2786279"/>
                  <a:pt x="2539003" y="2783613"/>
                  <a:pt x="2534080" y="2785248"/>
                </a:cubicBezTo>
                <a:cubicBezTo>
                  <a:pt x="2529138" y="2786902"/>
                  <a:pt x="2526471" y="2792236"/>
                  <a:pt x="2528106" y="2797178"/>
                </a:cubicBezTo>
                <a:cubicBezTo>
                  <a:pt x="2529421" y="2801125"/>
                  <a:pt x="2533102" y="2803614"/>
                  <a:pt x="2537049" y="2803614"/>
                </a:cubicBezTo>
                <a:cubicBezTo>
                  <a:pt x="2538044" y="2803614"/>
                  <a:pt x="2539040" y="2803454"/>
                  <a:pt x="2540017" y="2803133"/>
                </a:cubicBezTo>
                <a:close/>
                <a:moveTo>
                  <a:pt x="4851348" y="1955952"/>
                </a:moveTo>
                <a:cubicBezTo>
                  <a:pt x="4858834" y="1955952"/>
                  <a:pt x="4865339" y="1950387"/>
                  <a:pt x="4866319" y="1942759"/>
                </a:cubicBezTo>
                <a:cubicBezTo>
                  <a:pt x="4867367" y="1934475"/>
                  <a:pt x="4861516" y="1926901"/>
                  <a:pt x="4853231" y="1925852"/>
                </a:cubicBezTo>
                <a:cubicBezTo>
                  <a:pt x="4844966" y="1924802"/>
                  <a:pt x="4837392" y="1930652"/>
                  <a:pt x="4836342" y="1938937"/>
                </a:cubicBezTo>
                <a:cubicBezTo>
                  <a:pt x="4835277" y="1947204"/>
                  <a:pt x="4841126" y="1954778"/>
                  <a:pt x="4849409" y="1955827"/>
                </a:cubicBezTo>
                <a:cubicBezTo>
                  <a:pt x="4850068" y="1955916"/>
                  <a:pt x="4850706" y="1955951"/>
                  <a:pt x="4851348" y="1955952"/>
                </a:cubicBezTo>
                <a:close/>
                <a:moveTo>
                  <a:pt x="2717701" y="2739272"/>
                </a:moveTo>
                <a:cubicBezTo>
                  <a:pt x="2722555" y="2737423"/>
                  <a:pt x="2725007" y="2731983"/>
                  <a:pt x="2723141" y="2727111"/>
                </a:cubicBezTo>
                <a:cubicBezTo>
                  <a:pt x="2721292" y="2722257"/>
                  <a:pt x="2715850" y="2719822"/>
                  <a:pt x="2710998" y="2721671"/>
                </a:cubicBezTo>
                <a:cubicBezTo>
                  <a:pt x="2706126" y="2723519"/>
                  <a:pt x="2703690" y="2728960"/>
                  <a:pt x="2705540" y="2733832"/>
                </a:cubicBezTo>
                <a:cubicBezTo>
                  <a:pt x="2706961" y="2737583"/>
                  <a:pt x="2710553" y="2739894"/>
                  <a:pt x="2714341" y="2739895"/>
                </a:cubicBezTo>
                <a:cubicBezTo>
                  <a:pt x="2715460" y="2739895"/>
                  <a:pt x="2716597" y="2739699"/>
                  <a:pt x="2717701" y="2739272"/>
                </a:cubicBezTo>
                <a:close/>
                <a:moveTo>
                  <a:pt x="2629233" y="2772127"/>
                </a:moveTo>
                <a:cubicBezTo>
                  <a:pt x="2634122" y="2770367"/>
                  <a:pt x="2636663" y="2764962"/>
                  <a:pt x="2634905" y="2760074"/>
                </a:cubicBezTo>
                <a:cubicBezTo>
                  <a:pt x="2633126" y="2755184"/>
                  <a:pt x="2627740" y="2752642"/>
                  <a:pt x="2622832" y="2754402"/>
                </a:cubicBezTo>
                <a:cubicBezTo>
                  <a:pt x="2617943" y="2756162"/>
                  <a:pt x="2615401" y="2761567"/>
                  <a:pt x="2617161" y="2766474"/>
                </a:cubicBezTo>
                <a:cubicBezTo>
                  <a:pt x="2618546" y="2770314"/>
                  <a:pt x="2622175" y="2772696"/>
                  <a:pt x="2626032" y="2772696"/>
                </a:cubicBezTo>
                <a:cubicBezTo>
                  <a:pt x="2627100" y="2772696"/>
                  <a:pt x="2628165" y="2772518"/>
                  <a:pt x="2629233" y="2772127"/>
                </a:cubicBezTo>
                <a:close/>
                <a:moveTo>
                  <a:pt x="3513128" y="2450329"/>
                </a:moveTo>
                <a:cubicBezTo>
                  <a:pt x="3518160" y="2449013"/>
                  <a:pt x="3521182" y="2443876"/>
                  <a:pt x="3519884" y="2438844"/>
                </a:cubicBezTo>
                <a:cubicBezTo>
                  <a:pt x="3518569" y="2433795"/>
                  <a:pt x="3513431" y="2430773"/>
                  <a:pt x="3508382" y="2432088"/>
                </a:cubicBezTo>
                <a:cubicBezTo>
                  <a:pt x="3503350" y="2433386"/>
                  <a:pt x="3500327" y="2438542"/>
                  <a:pt x="3501643" y="2443573"/>
                </a:cubicBezTo>
                <a:cubicBezTo>
                  <a:pt x="3502745" y="2447804"/>
                  <a:pt x="3506568" y="2450631"/>
                  <a:pt x="3510747" y="2450631"/>
                </a:cubicBezTo>
                <a:cubicBezTo>
                  <a:pt x="3511527" y="2450632"/>
                  <a:pt x="3512328" y="2450525"/>
                  <a:pt x="3513128" y="2450329"/>
                </a:cubicBezTo>
                <a:close/>
                <a:moveTo>
                  <a:pt x="1214226" y="3295983"/>
                </a:moveTo>
                <a:cubicBezTo>
                  <a:pt x="1216519" y="3295983"/>
                  <a:pt x="1218671" y="3294578"/>
                  <a:pt x="1219506" y="3292303"/>
                </a:cubicBezTo>
                <a:cubicBezTo>
                  <a:pt x="1220572" y="3289370"/>
                  <a:pt x="1219080" y="3286151"/>
                  <a:pt x="1216164" y="3285067"/>
                </a:cubicBezTo>
                <a:cubicBezTo>
                  <a:pt x="1213247" y="3284000"/>
                  <a:pt x="1210012" y="3285494"/>
                  <a:pt x="1208928" y="3288410"/>
                </a:cubicBezTo>
                <a:cubicBezTo>
                  <a:pt x="1207861" y="3291325"/>
                  <a:pt x="1209355" y="3294561"/>
                  <a:pt x="1212270" y="3295646"/>
                </a:cubicBezTo>
                <a:cubicBezTo>
                  <a:pt x="1212911" y="3295876"/>
                  <a:pt x="1213568" y="3295983"/>
                  <a:pt x="1214226" y="3295983"/>
                </a:cubicBezTo>
                <a:close/>
                <a:moveTo>
                  <a:pt x="1640369" y="3139849"/>
                </a:moveTo>
                <a:cubicBezTo>
                  <a:pt x="1644315" y="3139849"/>
                  <a:pt x="1647623" y="3136774"/>
                  <a:pt x="1647871" y="3132791"/>
                </a:cubicBezTo>
                <a:cubicBezTo>
                  <a:pt x="1648120" y="3128631"/>
                  <a:pt x="1644973" y="3125057"/>
                  <a:pt x="1640814" y="3124808"/>
                </a:cubicBezTo>
                <a:cubicBezTo>
                  <a:pt x="1636671" y="3124559"/>
                  <a:pt x="1633097" y="3127706"/>
                  <a:pt x="1632848" y="3131866"/>
                </a:cubicBezTo>
                <a:cubicBezTo>
                  <a:pt x="1632581" y="3136009"/>
                  <a:pt x="1635746" y="3139582"/>
                  <a:pt x="1639889" y="3139832"/>
                </a:cubicBezTo>
                <a:lnTo>
                  <a:pt x="1639889" y="3139848"/>
                </a:lnTo>
                <a:cubicBezTo>
                  <a:pt x="1640049" y="3139848"/>
                  <a:pt x="1640209" y="3139849"/>
                  <a:pt x="1640369" y="3139849"/>
                </a:cubicBezTo>
                <a:close/>
                <a:moveTo>
                  <a:pt x="904463" y="3410196"/>
                </a:moveTo>
                <a:cubicBezTo>
                  <a:pt x="905708" y="3410195"/>
                  <a:pt x="906916" y="3409573"/>
                  <a:pt x="907628" y="3408452"/>
                </a:cubicBezTo>
                <a:cubicBezTo>
                  <a:pt x="908730" y="3406710"/>
                  <a:pt x="908197" y="3404399"/>
                  <a:pt x="906455" y="3403297"/>
                </a:cubicBezTo>
                <a:cubicBezTo>
                  <a:pt x="904712" y="3402194"/>
                  <a:pt x="902401" y="3402728"/>
                  <a:pt x="901299" y="3404471"/>
                </a:cubicBezTo>
                <a:cubicBezTo>
                  <a:pt x="900214" y="3406213"/>
                  <a:pt x="900730" y="3408524"/>
                  <a:pt x="902472" y="3409625"/>
                </a:cubicBezTo>
                <a:cubicBezTo>
                  <a:pt x="903094" y="3410017"/>
                  <a:pt x="903788" y="3410196"/>
                  <a:pt x="904463" y="3410196"/>
                </a:cubicBezTo>
                <a:close/>
                <a:moveTo>
                  <a:pt x="1953775" y="3025566"/>
                </a:moveTo>
                <a:lnTo>
                  <a:pt x="1953757" y="3025566"/>
                </a:lnTo>
                <a:cubicBezTo>
                  <a:pt x="1958416" y="3025086"/>
                  <a:pt x="1961812" y="3020925"/>
                  <a:pt x="1961331" y="3016285"/>
                </a:cubicBezTo>
                <a:cubicBezTo>
                  <a:pt x="1960851" y="3011627"/>
                  <a:pt x="1956690" y="3008231"/>
                  <a:pt x="1952032" y="3008711"/>
                </a:cubicBezTo>
                <a:cubicBezTo>
                  <a:pt x="1947374" y="3009191"/>
                  <a:pt x="1943980" y="3013351"/>
                  <a:pt x="1944459" y="3018009"/>
                </a:cubicBezTo>
                <a:cubicBezTo>
                  <a:pt x="1944921" y="3022383"/>
                  <a:pt x="1948602" y="3025619"/>
                  <a:pt x="1952886" y="3025618"/>
                </a:cubicBezTo>
                <a:cubicBezTo>
                  <a:pt x="1953188" y="3025619"/>
                  <a:pt x="1953474" y="3025601"/>
                  <a:pt x="1953775" y="3025566"/>
                </a:cubicBezTo>
                <a:close/>
                <a:moveTo>
                  <a:pt x="4322761" y="2160053"/>
                </a:moveTo>
                <a:cubicBezTo>
                  <a:pt x="4329092" y="2160053"/>
                  <a:pt x="4334461" y="2155199"/>
                  <a:pt x="4334993" y="2148781"/>
                </a:cubicBezTo>
                <a:cubicBezTo>
                  <a:pt x="4335545" y="2142025"/>
                  <a:pt x="4330515" y="2136105"/>
                  <a:pt x="4323758" y="2135572"/>
                </a:cubicBezTo>
                <a:cubicBezTo>
                  <a:pt x="4317002" y="2135020"/>
                  <a:pt x="4311082" y="2140034"/>
                  <a:pt x="4310531" y="2146790"/>
                </a:cubicBezTo>
                <a:cubicBezTo>
                  <a:pt x="4309980" y="2153546"/>
                  <a:pt x="4315009" y="2159466"/>
                  <a:pt x="4321767" y="2160018"/>
                </a:cubicBezTo>
                <a:cubicBezTo>
                  <a:pt x="4322105" y="2160053"/>
                  <a:pt x="4322442" y="2160053"/>
                  <a:pt x="4322761" y="2160053"/>
                </a:cubicBezTo>
                <a:close/>
                <a:moveTo>
                  <a:pt x="7459065" y="1010380"/>
                </a:moveTo>
                <a:cubicBezTo>
                  <a:pt x="7467901" y="1010380"/>
                  <a:pt x="7475599" y="1003856"/>
                  <a:pt x="7476844" y="994859"/>
                </a:cubicBezTo>
                <a:cubicBezTo>
                  <a:pt x="7478195" y="985028"/>
                  <a:pt x="7471315" y="975979"/>
                  <a:pt x="7461501" y="974627"/>
                </a:cubicBezTo>
                <a:cubicBezTo>
                  <a:pt x="7451669" y="973276"/>
                  <a:pt x="7442620" y="980139"/>
                  <a:pt x="7441268" y="989953"/>
                </a:cubicBezTo>
                <a:cubicBezTo>
                  <a:pt x="7439917" y="999784"/>
                  <a:pt x="7446780" y="1008851"/>
                  <a:pt x="7456594" y="1010203"/>
                </a:cubicBezTo>
                <a:cubicBezTo>
                  <a:pt x="7457430" y="1010310"/>
                  <a:pt x="7458247" y="1010380"/>
                  <a:pt x="7459065" y="1010380"/>
                </a:cubicBezTo>
                <a:close/>
                <a:moveTo>
                  <a:pt x="7116767" y="1137162"/>
                </a:moveTo>
                <a:cubicBezTo>
                  <a:pt x="7126120" y="1136238"/>
                  <a:pt x="7132929" y="1127899"/>
                  <a:pt x="7132005" y="1118548"/>
                </a:cubicBezTo>
                <a:cubicBezTo>
                  <a:pt x="7131080" y="1109195"/>
                  <a:pt x="7122742" y="1102386"/>
                  <a:pt x="7113408" y="1103311"/>
                </a:cubicBezTo>
                <a:cubicBezTo>
                  <a:pt x="7104056" y="1104235"/>
                  <a:pt x="7097229" y="1112574"/>
                  <a:pt x="7098154" y="1121926"/>
                </a:cubicBezTo>
                <a:cubicBezTo>
                  <a:pt x="7099024" y="1130690"/>
                  <a:pt x="7106421" y="1137251"/>
                  <a:pt x="7115060" y="1137251"/>
                </a:cubicBezTo>
                <a:cubicBezTo>
                  <a:pt x="7115630" y="1137251"/>
                  <a:pt x="7116199" y="1137215"/>
                  <a:pt x="7116767" y="1137162"/>
                </a:cubicBezTo>
                <a:close/>
                <a:moveTo>
                  <a:pt x="7708823" y="920304"/>
                </a:moveTo>
                <a:cubicBezTo>
                  <a:pt x="7712050" y="917881"/>
                  <a:pt x="7714531" y="914410"/>
                  <a:pt x="7715686" y="910214"/>
                </a:cubicBezTo>
                <a:cubicBezTo>
                  <a:pt x="7718460" y="900151"/>
                  <a:pt x="7712557" y="889733"/>
                  <a:pt x="7702495" y="886960"/>
                </a:cubicBezTo>
                <a:cubicBezTo>
                  <a:pt x="7692431" y="884186"/>
                  <a:pt x="7682013" y="890106"/>
                  <a:pt x="7679240" y="900169"/>
                </a:cubicBezTo>
                <a:cubicBezTo>
                  <a:pt x="7676466" y="910231"/>
                  <a:pt x="7682369" y="920632"/>
                  <a:pt x="7692449" y="923406"/>
                </a:cubicBezTo>
                <a:cubicBezTo>
                  <a:pt x="7694120" y="923886"/>
                  <a:pt x="7695827" y="924099"/>
                  <a:pt x="7697481" y="924099"/>
                </a:cubicBezTo>
                <a:cubicBezTo>
                  <a:pt x="7701623" y="924099"/>
                  <a:pt x="7705596" y="922726"/>
                  <a:pt x="7708823" y="920304"/>
                </a:cubicBezTo>
                <a:close/>
                <a:moveTo>
                  <a:pt x="3604424" y="2428408"/>
                </a:moveTo>
                <a:cubicBezTo>
                  <a:pt x="3609510" y="2427288"/>
                  <a:pt x="3612708" y="2422257"/>
                  <a:pt x="3611588" y="2417172"/>
                </a:cubicBezTo>
                <a:cubicBezTo>
                  <a:pt x="3610468" y="2412087"/>
                  <a:pt x="3605436" y="2408869"/>
                  <a:pt x="3600370" y="2409990"/>
                </a:cubicBezTo>
                <a:cubicBezTo>
                  <a:pt x="3595285" y="2411109"/>
                  <a:pt x="3592066" y="2416141"/>
                  <a:pt x="3593186" y="2421225"/>
                </a:cubicBezTo>
                <a:cubicBezTo>
                  <a:pt x="3594148" y="2425617"/>
                  <a:pt x="3598058" y="2428622"/>
                  <a:pt x="3602378" y="2428622"/>
                </a:cubicBezTo>
                <a:cubicBezTo>
                  <a:pt x="3603055" y="2428622"/>
                  <a:pt x="3603730" y="2428550"/>
                  <a:pt x="3604424" y="2428408"/>
                </a:cubicBezTo>
                <a:close/>
                <a:moveTo>
                  <a:pt x="1424071" y="3229400"/>
                </a:moveTo>
                <a:cubicBezTo>
                  <a:pt x="1427147" y="3229401"/>
                  <a:pt x="1429902" y="3227231"/>
                  <a:pt x="1430525" y="3224085"/>
                </a:cubicBezTo>
                <a:cubicBezTo>
                  <a:pt x="1431218" y="3220529"/>
                  <a:pt x="1428889" y="3217062"/>
                  <a:pt x="1425334" y="3216369"/>
                </a:cubicBezTo>
                <a:cubicBezTo>
                  <a:pt x="1421778" y="3215657"/>
                  <a:pt x="1418309" y="3217987"/>
                  <a:pt x="1417599" y="3221542"/>
                </a:cubicBezTo>
                <a:cubicBezTo>
                  <a:pt x="1416907" y="3225115"/>
                  <a:pt x="1419235" y="3228565"/>
                  <a:pt x="1422790" y="3229276"/>
                </a:cubicBezTo>
                <a:cubicBezTo>
                  <a:pt x="1423218" y="3229366"/>
                  <a:pt x="1423644" y="3229400"/>
                  <a:pt x="1424071" y="3229400"/>
                </a:cubicBezTo>
                <a:close/>
                <a:moveTo>
                  <a:pt x="3935715" y="2312632"/>
                </a:moveTo>
                <a:cubicBezTo>
                  <a:pt x="3941424" y="2312152"/>
                  <a:pt x="3945655" y="2307121"/>
                  <a:pt x="3945174" y="2301414"/>
                </a:cubicBezTo>
                <a:cubicBezTo>
                  <a:pt x="3944676" y="2295706"/>
                  <a:pt x="3939664" y="2291475"/>
                  <a:pt x="3933955" y="2291973"/>
                </a:cubicBezTo>
                <a:cubicBezTo>
                  <a:pt x="3928249" y="2292453"/>
                  <a:pt x="3924016" y="2297484"/>
                  <a:pt x="3924497" y="2303192"/>
                </a:cubicBezTo>
                <a:cubicBezTo>
                  <a:pt x="3924958" y="2308596"/>
                  <a:pt x="3929494" y="2312668"/>
                  <a:pt x="3934827" y="2312668"/>
                </a:cubicBezTo>
                <a:cubicBezTo>
                  <a:pt x="3935128" y="2312668"/>
                  <a:pt x="3935413" y="2312668"/>
                  <a:pt x="3935715" y="2312632"/>
                </a:cubicBezTo>
                <a:close/>
                <a:moveTo>
                  <a:pt x="5193361" y="1856212"/>
                </a:moveTo>
                <a:cubicBezTo>
                  <a:pt x="5202196" y="1855466"/>
                  <a:pt x="5208758" y="1847696"/>
                  <a:pt x="5208011" y="1838860"/>
                </a:cubicBezTo>
                <a:cubicBezTo>
                  <a:pt x="5207262" y="1830024"/>
                  <a:pt x="5199495" y="1823463"/>
                  <a:pt x="5190659" y="1824210"/>
                </a:cubicBezTo>
                <a:cubicBezTo>
                  <a:pt x="5181819" y="1824939"/>
                  <a:pt x="5175263" y="1832708"/>
                  <a:pt x="5176008" y="1841562"/>
                </a:cubicBezTo>
                <a:cubicBezTo>
                  <a:pt x="5176720" y="1849936"/>
                  <a:pt x="5183741" y="1856265"/>
                  <a:pt x="5191990" y="1856265"/>
                </a:cubicBezTo>
                <a:cubicBezTo>
                  <a:pt x="5192453" y="1856265"/>
                  <a:pt x="5192898" y="1856247"/>
                  <a:pt x="5193361" y="1856212"/>
                </a:cubicBezTo>
                <a:close/>
                <a:moveTo>
                  <a:pt x="4707072" y="2036810"/>
                </a:moveTo>
                <a:cubicBezTo>
                  <a:pt x="4713739" y="2036810"/>
                  <a:pt x="4719677" y="2032081"/>
                  <a:pt x="4720975" y="2025271"/>
                </a:cubicBezTo>
                <a:cubicBezTo>
                  <a:pt x="4722413" y="2017591"/>
                  <a:pt x="4717366" y="2010177"/>
                  <a:pt x="4709684" y="2008719"/>
                </a:cubicBezTo>
                <a:cubicBezTo>
                  <a:pt x="4702006" y="2007262"/>
                  <a:pt x="4694591" y="2012311"/>
                  <a:pt x="4693134" y="2020009"/>
                </a:cubicBezTo>
                <a:cubicBezTo>
                  <a:pt x="4691675" y="2027689"/>
                  <a:pt x="4696725" y="2035103"/>
                  <a:pt x="4704424" y="2036561"/>
                </a:cubicBezTo>
                <a:cubicBezTo>
                  <a:pt x="4705313" y="2036721"/>
                  <a:pt x="4706200" y="2036809"/>
                  <a:pt x="4707072" y="2036810"/>
                </a:cubicBezTo>
                <a:close/>
                <a:moveTo>
                  <a:pt x="4176585" y="2232111"/>
                </a:moveTo>
                <a:cubicBezTo>
                  <a:pt x="4182737" y="2232111"/>
                  <a:pt x="4187768" y="2227204"/>
                  <a:pt x="4187908" y="2221053"/>
                </a:cubicBezTo>
                <a:cubicBezTo>
                  <a:pt x="4188051" y="2214795"/>
                  <a:pt x="4183091" y="2209621"/>
                  <a:pt x="4176850" y="2209479"/>
                </a:cubicBezTo>
                <a:cubicBezTo>
                  <a:pt x="4170592" y="2209336"/>
                  <a:pt x="4165419" y="2214279"/>
                  <a:pt x="4165277" y="2220537"/>
                </a:cubicBezTo>
                <a:cubicBezTo>
                  <a:pt x="4165135" y="2226777"/>
                  <a:pt x="4170077" y="2231969"/>
                  <a:pt x="4176335" y="2232111"/>
                </a:cubicBezTo>
                <a:close/>
                <a:moveTo>
                  <a:pt x="2047061" y="3013423"/>
                </a:moveTo>
                <a:cubicBezTo>
                  <a:pt x="2051665" y="3012694"/>
                  <a:pt x="2054831" y="3008356"/>
                  <a:pt x="2054119" y="3003732"/>
                </a:cubicBezTo>
                <a:cubicBezTo>
                  <a:pt x="2053390" y="2999111"/>
                  <a:pt x="2049052" y="2995946"/>
                  <a:pt x="2044430" y="2996675"/>
                </a:cubicBezTo>
                <a:cubicBezTo>
                  <a:pt x="2039807" y="2997404"/>
                  <a:pt x="2036643" y="3001742"/>
                  <a:pt x="2037372" y="3006365"/>
                </a:cubicBezTo>
                <a:lnTo>
                  <a:pt x="2037389" y="3006365"/>
                </a:lnTo>
                <a:cubicBezTo>
                  <a:pt x="2038047" y="3010542"/>
                  <a:pt x="2041656" y="3013529"/>
                  <a:pt x="2045745" y="3013529"/>
                </a:cubicBezTo>
                <a:cubicBezTo>
                  <a:pt x="2046189" y="3013529"/>
                  <a:pt x="2046616" y="3013494"/>
                  <a:pt x="2047061" y="3013423"/>
                </a:cubicBezTo>
                <a:close/>
                <a:moveTo>
                  <a:pt x="3696464" y="2410024"/>
                </a:moveTo>
                <a:cubicBezTo>
                  <a:pt x="3701585" y="2409117"/>
                  <a:pt x="3704998" y="2404211"/>
                  <a:pt x="3704073" y="2399090"/>
                </a:cubicBezTo>
                <a:cubicBezTo>
                  <a:pt x="3703167" y="2393971"/>
                  <a:pt x="3698278" y="2390556"/>
                  <a:pt x="3693157" y="2391481"/>
                </a:cubicBezTo>
                <a:cubicBezTo>
                  <a:pt x="3688038" y="2392388"/>
                  <a:pt x="3684624" y="2397277"/>
                  <a:pt x="3685531" y="2402398"/>
                </a:cubicBezTo>
                <a:cubicBezTo>
                  <a:pt x="3686348" y="2406966"/>
                  <a:pt x="3690313" y="2410166"/>
                  <a:pt x="3694794" y="2410167"/>
                </a:cubicBezTo>
                <a:cubicBezTo>
                  <a:pt x="3695344" y="2410167"/>
                  <a:pt x="3695895" y="2410114"/>
                  <a:pt x="3696464" y="2410024"/>
                </a:cubicBezTo>
                <a:close/>
                <a:moveTo>
                  <a:pt x="8272790" y="731856"/>
                </a:moveTo>
                <a:cubicBezTo>
                  <a:pt x="8281305" y="731855"/>
                  <a:pt x="8289394" y="726825"/>
                  <a:pt x="8292878" y="718469"/>
                </a:cubicBezTo>
                <a:cubicBezTo>
                  <a:pt x="8297483" y="707375"/>
                  <a:pt x="8292239" y="694645"/>
                  <a:pt x="8281145" y="690022"/>
                </a:cubicBezTo>
                <a:cubicBezTo>
                  <a:pt x="8275607" y="687720"/>
                  <a:pt x="8269656" y="687876"/>
                  <a:pt x="8264511" y="689994"/>
                </a:cubicBezTo>
                <a:cubicBezTo>
                  <a:pt x="8259366" y="692111"/>
                  <a:pt x="8255027" y="696192"/>
                  <a:pt x="8252716" y="701738"/>
                </a:cubicBezTo>
                <a:cubicBezTo>
                  <a:pt x="8248093" y="712833"/>
                  <a:pt x="8253339" y="725562"/>
                  <a:pt x="8264432" y="730185"/>
                </a:cubicBezTo>
                <a:cubicBezTo>
                  <a:pt x="8267170" y="731323"/>
                  <a:pt x="8269997" y="731856"/>
                  <a:pt x="8272790" y="731856"/>
                </a:cubicBezTo>
                <a:close/>
                <a:moveTo>
                  <a:pt x="7926971" y="862586"/>
                </a:moveTo>
                <a:cubicBezTo>
                  <a:pt x="7935042" y="862585"/>
                  <a:pt x="7942616" y="857625"/>
                  <a:pt x="7945584" y="849607"/>
                </a:cubicBezTo>
                <a:cubicBezTo>
                  <a:pt x="7949390" y="839330"/>
                  <a:pt x="7944128" y="827898"/>
                  <a:pt x="7933851" y="824094"/>
                </a:cubicBezTo>
                <a:cubicBezTo>
                  <a:pt x="7923557" y="820307"/>
                  <a:pt x="7912143" y="825552"/>
                  <a:pt x="7908338" y="835845"/>
                </a:cubicBezTo>
                <a:cubicBezTo>
                  <a:pt x="7904534" y="846122"/>
                  <a:pt x="7909796" y="857536"/>
                  <a:pt x="7920090" y="861340"/>
                </a:cubicBezTo>
                <a:cubicBezTo>
                  <a:pt x="7922348" y="862176"/>
                  <a:pt x="7924678" y="862585"/>
                  <a:pt x="7926971" y="862586"/>
                </a:cubicBezTo>
                <a:close/>
                <a:moveTo>
                  <a:pt x="7214268" y="1130939"/>
                </a:moveTo>
                <a:cubicBezTo>
                  <a:pt x="7223655" y="1130672"/>
                  <a:pt x="7231087" y="1122868"/>
                  <a:pt x="7230820" y="1113481"/>
                </a:cubicBezTo>
                <a:cubicBezTo>
                  <a:pt x="7230571" y="1104093"/>
                  <a:pt x="7222766" y="1096680"/>
                  <a:pt x="7213379" y="1096928"/>
                </a:cubicBezTo>
                <a:cubicBezTo>
                  <a:pt x="7203991" y="1097178"/>
                  <a:pt x="7196577" y="1104982"/>
                  <a:pt x="7196826" y="1114370"/>
                </a:cubicBezTo>
                <a:cubicBezTo>
                  <a:pt x="7197075" y="1123615"/>
                  <a:pt x="7204632" y="1130939"/>
                  <a:pt x="7213805" y="1130939"/>
                </a:cubicBezTo>
                <a:cubicBezTo>
                  <a:pt x="7213965" y="1130939"/>
                  <a:pt x="7214107" y="1130939"/>
                  <a:pt x="7214268" y="1130939"/>
                </a:cubicBezTo>
                <a:close/>
                <a:moveTo>
                  <a:pt x="1733406" y="3142321"/>
                </a:moveTo>
                <a:cubicBezTo>
                  <a:pt x="1737566" y="3142303"/>
                  <a:pt x="1740909" y="3138907"/>
                  <a:pt x="1740873" y="3134746"/>
                </a:cubicBezTo>
                <a:cubicBezTo>
                  <a:pt x="1740837" y="3130586"/>
                  <a:pt x="1737460" y="3127244"/>
                  <a:pt x="1733299" y="3127279"/>
                </a:cubicBezTo>
                <a:cubicBezTo>
                  <a:pt x="1729139" y="3127297"/>
                  <a:pt x="1725797" y="3130693"/>
                  <a:pt x="1725832" y="3134853"/>
                </a:cubicBezTo>
                <a:cubicBezTo>
                  <a:pt x="1725850" y="3138996"/>
                  <a:pt x="1729228" y="3142321"/>
                  <a:pt x="1733352" y="3142321"/>
                </a:cubicBezTo>
                <a:close/>
                <a:moveTo>
                  <a:pt x="4562795" y="2106823"/>
                </a:moveTo>
                <a:cubicBezTo>
                  <a:pt x="4568946" y="2106824"/>
                  <a:pt x="4574458" y="2102504"/>
                  <a:pt x="4575738" y="2096245"/>
                </a:cubicBezTo>
                <a:cubicBezTo>
                  <a:pt x="4577197" y="2089080"/>
                  <a:pt x="4572574" y="2082111"/>
                  <a:pt x="4565410" y="2080653"/>
                </a:cubicBezTo>
                <a:cubicBezTo>
                  <a:pt x="4558262" y="2079195"/>
                  <a:pt x="4551293" y="2083817"/>
                  <a:pt x="4549835" y="2090965"/>
                </a:cubicBezTo>
                <a:cubicBezTo>
                  <a:pt x="4548378" y="2098130"/>
                  <a:pt x="4552998" y="2105099"/>
                  <a:pt x="4560147" y="2106557"/>
                </a:cubicBezTo>
                <a:cubicBezTo>
                  <a:pt x="4561037" y="2106735"/>
                  <a:pt x="4561924" y="2106824"/>
                  <a:pt x="4562795" y="2106823"/>
                </a:cubicBezTo>
                <a:close/>
                <a:moveTo>
                  <a:pt x="1096955" y="3378602"/>
                </a:moveTo>
                <a:cubicBezTo>
                  <a:pt x="1098733" y="3378602"/>
                  <a:pt x="1100440" y="3377589"/>
                  <a:pt x="1101222" y="3375864"/>
                </a:cubicBezTo>
                <a:cubicBezTo>
                  <a:pt x="1102289" y="3373517"/>
                  <a:pt x="1101258" y="3370743"/>
                  <a:pt x="1098894" y="3369659"/>
                </a:cubicBezTo>
                <a:cubicBezTo>
                  <a:pt x="1096546" y="3368592"/>
                  <a:pt x="1093773" y="3369623"/>
                  <a:pt x="1092688" y="3371988"/>
                </a:cubicBezTo>
                <a:cubicBezTo>
                  <a:pt x="1091622" y="3374335"/>
                  <a:pt x="1092671" y="3377108"/>
                  <a:pt x="1095017" y="3378175"/>
                </a:cubicBezTo>
                <a:cubicBezTo>
                  <a:pt x="1095641" y="3378477"/>
                  <a:pt x="1096298" y="3378602"/>
                  <a:pt x="1096955" y="3378602"/>
                </a:cubicBezTo>
                <a:close/>
                <a:moveTo>
                  <a:pt x="2139565" y="2996586"/>
                </a:moveTo>
                <a:cubicBezTo>
                  <a:pt x="2144151" y="2995626"/>
                  <a:pt x="2147102" y="2991146"/>
                  <a:pt x="2146161" y="2986558"/>
                </a:cubicBezTo>
                <a:cubicBezTo>
                  <a:pt x="2145200" y="2981971"/>
                  <a:pt x="2140720" y="2979020"/>
                  <a:pt x="2136134" y="2979981"/>
                </a:cubicBezTo>
                <a:cubicBezTo>
                  <a:pt x="2131546" y="2980923"/>
                  <a:pt x="2128613" y="2985403"/>
                  <a:pt x="2129555" y="2989990"/>
                </a:cubicBezTo>
                <a:cubicBezTo>
                  <a:pt x="2130391" y="2994008"/>
                  <a:pt x="2133911" y="2996746"/>
                  <a:pt x="2137858" y="2996746"/>
                </a:cubicBezTo>
                <a:cubicBezTo>
                  <a:pt x="2138409" y="2996746"/>
                  <a:pt x="2138995" y="2996693"/>
                  <a:pt x="2139565" y="2996586"/>
                </a:cubicBezTo>
                <a:close/>
                <a:moveTo>
                  <a:pt x="3194121" y="2610482"/>
                </a:moveTo>
                <a:cubicBezTo>
                  <a:pt x="3198512" y="2608828"/>
                  <a:pt x="3200734" y="2603939"/>
                  <a:pt x="3199080" y="2599565"/>
                </a:cubicBezTo>
                <a:cubicBezTo>
                  <a:pt x="3197446" y="2595174"/>
                  <a:pt x="3192556" y="2592969"/>
                  <a:pt x="3188182" y="2594605"/>
                </a:cubicBezTo>
                <a:cubicBezTo>
                  <a:pt x="3183809" y="2596240"/>
                  <a:pt x="3181568" y="2601130"/>
                  <a:pt x="3183221" y="2605521"/>
                </a:cubicBezTo>
                <a:cubicBezTo>
                  <a:pt x="3184501" y="2608917"/>
                  <a:pt x="3187720" y="2611014"/>
                  <a:pt x="3191151" y="2611015"/>
                </a:cubicBezTo>
                <a:cubicBezTo>
                  <a:pt x="3192147" y="2611015"/>
                  <a:pt x="3193143" y="2610837"/>
                  <a:pt x="3194121" y="2610482"/>
                </a:cubicBezTo>
                <a:close/>
                <a:moveTo>
                  <a:pt x="4948454" y="1967045"/>
                </a:moveTo>
                <a:cubicBezTo>
                  <a:pt x="4956136" y="1967045"/>
                  <a:pt x="4962713" y="1961196"/>
                  <a:pt x="4963462" y="1953391"/>
                </a:cubicBezTo>
                <a:cubicBezTo>
                  <a:pt x="4964260" y="1945088"/>
                  <a:pt x="4958181" y="1937692"/>
                  <a:pt x="4949879" y="1936892"/>
                </a:cubicBezTo>
                <a:cubicBezTo>
                  <a:pt x="4941576" y="1936092"/>
                  <a:pt x="4934180" y="1942173"/>
                  <a:pt x="4933381" y="1950494"/>
                </a:cubicBezTo>
                <a:cubicBezTo>
                  <a:pt x="4932579" y="1958796"/>
                  <a:pt x="4938677" y="1966174"/>
                  <a:pt x="4946981" y="1966975"/>
                </a:cubicBezTo>
                <a:cubicBezTo>
                  <a:pt x="4947479" y="1967045"/>
                  <a:pt x="4947958" y="1967045"/>
                  <a:pt x="4948454" y="1967045"/>
                </a:cubicBezTo>
                <a:close/>
                <a:moveTo>
                  <a:pt x="3281966" y="2578675"/>
                </a:moveTo>
                <a:cubicBezTo>
                  <a:pt x="3286393" y="2577146"/>
                  <a:pt x="3288722" y="2572310"/>
                  <a:pt x="3287193" y="2567883"/>
                </a:cubicBezTo>
                <a:cubicBezTo>
                  <a:pt x="3285646" y="2563474"/>
                  <a:pt x="3280811" y="2561127"/>
                  <a:pt x="3276401" y="2562674"/>
                </a:cubicBezTo>
                <a:cubicBezTo>
                  <a:pt x="3271974" y="2564203"/>
                  <a:pt x="3269646" y="2569039"/>
                  <a:pt x="3271175" y="2573466"/>
                </a:cubicBezTo>
                <a:cubicBezTo>
                  <a:pt x="3272402" y="2576968"/>
                  <a:pt x="3275673" y="2579155"/>
                  <a:pt x="3279193" y="2579155"/>
                </a:cubicBezTo>
                <a:cubicBezTo>
                  <a:pt x="3280117" y="2579155"/>
                  <a:pt x="3281043" y="2578995"/>
                  <a:pt x="3281966" y="2578675"/>
                </a:cubicBezTo>
                <a:close/>
                <a:moveTo>
                  <a:pt x="3106950" y="2644120"/>
                </a:moveTo>
                <a:cubicBezTo>
                  <a:pt x="3111308" y="2642412"/>
                  <a:pt x="3113440" y="2637488"/>
                  <a:pt x="3111715" y="2633132"/>
                </a:cubicBezTo>
                <a:cubicBezTo>
                  <a:pt x="3109991" y="2628776"/>
                  <a:pt x="3105067" y="2626643"/>
                  <a:pt x="3100710" y="2628367"/>
                </a:cubicBezTo>
                <a:cubicBezTo>
                  <a:pt x="3096354" y="2630092"/>
                  <a:pt x="3094221" y="2635017"/>
                  <a:pt x="3095946" y="2639372"/>
                </a:cubicBezTo>
                <a:cubicBezTo>
                  <a:pt x="3097260" y="2642697"/>
                  <a:pt x="3100461" y="2644724"/>
                  <a:pt x="3103839" y="2644724"/>
                </a:cubicBezTo>
                <a:cubicBezTo>
                  <a:pt x="3104870" y="2644724"/>
                  <a:pt x="3105919" y="2644528"/>
                  <a:pt x="3106950" y="2644120"/>
                </a:cubicBezTo>
                <a:close/>
                <a:moveTo>
                  <a:pt x="4029802" y="2307138"/>
                </a:moveTo>
                <a:cubicBezTo>
                  <a:pt x="4035526" y="2306978"/>
                  <a:pt x="4040025" y="2302196"/>
                  <a:pt x="4039865" y="2296471"/>
                </a:cubicBezTo>
                <a:cubicBezTo>
                  <a:pt x="4039687" y="2290747"/>
                  <a:pt x="4034906" y="2286248"/>
                  <a:pt x="4029181" y="2286408"/>
                </a:cubicBezTo>
                <a:cubicBezTo>
                  <a:pt x="4023456" y="2286586"/>
                  <a:pt x="4018956" y="2291350"/>
                  <a:pt x="4019115" y="2297076"/>
                </a:cubicBezTo>
                <a:cubicBezTo>
                  <a:pt x="4019294" y="2302801"/>
                  <a:pt x="4024078" y="2307316"/>
                  <a:pt x="4029802" y="2307138"/>
                </a:cubicBezTo>
                <a:close/>
                <a:moveTo>
                  <a:pt x="3789163" y="2395588"/>
                </a:moveTo>
                <a:cubicBezTo>
                  <a:pt x="3794319" y="2394912"/>
                  <a:pt x="3797946" y="2390183"/>
                  <a:pt x="3797270" y="2385010"/>
                </a:cubicBezTo>
                <a:cubicBezTo>
                  <a:pt x="3796578" y="2379853"/>
                  <a:pt x="3791848" y="2376227"/>
                  <a:pt x="3786693" y="2376920"/>
                </a:cubicBezTo>
                <a:cubicBezTo>
                  <a:pt x="3781537" y="2377596"/>
                  <a:pt x="3777908" y="2382325"/>
                  <a:pt x="3778584" y="2387481"/>
                </a:cubicBezTo>
                <a:cubicBezTo>
                  <a:pt x="3779209" y="2392228"/>
                  <a:pt x="3783261" y="2395676"/>
                  <a:pt x="3787919" y="2395677"/>
                </a:cubicBezTo>
                <a:cubicBezTo>
                  <a:pt x="3788327" y="2395677"/>
                  <a:pt x="3788738" y="2395659"/>
                  <a:pt x="3789163" y="2395588"/>
                </a:cubicBezTo>
                <a:close/>
                <a:moveTo>
                  <a:pt x="5292050" y="1844674"/>
                </a:moveTo>
                <a:cubicBezTo>
                  <a:pt x="5300816" y="1843393"/>
                  <a:pt x="5306878" y="1835215"/>
                  <a:pt x="5305598" y="1826450"/>
                </a:cubicBezTo>
                <a:cubicBezTo>
                  <a:pt x="5304301" y="1817667"/>
                  <a:pt x="5296122" y="1811605"/>
                  <a:pt x="5287356" y="1812903"/>
                </a:cubicBezTo>
                <a:cubicBezTo>
                  <a:pt x="5278593" y="1814201"/>
                  <a:pt x="5272513" y="1822361"/>
                  <a:pt x="5273827" y="1831143"/>
                </a:cubicBezTo>
                <a:cubicBezTo>
                  <a:pt x="5275001" y="1839126"/>
                  <a:pt x="5281844" y="1844851"/>
                  <a:pt x="5289685" y="1844851"/>
                </a:cubicBezTo>
                <a:cubicBezTo>
                  <a:pt x="5290469" y="1844851"/>
                  <a:pt x="5291250" y="1844797"/>
                  <a:pt x="5292050" y="1844674"/>
                </a:cubicBezTo>
                <a:close/>
                <a:moveTo>
                  <a:pt x="3370630" y="2549553"/>
                </a:moveTo>
                <a:cubicBezTo>
                  <a:pt x="3375110" y="2548185"/>
                  <a:pt x="3377617" y="2543420"/>
                  <a:pt x="3376229" y="2538957"/>
                </a:cubicBezTo>
                <a:cubicBezTo>
                  <a:pt x="3374861" y="2534495"/>
                  <a:pt x="3370114" y="2531987"/>
                  <a:pt x="3365634" y="2533356"/>
                </a:cubicBezTo>
                <a:cubicBezTo>
                  <a:pt x="3361170" y="2534743"/>
                  <a:pt x="3358665" y="2539490"/>
                  <a:pt x="3360051" y="2543953"/>
                </a:cubicBezTo>
                <a:cubicBezTo>
                  <a:pt x="3361171" y="2547597"/>
                  <a:pt x="3364514" y="2549926"/>
                  <a:pt x="3368140" y="2549927"/>
                </a:cubicBezTo>
                <a:cubicBezTo>
                  <a:pt x="3368958" y="2549926"/>
                  <a:pt x="3369811" y="2549820"/>
                  <a:pt x="3370630" y="2549553"/>
                </a:cubicBezTo>
                <a:close/>
                <a:moveTo>
                  <a:pt x="3020278" y="2679196"/>
                </a:moveTo>
                <a:cubicBezTo>
                  <a:pt x="3024599" y="2677419"/>
                  <a:pt x="3026679" y="2672458"/>
                  <a:pt x="3024884" y="2668138"/>
                </a:cubicBezTo>
                <a:cubicBezTo>
                  <a:pt x="3023105" y="2663800"/>
                  <a:pt x="3018145" y="2661738"/>
                  <a:pt x="3013825" y="2663516"/>
                </a:cubicBezTo>
                <a:cubicBezTo>
                  <a:pt x="3009505" y="2665312"/>
                  <a:pt x="3007442" y="2670255"/>
                  <a:pt x="3009220" y="2674592"/>
                </a:cubicBezTo>
                <a:cubicBezTo>
                  <a:pt x="3010572" y="2677864"/>
                  <a:pt x="3013736" y="2679837"/>
                  <a:pt x="3017061" y="2679837"/>
                </a:cubicBezTo>
                <a:cubicBezTo>
                  <a:pt x="3018127" y="2679837"/>
                  <a:pt x="3019229" y="2679624"/>
                  <a:pt x="3020278" y="2679196"/>
                </a:cubicBezTo>
                <a:close/>
                <a:moveTo>
                  <a:pt x="2933944" y="2715199"/>
                </a:moveTo>
                <a:cubicBezTo>
                  <a:pt x="2938264" y="2713386"/>
                  <a:pt x="2940291" y="2708426"/>
                  <a:pt x="2938459" y="2704105"/>
                </a:cubicBezTo>
                <a:cubicBezTo>
                  <a:pt x="2936646" y="2699803"/>
                  <a:pt x="2931686" y="2697758"/>
                  <a:pt x="2927366" y="2699589"/>
                </a:cubicBezTo>
                <a:cubicBezTo>
                  <a:pt x="2923063" y="2701403"/>
                  <a:pt x="2921037" y="2706363"/>
                  <a:pt x="2922850" y="2710684"/>
                </a:cubicBezTo>
                <a:cubicBezTo>
                  <a:pt x="2924219" y="2713919"/>
                  <a:pt x="2927348" y="2715875"/>
                  <a:pt x="2930655" y="2715875"/>
                </a:cubicBezTo>
                <a:cubicBezTo>
                  <a:pt x="2931758" y="2715874"/>
                  <a:pt x="2932877" y="2715662"/>
                  <a:pt x="2933944" y="2715199"/>
                </a:cubicBezTo>
                <a:close/>
                <a:moveTo>
                  <a:pt x="4418021" y="2171859"/>
                </a:moveTo>
                <a:cubicBezTo>
                  <a:pt x="4423906" y="2171859"/>
                  <a:pt x="4429098" y="2167627"/>
                  <a:pt x="4430109" y="2161635"/>
                </a:cubicBezTo>
                <a:cubicBezTo>
                  <a:pt x="4431230" y="2154951"/>
                  <a:pt x="4426734" y="2148622"/>
                  <a:pt x="4420065" y="2147501"/>
                </a:cubicBezTo>
                <a:cubicBezTo>
                  <a:pt x="4413381" y="2146364"/>
                  <a:pt x="4407052" y="2150862"/>
                  <a:pt x="4405914" y="2157546"/>
                </a:cubicBezTo>
                <a:cubicBezTo>
                  <a:pt x="4404794" y="2164231"/>
                  <a:pt x="4409292" y="2170561"/>
                  <a:pt x="4415976" y="2171699"/>
                </a:cubicBezTo>
                <a:cubicBezTo>
                  <a:pt x="4416652" y="2171804"/>
                  <a:pt x="4417346" y="2171858"/>
                  <a:pt x="4418021" y="2171859"/>
                </a:cubicBezTo>
                <a:close/>
                <a:moveTo>
                  <a:pt x="3460306" y="2523685"/>
                </a:moveTo>
                <a:cubicBezTo>
                  <a:pt x="3464822" y="2522476"/>
                  <a:pt x="3467507" y="2517835"/>
                  <a:pt x="3466298" y="2513302"/>
                </a:cubicBezTo>
                <a:cubicBezTo>
                  <a:pt x="3465071" y="2508786"/>
                  <a:pt x="3460431" y="2506101"/>
                  <a:pt x="3455916" y="2507327"/>
                </a:cubicBezTo>
                <a:cubicBezTo>
                  <a:pt x="3451398" y="2508537"/>
                  <a:pt x="3448714" y="2513177"/>
                  <a:pt x="3449923" y="2517693"/>
                </a:cubicBezTo>
                <a:cubicBezTo>
                  <a:pt x="3450936" y="2521481"/>
                  <a:pt x="3454368" y="2523987"/>
                  <a:pt x="3458101" y="2523987"/>
                </a:cubicBezTo>
                <a:cubicBezTo>
                  <a:pt x="3458830" y="2523987"/>
                  <a:pt x="3459577" y="2523881"/>
                  <a:pt x="3460306" y="2523685"/>
                </a:cubicBezTo>
                <a:close/>
                <a:moveTo>
                  <a:pt x="2231180" y="2975482"/>
                </a:moveTo>
                <a:cubicBezTo>
                  <a:pt x="2235713" y="2974344"/>
                  <a:pt x="2238469" y="2969722"/>
                  <a:pt x="2237313" y="2965188"/>
                </a:cubicBezTo>
                <a:cubicBezTo>
                  <a:pt x="2236176" y="2960655"/>
                  <a:pt x="2231553" y="2957916"/>
                  <a:pt x="2227019" y="2959055"/>
                </a:cubicBezTo>
                <a:cubicBezTo>
                  <a:pt x="2222485" y="2960210"/>
                  <a:pt x="2219730" y="2964815"/>
                  <a:pt x="2220885" y="2969348"/>
                </a:cubicBezTo>
                <a:cubicBezTo>
                  <a:pt x="2221863" y="2973189"/>
                  <a:pt x="2225313" y="2975749"/>
                  <a:pt x="2229099" y="2975749"/>
                </a:cubicBezTo>
                <a:cubicBezTo>
                  <a:pt x="2229792" y="2975749"/>
                  <a:pt x="2230486" y="2975661"/>
                  <a:pt x="2231180" y="2975482"/>
                </a:cubicBezTo>
                <a:close/>
                <a:moveTo>
                  <a:pt x="2847753" y="2751681"/>
                </a:moveTo>
                <a:cubicBezTo>
                  <a:pt x="2852054" y="2749850"/>
                  <a:pt x="2854081" y="2744872"/>
                  <a:pt x="2852250" y="2740570"/>
                </a:cubicBezTo>
                <a:cubicBezTo>
                  <a:pt x="2850419" y="2736267"/>
                  <a:pt x="2845441" y="2734241"/>
                  <a:pt x="2841138" y="2736072"/>
                </a:cubicBezTo>
                <a:cubicBezTo>
                  <a:pt x="2836835" y="2737903"/>
                  <a:pt x="2834810" y="2742881"/>
                  <a:pt x="2836640" y="2747183"/>
                </a:cubicBezTo>
                <a:cubicBezTo>
                  <a:pt x="2838009" y="2750419"/>
                  <a:pt x="2841156" y="2752357"/>
                  <a:pt x="2844463" y="2752357"/>
                </a:cubicBezTo>
                <a:cubicBezTo>
                  <a:pt x="2845564" y="2752357"/>
                  <a:pt x="2846668" y="2752144"/>
                  <a:pt x="2847753" y="2751681"/>
                </a:cubicBezTo>
                <a:close/>
                <a:moveTo>
                  <a:pt x="3872246" y="2376974"/>
                </a:moveTo>
                <a:lnTo>
                  <a:pt x="3872253" y="2376964"/>
                </a:lnTo>
                <a:lnTo>
                  <a:pt x="3872245" y="2376956"/>
                </a:lnTo>
                <a:close/>
                <a:moveTo>
                  <a:pt x="1818797" y="3131671"/>
                </a:moveTo>
                <a:lnTo>
                  <a:pt x="1818805" y="3131661"/>
                </a:lnTo>
                <a:lnTo>
                  <a:pt x="1818798" y="3131653"/>
                </a:lnTo>
                <a:close/>
                <a:moveTo>
                  <a:pt x="7568528" y="1022886"/>
                </a:moveTo>
                <a:cubicBezTo>
                  <a:pt x="7571663" y="1020336"/>
                  <a:pt x="7573962" y="1016718"/>
                  <a:pt x="7574806" y="1012443"/>
                </a:cubicBezTo>
                <a:cubicBezTo>
                  <a:pt x="7576743" y="1002718"/>
                  <a:pt x="7570414" y="993277"/>
                  <a:pt x="7560690" y="991340"/>
                </a:cubicBezTo>
                <a:cubicBezTo>
                  <a:pt x="7550964" y="989419"/>
                  <a:pt x="7541523" y="995730"/>
                  <a:pt x="7539586" y="1005474"/>
                </a:cubicBezTo>
                <a:cubicBezTo>
                  <a:pt x="7537647" y="1015198"/>
                  <a:pt x="7543977" y="1024639"/>
                  <a:pt x="7553702" y="1026577"/>
                </a:cubicBezTo>
                <a:cubicBezTo>
                  <a:pt x="7554893" y="1026808"/>
                  <a:pt x="7556067" y="1026915"/>
                  <a:pt x="7557223" y="1026915"/>
                </a:cubicBezTo>
                <a:cubicBezTo>
                  <a:pt x="7561418" y="1026915"/>
                  <a:pt x="7565392" y="1025435"/>
                  <a:pt x="7568528" y="1022886"/>
                </a:cubicBezTo>
                <a:close/>
                <a:moveTo>
                  <a:pt x="1515401" y="3243624"/>
                </a:moveTo>
                <a:cubicBezTo>
                  <a:pt x="1518691" y="3243624"/>
                  <a:pt x="1521535" y="3241152"/>
                  <a:pt x="1521926" y="3237810"/>
                </a:cubicBezTo>
                <a:cubicBezTo>
                  <a:pt x="1522335" y="3234201"/>
                  <a:pt x="1519756" y="3230930"/>
                  <a:pt x="1516148" y="3230521"/>
                </a:cubicBezTo>
                <a:cubicBezTo>
                  <a:pt x="1512539" y="3230094"/>
                  <a:pt x="1509267" y="3232690"/>
                  <a:pt x="1508858" y="3236298"/>
                </a:cubicBezTo>
                <a:cubicBezTo>
                  <a:pt x="1508432" y="3239908"/>
                  <a:pt x="1511027" y="3243161"/>
                  <a:pt x="1514637" y="3243588"/>
                </a:cubicBezTo>
                <a:cubicBezTo>
                  <a:pt x="1514885" y="3243624"/>
                  <a:pt x="1515151" y="3243624"/>
                  <a:pt x="1515401" y="3243624"/>
                </a:cubicBezTo>
                <a:close/>
                <a:moveTo>
                  <a:pt x="2761489" y="2788110"/>
                </a:moveTo>
                <a:cubicBezTo>
                  <a:pt x="2765809" y="2786314"/>
                  <a:pt x="2767836" y="2781337"/>
                  <a:pt x="2766022" y="2777016"/>
                </a:cubicBezTo>
                <a:cubicBezTo>
                  <a:pt x="2764209" y="2772714"/>
                  <a:pt x="2759249" y="2770687"/>
                  <a:pt x="2754928" y="2772483"/>
                </a:cubicBezTo>
                <a:cubicBezTo>
                  <a:pt x="2750625" y="2774296"/>
                  <a:pt x="2748581" y="2779275"/>
                  <a:pt x="2750395" y="2783577"/>
                </a:cubicBezTo>
                <a:cubicBezTo>
                  <a:pt x="2751763" y="2786830"/>
                  <a:pt x="2754910" y="2788785"/>
                  <a:pt x="2758218" y="2788786"/>
                </a:cubicBezTo>
                <a:cubicBezTo>
                  <a:pt x="2759302" y="2788786"/>
                  <a:pt x="2760422" y="2788573"/>
                  <a:pt x="2761489" y="2788110"/>
                </a:cubicBezTo>
                <a:close/>
                <a:moveTo>
                  <a:pt x="1301716" y="3323878"/>
                </a:moveTo>
                <a:cubicBezTo>
                  <a:pt x="1304187" y="3323878"/>
                  <a:pt x="1306463" y="3322225"/>
                  <a:pt x="1307139" y="3319718"/>
                </a:cubicBezTo>
                <a:cubicBezTo>
                  <a:pt x="1307957" y="3316713"/>
                  <a:pt x="1306179" y="3313620"/>
                  <a:pt x="1303173" y="3312803"/>
                </a:cubicBezTo>
                <a:cubicBezTo>
                  <a:pt x="1300170" y="3311984"/>
                  <a:pt x="1297093" y="3313762"/>
                  <a:pt x="1296276" y="3316767"/>
                </a:cubicBezTo>
                <a:cubicBezTo>
                  <a:pt x="1295458" y="3319771"/>
                  <a:pt x="1297235" y="3322864"/>
                  <a:pt x="1300241" y="3323665"/>
                </a:cubicBezTo>
                <a:cubicBezTo>
                  <a:pt x="1300738" y="3323807"/>
                  <a:pt x="1301219" y="3323879"/>
                  <a:pt x="1301716" y="3323878"/>
                </a:cubicBezTo>
                <a:close/>
                <a:moveTo>
                  <a:pt x="2321781" y="2950592"/>
                </a:moveTo>
                <a:cubicBezTo>
                  <a:pt x="2326278" y="2949276"/>
                  <a:pt x="2328839" y="2944565"/>
                  <a:pt x="2327523" y="2940067"/>
                </a:cubicBezTo>
                <a:cubicBezTo>
                  <a:pt x="2326190" y="2935586"/>
                  <a:pt x="2321479" y="2933009"/>
                  <a:pt x="2316998" y="2934342"/>
                </a:cubicBezTo>
                <a:cubicBezTo>
                  <a:pt x="2312500" y="2935658"/>
                  <a:pt x="2309940" y="2940369"/>
                  <a:pt x="2311255" y="2944867"/>
                </a:cubicBezTo>
                <a:cubicBezTo>
                  <a:pt x="2312340" y="2948548"/>
                  <a:pt x="2315718" y="2950947"/>
                  <a:pt x="2319380" y="2950947"/>
                </a:cubicBezTo>
                <a:cubicBezTo>
                  <a:pt x="2320181" y="2950947"/>
                  <a:pt x="2320980" y="2950823"/>
                  <a:pt x="2321781" y="2950592"/>
                </a:cubicBezTo>
                <a:close/>
                <a:moveTo>
                  <a:pt x="8500523" y="684107"/>
                </a:moveTo>
                <a:cubicBezTo>
                  <a:pt x="8504221" y="681653"/>
                  <a:pt x="8507239" y="678093"/>
                  <a:pt x="8509017" y="673666"/>
                </a:cubicBezTo>
                <a:cubicBezTo>
                  <a:pt x="8513693" y="662021"/>
                  <a:pt x="8508057" y="648811"/>
                  <a:pt x="8496412" y="644135"/>
                </a:cubicBezTo>
                <a:cubicBezTo>
                  <a:pt x="8484785" y="639477"/>
                  <a:pt x="8471574" y="645114"/>
                  <a:pt x="8466899" y="656741"/>
                </a:cubicBezTo>
                <a:cubicBezTo>
                  <a:pt x="8462222" y="668386"/>
                  <a:pt x="8467859" y="681596"/>
                  <a:pt x="8479504" y="686272"/>
                </a:cubicBezTo>
                <a:cubicBezTo>
                  <a:pt x="8482277" y="687374"/>
                  <a:pt x="8485140" y="687908"/>
                  <a:pt x="8487949" y="687908"/>
                </a:cubicBezTo>
                <a:cubicBezTo>
                  <a:pt x="8492447" y="687908"/>
                  <a:pt x="8496825" y="686561"/>
                  <a:pt x="8500523" y="684107"/>
                </a:cubicBezTo>
                <a:close/>
                <a:moveTo>
                  <a:pt x="3550890" y="2501302"/>
                </a:moveTo>
                <a:cubicBezTo>
                  <a:pt x="3555441" y="2500270"/>
                  <a:pt x="3558305" y="2495719"/>
                  <a:pt x="3557273" y="2491167"/>
                </a:cubicBezTo>
                <a:cubicBezTo>
                  <a:pt x="3556241" y="2486598"/>
                  <a:pt x="3551707" y="2483736"/>
                  <a:pt x="3547139" y="2484767"/>
                </a:cubicBezTo>
                <a:cubicBezTo>
                  <a:pt x="3542587" y="2485798"/>
                  <a:pt x="3539707" y="2490331"/>
                  <a:pt x="3540756" y="2494901"/>
                </a:cubicBezTo>
                <a:cubicBezTo>
                  <a:pt x="3541644" y="2498830"/>
                  <a:pt x="3545129" y="2501514"/>
                  <a:pt x="3549006" y="2501514"/>
                </a:cubicBezTo>
                <a:cubicBezTo>
                  <a:pt x="3549627" y="2501514"/>
                  <a:pt x="3550250" y="2501444"/>
                  <a:pt x="3550872" y="2501302"/>
                </a:cubicBezTo>
                <a:close/>
                <a:moveTo>
                  <a:pt x="8149030" y="814724"/>
                </a:moveTo>
                <a:cubicBezTo>
                  <a:pt x="8157243" y="814723"/>
                  <a:pt x="8165031" y="809835"/>
                  <a:pt x="8168302" y="801745"/>
                </a:cubicBezTo>
                <a:cubicBezTo>
                  <a:pt x="8172622" y="791096"/>
                  <a:pt x="8167501" y="778971"/>
                  <a:pt x="8156852" y="774650"/>
                </a:cubicBezTo>
                <a:cubicBezTo>
                  <a:pt x="8146202" y="770330"/>
                  <a:pt x="8134077" y="775450"/>
                  <a:pt x="8129757" y="786100"/>
                </a:cubicBezTo>
                <a:cubicBezTo>
                  <a:pt x="8125437" y="796749"/>
                  <a:pt x="8130557" y="808874"/>
                  <a:pt x="8141207" y="813195"/>
                </a:cubicBezTo>
                <a:cubicBezTo>
                  <a:pt x="8143767" y="814244"/>
                  <a:pt x="8146416" y="814724"/>
                  <a:pt x="8149030" y="814724"/>
                </a:cubicBezTo>
                <a:close/>
                <a:moveTo>
                  <a:pt x="5389761" y="1827570"/>
                </a:moveTo>
                <a:cubicBezTo>
                  <a:pt x="5398457" y="1825810"/>
                  <a:pt x="5404095" y="1817348"/>
                  <a:pt x="5402333" y="1808654"/>
                </a:cubicBezTo>
                <a:cubicBezTo>
                  <a:pt x="5400592" y="1799959"/>
                  <a:pt x="5392129" y="1794324"/>
                  <a:pt x="5383434" y="1796066"/>
                </a:cubicBezTo>
                <a:cubicBezTo>
                  <a:pt x="5374741" y="1797826"/>
                  <a:pt x="5369104" y="1806289"/>
                  <a:pt x="5370846" y="1814983"/>
                </a:cubicBezTo>
                <a:cubicBezTo>
                  <a:pt x="5372393" y="1822610"/>
                  <a:pt x="5379095" y="1827890"/>
                  <a:pt x="5386581" y="1827890"/>
                </a:cubicBezTo>
                <a:cubicBezTo>
                  <a:pt x="5387632" y="1827890"/>
                  <a:pt x="5388699" y="1827783"/>
                  <a:pt x="5389761" y="1827570"/>
                </a:cubicBezTo>
                <a:close/>
                <a:moveTo>
                  <a:pt x="4271825" y="2237818"/>
                </a:moveTo>
                <a:cubicBezTo>
                  <a:pt x="4277568" y="2237818"/>
                  <a:pt x="4282494" y="2233462"/>
                  <a:pt x="4283078" y="2227631"/>
                </a:cubicBezTo>
                <a:cubicBezTo>
                  <a:pt x="4283701" y="2221408"/>
                  <a:pt x="4279169" y="2215861"/>
                  <a:pt x="4272946" y="2215240"/>
                </a:cubicBezTo>
                <a:cubicBezTo>
                  <a:pt x="4266722" y="2214599"/>
                  <a:pt x="4261177" y="2219133"/>
                  <a:pt x="4260554" y="2225355"/>
                </a:cubicBezTo>
                <a:cubicBezTo>
                  <a:pt x="4259932" y="2231578"/>
                  <a:pt x="4264466" y="2237125"/>
                  <a:pt x="4270670" y="2237765"/>
                </a:cubicBezTo>
                <a:cubicBezTo>
                  <a:pt x="4271062" y="2237818"/>
                  <a:pt x="4271451" y="2237818"/>
                  <a:pt x="4271825" y="2237818"/>
                </a:cubicBezTo>
                <a:close/>
                <a:moveTo>
                  <a:pt x="2674923" y="2823989"/>
                </a:moveTo>
                <a:cubicBezTo>
                  <a:pt x="2679261" y="2822211"/>
                  <a:pt x="2681341" y="2817268"/>
                  <a:pt x="2679582" y="2812929"/>
                </a:cubicBezTo>
                <a:cubicBezTo>
                  <a:pt x="2677804" y="2808610"/>
                  <a:pt x="2672861" y="2806511"/>
                  <a:pt x="2668524" y="2808289"/>
                </a:cubicBezTo>
                <a:cubicBezTo>
                  <a:pt x="2664203" y="2810067"/>
                  <a:pt x="2662122" y="2815010"/>
                  <a:pt x="2663882" y="2819347"/>
                </a:cubicBezTo>
                <a:cubicBezTo>
                  <a:pt x="2665234" y="2822619"/>
                  <a:pt x="2668398" y="2824611"/>
                  <a:pt x="2671723" y="2824610"/>
                </a:cubicBezTo>
                <a:cubicBezTo>
                  <a:pt x="2672789" y="2824610"/>
                  <a:pt x="2673874" y="2824415"/>
                  <a:pt x="2674923" y="2823989"/>
                </a:cubicBezTo>
                <a:close/>
                <a:moveTo>
                  <a:pt x="2411404" y="2922502"/>
                </a:moveTo>
                <a:cubicBezTo>
                  <a:pt x="2415831" y="2921026"/>
                  <a:pt x="2418249" y="2916225"/>
                  <a:pt x="2416773" y="2911798"/>
                </a:cubicBezTo>
                <a:cubicBezTo>
                  <a:pt x="2415298" y="2907353"/>
                  <a:pt x="2410498" y="2904936"/>
                  <a:pt x="2406053" y="2906411"/>
                </a:cubicBezTo>
                <a:cubicBezTo>
                  <a:pt x="2401625" y="2907887"/>
                  <a:pt x="2399208" y="2912670"/>
                  <a:pt x="2400684" y="2917114"/>
                </a:cubicBezTo>
                <a:cubicBezTo>
                  <a:pt x="2401857" y="2920670"/>
                  <a:pt x="2405164" y="2922928"/>
                  <a:pt x="2408720" y="2922927"/>
                </a:cubicBezTo>
                <a:cubicBezTo>
                  <a:pt x="2409608" y="2922928"/>
                  <a:pt x="2410516" y="2922804"/>
                  <a:pt x="2411404" y="2922502"/>
                </a:cubicBezTo>
                <a:close/>
                <a:moveTo>
                  <a:pt x="2587860" y="2858728"/>
                </a:moveTo>
                <a:cubicBezTo>
                  <a:pt x="2592216" y="2857039"/>
                  <a:pt x="2594385" y="2852115"/>
                  <a:pt x="2592678" y="2847758"/>
                </a:cubicBezTo>
                <a:cubicBezTo>
                  <a:pt x="2590989" y="2843403"/>
                  <a:pt x="2586083" y="2841234"/>
                  <a:pt x="2581708" y="2842941"/>
                </a:cubicBezTo>
                <a:cubicBezTo>
                  <a:pt x="2577352" y="2844630"/>
                  <a:pt x="2575183" y="2849536"/>
                  <a:pt x="2576890" y="2853892"/>
                </a:cubicBezTo>
                <a:cubicBezTo>
                  <a:pt x="2578188" y="2857252"/>
                  <a:pt x="2581388" y="2859316"/>
                  <a:pt x="2584784" y="2859316"/>
                </a:cubicBezTo>
                <a:cubicBezTo>
                  <a:pt x="2585816" y="2859315"/>
                  <a:pt x="2586846" y="2859120"/>
                  <a:pt x="2587860" y="2858728"/>
                </a:cubicBezTo>
                <a:close/>
                <a:moveTo>
                  <a:pt x="1826833" y="3138640"/>
                </a:moveTo>
                <a:cubicBezTo>
                  <a:pt x="1830976" y="3138356"/>
                  <a:pt x="1834106" y="3134747"/>
                  <a:pt x="1833821" y="3130604"/>
                </a:cubicBezTo>
                <a:cubicBezTo>
                  <a:pt x="1833520" y="3126462"/>
                  <a:pt x="1829927" y="3123332"/>
                  <a:pt x="1825767" y="3123635"/>
                </a:cubicBezTo>
                <a:lnTo>
                  <a:pt x="1818805" y="3131661"/>
                </a:lnTo>
                <a:lnTo>
                  <a:pt x="1826300" y="3138641"/>
                </a:lnTo>
                <a:cubicBezTo>
                  <a:pt x="1826478" y="3138641"/>
                  <a:pt x="1826656" y="3138641"/>
                  <a:pt x="1826833" y="3138640"/>
                </a:cubicBezTo>
                <a:close/>
                <a:moveTo>
                  <a:pt x="2500049" y="2891744"/>
                </a:moveTo>
                <a:cubicBezTo>
                  <a:pt x="2504441" y="2890144"/>
                  <a:pt x="2506717" y="2885290"/>
                  <a:pt x="2505134" y="2880881"/>
                </a:cubicBezTo>
                <a:cubicBezTo>
                  <a:pt x="2503534" y="2876490"/>
                  <a:pt x="2498681" y="2874214"/>
                  <a:pt x="2494272" y="2875814"/>
                </a:cubicBezTo>
                <a:cubicBezTo>
                  <a:pt x="2489880" y="2877396"/>
                  <a:pt x="2487604" y="2882267"/>
                  <a:pt x="2489187" y="2886659"/>
                </a:cubicBezTo>
                <a:cubicBezTo>
                  <a:pt x="2490431" y="2890108"/>
                  <a:pt x="2493685" y="2892241"/>
                  <a:pt x="2497152" y="2892241"/>
                </a:cubicBezTo>
                <a:cubicBezTo>
                  <a:pt x="2498112" y="2892241"/>
                  <a:pt x="2499090" y="2892081"/>
                  <a:pt x="2500049" y="2891744"/>
                </a:cubicBezTo>
                <a:close/>
                <a:moveTo>
                  <a:pt x="3882397" y="2385614"/>
                </a:moveTo>
                <a:cubicBezTo>
                  <a:pt x="3887589" y="2385187"/>
                  <a:pt x="3891445" y="2380654"/>
                  <a:pt x="3891037" y="2375462"/>
                </a:cubicBezTo>
                <a:cubicBezTo>
                  <a:pt x="3890611" y="2370271"/>
                  <a:pt x="3886058" y="2366413"/>
                  <a:pt x="3880884" y="2366822"/>
                </a:cubicBezTo>
                <a:lnTo>
                  <a:pt x="3872253" y="2376964"/>
                </a:lnTo>
                <a:lnTo>
                  <a:pt x="3881631" y="2385614"/>
                </a:lnTo>
                <a:cubicBezTo>
                  <a:pt x="3881882" y="2385614"/>
                  <a:pt x="3882148" y="2385614"/>
                  <a:pt x="3882397" y="2385614"/>
                </a:cubicBezTo>
                <a:close/>
                <a:moveTo>
                  <a:pt x="7804503" y="949077"/>
                </a:moveTo>
                <a:cubicBezTo>
                  <a:pt x="7807683" y="946785"/>
                  <a:pt x="7810181" y="943487"/>
                  <a:pt x="7811461" y="939461"/>
                </a:cubicBezTo>
                <a:cubicBezTo>
                  <a:pt x="7814626" y="929521"/>
                  <a:pt x="7809115" y="918890"/>
                  <a:pt x="7799176" y="915726"/>
                </a:cubicBezTo>
                <a:cubicBezTo>
                  <a:pt x="7789220" y="912561"/>
                  <a:pt x="7778588" y="918072"/>
                  <a:pt x="7775424" y="928029"/>
                </a:cubicBezTo>
                <a:cubicBezTo>
                  <a:pt x="7772276" y="937967"/>
                  <a:pt x="7777770" y="948599"/>
                  <a:pt x="7787726" y="951764"/>
                </a:cubicBezTo>
                <a:cubicBezTo>
                  <a:pt x="7789629" y="952368"/>
                  <a:pt x="7791549" y="952653"/>
                  <a:pt x="7793452" y="952653"/>
                </a:cubicBezTo>
                <a:cubicBezTo>
                  <a:pt x="7797461" y="952653"/>
                  <a:pt x="7801323" y="951368"/>
                  <a:pt x="7804503" y="949077"/>
                </a:cubicBezTo>
                <a:close/>
                <a:moveTo>
                  <a:pt x="6963971" y="1257776"/>
                </a:moveTo>
                <a:lnTo>
                  <a:pt x="6963975" y="1257774"/>
                </a:lnTo>
                <a:lnTo>
                  <a:pt x="6963958" y="1257774"/>
                </a:lnTo>
                <a:close/>
                <a:moveTo>
                  <a:pt x="6593943" y="1395241"/>
                </a:moveTo>
                <a:cubicBezTo>
                  <a:pt x="6602282" y="1392236"/>
                  <a:pt x="6606601" y="1383026"/>
                  <a:pt x="6603598" y="1374688"/>
                </a:cubicBezTo>
                <a:cubicBezTo>
                  <a:pt x="6600575" y="1366332"/>
                  <a:pt x="6591383" y="1362012"/>
                  <a:pt x="6583046" y="1365034"/>
                </a:cubicBezTo>
                <a:cubicBezTo>
                  <a:pt x="6574689" y="1368039"/>
                  <a:pt x="6570369" y="1377231"/>
                  <a:pt x="6573391" y="1385586"/>
                </a:cubicBezTo>
                <a:cubicBezTo>
                  <a:pt x="6575738" y="1392129"/>
                  <a:pt x="6581907" y="1396201"/>
                  <a:pt x="6588486" y="1396200"/>
                </a:cubicBezTo>
                <a:cubicBezTo>
                  <a:pt x="6590299" y="1396201"/>
                  <a:pt x="6592130" y="1395898"/>
                  <a:pt x="6593943" y="1395241"/>
                </a:cubicBezTo>
                <a:close/>
                <a:moveTo>
                  <a:pt x="7312798" y="1131846"/>
                </a:moveTo>
                <a:cubicBezTo>
                  <a:pt x="7321847" y="1131846"/>
                  <a:pt x="7329386" y="1124699"/>
                  <a:pt x="7329777" y="1115578"/>
                </a:cubicBezTo>
                <a:cubicBezTo>
                  <a:pt x="7330204" y="1106191"/>
                  <a:pt x="7322914" y="1098262"/>
                  <a:pt x="7313545" y="1097835"/>
                </a:cubicBezTo>
                <a:cubicBezTo>
                  <a:pt x="7304158" y="1097426"/>
                  <a:pt x="7296210" y="1104698"/>
                  <a:pt x="7295802" y="1114085"/>
                </a:cubicBezTo>
                <a:cubicBezTo>
                  <a:pt x="7295393" y="1123472"/>
                  <a:pt x="7302664" y="1131402"/>
                  <a:pt x="7312033" y="1131828"/>
                </a:cubicBezTo>
                <a:cubicBezTo>
                  <a:pt x="7312300" y="1131828"/>
                  <a:pt x="7312549" y="1131846"/>
                  <a:pt x="7312798" y="1131846"/>
                </a:cubicBezTo>
                <a:close/>
                <a:moveTo>
                  <a:pt x="6502169" y="1429643"/>
                </a:moveTo>
                <a:cubicBezTo>
                  <a:pt x="6510436" y="1426424"/>
                  <a:pt x="6514543" y="1417127"/>
                  <a:pt x="6511342" y="1408859"/>
                </a:cubicBezTo>
                <a:cubicBezTo>
                  <a:pt x="6508125" y="1400592"/>
                  <a:pt x="6498826" y="1396485"/>
                  <a:pt x="6490560" y="1399703"/>
                </a:cubicBezTo>
                <a:cubicBezTo>
                  <a:pt x="6482292" y="1402903"/>
                  <a:pt x="6478186" y="1412201"/>
                  <a:pt x="6481385" y="1420487"/>
                </a:cubicBezTo>
                <a:cubicBezTo>
                  <a:pt x="6483856" y="1426834"/>
                  <a:pt x="6489937" y="1430727"/>
                  <a:pt x="6496373" y="1430727"/>
                </a:cubicBezTo>
                <a:cubicBezTo>
                  <a:pt x="6498293" y="1430727"/>
                  <a:pt x="6500266" y="1430389"/>
                  <a:pt x="6502169" y="1429643"/>
                </a:cubicBezTo>
                <a:close/>
                <a:moveTo>
                  <a:pt x="6686501" y="1363345"/>
                </a:moveTo>
                <a:cubicBezTo>
                  <a:pt x="6694927" y="1360589"/>
                  <a:pt x="6699533" y="1351523"/>
                  <a:pt x="6696775" y="1343095"/>
                </a:cubicBezTo>
                <a:cubicBezTo>
                  <a:pt x="6694021" y="1334668"/>
                  <a:pt x="6684953" y="1330063"/>
                  <a:pt x="6676508" y="1332819"/>
                </a:cubicBezTo>
                <a:cubicBezTo>
                  <a:pt x="6668081" y="1335575"/>
                  <a:pt x="6663494" y="1344642"/>
                  <a:pt x="6666250" y="1353087"/>
                </a:cubicBezTo>
                <a:cubicBezTo>
                  <a:pt x="6668455" y="1359843"/>
                  <a:pt x="6674749" y="1364145"/>
                  <a:pt x="6681505" y="1364145"/>
                </a:cubicBezTo>
                <a:cubicBezTo>
                  <a:pt x="6683159" y="1364145"/>
                  <a:pt x="6684847" y="1363896"/>
                  <a:pt x="6686501" y="1363345"/>
                </a:cubicBezTo>
                <a:close/>
                <a:moveTo>
                  <a:pt x="4802454" y="2055300"/>
                </a:moveTo>
                <a:cubicBezTo>
                  <a:pt x="4809123" y="2055300"/>
                  <a:pt x="4815041" y="2050588"/>
                  <a:pt x="4816357" y="2043814"/>
                </a:cubicBezTo>
                <a:cubicBezTo>
                  <a:pt x="4817834" y="2036116"/>
                  <a:pt x="4812803" y="2028702"/>
                  <a:pt x="4805123" y="2027209"/>
                </a:cubicBezTo>
                <a:cubicBezTo>
                  <a:pt x="4797443" y="2025734"/>
                  <a:pt x="4790010" y="2030765"/>
                  <a:pt x="4788537" y="2038445"/>
                </a:cubicBezTo>
                <a:cubicBezTo>
                  <a:pt x="4787060" y="2046126"/>
                  <a:pt x="4792090" y="2053558"/>
                  <a:pt x="4799772" y="2055033"/>
                </a:cubicBezTo>
                <a:cubicBezTo>
                  <a:pt x="4800677" y="2055211"/>
                  <a:pt x="4801567" y="2055300"/>
                  <a:pt x="4802454" y="2055300"/>
                </a:cubicBezTo>
                <a:close/>
                <a:moveTo>
                  <a:pt x="6410874" y="1465805"/>
                </a:moveTo>
                <a:cubicBezTo>
                  <a:pt x="6419106" y="1462498"/>
                  <a:pt x="6423087" y="1453146"/>
                  <a:pt x="6419782" y="1444915"/>
                </a:cubicBezTo>
                <a:cubicBezTo>
                  <a:pt x="6416475" y="1436683"/>
                  <a:pt x="6407105" y="1432700"/>
                  <a:pt x="6398891" y="1436008"/>
                </a:cubicBezTo>
                <a:cubicBezTo>
                  <a:pt x="6390677" y="1439332"/>
                  <a:pt x="6386696" y="1448684"/>
                  <a:pt x="6390002" y="1456915"/>
                </a:cubicBezTo>
                <a:lnTo>
                  <a:pt x="6389985" y="1456915"/>
                </a:lnTo>
                <a:cubicBezTo>
                  <a:pt x="6392509" y="1463174"/>
                  <a:pt x="6398518" y="1466979"/>
                  <a:pt x="6404883" y="1466979"/>
                </a:cubicBezTo>
                <a:cubicBezTo>
                  <a:pt x="6406892" y="1466979"/>
                  <a:pt x="6408919" y="1466605"/>
                  <a:pt x="6410874" y="1465805"/>
                </a:cubicBezTo>
                <a:close/>
                <a:moveTo>
                  <a:pt x="5486429" y="1805862"/>
                </a:moveTo>
                <a:cubicBezTo>
                  <a:pt x="5495031" y="1803728"/>
                  <a:pt x="5500293" y="1795035"/>
                  <a:pt x="5498178" y="1786430"/>
                </a:cubicBezTo>
                <a:cubicBezTo>
                  <a:pt x="5496048" y="1777807"/>
                  <a:pt x="5487353" y="1772545"/>
                  <a:pt x="5478746" y="1774678"/>
                </a:cubicBezTo>
                <a:cubicBezTo>
                  <a:pt x="5470124" y="1776794"/>
                  <a:pt x="5464860" y="1785505"/>
                  <a:pt x="5466997" y="1794110"/>
                </a:cubicBezTo>
                <a:cubicBezTo>
                  <a:pt x="5468791" y="1801435"/>
                  <a:pt x="5475351" y="1806342"/>
                  <a:pt x="5482571" y="1806342"/>
                </a:cubicBezTo>
                <a:cubicBezTo>
                  <a:pt x="5483852" y="1806342"/>
                  <a:pt x="5485130" y="1806182"/>
                  <a:pt x="5486429" y="1805862"/>
                </a:cubicBezTo>
                <a:close/>
                <a:moveTo>
                  <a:pt x="3642293" y="2482669"/>
                </a:moveTo>
                <a:cubicBezTo>
                  <a:pt x="3646895" y="2481833"/>
                  <a:pt x="3649936" y="2477424"/>
                  <a:pt x="3649118" y="2472802"/>
                </a:cubicBezTo>
                <a:cubicBezTo>
                  <a:pt x="3648283" y="2468197"/>
                  <a:pt x="3643874" y="2465157"/>
                  <a:pt x="3639250" y="2465992"/>
                </a:cubicBezTo>
                <a:cubicBezTo>
                  <a:pt x="3634665" y="2466810"/>
                  <a:pt x="3631607" y="2471237"/>
                  <a:pt x="3632441" y="2475824"/>
                </a:cubicBezTo>
                <a:cubicBezTo>
                  <a:pt x="3633170" y="2479932"/>
                  <a:pt x="3636745" y="2482794"/>
                  <a:pt x="3640763" y="2482794"/>
                </a:cubicBezTo>
                <a:cubicBezTo>
                  <a:pt x="3641260" y="2482794"/>
                  <a:pt x="3641777" y="2482758"/>
                  <a:pt x="3642293" y="2482669"/>
                </a:cubicBezTo>
                <a:close/>
                <a:moveTo>
                  <a:pt x="4124296" y="2307352"/>
                </a:moveTo>
                <a:cubicBezTo>
                  <a:pt x="4129860" y="2307352"/>
                  <a:pt x="4134466" y="2302960"/>
                  <a:pt x="4134661" y="2297360"/>
                </a:cubicBezTo>
                <a:cubicBezTo>
                  <a:pt x="4134875" y="2291635"/>
                  <a:pt x="4130393" y="2286835"/>
                  <a:pt x="4124668" y="2286621"/>
                </a:cubicBezTo>
                <a:cubicBezTo>
                  <a:pt x="4118946" y="2286426"/>
                  <a:pt x="4114144" y="2290889"/>
                  <a:pt x="4113932" y="2296613"/>
                </a:cubicBezTo>
                <a:cubicBezTo>
                  <a:pt x="4113736" y="2302338"/>
                  <a:pt x="4118199" y="2307138"/>
                  <a:pt x="4123923" y="2307352"/>
                </a:cubicBezTo>
                <a:close/>
                <a:moveTo>
                  <a:pt x="6319882" y="1502874"/>
                </a:moveTo>
                <a:cubicBezTo>
                  <a:pt x="6328077" y="1499496"/>
                  <a:pt x="6331990" y="1490126"/>
                  <a:pt x="6328628" y="1481913"/>
                </a:cubicBezTo>
                <a:cubicBezTo>
                  <a:pt x="6325251" y="1473716"/>
                  <a:pt x="6315863" y="1469787"/>
                  <a:pt x="6307667" y="1473165"/>
                </a:cubicBezTo>
                <a:cubicBezTo>
                  <a:pt x="6299453" y="1476543"/>
                  <a:pt x="6295543" y="1485913"/>
                  <a:pt x="6298920" y="1494127"/>
                </a:cubicBezTo>
                <a:cubicBezTo>
                  <a:pt x="6301463" y="1500332"/>
                  <a:pt x="6307454" y="1504083"/>
                  <a:pt x="6313783" y="1504083"/>
                </a:cubicBezTo>
                <a:cubicBezTo>
                  <a:pt x="6315810" y="1504083"/>
                  <a:pt x="6317873" y="1503692"/>
                  <a:pt x="6319882" y="1502874"/>
                </a:cubicBezTo>
                <a:close/>
                <a:moveTo>
                  <a:pt x="6779982" y="1334597"/>
                </a:moveTo>
                <a:cubicBezTo>
                  <a:pt x="6788499" y="1332160"/>
                  <a:pt x="6793440" y="1323253"/>
                  <a:pt x="6790987" y="1314738"/>
                </a:cubicBezTo>
                <a:cubicBezTo>
                  <a:pt x="6788534" y="1306204"/>
                  <a:pt x="6779644" y="1301279"/>
                  <a:pt x="6771128" y="1303733"/>
                </a:cubicBezTo>
                <a:cubicBezTo>
                  <a:pt x="6762594" y="1306168"/>
                  <a:pt x="6757669" y="1315057"/>
                  <a:pt x="6760105" y="1323592"/>
                </a:cubicBezTo>
                <a:cubicBezTo>
                  <a:pt x="6762132" y="1330632"/>
                  <a:pt x="6768550" y="1335236"/>
                  <a:pt x="6775537" y="1335236"/>
                </a:cubicBezTo>
                <a:cubicBezTo>
                  <a:pt x="6777013" y="1335236"/>
                  <a:pt x="6778488" y="1335024"/>
                  <a:pt x="6779982" y="1334597"/>
                </a:cubicBezTo>
                <a:close/>
                <a:moveTo>
                  <a:pt x="5045939" y="1973979"/>
                </a:moveTo>
                <a:cubicBezTo>
                  <a:pt x="5053973" y="1973979"/>
                  <a:pt x="5060676" y="1967632"/>
                  <a:pt x="5061016" y="1959508"/>
                </a:cubicBezTo>
                <a:cubicBezTo>
                  <a:pt x="5061371" y="1951169"/>
                  <a:pt x="5054898" y="1944129"/>
                  <a:pt x="5046560" y="1943755"/>
                </a:cubicBezTo>
                <a:cubicBezTo>
                  <a:pt x="5038240" y="1943417"/>
                  <a:pt x="5031181" y="1949889"/>
                  <a:pt x="5030827" y="1958210"/>
                </a:cubicBezTo>
                <a:cubicBezTo>
                  <a:pt x="5030471" y="1966547"/>
                  <a:pt x="5036942" y="1973606"/>
                  <a:pt x="5045280" y="1973961"/>
                </a:cubicBezTo>
                <a:lnTo>
                  <a:pt x="5045280" y="1973979"/>
                </a:lnTo>
                <a:cubicBezTo>
                  <a:pt x="5045493" y="1973979"/>
                  <a:pt x="5045725" y="1973979"/>
                  <a:pt x="5045939" y="1973979"/>
                </a:cubicBezTo>
                <a:close/>
                <a:moveTo>
                  <a:pt x="6228996" y="1540423"/>
                </a:moveTo>
                <a:cubicBezTo>
                  <a:pt x="6237174" y="1537028"/>
                  <a:pt x="6241068" y="1527640"/>
                  <a:pt x="6237672" y="1519444"/>
                </a:cubicBezTo>
                <a:cubicBezTo>
                  <a:pt x="6235974" y="1515346"/>
                  <a:pt x="6232779" y="1512324"/>
                  <a:pt x="6228984" y="1510750"/>
                </a:cubicBezTo>
                <a:cubicBezTo>
                  <a:pt x="6225187" y="1509177"/>
                  <a:pt x="6220791" y="1509052"/>
                  <a:pt x="6216693" y="1510750"/>
                </a:cubicBezTo>
                <a:cubicBezTo>
                  <a:pt x="6208497" y="1514146"/>
                  <a:pt x="6204604" y="1523533"/>
                  <a:pt x="6207999" y="1531747"/>
                </a:cubicBezTo>
                <a:lnTo>
                  <a:pt x="6208017" y="1531747"/>
                </a:lnTo>
                <a:cubicBezTo>
                  <a:pt x="6210577" y="1537917"/>
                  <a:pt x="6216569" y="1541650"/>
                  <a:pt x="6222862" y="1541650"/>
                </a:cubicBezTo>
                <a:cubicBezTo>
                  <a:pt x="6224907" y="1541650"/>
                  <a:pt x="6226987" y="1541259"/>
                  <a:pt x="6228996" y="1540423"/>
                </a:cubicBezTo>
                <a:close/>
                <a:moveTo>
                  <a:pt x="5582043" y="1780385"/>
                </a:moveTo>
                <a:cubicBezTo>
                  <a:pt x="5590577" y="1777949"/>
                  <a:pt x="5595517" y="1769078"/>
                  <a:pt x="5593085" y="1760543"/>
                </a:cubicBezTo>
                <a:cubicBezTo>
                  <a:pt x="5590646" y="1752009"/>
                  <a:pt x="5581759" y="1747067"/>
                  <a:pt x="5573241" y="1749503"/>
                </a:cubicBezTo>
                <a:cubicBezTo>
                  <a:pt x="5564710" y="1751939"/>
                  <a:pt x="5559766" y="1760810"/>
                  <a:pt x="5562202" y="1769344"/>
                </a:cubicBezTo>
                <a:cubicBezTo>
                  <a:pt x="5564211" y="1776403"/>
                  <a:pt x="5570646" y="1781007"/>
                  <a:pt x="5577635" y="1781007"/>
                </a:cubicBezTo>
                <a:cubicBezTo>
                  <a:pt x="5579091" y="1781007"/>
                  <a:pt x="5580568" y="1780811"/>
                  <a:pt x="5582043" y="1780385"/>
                </a:cubicBezTo>
                <a:close/>
                <a:moveTo>
                  <a:pt x="6138074" y="1578079"/>
                </a:moveTo>
                <a:cubicBezTo>
                  <a:pt x="6146270" y="1574683"/>
                  <a:pt x="6150181" y="1565296"/>
                  <a:pt x="6146786" y="1557100"/>
                </a:cubicBezTo>
                <a:cubicBezTo>
                  <a:pt x="6143409" y="1548903"/>
                  <a:pt x="6134021" y="1544992"/>
                  <a:pt x="6125807" y="1548388"/>
                </a:cubicBezTo>
                <a:cubicBezTo>
                  <a:pt x="6117611" y="1551784"/>
                  <a:pt x="6113718" y="1561171"/>
                  <a:pt x="6117114" y="1569367"/>
                </a:cubicBezTo>
                <a:cubicBezTo>
                  <a:pt x="6119656" y="1575554"/>
                  <a:pt x="6125647" y="1579288"/>
                  <a:pt x="6131941" y="1579288"/>
                </a:cubicBezTo>
                <a:cubicBezTo>
                  <a:pt x="6133985" y="1579288"/>
                  <a:pt x="6136066" y="1578896"/>
                  <a:pt x="6138074" y="1578079"/>
                </a:cubicBezTo>
                <a:close/>
                <a:moveTo>
                  <a:pt x="6874423" y="1309689"/>
                </a:moveTo>
                <a:cubicBezTo>
                  <a:pt x="6883045" y="1307609"/>
                  <a:pt x="6888362" y="1298950"/>
                  <a:pt x="6886300" y="1290327"/>
                </a:cubicBezTo>
                <a:cubicBezTo>
                  <a:pt x="6884220" y="1281704"/>
                  <a:pt x="6875561" y="1276388"/>
                  <a:pt x="6866938" y="1278450"/>
                </a:cubicBezTo>
                <a:cubicBezTo>
                  <a:pt x="6858298" y="1280514"/>
                  <a:pt x="6852983" y="1289190"/>
                  <a:pt x="6855063" y="1297812"/>
                </a:cubicBezTo>
                <a:cubicBezTo>
                  <a:pt x="6856822" y="1305172"/>
                  <a:pt x="6863400" y="1310133"/>
                  <a:pt x="6870672" y="1310133"/>
                </a:cubicBezTo>
                <a:cubicBezTo>
                  <a:pt x="6871917" y="1310132"/>
                  <a:pt x="6873160" y="1309991"/>
                  <a:pt x="6874423" y="1309689"/>
                </a:cubicBezTo>
                <a:close/>
                <a:moveTo>
                  <a:pt x="1919835" y="3129288"/>
                </a:moveTo>
                <a:cubicBezTo>
                  <a:pt x="1923960" y="3128755"/>
                  <a:pt x="1926858" y="3124968"/>
                  <a:pt x="1926325" y="3120862"/>
                </a:cubicBezTo>
                <a:cubicBezTo>
                  <a:pt x="1925791" y="3116737"/>
                  <a:pt x="1922022" y="3113821"/>
                  <a:pt x="1917898" y="3114354"/>
                </a:cubicBezTo>
                <a:cubicBezTo>
                  <a:pt x="1913772" y="3114888"/>
                  <a:pt x="1910875" y="3118675"/>
                  <a:pt x="1911408" y="3122799"/>
                </a:cubicBezTo>
                <a:cubicBezTo>
                  <a:pt x="1911888" y="3126586"/>
                  <a:pt x="1915142" y="3129342"/>
                  <a:pt x="1918857" y="3129360"/>
                </a:cubicBezTo>
                <a:cubicBezTo>
                  <a:pt x="1919178" y="3129360"/>
                  <a:pt x="1919515" y="3129324"/>
                  <a:pt x="1919835" y="3129288"/>
                </a:cubicBezTo>
                <a:close/>
                <a:moveTo>
                  <a:pt x="6046976" y="1615450"/>
                </a:moveTo>
                <a:cubicBezTo>
                  <a:pt x="6055206" y="1612108"/>
                  <a:pt x="6059155" y="1602738"/>
                  <a:pt x="6055812" y="1594524"/>
                </a:cubicBezTo>
                <a:cubicBezTo>
                  <a:pt x="6052469" y="1586310"/>
                  <a:pt x="6043100" y="1582345"/>
                  <a:pt x="6034886" y="1585689"/>
                </a:cubicBezTo>
                <a:cubicBezTo>
                  <a:pt x="6026672" y="1589031"/>
                  <a:pt x="6022707" y="1598400"/>
                  <a:pt x="6026049" y="1606614"/>
                </a:cubicBezTo>
                <a:cubicBezTo>
                  <a:pt x="6028592" y="1612855"/>
                  <a:pt x="6034602" y="1616642"/>
                  <a:pt x="6040948" y="1616641"/>
                </a:cubicBezTo>
                <a:cubicBezTo>
                  <a:pt x="6042958" y="1616642"/>
                  <a:pt x="6045002" y="1616250"/>
                  <a:pt x="6046976" y="1615450"/>
                </a:cubicBezTo>
                <a:close/>
                <a:moveTo>
                  <a:pt x="5676678" y="1751796"/>
                </a:moveTo>
                <a:cubicBezTo>
                  <a:pt x="5685141" y="1749094"/>
                  <a:pt x="5689798" y="1740062"/>
                  <a:pt x="5687114" y="1731617"/>
                </a:cubicBezTo>
                <a:cubicBezTo>
                  <a:pt x="5684429" y="1723173"/>
                  <a:pt x="5675397" y="1718497"/>
                  <a:pt x="5666936" y="1721181"/>
                </a:cubicBezTo>
                <a:cubicBezTo>
                  <a:pt x="5658491" y="1723866"/>
                  <a:pt x="5653815" y="1732897"/>
                  <a:pt x="5656517" y="1741360"/>
                </a:cubicBezTo>
                <a:cubicBezTo>
                  <a:pt x="5658686" y="1748187"/>
                  <a:pt x="5664997" y="1752543"/>
                  <a:pt x="5671806" y="1752543"/>
                </a:cubicBezTo>
                <a:cubicBezTo>
                  <a:pt x="5673425" y="1752543"/>
                  <a:pt x="5675060" y="1752312"/>
                  <a:pt x="5676678" y="1751796"/>
                </a:cubicBezTo>
                <a:close/>
                <a:moveTo>
                  <a:pt x="4656952" y="2128264"/>
                </a:moveTo>
                <a:cubicBezTo>
                  <a:pt x="4662873" y="2128265"/>
                  <a:pt x="4668280" y="2124247"/>
                  <a:pt x="4669753" y="2118220"/>
                </a:cubicBezTo>
                <a:cubicBezTo>
                  <a:pt x="4671513" y="2111144"/>
                  <a:pt x="4667193" y="2103979"/>
                  <a:pt x="4660118" y="2102219"/>
                </a:cubicBezTo>
                <a:cubicBezTo>
                  <a:pt x="4653024" y="2100458"/>
                  <a:pt x="4645859" y="2104779"/>
                  <a:pt x="4644117" y="2111873"/>
                </a:cubicBezTo>
                <a:cubicBezTo>
                  <a:pt x="4642356" y="2118948"/>
                  <a:pt x="4646677" y="2126114"/>
                  <a:pt x="4653753" y="2127874"/>
                </a:cubicBezTo>
                <a:cubicBezTo>
                  <a:pt x="4654820" y="2128140"/>
                  <a:pt x="4655886" y="2128265"/>
                  <a:pt x="4656952" y="2128264"/>
                </a:cubicBezTo>
                <a:close/>
                <a:moveTo>
                  <a:pt x="5955485" y="1652128"/>
                </a:moveTo>
                <a:cubicBezTo>
                  <a:pt x="5963753" y="1648892"/>
                  <a:pt x="5967824" y="1639576"/>
                  <a:pt x="5964588" y="1631326"/>
                </a:cubicBezTo>
                <a:cubicBezTo>
                  <a:pt x="5961370" y="1623059"/>
                  <a:pt x="5952053" y="1618988"/>
                  <a:pt x="5943787" y="1622223"/>
                </a:cubicBezTo>
                <a:cubicBezTo>
                  <a:pt x="5935520" y="1625442"/>
                  <a:pt x="5931449" y="1634758"/>
                  <a:pt x="5934684" y="1643025"/>
                </a:cubicBezTo>
                <a:cubicBezTo>
                  <a:pt x="5937156" y="1649354"/>
                  <a:pt x="5943218" y="1653230"/>
                  <a:pt x="5949636" y="1653230"/>
                </a:cubicBezTo>
                <a:cubicBezTo>
                  <a:pt x="5951592" y="1653230"/>
                  <a:pt x="5953565" y="1652874"/>
                  <a:pt x="5955485" y="1652128"/>
                </a:cubicBezTo>
                <a:close/>
                <a:moveTo>
                  <a:pt x="5770425" y="1720594"/>
                </a:moveTo>
                <a:cubicBezTo>
                  <a:pt x="5778799" y="1717696"/>
                  <a:pt x="5783244" y="1708541"/>
                  <a:pt x="5780327" y="1700166"/>
                </a:cubicBezTo>
                <a:cubicBezTo>
                  <a:pt x="5777430" y="1691793"/>
                  <a:pt x="5768273" y="1687348"/>
                  <a:pt x="5759899" y="1690246"/>
                </a:cubicBezTo>
                <a:cubicBezTo>
                  <a:pt x="5751526" y="1693144"/>
                  <a:pt x="5747080" y="1702300"/>
                  <a:pt x="5749979" y="1710674"/>
                </a:cubicBezTo>
                <a:cubicBezTo>
                  <a:pt x="5752291" y="1717323"/>
                  <a:pt x="5758513" y="1721483"/>
                  <a:pt x="5765162" y="1721484"/>
                </a:cubicBezTo>
                <a:cubicBezTo>
                  <a:pt x="5766905" y="1721483"/>
                  <a:pt x="5768682" y="1721199"/>
                  <a:pt x="5770425" y="1720594"/>
                </a:cubicBezTo>
                <a:close/>
                <a:moveTo>
                  <a:pt x="3734405" y="2468179"/>
                </a:moveTo>
                <a:cubicBezTo>
                  <a:pt x="3739043" y="2467557"/>
                  <a:pt x="3742298" y="2463290"/>
                  <a:pt x="3741693" y="2458650"/>
                </a:cubicBezTo>
                <a:cubicBezTo>
                  <a:pt x="3741072" y="2454009"/>
                  <a:pt x="3736823" y="2450755"/>
                  <a:pt x="3732182" y="2451378"/>
                </a:cubicBezTo>
                <a:cubicBezTo>
                  <a:pt x="3727541" y="2451982"/>
                  <a:pt x="3724269" y="2456250"/>
                  <a:pt x="3724893" y="2460890"/>
                </a:cubicBezTo>
                <a:cubicBezTo>
                  <a:pt x="3725462" y="2465157"/>
                  <a:pt x="3729088" y="2468251"/>
                  <a:pt x="3733284" y="2468251"/>
                </a:cubicBezTo>
                <a:cubicBezTo>
                  <a:pt x="3733657" y="2468251"/>
                  <a:pt x="3734031" y="2468233"/>
                  <a:pt x="3734405" y="2468179"/>
                </a:cubicBezTo>
                <a:close/>
                <a:moveTo>
                  <a:pt x="5863302" y="1687259"/>
                </a:moveTo>
                <a:cubicBezTo>
                  <a:pt x="5871604" y="1684184"/>
                  <a:pt x="5875854" y="1674938"/>
                  <a:pt x="5872778" y="1666618"/>
                </a:cubicBezTo>
                <a:cubicBezTo>
                  <a:pt x="5869684" y="1658315"/>
                  <a:pt x="5860439" y="1654066"/>
                  <a:pt x="5852136" y="1657160"/>
                </a:cubicBezTo>
                <a:cubicBezTo>
                  <a:pt x="5843817" y="1660235"/>
                  <a:pt x="5839567" y="1669462"/>
                  <a:pt x="5842660" y="1677783"/>
                </a:cubicBezTo>
                <a:cubicBezTo>
                  <a:pt x="5845060" y="1684254"/>
                  <a:pt x="5851194" y="1688273"/>
                  <a:pt x="5857719" y="1688273"/>
                </a:cubicBezTo>
                <a:cubicBezTo>
                  <a:pt x="5859568" y="1688273"/>
                  <a:pt x="5861453" y="1687953"/>
                  <a:pt x="5863302" y="1687259"/>
                </a:cubicBezTo>
                <a:close/>
                <a:moveTo>
                  <a:pt x="3975948" y="2380725"/>
                </a:moveTo>
                <a:cubicBezTo>
                  <a:pt x="3981141" y="2380600"/>
                  <a:pt x="3985265" y="2376297"/>
                  <a:pt x="3985158" y="2371089"/>
                </a:cubicBezTo>
                <a:cubicBezTo>
                  <a:pt x="3985036" y="2365879"/>
                  <a:pt x="3980730" y="2361754"/>
                  <a:pt x="3975522" y="2361879"/>
                </a:cubicBezTo>
                <a:cubicBezTo>
                  <a:pt x="3970313" y="2362004"/>
                  <a:pt x="3966188" y="2366306"/>
                  <a:pt x="3966313" y="2371515"/>
                </a:cubicBezTo>
                <a:cubicBezTo>
                  <a:pt x="3966420" y="2376636"/>
                  <a:pt x="3970614" y="2380725"/>
                  <a:pt x="3975737" y="2380725"/>
                </a:cubicBezTo>
                <a:close/>
                <a:moveTo>
                  <a:pt x="3229003" y="2654805"/>
                </a:moveTo>
                <a:cubicBezTo>
                  <a:pt x="3232914" y="2653383"/>
                  <a:pt x="3234923" y="2649063"/>
                  <a:pt x="3233502" y="2645151"/>
                </a:cubicBezTo>
                <a:cubicBezTo>
                  <a:pt x="3232079" y="2641240"/>
                  <a:pt x="3227759" y="2639231"/>
                  <a:pt x="3223847" y="2640653"/>
                </a:cubicBezTo>
                <a:cubicBezTo>
                  <a:pt x="3219953" y="2642075"/>
                  <a:pt x="3217928" y="2646396"/>
                  <a:pt x="3219350" y="2650307"/>
                </a:cubicBezTo>
                <a:cubicBezTo>
                  <a:pt x="3220469" y="2653364"/>
                  <a:pt x="3223349" y="2655249"/>
                  <a:pt x="3226425" y="2655250"/>
                </a:cubicBezTo>
                <a:cubicBezTo>
                  <a:pt x="3227278" y="2655249"/>
                  <a:pt x="3228150" y="2655108"/>
                  <a:pt x="3229003" y="2654805"/>
                </a:cubicBezTo>
                <a:close/>
                <a:moveTo>
                  <a:pt x="8367017" y="770649"/>
                </a:moveTo>
                <a:cubicBezTo>
                  <a:pt x="8375604" y="770667"/>
                  <a:pt x="8383747" y="765529"/>
                  <a:pt x="8387178" y="757084"/>
                </a:cubicBezTo>
                <a:cubicBezTo>
                  <a:pt x="8391712" y="745955"/>
                  <a:pt x="8386343" y="733278"/>
                  <a:pt x="8375230" y="728745"/>
                </a:cubicBezTo>
                <a:cubicBezTo>
                  <a:pt x="8364100" y="724229"/>
                  <a:pt x="8351407" y="729580"/>
                  <a:pt x="8346891" y="740710"/>
                </a:cubicBezTo>
                <a:cubicBezTo>
                  <a:pt x="8342357" y="751839"/>
                  <a:pt x="8347709" y="764534"/>
                  <a:pt x="8358839" y="769049"/>
                </a:cubicBezTo>
                <a:cubicBezTo>
                  <a:pt x="8361523" y="770134"/>
                  <a:pt x="8364297" y="770650"/>
                  <a:pt x="8367017" y="770649"/>
                </a:cubicBezTo>
                <a:close/>
                <a:moveTo>
                  <a:pt x="3142206" y="2687696"/>
                </a:moveTo>
                <a:cubicBezTo>
                  <a:pt x="3146082" y="2686167"/>
                  <a:pt x="3147984" y="2681812"/>
                  <a:pt x="3146456" y="2677936"/>
                </a:cubicBezTo>
                <a:cubicBezTo>
                  <a:pt x="3144944" y="2674078"/>
                  <a:pt x="3140571" y="2672175"/>
                  <a:pt x="3136695" y="2673687"/>
                </a:cubicBezTo>
                <a:cubicBezTo>
                  <a:pt x="3132837" y="2675215"/>
                  <a:pt x="3130935" y="2679589"/>
                  <a:pt x="3132446" y="2683447"/>
                </a:cubicBezTo>
                <a:cubicBezTo>
                  <a:pt x="3133619" y="2686416"/>
                  <a:pt x="3136446" y="2688212"/>
                  <a:pt x="3139451" y="2688212"/>
                </a:cubicBezTo>
                <a:cubicBezTo>
                  <a:pt x="3140376" y="2688212"/>
                  <a:pt x="3141299" y="2688052"/>
                  <a:pt x="3142206" y="2687696"/>
                </a:cubicBezTo>
                <a:close/>
                <a:moveTo>
                  <a:pt x="1607532" y="3250771"/>
                </a:moveTo>
                <a:cubicBezTo>
                  <a:pt x="1611051" y="3250771"/>
                  <a:pt x="1613968" y="3247980"/>
                  <a:pt x="1614110" y="3244459"/>
                </a:cubicBezTo>
                <a:cubicBezTo>
                  <a:pt x="1614252" y="3240815"/>
                  <a:pt x="1611425" y="3237757"/>
                  <a:pt x="1607798" y="3237614"/>
                </a:cubicBezTo>
                <a:cubicBezTo>
                  <a:pt x="1604171" y="3237473"/>
                  <a:pt x="1601114" y="3240299"/>
                  <a:pt x="1600971" y="3243926"/>
                </a:cubicBezTo>
                <a:cubicBezTo>
                  <a:pt x="1600828" y="3247553"/>
                  <a:pt x="1603638" y="3250611"/>
                  <a:pt x="1607283" y="3250753"/>
                </a:cubicBezTo>
                <a:lnTo>
                  <a:pt x="1607282" y="3250771"/>
                </a:lnTo>
                <a:cubicBezTo>
                  <a:pt x="1607372" y="3250770"/>
                  <a:pt x="1607532" y="3250771"/>
                  <a:pt x="1607532" y="3250771"/>
                </a:cubicBezTo>
                <a:close/>
                <a:moveTo>
                  <a:pt x="8021145" y="898320"/>
                </a:moveTo>
                <a:cubicBezTo>
                  <a:pt x="8029111" y="898320"/>
                  <a:pt x="8036613" y="893503"/>
                  <a:pt x="8039671" y="885627"/>
                </a:cubicBezTo>
                <a:cubicBezTo>
                  <a:pt x="8043618" y="875403"/>
                  <a:pt x="8038550" y="863900"/>
                  <a:pt x="8028329" y="859937"/>
                </a:cubicBezTo>
                <a:cubicBezTo>
                  <a:pt x="8018105" y="855989"/>
                  <a:pt x="8006602" y="861056"/>
                  <a:pt x="8002637" y="871297"/>
                </a:cubicBezTo>
                <a:cubicBezTo>
                  <a:pt x="7998691" y="881519"/>
                  <a:pt x="8003758" y="893005"/>
                  <a:pt x="8013981" y="896969"/>
                </a:cubicBezTo>
                <a:cubicBezTo>
                  <a:pt x="8016345" y="897876"/>
                  <a:pt x="8018764" y="898320"/>
                  <a:pt x="8021145" y="898320"/>
                </a:cubicBezTo>
                <a:close/>
                <a:moveTo>
                  <a:pt x="3316689" y="2624563"/>
                </a:moveTo>
                <a:cubicBezTo>
                  <a:pt x="3320654" y="2623282"/>
                  <a:pt x="3322823" y="2619052"/>
                  <a:pt x="3321543" y="2615087"/>
                </a:cubicBezTo>
                <a:cubicBezTo>
                  <a:pt x="3320262" y="2611140"/>
                  <a:pt x="3316013" y="2608971"/>
                  <a:pt x="3312066" y="2610251"/>
                </a:cubicBezTo>
                <a:cubicBezTo>
                  <a:pt x="3308119" y="2611531"/>
                  <a:pt x="3305950" y="2615762"/>
                  <a:pt x="3307231" y="2619727"/>
                </a:cubicBezTo>
                <a:cubicBezTo>
                  <a:pt x="3308244" y="2622910"/>
                  <a:pt x="3311195" y="2624937"/>
                  <a:pt x="3314378" y="2624936"/>
                </a:cubicBezTo>
                <a:cubicBezTo>
                  <a:pt x="3315141" y="2624937"/>
                  <a:pt x="3315924" y="2624812"/>
                  <a:pt x="3316689" y="2624563"/>
                </a:cubicBezTo>
                <a:close/>
                <a:moveTo>
                  <a:pt x="5128575" y="1960041"/>
                </a:moveTo>
                <a:lnTo>
                  <a:pt x="5128578" y="1960031"/>
                </a:lnTo>
                <a:lnTo>
                  <a:pt x="5128575" y="1960022"/>
                </a:lnTo>
                <a:close/>
                <a:moveTo>
                  <a:pt x="3056157" y="2722595"/>
                </a:moveTo>
                <a:cubicBezTo>
                  <a:pt x="3059979" y="2720996"/>
                  <a:pt x="3061810" y="2716587"/>
                  <a:pt x="3060194" y="2712746"/>
                </a:cubicBezTo>
                <a:cubicBezTo>
                  <a:pt x="3058609" y="2708906"/>
                  <a:pt x="3054201" y="2707093"/>
                  <a:pt x="3050361" y="2708693"/>
                </a:cubicBezTo>
                <a:cubicBezTo>
                  <a:pt x="3046520" y="2710293"/>
                  <a:pt x="3044708" y="2714702"/>
                  <a:pt x="3046308" y="2718542"/>
                </a:cubicBezTo>
                <a:cubicBezTo>
                  <a:pt x="3047516" y="2721422"/>
                  <a:pt x="3050307" y="2723165"/>
                  <a:pt x="3053258" y="2723165"/>
                </a:cubicBezTo>
                <a:cubicBezTo>
                  <a:pt x="3054218" y="2723165"/>
                  <a:pt x="3055214" y="2722987"/>
                  <a:pt x="3056157" y="2722595"/>
                </a:cubicBezTo>
                <a:close/>
                <a:moveTo>
                  <a:pt x="6969825" y="1289349"/>
                </a:moveTo>
                <a:cubicBezTo>
                  <a:pt x="6978536" y="1287731"/>
                  <a:pt x="6984297" y="1279339"/>
                  <a:pt x="6982678" y="1270628"/>
                </a:cubicBezTo>
                <a:cubicBezTo>
                  <a:pt x="6981870" y="1266263"/>
                  <a:pt x="6979373" y="1262641"/>
                  <a:pt x="6975986" y="1260314"/>
                </a:cubicBezTo>
                <a:lnTo>
                  <a:pt x="6963971" y="1257776"/>
                </a:lnTo>
                <a:lnTo>
                  <a:pt x="6953660" y="1264459"/>
                </a:lnTo>
                <a:cubicBezTo>
                  <a:pt x="6951330" y="1267846"/>
                  <a:pt x="6950296" y="1272121"/>
                  <a:pt x="6951104" y="1276477"/>
                </a:cubicBezTo>
                <a:cubicBezTo>
                  <a:pt x="6952545" y="1284211"/>
                  <a:pt x="6959282" y="1289617"/>
                  <a:pt x="6966874" y="1289617"/>
                </a:cubicBezTo>
                <a:cubicBezTo>
                  <a:pt x="6967851" y="1289616"/>
                  <a:pt x="6968829" y="1289527"/>
                  <a:pt x="6969825" y="1289349"/>
                </a:cubicBezTo>
                <a:close/>
                <a:moveTo>
                  <a:pt x="1181422" y="3412986"/>
                </a:moveTo>
                <a:cubicBezTo>
                  <a:pt x="1183343" y="3412986"/>
                  <a:pt x="1185139" y="3411795"/>
                  <a:pt x="1185815" y="3409892"/>
                </a:cubicBezTo>
                <a:cubicBezTo>
                  <a:pt x="1186686" y="3407457"/>
                  <a:pt x="1185423" y="3404772"/>
                  <a:pt x="1182988" y="3403901"/>
                </a:cubicBezTo>
                <a:cubicBezTo>
                  <a:pt x="1180570" y="3403030"/>
                  <a:pt x="1177885" y="3404292"/>
                  <a:pt x="1177014" y="3406728"/>
                </a:cubicBezTo>
                <a:cubicBezTo>
                  <a:pt x="1176143" y="3409163"/>
                  <a:pt x="1177405" y="3411830"/>
                  <a:pt x="1179840" y="3412702"/>
                </a:cubicBezTo>
                <a:cubicBezTo>
                  <a:pt x="1180357" y="3412897"/>
                  <a:pt x="1180890" y="3412986"/>
                  <a:pt x="1181422" y="3412986"/>
                </a:cubicBezTo>
                <a:close/>
                <a:moveTo>
                  <a:pt x="4511946" y="2191539"/>
                </a:moveTo>
                <a:cubicBezTo>
                  <a:pt x="4517460" y="2191539"/>
                  <a:pt x="4522455" y="2187788"/>
                  <a:pt x="4523841" y="2182206"/>
                </a:cubicBezTo>
                <a:cubicBezTo>
                  <a:pt x="4525461" y="2175627"/>
                  <a:pt x="4521441" y="2168978"/>
                  <a:pt x="4514880" y="2167360"/>
                </a:cubicBezTo>
                <a:cubicBezTo>
                  <a:pt x="4508301" y="2165725"/>
                  <a:pt x="4501654" y="2169742"/>
                  <a:pt x="4500017" y="2176321"/>
                </a:cubicBezTo>
                <a:cubicBezTo>
                  <a:pt x="4498400" y="2182899"/>
                  <a:pt x="4502418" y="2189548"/>
                  <a:pt x="4508996" y="2191167"/>
                </a:cubicBezTo>
                <a:cubicBezTo>
                  <a:pt x="4509973" y="2191415"/>
                  <a:pt x="4510970" y="2191539"/>
                  <a:pt x="4511946" y="2191539"/>
                </a:cubicBezTo>
                <a:close/>
                <a:moveTo>
                  <a:pt x="3405495" y="2597806"/>
                </a:moveTo>
                <a:cubicBezTo>
                  <a:pt x="3409494" y="2596685"/>
                  <a:pt x="3411823" y="2592543"/>
                  <a:pt x="3410703" y="2588525"/>
                </a:cubicBezTo>
                <a:cubicBezTo>
                  <a:pt x="3409601" y="2584525"/>
                  <a:pt x="3405440" y="2582196"/>
                  <a:pt x="3401442" y="2583315"/>
                </a:cubicBezTo>
                <a:cubicBezTo>
                  <a:pt x="3397441" y="2584418"/>
                  <a:pt x="3395094" y="2588578"/>
                  <a:pt x="3396214" y="2592579"/>
                </a:cubicBezTo>
                <a:cubicBezTo>
                  <a:pt x="3397139" y="2595903"/>
                  <a:pt x="3400161" y="2598091"/>
                  <a:pt x="3403467" y="2598091"/>
                </a:cubicBezTo>
                <a:cubicBezTo>
                  <a:pt x="3404126" y="2598090"/>
                  <a:pt x="3404818" y="2598001"/>
                  <a:pt x="3405495" y="2597806"/>
                </a:cubicBezTo>
                <a:close/>
                <a:moveTo>
                  <a:pt x="2970676" y="2759007"/>
                </a:moveTo>
                <a:cubicBezTo>
                  <a:pt x="2974498" y="2757353"/>
                  <a:pt x="2976240" y="2752927"/>
                  <a:pt x="2974587" y="2749122"/>
                </a:cubicBezTo>
                <a:cubicBezTo>
                  <a:pt x="2972933" y="2745300"/>
                  <a:pt x="2968489" y="2743540"/>
                  <a:pt x="2964684" y="2745211"/>
                </a:cubicBezTo>
                <a:cubicBezTo>
                  <a:pt x="2960880" y="2746864"/>
                  <a:pt x="2959119" y="2751291"/>
                  <a:pt x="2960773" y="2755114"/>
                </a:cubicBezTo>
                <a:cubicBezTo>
                  <a:pt x="2962017" y="2757940"/>
                  <a:pt x="2964773" y="2759647"/>
                  <a:pt x="2967690" y="2759647"/>
                </a:cubicBezTo>
                <a:cubicBezTo>
                  <a:pt x="2968684" y="2759648"/>
                  <a:pt x="2969698" y="2759434"/>
                  <a:pt x="2970676" y="2759007"/>
                </a:cubicBezTo>
                <a:close/>
                <a:moveTo>
                  <a:pt x="2012143" y="3114745"/>
                </a:moveTo>
                <a:cubicBezTo>
                  <a:pt x="2016233" y="3113999"/>
                  <a:pt x="2018918" y="3110087"/>
                  <a:pt x="2018170" y="3105981"/>
                </a:cubicBezTo>
                <a:cubicBezTo>
                  <a:pt x="2017423" y="3101909"/>
                  <a:pt x="2013494" y="3099207"/>
                  <a:pt x="2009405" y="3099954"/>
                </a:cubicBezTo>
                <a:cubicBezTo>
                  <a:pt x="2005316" y="3100700"/>
                  <a:pt x="2002613" y="3104629"/>
                  <a:pt x="2003361" y="3108718"/>
                </a:cubicBezTo>
                <a:cubicBezTo>
                  <a:pt x="2004037" y="3112346"/>
                  <a:pt x="2007201" y="3114888"/>
                  <a:pt x="2010757" y="3114888"/>
                </a:cubicBezTo>
                <a:cubicBezTo>
                  <a:pt x="2011218" y="3114888"/>
                  <a:pt x="2011681" y="3114834"/>
                  <a:pt x="2012143" y="3114745"/>
                </a:cubicBezTo>
                <a:close/>
                <a:moveTo>
                  <a:pt x="4366212" y="2251615"/>
                </a:moveTo>
                <a:cubicBezTo>
                  <a:pt x="4371530" y="2251615"/>
                  <a:pt x="4376258" y="2247845"/>
                  <a:pt x="4377308" y="2242440"/>
                </a:cubicBezTo>
                <a:cubicBezTo>
                  <a:pt x="4378500" y="2236307"/>
                  <a:pt x="4374483" y="2230369"/>
                  <a:pt x="4368346" y="2229178"/>
                </a:cubicBezTo>
                <a:cubicBezTo>
                  <a:pt x="4362214" y="2227987"/>
                  <a:pt x="4356276" y="2231987"/>
                  <a:pt x="4355085" y="2238120"/>
                </a:cubicBezTo>
                <a:cubicBezTo>
                  <a:pt x="4353895" y="2244272"/>
                  <a:pt x="4357912" y="2250210"/>
                  <a:pt x="4364044" y="2251401"/>
                </a:cubicBezTo>
                <a:cubicBezTo>
                  <a:pt x="4364774" y="2251543"/>
                  <a:pt x="4365503" y="2251615"/>
                  <a:pt x="4366212" y="2251615"/>
                </a:cubicBezTo>
                <a:close/>
                <a:moveTo>
                  <a:pt x="1391303" y="3344057"/>
                </a:moveTo>
                <a:cubicBezTo>
                  <a:pt x="1393972" y="3344057"/>
                  <a:pt x="1396335" y="3342155"/>
                  <a:pt x="1396834" y="3339435"/>
                </a:cubicBezTo>
                <a:cubicBezTo>
                  <a:pt x="1397384" y="3336377"/>
                  <a:pt x="1395357" y="3333444"/>
                  <a:pt x="1392299" y="3332892"/>
                </a:cubicBezTo>
                <a:cubicBezTo>
                  <a:pt x="1389241" y="3332324"/>
                  <a:pt x="1386308" y="3334350"/>
                  <a:pt x="1385757" y="3337426"/>
                </a:cubicBezTo>
                <a:cubicBezTo>
                  <a:pt x="1385207" y="3340484"/>
                  <a:pt x="1387233" y="3343400"/>
                  <a:pt x="1390290" y="3343969"/>
                </a:cubicBezTo>
                <a:cubicBezTo>
                  <a:pt x="1390629" y="3344022"/>
                  <a:pt x="1390966" y="3344057"/>
                  <a:pt x="1391303" y="3344057"/>
                </a:cubicBezTo>
                <a:close/>
                <a:moveTo>
                  <a:pt x="2885621" y="2796485"/>
                </a:moveTo>
                <a:cubicBezTo>
                  <a:pt x="2889408" y="2794796"/>
                  <a:pt x="2891115" y="2790351"/>
                  <a:pt x="2889426" y="2786547"/>
                </a:cubicBezTo>
                <a:cubicBezTo>
                  <a:pt x="2887737" y="2782742"/>
                  <a:pt x="2883293" y="2781035"/>
                  <a:pt x="2879487" y="2782742"/>
                </a:cubicBezTo>
                <a:cubicBezTo>
                  <a:pt x="2875700" y="2784431"/>
                  <a:pt x="2873994" y="2788875"/>
                  <a:pt x="2875683" y="2792680"/>
                </a:cubicBezTo>
                <a:cubicBezTo>
                  <a:pt x="2876927" y="2795472"/>
                  <a:pt x="2879683" y="2797143"/>
                  <a:pt x="2882564" y="2797143"/>
                </a:cubicBezTo>
                <a:cubicBezTo>
                  <a:pt x="2883577" y="2797143"/>
                  <a:pt x="2884626" y="2796930"/>
                  <a:pt x="2885621" y="2796485"/>
                </a:cubicBezTo>
                <a:close/>
                <a:moveTo>
                  <a:pt x="3495295" y="2574729"/>
                </a:moveTo>
                <a:cubicBezTo>
                  <a:pt x="3499350" y="2573787"/>
                  <a:pt x="3501856" y="2569734"/>
                  <a:pt x="3500914" y="2565680"/>
                </a:cubicBezTo>
                <a:cubicBezTo>
                  <a:pt x="3499971" y="2561643"/>
                  <a:pt x="3495918" y="2559119"/>
                  <a:pt x="3491864" y="2560079"/>
                </a:cubicBezTo>
                <a:cubicBezTo>
                  <a:pt x="3487811" y="2561021"/>
                  <a:pt x="3485304" y="2565075"/>
                  <a:pt x="3486246" y="2569129"/>
                </a:cubicBezTo>
                <a:cubicBezTo>
                  <a:pt x="3487063" y="2572596"/>
                  <a:pt x="3490158" y="2574924"/>
                  <a:pt x="3493571" y="2574924"/>
                </a:cubicBezTo>
                <a:cubicBezTo>
                  <a:pt x="3494140" y="2574924"/>
                  <a:pt x="3494727" y="2574872"/>
                  <a:pt x="3495295" y="2574729"/>
                </a:cubicBezTo>
                <a:close/>
                <a:moveTo>
                  <a:pt x="7665270" y="1045043"/>
                </a:moveTo>
                <a:cubicBezTo>
                  <a:pt x="7668358" y="1042662"/>
                  <a:pt x="7670696" y="1039262"/>
                  <a:pt x="7671718" y="1035182"/>
                </a:cubicBezTo>
                <a:cubicBezTo>
                  <a:pt x="7674136" y="1025564"/>
                  <a:pt x="7668287" y="1015803"/>
                  <a:pt x="7658669" y="1013403"/>
                </a:cubicBezTo>
                <a:cubicBezTo>
                  <a:pt x="7649050" y="1010985"/>
                  <a:pt x="7639290" y="1016834"/>
                  <a:pt x="7636890" y="1026453"/>
                </a:cubicBezTo>
                <a:cubicBezTo>
                  <a:pt x="7634472" y="1036071"/>
                  <a:pt x="7640321" y="1045814"/>
                  <a:pt x="7649939" y="1048232"/>
                </a:cubicBezTo>
                <a:cubicBezTo>
                  <a:pt x="7651398" y="1048605"/>
                  <a:pt x="7652872" y="1048783"/>
                  <a:pt x="7654313" y="1048783"/>
                </a:cubicBezTo>
                <a:cubicBezTo>
                  <a:pt x="7658340" y="1048783"/>
                  <a:pt x="7662180" y="1047423"/>
                  <a:pt x="7665270" y="1045043"/>
                </a:cubicBezTo>
                <a:close/>
                <a:moveTo>
                  <a:pt x="7411453" y="1139491"/>
                </a:moveTo>
                <a:cubicBezTo>
                  <a:pt x="7420023" y="1139491"/>
                  <a:pt x="7427384" y="1133037"/>
                  <a:pt x="7428343" y="1124343"/>
                </a:cubicBezTo>
                <a:cubicBezTo>
                  <a:pt x="7429374" y="1115009"/>
                  <a:pt x="7422636" y="1106600"/>
                  <a:pt x="7413302" y="1105569"/>
                </a:cubicBezTo>
                <a:cubicBezTo>
                  <a:pt x="7403968" y="1104537"/>
                  <a:pt x="7395559" y="1111275"/>
                  <a:pt x="7394527" y="1120610"/>
                </a:cubicBezTo>
                <a:cubicBezTo>
                  <a:pt x="7393497" y="1129943"/>
                  <a:pt x="7400235" y="1138353"/>
                  <a:pt x="7409569" y="1139384"/>
                </a:cubicBezTo>
                <a:cubicBezTo>
                  <a:pt x="7410209" y="1139455"/>
                  <a:pt x="7410831" y="1139491"/>
                  <a:pt x="7411453" y="1139491"/>
                </a:cubicBezTo>
                <a:close/>
                <a:moveTo>
                  <a:pt x="5144149" y="1974654"/>
                </a:moveTo>
                <a:cubicBezTo>
                  <a:pt x="5152488" y="1974388"/>
                  <a:pt x="5159047" y="1967402"/>
                  <a:pt x="5158781" y="1959063"/>
                </a:cubicBezTo>
                <a:cubicBezTo>
                  <a:pt x="5158496" y="1950724"/>
                  <a:pt x="5151527" y="1944181"/>
                  <a:pt x="5143189" y="1944449"/>
                </a:cubicBezTo>
                <a:cubicBezTo>
                  <a:pt x="5139018" y="1944582"/>
                  <a:pt x="5135295" y="1946395"/>
                  <a:pt x="5132648" y="1949218"/>
                </a:cubicBezTo>
                <a:lnTo>
                  <a:pt x="5128578" y="1960031"/>
                </a:lnTo>
                <a:lnTo>
                  <a:pt x="5133165" y="1970406"/>
                </a:lnTo>
                <a:cubicBezTo>
                  <a:pt x="5135894" y="1973041"/>
                  <a:pt x="5139606" y="1974654"/>
                  <a:pt x="5143668" y="1974655"/>
                </a:cubicBezTo>
                <a:cubicBezTo>
                  <a:pt x="5143830" y="1974654"/>
                  <a:pt x="5143990" y="1974655"/>
                  <a:pt x="5144149" y="1974654"/>
                </a:cubicBezTo>
                <a:close/>
                <a:moveTo>
                  <a:pt x="2800763" y="2834514"/>
                </a:moveTo>
                <a:cubicBezTo>
                  <a:pt x="2804532" y="2832825"/>
                  <a:pt x="2806238" y="2828362"/>
                  <a:pt x="2804532" y="2824576"/>
                </a:cubicBezTo>
                <a:cubicBezTo>
                  <a:pt x="2802825" y="2820789"/>
                  <a:pt x="2798380" y="2819082"/>
                  <a:pt x="2794575" y="2820789"/>
                </a:cubicBezTo>
                <a:cubicBezTo>
                  <a:pt x="2790789" y="2822495"/>
                  <a:pt x="2789100" y="2826957"/>
                  <a:pt x="2790806" y="2830745"/>
                </a:cubicBezTo>
                <a:cubicBezTo>
                  <a:pt x="2792051" y="2833536"/>
                  <a:pt x="2794806" y="2835190"/>
                  <a:pt x="2797687" y="2835190"/>
                </a:cubicBezTo>
                <a:cubicBezTo>
                  <a:pt x="2798701" y="2835190"/>
                  <a:pt x="2799749" y="2834976"/>
                  <a:pt x="2800763" y="2834514"/>
                </a:cubicBezTo>
                <a:close/>
                <a:moveTo>
                  <a:pt x="4218846" y="2314375"/>
                </a:moveTo>
                <a:cubicBezTo>
                  <a:pt x="4224036" y="2314375"/>
                  <a:pt x="4228517" y="2310481"/>
                  <a:pt x="4229140" y="2305200"/>
                </a:cubicBezTo>
                <a:cubicBezTo>
                  <a:pt x="4229797" y="2299511"/>
                  <a:pt x="4225725" y="2294355"/>
                  <a:pt x="4220035" y="2293698"/>
                </a:cubicBezTo>
                <a:cubicBezTo>
                  <a:pt x="4214346" y="2293039"/>
                  <a:pt x="4209207" y="2297111"/>
                  <a:pt x="4208532" y="2302801"/>
                </a:cubicBezTo>
                <a:cubicBezTo>
                  <a:pt x="4207875" y="2308490"/>
                  <a:pt x="4211947" y="2313645"/>
                  <a:pt x="4217638" y="2314303"/>
                </a:cubicBezTo>
                <a:cubicBezTo>
                  <a:pt x="4218045" y="2314375"/>
                  <a:pt x="4218453" y="2314375"/>
                  <a:pt x="4218846" y="2314375"/>
                </a:cubicBezTo>
                <a:close/>
                <a:moveTo>
                  <a:pt x="3827084" y="2458330"/>
                </a:moveTo>
                <a:cubicBezTo>
                  <a:pt x="3831760" y="2457956"/>
                  <a:pt x="3835247" y="2453885"/>
                  <a:pt x="3834872" y="2449209"/>
                </a:cubicBezTo>
                <a:cubicBezTo>
                  <a:pt x="3834499" y="2444551"/>
                  <a:pt x="3830428" y="2441067"/>
                  <a:pt x="3825752" y="2441440"/>
                </a:cubicBezTo>
                <a:cubicBezTo>
                  <a:pt x="3821095" y="2441795"/>
                  <a:pt x="3817608" y="2445885"/>
                  <a:pt x="3817982" y="2450543"/>
                </a:cubicBezTo>
                <a:cubicBezTo>
                  <a:pt x="3818319" y="2454987"/>
                  <a:pt x="3822037" y="2458366"/>
                  <a:pt x="3826428" y="2458366"/>
                </a:cubicBezTo>
                <a:cubicBezTo>
                  <a:pt x="3826642" y="2458366"/>
                  <a:pt x="3826873" y="2458330"/>
                  <a:pt x="3827084" y="2458330"/>
                </a:cubicBezTo>
                <a:close/>
                <a:moveTo>
                  <a:pt x="8570262" y="719074"/>
                </a:moveTo>
                <a:lnTo>
                  <a:pt x="8562269" y="697287"/>
                </a:lnTo>
                <a:lnTo>
                  <a:pt x="8562671" y="711893"/>
                </a:lnTo>
                <a:close/>
                <a:moveTo>
                  <a:pt x="7066081" y="1274397"/>
                </a:moveTo>
                <a:cubicBezTo>
                  <a:pt x="7074882" y="1273313"/>
                  <a:pt x="7081121" y="1265294"/>
                  <a:pt x="7080037" y="1256477"/>
                </a:cubicBezTo>
                <a:cubicBezTo>
                  <a:pt x="7078951" y="1247676"/>
                  <a:pt x="7070934" y="1241436"/>
                  <a:pt x="7062133" y="1242520"/>
                </a:cubicBezTo>
                <a:cubicBezTo>
                  <a:pt x="7053333" y="1243622"/>
                  <a:pt x="7047075" y="1251623"/>
                  <a:pt x="7048160" y="1260440"/>
                </a:cubicBezTo>
                <a:cubicBezTo>
                  <a:pt x="7049172" y="1268565"/>
                  <a:pt x="7056088" y="1274521"/>
                  <a:pt x="7064089" y="1274522"/>
                </a:cubicBezTo>
                <a:cubicBezTo>
                  <a:pt x="7064747" y="1274521"/>
                  <a:pt x="7065405" y="1274486"/>
                  <a:pt x="7066081" y="1274397"/>
                </a:cubicBezTo>
                <a:close/>
                <a:moveTo>
                  <a:pt x="2103545" y="3095562"/>
                </a:moveTo>
                <a:cubicBezTo>
                  <a:pt x="2107598" y="3094602"/>
                  <a:pt x="2110104" y="3090548"/>
                  <a:pt x="2109145" y="3086513"/>
                </a:cubicBezTo>
                <a:cubicBezTo>
                  <a:pt x="2108203" y="3082459"/>
                  <a:pt x="2104150" y="3079952"/>
                  <a:pt x="2100096" y="3080911"/>
                </a:cubicBezTo>
                <a:cubicBezTo>
                  <a:pt x="2096060" y="3081855"/>
                  <a:pt x="2093535" y="3085908"/>
                  <a:pt x="2094495" y="3089944"/>
                </a:cubicBezTo>
                <a:cubicBezTo>
                  <a:pt x="2095313" y="3093411"/>
                  <a:pt x="2098407" y="3095757"/>
                  <a:pt x="2101819" y="3095757"/>
                </a:cubicBezTo>
                <a:cubicBezTo>
                  <a:pt x="2102389" y="3095757"/>
                  <a:pt x="2102958" y="3095687"/>
                  <a:pt x="2103545" y="3095562"/>
                </a:cubicBezTo>
                <a:close/>
                <a:moveTo>
                  <a:pt x="2715868" y="2872614"/>
                </a:moveTo>
                <a:cubicBezTo>
                  <a:pt x="2719673" y="2870926"/>
                  <a:pt x="2721362" y="2866463"/>
                  <a:pt x="2719673" y="2862676"/>
                </a:cubicBezTo>
                <a:cubicBezTo>
                  <a:pt x="2717984" y="2858871"/>
                  <a:pt x="2713521" y="2857164"/>
                  <a:pt x="2709735" y="2858871"/>
                </a:cubicBezTo>
                <a:cubicBezTo>
                  <a:pt x="2705930" y="2860560"/>
                  <a:pt x="2704241" y="2865023"/>
                  <a:pt x="2705930" y="2868810"/>
                </a:cubicBezTo>
                <a:cubicBezTo>
                  <a:pt x="2707175" y="2871618"/>
                  <a:pt x="2709930" y="2873272"/>
                  <a:pt x="2712810" y="2873272"/>
                </a:cubicBezTo>
                <a:cubicBezTo>
                  <a:pt x="2713824" y="2873272"/>
                  <a:pt x="2714872" y="2873058"/>
                  <a:pt x="2715868" y="2872614"/>
                </a:cubicBezTo>
                <a:close/>
                <a:moveTo>
                  <a:pt x="4898071" y="2072510"/>
                </a:moveTo>
                <a:cubicBezTo>
                  <a:pt x="4904896" y="2072510"/>
                  <a:pt x="4910908" y="2067567"/>
                  <a:pt x="4912045" y="2060616"/>
                </a:cubicBezTo>
                <a:cubicBezTo>
                  <a:pt x="4913288" y="2052899"/>
                  <a:pt x="4908044" y="2045628"/>
                  <a:pt x="4900328" y="2044366"/>
                </a:cubicBezTo>
                <a:cubicBezTo>
                  <a:pt x="4892596" y="2043103"/>
                  <a:pt x="4885321" y="2048365"/>
                  <a:pt x="4884078" y="2056082"/>
                </a:cubicBezTo>
                <a:cubicBezTo>
                  <a:pt x="4882817" y="2063798"/>
                  <a:pt x="4888061" y="2071070"/>
                  <a:pt x="4895777" y="2072332"/>
                </a:cubicBezTo>
                <a:cubicBezTo>
                  <a:pt x="4896561" y="2072457"/>
                  <a:pt x="4897323" y="2072510"/>
                  <a:pt x="4898071" y="2072510"/>
                </a:cubicBezTo>
                <a:close/>
                <a:moveTo>
                  <a:pt x="3586022" y="2555616"/>
                </a:moveTo>
                <a:cubicBezTo>
                  <a:pt x="3590109" y="2554852"/>
                  <a:pt x="3592795" y="2550923"/>
                  <a:pt x="3592030" y="2546834"/>
                </a:cubicBezTo>
                <a:cubicBezTo>
                  <a:pt x="3591267" y="2542744"/>
                  <a:pt x="3587338" y="2540042"/>
                  <a:pt x="3583248" y="2540807"/>
                </a:cubicBezTo>
                <a:cubicBezTo>
                  <a:pt x="3579177" y="2541571"/>
                  <a:pt x="3576475" y="2545501"/>
                  <a:pt x="3577237" y="2549589"/>
                </a:cubicBezTo>
                <a:cubicBezTo>
                  <a:pt x="3577915" y="2553217"/>
                  <a:pt x="3581079" y="2555741"/>
                  <a:pt x="3584634" y="2555741"/>
                </a:cubicBezTo>
                <a:cubicBezTo>
                  <a:pt x="3585078" y="2555741"/>
                  <a:pt x="3585559" y="2555688"/>
                  <a:pt x="3586022" y="2555616"/>
                </a:cubicBezTo>
                <a:close/>
                <a:moveTo>
                  <a:pt x="4069945" y="2381738"/>
                </a:moveTo>
                <a:cubicBezTo>
                  <a:pt x="4074961" y="2381738"/>
                  <a:pt x="4079120" y="2377791"/>
                  <a:pt x="4079350" y="2372742"/>
                </a:cubicBezTo>
                <a:cubicBezTo>
                  <a:pt x="4079583" y="2367551"/>
                  <a:pt x="4075564" y="2363141"/>
                  <a:pt x="4070373" y="2362911"/>
                </a:cubicBezTo>
                <a:cubicBezTo>
                  <a:pt x="4065165" y="2362661"/>
                  <a:pt x="4060772" y="2366679"/>
                  <a:pt x="4060522" y="2371889"/>
                </a:cubicBezTo>
                <a:cubicBezTo>
                  <a:pt x="4060292" y="2377081"/>
                  <a:pt x="4064311" y="2381489"/>
                  <a:pt x="4069520" y="2381738"/>
                </a:cubicBezTo>
                <a:close/>
                <a:moveTo>
                  <a:pt x="1700159" y="3251179"/>
                </a:moveTo>
                <a:cubicBezTo>
                  <a:pt x="1703805" y="3251073"/>
                  <a:pt x="1706649" y="3248033"/>
                  <a:pt x="1706542" y="3244407"/>
                </a:cubicBezTo>
                <a:cubicBezTo>
                  <a:pt x="1706436" y="3240779"/>
                  <a:pt x="1703396" y="3237916"/>
                  <a:pt x="1699768" y="3238023"/>
                </a:cubicBezTo>
                <a:cubicBezTo>
                  <a:pt x="1696141" y="3238130"/>
                  <a:pt x="1693279" y="3241170"/>
                  <a:pt x="1693387" y="3244797"/>
                </a:cubicBezTo>
                <a:cubicBezTo>
                  <a:pt x="1693511" y="3248371"/>
                  <a:pt x="1696426" y="3251179"/>
                  <a:pt x="1699964" y="3251179"/>
                </a:cubicBezTo>
                <a:close/>
                <a:moveTo>
                  <a:pt x="2630725" y="2910235"/>
                </a:moveTo>
                <a:cubicBezTo>
                  <a:pt x="2634530" y="2908581"/>
                  <a:pt x="2636272" y="2904136"/>
                  <a:pt x="2634618" y="2900332"/>
                </a:cubicBezTo>
                <a:cubicBezTo>
                  <a:pt x="2632947" y="2896509"/>
                  <a:pt x="2628520" y="2894785"/>
                  <a:pt x="2624716" y="2896438"/>
                </a:cubicBezTo>
                <a:cubicBezTo>
                  <a:pt x="2620894" y="2898091"/>
                  <a:pt x="2619151" y="2902536"/>
                  <a:pt x="2620822" y="2906341"/>
                </a:cubicBezTo>
                <a:cubicBezTo>
                  <a:pt x="2622049" y="2909168"/>
                  <a:pt x="2624823" y="2910874"/>
                  <a:pt x="2627720" y="2910874"/>
                </a:cubicBezTo>
                <a:cubicBezTo>
                  <a:pt x="2628716" y="2910874"/>
                  <a:pt x="2629747" y="2910661"/>
                  <a:pt x="2630725" y="2910235"/>
                </a:cubicBezTo>
                <a:close/>
                <a:moveTo>
                  <a:pt x="8242937" y="852753"/>
                </a:moveTo>
                <a:cubicBezTo>
                  <a:pt x="8251169" y="852753"/>
                  <a:pt x="8258957" y="847829"/>
                  <a:pt x="8262227" y="839721"/>
                </a:cubicBezTo>
                <a:cubicBezTo>
                  <a:pt x="8266530" y="829071"/>
                  <a:pt x="8261374" y="816947"/>
                  <a:pt x="8250724" y="812644"/>
                </a:cubicBezTo>
                <a:cubicBezTo>
                  <a:pt x="8240057" y="808359"/>
                  <a:pt x="8227949" y="813498"/>
                  <a:pt x="8223647" y="824165"/>
                </a:cubicBezTo>
                <a:cubicBezTo>
                  <a:pt x="8219363" y="834814"/>
                  <a:pt x="8224500" y="846940"/>
                  <a:pt x="8235167" y="851224"/>
                </a:cubicBezTo>
                <a:cubicBezTo>
                  <a:pt x="8237710" y="852256"/>
                  <a:pt x="8240341" y="852753"/>
                  <a:pt x="8242937" y="852753"/>
                </a:cubicBezTo>
                <a:close/>
                <a:moveTo>
                  <a:pt x="2193951" y="3072147"/>
                </a:moveTo>
                <a:lnTo>
                  <a:pt x="2193932" y="3072147"/>
                </a:lnTo>
                <a:cubicBezTo>
                  <a:pt x="2197951" y="3071027"/>
                  <a:pt x="2200280" y="3066866"/>
                  <a:pt x="2199142" y="3062867"/>
                </a:cubicBezTo>
                <a:cubicBezTo>
                  <a:pt x="2198023" y="3058866"/>
                  <a:pt x="2193862" y="3056537"/>
                  <a:pt x="2189862" y="3057675"/>
                </a:cubicBezTo>
                <a:cubicBezTo>
                  <a:pt x="2185862" y="3058795"/>
                  <a:pt x="2183532" y="3062956"/>
                  <a:pt x="2184652" y="3066955"/>
                </a:cubicBezTo>
                <a:cubicBezTo>
                  <a:pt x="2185595" y="3070281"/>
                  <a:pt x="2188600" y="3072431"/>
                  <a:pt x="2191888" y="3072431"/>
                </a:cubicBezTo>
                <a:cubicBezTo>
                  <a:pt x="2192564" y="3072432"/>
                  <a:pt x="2193257" y="3072343"/>
                  <a:pt x="2193951" y="3072147"/>
                </a:cubicBezTo>
                <a:close/>
                <a:moveTo>
                  <a:pt x="7888444" y="984370"/>
                </a:moveTo>
                <a:cubicBezTo>
                  <a:pt x="7896267" y="984370"/>
                  <a:pt x="7903592" y="979498"/>
                  <a:pt x="7906312" y="971694"/>
                </a:cubicBezTo>
                <a:cubicBezTo>
                  <a:pt x="7909743" y="961826"/>
                  <a:pt x="7904535" y="951052"/>
                  <a:pt x="7894667" y="947620"/>
                </a:cubicBezTo>
                <a:cubicBezTo>
                  <a:pt x="7884800" y="944172"/>
                  <a:pt x="7874026" y="949381"/>
                  <a:pt x="7870577" y="959248"/>
                </a:cubicBezTo>
                <a:cubicBezTo>
                  <a:pt x="7867145" y="969097"/>
                  <a:pt x="7872354" y="979890"/>
                  <a:pt x="7882222" y="983321"/>
                </a:cubicBezTo>
                <a:lnTo>
                  <a:pt x="7882239" y="983321"/>
                </a:lnTo>
                <a:cubicBezTo>
                  <a:pt x="7884284" y="984032"/>
                  <a:pt x="7886382" y="984370"/>
                  <a:pt x="7888444" y="984370"/>
                </a:cubicBezTo>
                <a:close/>
                <a:moveTo>
                  <a:pt x="2545067" y="2946823"/>
                </a:moveTo>
                <a:cubicBezTo>
                  <a:pt x="2548907" y="2945223"/>
                  <a:pt x="2550720" y="2940814"/>
                  <a:pt x="2549119" y="2936992"/>
                </a:cubicBezTo>
                <a:cubicBezTo>
                  <a:pt x="2547520" y="2933152"/>
                  <a:pt x="2543110" y="2931338"/>
                  <a:pt x="2539270" y="2932938"/>
                </a:cubicBezTo>
                <a:cubicBezTo>
                  <a:pt x="2535430" y="2934538"/>
                  <a:pt x="2533634" y="2938947"/>
                  <a:pt x="2535235" y="2942788"/>
                </a:cubicBezTo>
                <a:cubicBezTo>
                  <a:pt x="2536425" y="2945667"/>
                  <a:pt x="2539236" y="2947410"/>
                  <a:pt x="2542168" y="2947411"/>
                </a:cubicBezTo>
                <a:cubicBezTo>
                  <a:pt x="2543146" y="2947410"/>
                  <a:pt x="2544124" y="2947233"/>
                  <a:pt x="2545067" y="2946823"/>
                </a:cubicBezTo>
                <a:close/>
                <a:moveTo>
                  <a:pt x="2283253" y="3044999"/>
                </a:moveTo>
                <a:cubicBezTo>
                  <a:pt x="2287201" y="3043718"/>
                  <a:pt x="2289370" y="3039469"/>
                  <a:pt x="2288089" y="3035504"/>
                </a:cubicBezTo>
                <a:cubicBezTo>
                  <a:pt x="2286792" y="3031558"/>
                  <a:pt x="2282543" y="3029407"/>
                  <a:pt x="2278595" y="3030687"/>
                </a:cubicBezTo>
                <a:cubicBezTo>
                  <a:pt x="2274631" y="3031985"/>
                  <a:pt x="2272480" y="3036216"/>
                  <a:pt x="2273760" y="3040180"/>
                </a:cubicBezTo>
                <a:cubicBezTo>
                  <a:pt x="2274810" y="3043345"/>
                  <a:pt x="2277761" y="3045372"/>
                  <a:pt x="2280925" y="3045372"/>
                </a:cubicBezTo>
                <a:cubicBezTo>
                  <a:pt x="2281689" y="3045372"/>
                  <a:pt x="2282472" y="3045248"/>
                  <a:pt x="2283253" y="3044999"/>
                </a:cubicBezTo>
                <a:close/>
                <a:moveTo>
                  <a:pt x="2458696" y="2981812"/>
                </a:moveTo>
                <a:cubicBezTo>
                  <a:pt x="2462572" y="2980301"/>
                  <a:pt x="2464474" y="2975928"/>
                  <a:pt x="2462964" y="2972052"/>
                </a:cubicBezTo>
                <a:cubicBezTo>
                  <a:pt x="2461452" y="2968194"/>
                  <a:pt x="2457079" y="2966273"/>
                  <a:pt x="2453220" y="2967785"/>
                </a:cubicBezTo>
                <a:cubicBezTo>
                  <a:pt x="2449344" y="2969296"/>
                  <a:pt x="2447425" y="2973670"/>
                  <a:pt x="2448953" y="2977545"/>
                </a:cubicBezTo>
                <a:cubicBezTo>
                  <a:pt x="2450109" y="2980514"/>
                  <a:pt x="2452954" y="2982328"/>
                  <a:pt x="2455958" y="2982328"/>
                </a:cubicBezTo>
                <a:cubicBezTo>
                  <a:pt x="2456865" y="2982328"/>
                  <a:pt x="2457808" y="2982169"/>
                  <a:pt x="2458696" y="2981812"/>
                </a:cubicBezTo>
                <a:close/>
                <a:moveTo>
                  <a:pt x="2371473" y="3014686"/>
                </a:moveTo>
                <a:cubicBezTo>
                  <a:pt x="2375367" y="3013281"/>
                  <a:pt x="2377394" y="3008961"/>
                  <a:pt x="2375989" y="3005049"/>
                </a:cubicBezTo>
                <a:cubicBezTo>
                  <a:pt x="2374584" y="3001138"/>
                  <a:pt x="2370264" y="2999111"/>
                  <a:pt x="2366352" y="3000534"/>
                </a:cubicBezTo>
                <a:cubicBezTo>
                  <a:pt x="2362441" y="3001938"/>
                  <a:pt x="2360415" y="3006258"/>
                  <a:pt x="2361837" y="3010169"/>
                </a:cubicBezTo>
                <a:cubicBezTo>
                  <a:pt x="2362940" y="3013227"/>
                  <a:pt x="2365837" y="3015130"/>
                  <a:pt x="2368912" y="3015130"/>
                </a:cubicBezTo>
                <a:cubicBezTo>
                  <a:pt x="2369766" y="3015130"/>
                  <a:pt x="2370619" y="3014988"/>
                  <a:pt x="2371473" y="3014686"/>
                </a:cubicBezTo>
                <a:close/>
                <a:moveTo>
                  <a:pt x="3677511" y="2540825"/>
                </a:moveTo>
                <a:cubicBezTo>
                  <a:pt x="3681637" y="2540256"/>
                  <a:pt x="3684516" y="2536469"/>
                  <a:pt x="3683966" y="2532344"/>
                </a:cubicBezTo>
                <a:cubicBezTo>
                  <a:pt x="3683397" y="2528237"/>
                  <a:pt x="3679611" y="2525357"/>
                  <a:pt x="3675502" y="2525908"/>
                </a:cubicBezTo>
                <a:cubicBezTo>
                  <a:pt x="3671378" y="2526477"/>
                  <a:pt x="3668480" y="2530265"/>
                  <a:pt x="3669048" y="2534371"/>
                </a:cubicBezTo>
                <a:cubicBezTo>
                  <a:pt x="3669564" y="2538158"/>
                  <a:pt x="3672781" y="2540896"/>
                  <a:pt x="3676498" y="2540896"/>
                </a:cubicBezTo>
                <a:cubicBezTo>
                  <a:pt x="3676836" y="2540895"/>
                  <a:pt x="3677173" y="2540878"/>
                  <a:pt x="3677511" y="2540825"/>
                </a:cubicBezTo>
                <a:close/>
                <a:moveTo>
                  <a:pt x="5242750" y="1967899"/>
                </a:moveTo>
                <a:cubicBezTo>
                  <a:pt x="5251053" y="1967045"/>
                  <a:pt x="5257081" y="1959631"/>
                  <a:pt x="5256245" y="1951329"/>
                </a:cubicBezTo>
                <a:cubicBezTo>
                  <a:pt x="5255372" y="1943026"/>
                  <a:pt x="5247960" y="1936981"/>
                  <a:pt x="5239655" y="1937835"/>
                </a:cubicBezTo>
                <a:cubicBezTo>
                  <a:pt x="5231354" y="1938688"/>
                  <a:pt x="5225310" y="1946120"/>
                  <a:pt x="5226164" y="1954423"/>
                </a:cubicBezTo>
                <a:cubicBezTo>
                  <a:pt x="5226962" y="1962191"/>
                  <a:pt x="5233540" y="1967988"/>
                  <a:pt x="5241185" y="1967988"/>
                </a:cubicBezTo>
                <a:cubicBezTo>
                  <a:pt x="5241703" y="1967988"/>
                  <a:pt x="5242217" y="1967952"/>
                  <a:pt x="5242750" y="1967899"/>
                </a:cubicBezTo>
                <a:close/>
                <a:moveTo>
                  <a:pt x="3920123" y="2453760"/>
                </a:moveTo>
                <a:cubicBezTo>
                  <a:pt x="3924799" y="2453672"/>
                  <a:pt x="3928533" y="2449813"/>
                  <a:pt x="3928443" y="2445138"/>
                </a:cubicBezTo>
                <a:cubicBezTo>
                  <a:pt x="3928354" y="2440444"/>
                  <a:pt x="3924495" y="2436728"/>
                  <a:pt x="3919821" y="2436817"/>
                </a:cubicBezTo>
                <a:cubicBezTo>
                  <a:pt x="3915143" y="2436906"/>
                  <a:pt x="3911411" y="2440764"/>
                  <a:pt x="3911499" y="2445440"/>
                </a:cubicBezTo>
                <a:cubicBezTo>
                  <a:pt x="3911589" y="2450062"/>
                  <a:pt x="3915359" y="2453761"/>
                  <a:pt x="3919979" y="2453760"/>
                </a:cubicBezTo>
                <a:close/>
                <a:moveTo>
                  <a:pt x="7162939" y="1265686"/>
                </a:moveTo>
                <a:cubicBezTo>
                  <a:pt x="7171793" y="1265188"/>
                  <a:pt x="7178585" y="1257614"/>
                  <a:pt x="7178105" y="1248761"/>
                </a:cubicBezTo>
                <a:cubicBezTo>
                  <a:pt x="7177607" y="1239906"/>
                  <a:pt x="7170034" y="1233115"/>
                  <a:pt x="7161180" y="1233613"/>
                </a:cubicBezTo>
                <a:cubicBezTo>
                  <a:pt x="7152325" y="1234093"/>
                  <a:pt x="7145534" y="1241666"/>
                  <a:pt x="7146014" y="1250521"/>
                </a:cubicBezTo>
                <a:cubicBezTo>
                  <a:pt x="7146495" y="1259071"/>
                  <a:pt x="7153588" y="1265703"/>
                  <a:pt x="7162051" y="1265703"/>
                </a:cubicBezTo>
                <a:cubicBezTo>
                  <a:pt x="7162336" y="1265703"/>
                  <a:pt x="7162639" y="1265703"/>
                  <a:pt x="7162939" y="1265686"/>
                </a:cubicBezTo>
                <a:close/>
                <a:moveTo>
                  <a:pt x="4750504" y="2152266"/>
                </a:moveTo>
                <a:cubicBezTo>
                  <a:pt x="4756373" y="2152266"/>
                  <a:pt x="4761741" y="2148302"/>
                  <a:pt x="4763289" y="2142346"/>
                </a:cubicBezTo>
                <a:cubicBezTo>
                  <a:pt x="4765120" y="2135288"/>
                  <a:pt x="4760870" y="2128069"/>
                  <a:pt x="4753814" y="2126238"/>
                </a:cubicBezTo>
                <a:cubicBezTo>
                  <a:pt x="4746736" y="2124407"/>
                  <a:pt x="4739517" y="2128656"/>
                  <a:pt x="4737688" y="2135732"/>
                </a:cubicBezTo>
                <a:cubicBezTo>
                  <a:pt x="4735872" y="2142790"/>
                  <a:pt x="4740103" y="2150008"/>
                  <a:pt x="4747179" y="2151840"/>
                </a:cubicBezTo>
                <a:cubicBezTo>
                  <a:pt x="4748283" y="2152124"/>
                  <a:pt x="4749404" y="2152266"/>
                  <a:pt x="4750504" y="2152266"/>
                </a:cubicBezTo>
                <a:close/>
                <a:moveTo>
                  <a:pt x="3174369" y="2732107"/>
                </a:moveTo>
                <a:cubicBezTo>
                  <a:pt x="3177765" y="2730808"/>
                  <a:pt x="3179453" y="2727005"/>
                  <a:pt x="3178156" y="2723608"/>
                </a:cubicBezTo>
                <a:cubicBezTo>
                  <a:pt x="3176859" y="2720213"/>
                  <a:pt x="3173053" y="2718524"/>
                  <a:pt x="3169658" y="2719821"/>
                </a:cubicBezTo>
                <a:cubicBezTo>
                  <a:pt x="3166262" y="2721119"/>
                  <a:pt x="3164573" y="2724907"/>
                  <a:pt x="3165871" y="2728302"/>
                </a:cubicBezTo>
                <a:cubicBezTo>
                  <a:pt x="3166866" y="2730933"/>
                  <a:pt x="3169373" y="2732533"/>
                  <a:pt x="3172022" y="2732534"/>
                </a:cubicBezTo>
                <a:cubicBezTo>
                  <a:pt x="3172804" y="2732534"/>
                  <a:pt x="3173586" y="2732409"/>
                  <a:pt x="3174369" y="2732107"/>
                </a:cubicBezTo>
                <a:close/>
                <a:moveTo>
                  <a:pt x="3261005" y="2700621"/>
                </a:moveTo>
                <a:cubicBezTo>
                  <a:pt x="3264455" y="2699447"/>
                  <a:pt x="3266286" y="2695714"/>
                  <a:pt x="3265113" y="2692282"/>
                </a:cubicBezTo>
                <a:cubicBezTo>
                  <a:pt x="3263938" y="2688833"/>
                  <a:pt x="3260206" y="2687001"/>
                  <a:pt x="3256774" y="2688175"/>
                </a:cubicBezTo>
                <a:cubicBezTo>
                  <a:pt x="3253325" y="2689348"/>
                  <a:pt x="3251493" y="2693083"/>
                  <a:pt x="3252667" y="2696531"/>
                </a:cubicBezTo>
                <a:cubicBezTo>
                  <a:pt x="3253592" y="2699251"/>
                  <a:pt x="3256152" y="2700976"/>
                  <a:pt x="3258890" y="2700976"/>
                </a:cubicBezTo>
                <a:cubicBezTo>
                  <a:pt x="3259601" y="2700976"/>
                  <a:pt x="3260312" y="2700869"/>
                  <a:pt x="3261005" y="2700621"/>
                </a:cubicBezTo>
                <a:close/>
                <a:moveTo>
                  <a:pt x="3088675" y="2766260"/>
                </a:moveTo>
                <a:cubicBezTo>
                  <a:pt x="3092035" y="2764855"/>
                  <a:pt x="3093635" y="2761015"/>
                  <a:pt x="3092248" y="2757655"/>
                </a:cubicBezTo>
                <a:cubicBezTo>
                  <a:pt x="3090843" y="2754295"/>
                  <a:pt x="3087004" y="2752713"/>
                  <a:pt x="3083643" y="2754100"/>
                </a:cubicBezTo>
                <a:cubicBezTo>
                  <a:pt x="3080283" y="2755486"/>
                  <a:pt x="3078701" y="2759326"/>
                  <a:pt x="3080087" y="2762686"/>
                </a:cubicBezTo>
                <a:cubicBezTo>
                  <a:pt x="3081136" y="2765229"/>
                  <a:pt x="3083589" y="2766758"/>
                  <a:pt x="3086168" y="2766758"/>
                </a:cubicBezTo>
                <a:cubicBezTo>
                  <a:pt x="3087004" y="2766758"/>
                  <a:pt x="3087856" y="2766598"/>
                  <a:pt x="3088675" y="2766260"/>
                </a:cubicBezTo>
                <a:close/>
                <a:moveTo>
                  <a:pt x="1482262" y="3356716"/>
                </a:moveTo>
                <a:cubicBezTo>
                  <a:pt x="1485124" y="3356716"/>
                  <a:pt x="1487576" y="3354547"/>
                  <a:pt x="1487860" y="3351632"/>
                </a:cubicBezTo>
                <a:cubicBezTo>
                  <a:pt x="1488163" y="3348538"/>
                  <a:pt x="1485887" y="3345782"/>
                  <a:pt x="1482795" y="3345480"/>
                </a:cubicBezTo>
                <a:cubicBezTo>
                  <a:pt x="1479700" y="3345178"/>
                  <a:pt x="1476945" y="3347436"/>
                  <a:pt x="1476643" y="3350529"/>
                </a:cubicBezTo>
                <a:cubicBezTo>
                  <a:pt x="1476342" y="3353622"/>
                  <a:pt x="1478617" y="3356379"/>
                  <a:pt x="1481710" y="3356680"/>
                </a:cubicBezTo>
                <a:cubicBezTo>
                  <a:pt x="1481888" y="3356698"/>
                  <a:pt x="1482066" y="3356716"/>
                  <a:pt x="1482262" y="3356716"/>
                </a:cubicBezTo>
                <a:close/>
                <a:moveTo>
                  <a:pt x="3348851" y="2672761"/>
                </a:moveTo>
                <a:cubicBezTo>
                  <a:pt x="3352336" y="2671730"/>
                  <a:pt x="3354327" y="2668068"/>
                  <a:pt x="3353313" y="2664583"/>
                </a:cubicBezTo>
                <a:cubicBezTo>
                  <a:pt x="3352282" y="2661098"/>
                  <a:pt x="3348638" y="2659106"/>
                  <a:pt x="3345153" y="2660138"/>
                </a:cubicBezTo>
                <a:cubicBezTo>
                  <a:pt x="3341668" y="2661152"/>
                  <a:pt x="3339659" y="2664814"/>
                  <a:pt x="3340691" y="2668298"/>
                </a:cubicBezTo>
                <a:cubicBezTo>
                  <a:pt x="3341526" y="2671161"/>
                  <a:pt x="3344157" y="2673028"/>
                  <a:pt x="3347002" y="2673028"/>
                </a:cubicBezTo>
                <a:cubicBezTo>
                  <a:pt x="3347607" y="2673028"/>
                  <a:pt x="3348229" y="2672938"/>
                  <a:pt x="3348851" y="2672761"/>
                </a:cubicBezTo>
                <a:close/>
                <a:moveTo>
                  <a:pt x="1792840" y="3245330"/>
                </a:moveTo>
                <a:cubicBezTo>
                  <a:pt x="1796450" y="3244993"/>
                  <a:pt x="1799117" y="3241775"/>
                  <a:pt x="1798762" y="3238166"/>
                </a:cubicBezTo>
                <a:cubicBezTo>
                  <a:pt x="1798423" y="3234538"/>
                  <a:pt x="1795205" y="3231890"/>
                  <a:pt x="1791597" y="3232245"/>
                </a:cubicBezTo>
                <a:cubicBezTo>
                  <a:pt x="1787988" y="3232583"/>
                  <a:pt x="1785321" y="3235800"/>
                  <a:pt x="1785676" y="3239410"/>
                </a:cubicBezTo>
                <a:cubicBezTo>
                  <a:pt x="1785996" y="3242823"/>
                  <a:pt x="1788859" y="3245366"/>
                  <a:pt x="1792219" y="3245366"/>
                </a:cubicBezTo>
                <a:cubicBezTo>
                  <a:pt x="1792432" y="3245366"/>
                  <a:pt x="1792628" y="3245366"/>
                  <a:pt x="1792840" y="3245330"/>
                </a:cubicBezTo>
                <a:close/>
                <a:moveTo>
                  <a:pt x="3761536" y="2523953"/>
                </a:moveTo>
                <a:lnTo>
                  <a:pt x="3761543" y="2523943"/>
                </a:lnTo>
                <a:lnTo>
                  <a:pt x="3761536" y="2523935"/>
                </a:lnTo>
                <a:close/>
                <a:moveTo>
                  <a:pt x="1271732" y="3437464"/>
                </a:moveTo>
                <a:lnTo>
                  <a:pt x="1273109" y="3436401"/>
                </a:lnTo>
                <a:cubicBezTo>
                  <a:pt x="1273767" y="3433894"/>
                  <a:pt x="1272255" y="3431334"/>
                  <a:pt x="1269749" y="3430694"/>
                </a:cubicBezTo>
                <a:cubicBezTo>
                  <a:pt x="1267260" y="3430036"/>
                  <a:pt x="1264699" y="3431547"/>
                  <a:pt x="1264041" y="3434036"/>
                </a:cubicBezTo>
                <a:lnTo>
                  <a:pt x="1265917" y="3437222"/>
                </a:lnTo>
                <a:close/>
                <a:moveTo>
                  <a:pt x="3003816" y="2802494"/>
                </a:moveTo>
                <a:cubicBezTo>
                  <a:pt x="3007140" y="2801036"/>
                  <a:pt x="3008652" y="2797160"/>
                  <a:pt x="3007194" y="2793835"/>
                </a:cubicBezTo>
                <a:cubicBezTo>
                  <a:pt x="3005717" y="2790511"/>
                  <a:pt x="3001843" y="2788999"/>
                  <a:pt x="2998518" y="2790457"/>
                </a:cubicBezTo>
                <a:cubicBezTo>
                  <a:pt x="2995193" y="2791915"/>
                  <a:pt x="2993681" y="2795791"/>
                  <a:pt x="2995141" y="2799115"/>
                </a:cubicBezTo>
                <a:cubicBezTo>
                  <a:pt x="2996225" y="2801587"/>
                  <a:pt x="2998642" y="2803044"/>
                  <a:pt x="3001166" y="2803044"/>
                </a:cubicBezTo>
                <a:cubicBezTo>
                  <a:pt x="3002055" y="2803044"/>
                  <a:pt x="3002944" y="2802867"/>
                  <a:pt x="3003816" y="2802494"/>
                </a:cubicBezTo>
                <a:close/>
                <a:moveTo>
                  <a:pt x="4604399" y="2217212"/>
                </a:moveTo>
                <a:cubicBezTo>
                  <a:pt x="4609660" y="2217212"/>
                  <a:pt x="4614532" y="2213799"/>
                  <a:pt x="4616130" y="2208501"/>
                </a:cubicBezTo>
                <a:cubicBezTo>
                  <a:pt x="4618105" y="2202029"/>
                  <a:pt x="4614444" y="2195166"/>
                  <a:pt x="4607971" y="2193210"/>
                </a:cubicBezTo>
                <a:cubicBezTo>
                  <a:pt x="4601482" y="2191237"/>
                  <a:pt x="4594637" y="2194899"/>
                  <a:pt x="4592663" y="2201372"/>
                </a:cubicBezTo>
                <a:cubicBezTo>
                  <a:pt x="4590689" y="2207861"/>
                  <a:pt x="4594353" y="2214706"/>
                  <a:pt x="4600841" y="2216679"/>
                </a:cubicBezTo>
                <a:cubicBezTo>
                  <a:pt x="4602016" y="2217034"/>
                  <a:pt x="4603225" y="2217212"/>
                  <a:pt x="4604399" y="2217212"/>
                </a:cubicBezTo>
                <a:close/>
                <a:moveTo>
                  <a:pt x="7520334" y="1149307"/>
                </a:moveTo>
                <a:cubicBezTo>
                  <a:pt x="7523327" y="1146807"/>
                  <a:pt x="7525479" y="1143269"/>
                  <a:pt x="7526181" y="1139118"/>
                </a:cubicBezTo>
                <a:cubicBezTo>
                  <a:pt x="7527763" y="1129854"/>
                  <a:pt x="7521523" y="1121072"/>
                  <a:pt x="7512278" y="1119489"/>
                </a:cubicBezTo>
                <a:cubicBezTo>
                  <a:pt x="7503014" y="1117925"/>
                  <a:pt x="7494231" y="1124148"/>
                  <a:pt x="7492650" y="1133411"/>
                </a:cubicBezTo>
                <a:cubicBezTo>
                  <a:pt x="7491068" y="1142673"/>
                  <a:pt x="7497307" y="1151456"/>
                  <a:pt x="7506553" y="1153038"/>
                </a:cubicBezTo>
                <a:cubicBezTo>
                  <a:pt x="7507530" y="1153198"/>
                  <a:pt x="7508490" y="1153270"/>
                  <a:pt x="7509433" y="1153270"/>
                </a:cubicBezTo>
                <a:cubicBezTo>
                  <a:pt x="7513505" y="1153269"/>
                  <a:pt x="7517340" y="1151807"/>
                  <a:pt x="7520334" y="1149307"/>
                </a:cubicBezTo>
                <a:close/>
                <a:moveTo>
                  <a:pt x="4458894" y="2273981"/>
                </a:moveTo>
                <a:cubicBezTo>
                  <a:pt x="4463820" y="2273981"/>
                  <a:pt x="4468352" y="2270744"/>
                  <a:pt x="4469775" y="2265784"/>
                </a:cubicBezTo>
                <a:cubicBezTo>
                  <a:pt x="4471499" y="2259757"/>
                  <a:pt x="4468017" y="2253499"/>
                  <a:pt x="4462006" y="2251774"/>
                </a:cubicBezTo>
                <a:cubicBezTo>
                  <a:pt x="4455996" y="2250067"/>
                  <a:pt x="4449722" y="2253552"/>
                  <a:pt x="4448014" y="2259562"/>
                </a:cubicBezTo>
                <a:cubicBezTo>
                  <a:pt x="4446289" y="2265571"/>
                  <a:pt x="4449775" y="2271829"/>
                  <a:pt x="4455785" y="2273554"/>
                </a:cubicBezTo>
                <a:cubicBezTo>
                  <a:pt x="4456815" y="2273838"/>
                  <a:pt x="4457865" y="2273981"/>
                  <a:pt x="4458894" y="2273981"/>
                </a:cubicBezTo>
                <a:close/>
                <a:moveTo>
                  <a:pt x="3437834" y="2648777"/>
                </a:moveTo>
                <a:cubicBezTo>
                  <a:pt x="3441355" y="2647907"/>
                  <a:pt x="3443524" y="2644350"/>
                  <a:pt x="3442653" y="2640812"/>
                </a:cubicBezTo>
                <a:cubicBezTo>
                  <a:pt x="3441800" y="2637292"/>
                  <a:pt x="3438225" y="2635141"/>
                  <a:pt x="3434706" y="2635994"/>
                </a:cubicBezTo>
                <a:cubicBezTo>
                  <a:pt x="3431168" y="2636865"/>
                  <a:pt x="3429017" y="2640421"/>
                  <a:pt x="3429870" y="2643959"/>
                </a:cubicBezTo>
                <a:cubicBezTo>
                  <a:pt x="3430616" y="2646946"/>
                  <a:pt x="3433300" y="2648973"/>
                  <a:pt x="3436253" y="2648973"/>
                </a:cubicBezTo>
                <a:cubicBezTo>
                  <a:pt x="3436786" y="2648973"/>
                  <a:pt x="3437300" y="2648901"/>
                  <a:pt x="3437834" y="2648777"/>
                </a:cubicBezTo>
                <a:close/>
                <a:moveTo>
                  <a:pt x="2919615" y="2840363"/>
                </a:moveTo>
                <a:cubicBezTo>
                  <a:pt x="2922922" y="2838833"/>
                  <a:pt x="2924362" y="2834940"/>
                  <a:pt x="2922851" y="2831633"/>
                </a:cubicBezTo>
                <a:cubicBezTo>
                  <a:pt x="2921322" y="2828327"/>
                  <a:pt x="2917428" y="2826886"/>
                  <a:pt x="2914121" y="2828398"/>
                </a:cubicBezTo>
                <a:cubicBezTo>
                  <a:pt x="2910814" y="2829909"/>
                  <a:pt x="2909375" y="2833820"/>
                  <a:pt x="2910886" y="2837127"/>
                </a:cubicBezTo>
                <a:cubicBezTo>
                  <a:pt x="2911987" y="2839527"/>
                  <a:pt x="2914388" y="2840949"/>
                  <a:pt x="2916878" y="2840949"/>
                </a:cubicBezTo>
                <a:cubicBezTo>
                  <a:pt x="2917784" y="2840949"/>
                  <a:pt x="2918726" y="2840772"/>
                  <a:pt x="2919615" y="2840363"/>
                </a:cubicBezTo>
                <a:close/>
                <a:moveTo>
                  <a:pt x="4312397" y="2329682"/>
                </a:moveTo>
                <a:cubicBezTo>
                  <a:pt x="4317180" y="2329682"/>
                  <a:pt x="4321484" y="2326358"/>
                  <a:pt x="4322530" y="2321486"/>
                </a:cubicBezTo>
                <a:cubicBezTo>
                  <a:pt x="4323722" y="2315885"/>
                  <a:pt x="4320149" y="2310356"/>
                  <a:pt x="4314548" y="2309165"/>
                </a:cubicBezTo>
                <a:cubicBezTo>
                  <a:pt x="4308948" y="2307974"/>
                  <a:pt x="4303436" y="2311530"/>
                  <a:pt x="4302247" y="2317148"/>
                </a:cubicBezTo>
                <a:cubicBezTo>
                  <a:pt x="4301037" y="2322748"/>
                  <a:pt x="4304610" y="2328260"/>
                  <a:pt x="4310210" y="2329451"/>
                </a:cubicBezTo>
                <a:cubicBezTo>
                  <a:pt x="4310941" y="2329611"/>
                  <a:pt x="4311669" y="2329682"/>
                  <a:pt x="4312397" y="2329682"/>
                </a:cubicBezTo>
                <a:close/>
                <a:moveTo>
                  <a:pt x="8114965" y="934963"/>
                </a:moveTo>
                <a:cubicBezTo>
                  <a:pt x="8122913" y="934963"/>
                  <a:pt x="8130414" y="930163"/>
                  <a:pt x="8133473" y="922322"/>
                </a:cubicBezTo>
                <a:cubicBezTo>
                  <a:pt x="8137455" y="912099"/>
                  <a:pt x="8132406" y="900597"/>
                  <a:pt x="8122183" y="896614"/>
                </a:cubicBezTo>
                <a:cubicBezTo>
                  <a:pt x="8111978" y="892631"/>
                  <a:pt x="8100456" y="897681"/>
                  <a:pt x="8096475" y="907904"/>
                </a:cubicBezTo>
                <a:cubicBezTo>
                  <a:pt x="8092492" y="918108"/>
                  <a:pt x="8097542" y="929611"/>
                  <a:pt x="8107765" y="933612"/>
                </a:cubicBezTo>
                <a:cubicBezTo>
                  <a:pt x="8110128" y="934519"/>
                  <a:pt x="8112565" y="934963"/>
                  <a:pt x="8114965" y="934963"/>
                </a:cubicBezTo>
                <a:close/>
                <a:moveTo>
                  <a:pt x="8473779" y="804816"/>
                </a:moveTo>
                <a:cubicBezTo>
                  <a:pt x="8477335" y="802438"/>
                  <a:pt x="8480224" y="798989"/>
                  <a:pt x="8481904" y="794705"/>
                </a:cubicBezTo>
                <a:cubicBezTo>
                  <a:pt x="8486314" y="783521"/>
                  <a:pt x="8480802" y="770899"/>
                  <a:pt x="8469619" y="766507"/>
                </a:cubicBezTo>
                <a:cubicBezTo>
                  <a:pt x="8458436" y="762116"/>
                  <a:pt x="8445812" y="767610"/>
                  <a:pt x="8441421" y="778793"/>
                </a:cubicBezTo>
                <a:cubicBezTo>
                  <a:pt x="8437030" y="789975"/>
                  <a:pt x="8442542" y="802598"/>
                  <a:pt x="8453706" y="806990"/>
                </a:cubicBezTo>
                <a:cubicBezTo>
                  <a:pt x="8456320" y="808021"/>
                  <a:pt x="8459023" y="808501"/>
                  <a:pt x="8461654" y="808501"/>
                </a:cubicBezTo>
                <a:cubicBezTo>
                  <a:pt x="8466001" y="808501"/>
                  <a:pt x="8470223" y="807194"/>
                  <a:pt x="8473779" y="804816"/>
                </a:cubicBezTo>
                <a:close/>
                <a:moveTo>
                  <a:pt x="3769623" y="2530851"/>
                </a:moveTo>
                <a:cubicBezTo>
                  <a:pt x="3773765" y="2530513"/>
                  <a:pt x="3776861" y="2526886"/>
                  <a:pt x="3776540" y="2522744"/>
                </a:cubicBezTo>
                <a:cubicBezTo>
                  <a:pt x="3776201" y="2518601"/>
                  <a:pt x="3772576" y="2515507"/>
                  <a:pt x="3768433" y="2515845"/>
                </a:cubicBezTo>
                <a:lnTo>
                  <a:pt x="3761543" y="2523943"/>
                </a:lnTo>
                <a:lnTo>
                  <a:pt x="3769021" y="2530851"/>
                </a:lnTo>
                <a:cubicBezTo>
                  <a:pt x="3769232" y="2530851"/>
                  <a:pt x="3769429" y="2530851"/>
                  <a:pt x="3769623" y="2530851"/>
                </a:cubicBezTo>
                <a:close/>
                <a:moveTo>
                  <a:pt x="5340535" y="1954867"/>
                </a:moveTo>
                <a:cubicBezTo>
                  <a:pt x="5348767" y="1953534"/>
                  <a:pt x="5354368" y="1945781"/>
                  <a:pt x="5353033" y="1937532"/>
                </a:cubicBezTo>
                <a:cubicBezTo>
                  <a:pt x="5351698" y="1929301"/>
                  <a:pt x="5343931" y="1923701"/>
                  <a:pt x="5335697" y="1925034"/>
                </a:cubicBezTo>
                <a:cubicBezTo>
                  <a:pt x="5327465" y="1926368"/>
                  <a:pt x="5321866" y="1934137"/>
                  <a:pt x="5323200" y="1942369"/>
                </a:cubicBezTo>
                <a:cubicBezTo>
                  <a:pt x="5324409" y="1949782"/>
                  <a:pt x="5330809" y="1955063"/>
                  <a:pt x="5338098" y="1955063"/>
                </a:cubicBezTo>
                <a:cubicBezTo>
                  <a:pt x="5338898" y="1955063"/>
                  <a:pt x="5339718" y="1954991"/>
                  <a:pt x="5340535" y="1954867"/>
                </a:cubicBezTo>
                <a:close/>
                <a:moveTo>
                  <a:pt x="4163818" y="2389721"/>
                </a:moveTo>
                <a:cubicBezTo>
                  <a:pt x="4168495" y="2389721"/>
                  <a:pt x="4172547" y="2386236"/>
                  <a:pt x="4173152" y="2381472"/>
                </a:cubicBezTo>
                <a:cubicBezTo>
                  <a:pt x="4173811" y="2376316"/>
                  <a:pt x="4170165" y="2371604"/>
                  <a:pt x="4164991" y="2370946"/>
                </a:cubicBezTo>
                <a:cubicBezTo>
                  <a:pt x="4159835" y="2370289"/>
                  <a:pt x="4155106" y="2373951"/>
                  <a:pt x="4154466" y="2379107"/>
                </a:cubicBezTo>
                <a:cubicBezTo>
                  <a:pt x="4153810" y="2384281"/>
                  <a:pt x="4157454" y="2388992"/>
                  <a:pt x="4162628" y="2389649"/>
                </a:cubicBezTo>
                <a:cubicBezTo>
                  <a:pt x="4163019" y="2389721"/>
                  <a:pt x="4163428" y="2389721"/>
                  <a:pt x="4163818" y="2389721"/>
                </a:cubicBezTo>
                <a:close/>
                <a:moveTo>
                  <a:pt x="4994344" y="2085559"/>
                </a:moveTo>
                <a:cubicBezTo>
                  <a:pt x="5001490" y="2085560"/>
                  <a:pt x="5007641" y="2080155"/>
                  <a:pt x="5008406" y="2072866"/>
                </a:cubicBezTo>
                <a:cubicBezTo>
                  <a:pt x="5009224" y="2065096"/>
                  <a:pt x="5003588" y="2058127"/>
                  <a:pt x="4995800" y="2057309"/>
                </a:cubicBezTo>
                <a:cubicBezTo>
                  <a:pt x="4988013" y="2056491"/>
                  <a:pt x="4981043" y="2062127"/>
                  <a:pt x="4980227" y="2069914"/>
                </a:cubicBezTo>
                <a:cubicBezTo>
                  <a:pt x="4979427" y="2077702"/>
                  <a:pt x="4985061" y="2084670"/>
                  <a:pt x="4992850" y="2085489"/>
                </a:cubicBezTo>
                <a:cubicBezTo>
                  <a:pt x="4993348" y="2085559"/>
                  <a:pt x="4993846" y="2085559"/>
                  <a:pt x="4994344" y="2085559"/>
                </a:cubicBezTo>
                <a:close/>
                <a:moveTo>
                  <a:pt x="7750337" y="1074971"/>
                </a:moveTo>
                <a:cubicBezTo>
                  <a:pt x="7758106" y="1074971"/>
                  <a:pt x="7765271" y="1069887"/>
                  <a:pt x="7767564" y="1062064"/>
                </a:cubicBezTo>
                <a:cubicBezTo>
                  <a:pt x="7770356" y="1052552"/>
                  <a:pt x="7764916" y="1042579"/>
                  <a:pt x="7755386" y="1039769"/>
                </a:cubicBezTo>
                <a:cubicBezTo>
                  <a:pt x="7745874" y="1036977"/>
                  <a:pt x="7735900" y="1042436"/>
                  <a:pt x="7733110" y="1051948"/>
                </a:cubicBezTo>
                <a:cubicBezTo>
                  <a:pt x="7730317" y="1061477"/>
                  <a:pt x="7735776" y="1071452"/>
                  <a:pt x="7745287" y="1074243"/>
                </a:cubicBezTo>
                <a:cubicBezTo>
                  <a:pt x="7746976" y="1074740"/>
                  <a:pt x="7748666" y="1074971"/>
                  <a:pt x="7750337" y="1074971"/>
                </a:cubicBezTo>
                <a:close/>
                <a:moveTo>
                  <a:pt x="2835876" y="2879352"/>
                </a:moveTo>
                <a:cubicBezTo>
                  <a:pt x="2839165" y="2877805"/>
                  <a:pt x="2840570" y="2873875"/>
                  <a:pt x="2839023" y="2870586"/>
                </a:cubicBezTo>
                <a:cubicBezTo>
                  <a:pt x="2837477" y="2867316"/>
                  <a:pt x="2833547" y="2865893"/>
                  <a:pt x="2830276" y="2867458"/>
                </a:cubicBezTo>
                <a:cubicBezTo>
                  <a:pt x="2826987" y="2869004"/>
                  <a:pt x="2825582" y="2872916"/>
                  <a:pt x="2827129" y="2876205"/>
                </a:cubicBezTo>
                <a:cubicBezTo>
                  <a:pt x="2828249" y="2878588"/>
                  <a:pt x="2830614" y="2879974"/>
                  <a:pt x="2833086" y="2879974"/>
                </a:cubicBezTo>
                <a:cubicBezTo>
                  <a:pt x="2834027" y="2879974"/>
                  <a:pt x="2834970" y="2879779"/>
                  <a:pt x="2835876" y="2879352"/>
                </a:cubicBezTo>
                <a:close/>
                <a:moveTo>
                  <a:pt x="3527813" y="2628936"/>
                </a:moveTo>
                <a:cubicBezTo>
                  <a:pt x="3531387" y="2628243"/>
                  <a:pt x="3533716" y="2624793"/>
                  <a:pt x="3533022" y="2621220"/>
                </a:cubicBezTo>
                <a:cubicBezTo>
                  <a:pt x="3532312" y="2617664"/>
                  <a:pt x="3528863" y="2615335"/>
                  <a:pt x="3525288" y="2616029"/>
                </a:cubicBezTo>
                <a:cubicBezTo>
                  <a:pt x="3521733" y="2616722"/>
                  <a:pt x="3519405" y="2620171"/>
                  <a:pt x="3520098" y="2623745"/>
                </a:cubicBezTo>
                <a:cubicBezTo>
                  <a:pt x="3520720" y="2626873"/>
                  <a:pt x="3523459" y="2629061"/>
                  <a:pt x="3526551" y="2629061"/>
                </a:cubicBezTo>
                <a:cubicBezTo>
                  <a:pt x="3526960" y="2629061"/>
                  <a:pt x="3527387" y="2629025"/>
                  <a:pt x="3527813" y="2628936"/>
                </a:cubicBezTo>
                <a:close/>
                <a:moveTo>
                  <a:pt x="1884954" y="3233756"/>
                </a:moveTo>
                <a:cubicBezTo>
                  <a:pt x="1888527" y="3233205"/>
                  <a:pt x="1890980" y="3229845"/>
                  <a:pt x="1890430" y="3226254"/>
                </a:cubicBezTo>
                <a:cubicBezTo>
                  <a:pt x="1889878" y="3222663"/>
                  <a:pt x="1886518" y="3220209"/>
                  <a:pt x="1882927" y="3220761"/>
                </a:cubicBezTo>
                <a:cubicBezTo>
                  <a:pt x="1879335" y="3221311"/>
                  <a:pt x="1876882" y="3224689"/>
                  <a:pt x="1877433" y="3228263"/>
                </a:cubicBezTo>
                <a:cubicBezTo>
                  <a:pt x="1877930" y="3231517"/>
                  <a:pt x="1880741" y="3233846"/>
                  <a:pt x="1883922" y="3233846"/>
                </a:cubicBezTo>
                <a:cubicBezTo>
                  <a:pt x="1884260" y="3233846"/>
                  <a:pt x="1884599" y="3233810"/>
                  <a:pt x="1884954" y="3233756"/>
                </a:cubicBezTo>
                <a:close/>
                <a:moveTo>
                  <a:pt x="7260421" y="1263800"/>
                </a:moveTo>
                <a:cubicBezTo>
                  <a:pt x="7269204" y="1263800"/>
                  <a:pt x="7276368" y="1256761"/>
                  <a:pt x="7276494" y="1247960"/>
                </a:cubicBezTo>
                <a:cubicBezTo>
                  <a:pt x="7276618" y="1239106"/>
                  <a:pt x="7269542" y="1231799"/>
                  <a:pt x="7260671" y="1231674"/>
                </a:cubicBezTo>
                <a:cubicBezTo>
                  <a:pt x="7251799" y="1231550"/>
                  <a:pt x="7244491" y="1238626"/>
                  <a:pt x="7244367" y="1247497"/>
                </a:cubicBezTo>
                <a:cubicBezTo>
                  <a:pt x="7244242" y="1256369"/>
                  <a:pt x="7251337" y="1263659"/>
                  <a:pt x="7260191" y="1263783"/>
                </a:cubicBezTo>
                <a:lnTo>
                  <a:pt x="7260191" y="1263801"/>
                </a:lnTo>
                <a:cubicBezTo>
                  <a:pt x="7260280" y="1263801"/>
                  <a:pt x="7260421" y="1263800"/>
                  <a:pt x="7260421" y="1263800"/>
                </a:cubicBezTo>
                <a:close/>
                <a:moveTo>
                  <a:pt x="4013587" y="2455272"/>
                </a:moveTo>
                <a:cubicBezTo>
                  <a:pt x="4018065" y="2455272"/>
                  <a:pt x="4021817" y="2451752"/>
                  <a:pt x="4022049" y="2447235"/>
                </a:cubicBezTo>
                <a:cubicBezTo>
                  <a:pt x="4022279" y="2442559"/>
                  <a:pt x="4018688" y="2438560"/>
                  <a:pt x="4014012" y="2438328"/>
                </a:cubicBezTo>
                <a:cubicBezTo>
                  <a:pt x="4009356" y="2438080"/>
                  <a:pt x="4005354" y="2441670"/>
                  <a:pt x="4005124" y="2446347"/>
                </a:cubicBezTo>
                <a:cubicBezTo>
                  <a:pt x="4004875" y="2451022"/>
                  <a:pt x="4008467" y="2455006"/>
                  <a:pt x="4013141" y="2455254"/>
                </a:cubicBezTo>
                <a:lnTo>
                  <a:pt x="4013142" y="2455271"/>
                </a:lnTo>
                <a:cubicBezTo>
                  <a:pt x="4013284" y="2455272"/>
                  <a:pt x="4013445" y="2455272"/>
                  <a:pt x="4013587" y="2455272"/>
                </a:cubicBezTo>
                <a:close/>
                <a:moveTo>
                  <a:pt x="2752404" y="2918981"/>
                </a:moveTo>
                <a:cubicBezTo>
                  <a:pt x="2755693" y="2917416"/>
                  <a:pt x="2757080" y="2913487"/>
                  <a:pt x="2755516" y="2910216"/>
                </a:cubicBezTo>
                <a:cubicBezTo>
                  <a:pt x="2753951" y="2906927"/>
                  <a:pt x="2750022" y="2905540"/>
                  <a:pt x="2746751" y="2907104"/>
                </a:cubicBezTo>
                <a:cubicBezTo>
                  <a:pt x="2743462" y="2908670"/>
                  <a:pt x="2742075" y="2912598"/>
                  <a:pt x="2743639" y="2915870"/>
                </a:cubicBezTo>
                <a:cubicBezTo>
                  <a:pt x="2744760" y="2918234"/>
                  <a:pt x="2747125" y="2919621"/>
                  <a:pt x="2749577" y="2919621"/>
                </a:cubicBezTo>
                <a:cubicBezTo>
                  <a:pt x="2750537" y="2919621"/>
                  <a:pt x="2751497" y="2919408"/>
                  <a:pt x="2752404" y="2918981"/>
                </a:cubicBezTo>
                <a:close/>
                <a:moveTo>
                  <a:pt x="5437359" y="1936661"/>
                </a:moveTo>
                <a:cubicBezTo>
                  <a:pt x="5445520" y="1934937"/>
                  <a:pt x="5450731" y="1926901"/>
                  <a:pt x="5448986" y="1918740"/>
                </a:cubicBezTo>
                <a:cubicBezTo>
                  <a:pt x="5447261" y="1910580"/>
                  <a:pt x="5439225" y="1905370"/>
                  <a:pt x="5431063" y="1907113"/>
                </a:cubicBezTo>
                <a:cubicBezTo>
                  <a:pt x="5422905" y="1908837"/>
                  <a:pt x="5417695" y="1916873"/>
                  <a:pt x="5419420" y="1925034"/>
                </a:cubicBezTo>
                <a:cubicBezTo>
                  <a:pt x="5420930" y="1932127"/>
                  <a:pt x="5427205" y="1936999"/>
                  <a:pt x="5434194" y="1936999"/>
                </a:cubicBezTo>
                <a:cubicBezTo>
                  <a:pt x="5435225" y="1936999"/>
                  <a:pt x="5436291" y="1936892"/>
                  <a:pt x="5437340" y="1936661"/>
                </a:cubicBezTo>
                <a:close/>
                <a:moveTo>
                  <a:pt x="2668950" y="2958735"/>
                </a:moveTo>
                <a:cubicBezTo>
                  <a:pt x="2672240" y="2957188"/>
                  <a:pt x="2673627" y="2953259"/>
                  <a:pt x="2672079" y="2949970"/>
                </a:cubicBezTo>
                <a:cubicBezTo>
                  <a:pt x="2670514" y="2946698"/>
                  <a:pt x="2666585" y="2945293"/>
                  <a:pt x="2663315" y="2946858"/>
                </a:cubicBezTo>
                <a:cubicBezTo>
                  <a:pt x="2660026" y="2948405"/>
                  <a:pt x="2658620" y="2952334"/>
                  <a:pt x="2660186" y="2955623"/>
                </a:cubicBezTo>
                <a:cubicBezTo>
                  <a:pt x="2661305" y="2957988"/>
                  <a:pt x="2663670" y="2959375"/>
                  <a:pt x="2666141" y="2959375"/>
                </a:cubicBezTo>
                <a:cubicBezTo>
                  <a:pt x="2667084" y="2959375"/>
                  <a:pt x="2668043" y="2959179"/>
                  <a:pt x="2668950" y="2958735"/>
                </a:cubicBezTo>
                <a:close/>
                <a:moveTo>
                  <a:pt x="1573928" y="3362086"/>
                </a:moveTo>
                <a:cubicBezTo>
                  <a:pt x="1576986" y="3362085"/>
                  <a:pt x="1579493" y="3359632"/>
                  <a:pt x="1579565" y="3356556"/>
                </a:cubicBezTo>
                <a:cubicBezTo>
                  <a:pt x="1579618" y="3353444"/>
                  <a:pt x="1577147" y="3350884"/>
                  <a:pt x="1574036" y="3350813"/>
                </a:cubicBezTo>
                <a:cubicBezTo>
                  <a:pt x="1570925" y="3350760"/>
                  <a:pt x="1568364" y="3353231"/>
                  <a:pt x="1568311" y="3356325"/>
                </a:cubicBezTo>
                <a:cubicBezTo>
                  <a:pt x="1568239" y="3359436"/>
                  <a:pt x="1570710" y="3362014"/>
                  <a:pt x="1573805" y="3362067"/>
                </a:cubicBezTo>
                <a:lnTo>
                  <a:pt x="1573821" y="3362067"/>
                </a:lnTo>
                <a:lnTo>
                  <a:pt x="1573821" y="3362085"/>
                </a:lnTo>
                <a:cubicBezTo>
                  <a:pt x="1573858" y="3362085"/>
                  <a:pt x="1573928" y="3362086"/>
                  <a:pt x="1573928" y="3362086"/>
                </a:cubicBezTo>
                <a:close/>
                <a:moveTo>
                  <a:pt x="3618663" y="2613611"/>
                </a:moveTo>
                <a:cubicBezTo>
                  <a:pt x="3622254" y="2613095"/>
                  <a:pt x="3624762" y="2609770"/>
                  <a:pt x="3624246" y="2606162"/>
                </a:cubicBezTo>
                <a:cubicBezTo>
                  <a:pt x="3623731" y="2602570"/>
                  <a:pt x="3620406" y="2600063"/>
                  <a:pt x="3616814" y="2600579"/>
                </a:cubicBezTo>
                <a:cubicBezTo>
                  <a:pt x="3613204" y="2601094"/>
                  <a:pt x="3610699" y="2604419"/>
                  <a:pt x="3611214" y="2608011"/>
                </a:cubicBezTo>
                <a:cubicBezTo>
                  <a:pt x="3611678" y="2611299"/>
                  <a:pt x="3614503" y="2613664"/>
                  <a:pt x="3617722" y="2613664"/>
                </a:cubicBezTo>
                <a:cubicBezTo>
                  <a:pt x="3618024" y="2613664"/>
                  <a:pt x="3618344" y="2613646"/>
                  <a:pt x="3618645" y="2613610"/>
                </a:cubicBezTo>
                <a:close/>
                <a:moveTo>
                  <a:pt x="6542758" y="1541046"/>
                </a:moveTo>
                <a:cubicBezTo>
                  <a:pt x="6550581" y="1538147"/>
                  <a:pt x="6554582" y="1529453"/>
                  <a:pt x="6551683" y="1521630"/>
                </a:cubicBezTo>
                <a:cubicBezTo>
                  <a:pt x="6548786" y="1513790"/>
                  <a:pt x="6540091" y="1509807"/>
                  <a:pt x="6532270" y="1512705"/>
                </a:cubicBezTo>
                <a:cubicBezTo>
                  <a:pt x="6524446" y="1515604"/>
                  <a:pt x="6520446" y="1524298"/>
                  <a:pt x="6523344" y="1532120"/>
                </a:cubicBezTo>
                <a:cubicBezTo>
                  <a:pt x="6525602" y="1538218"/>
                  <a:pt x="6531380" y="1541988"/>
                  <a:pt x="6537514" y="1541987"/>
                </a:cubicBezTo>
                <a:cubicBezTo>
                  <a:pt x="6539257" y="1541987"/>
                  <a:pt x="6541034" y="1541685"/>
                  <a:pt x="6542758" y="1541046"/>
                </a:cubicBezTo>
                <a:close/>
                <a:moveTo>
                  <a:pt x="1976213" y="3217009"/>
                </a:moveTo>
                <a:cubicBezTo>
                  <a:pt x="1979769" y="3216244"/>
                  <a:pt x="1982045" y="3212759"/>
                  <a:pt x="1981297" y="3209203"/>
                </a:cubicBezTo>
                <a:cubicBezTo>
                  <a:pt x="1980533" y="3205665"/>
                  <a:pt x="1977048" y="3203390"/>
                  <a:pt x="1973493" y="3204137"/>
                </a:cubicBezTo>
                <a:cubicBezTo>
                  <a:pt x="1969937" y="3204884"/>
                  <a:pt x="1967661" y="3208368"/>
                  <a:pt x="1968425" y="3211924"/>
                </a:cubicBezTo>
                <a:cubicBezTo>
                  <a:pt x="1969066" y="3215017"/>
                  <a:pt x="1971804" y="3217151"/>
                  <a:pt x="1974844" y="3217151"/>
                </a:cubicBezTo>
                <a:cubicBezTo>
                  <a:pt x="1975306" y="3217151"/>
                  <a:pt x="1975751" y="3217097"/>
                  <a:pt x="1976213" y="3217009"/>
                </a:cubicBezTo>
                <a:close/>
                <a:moveTo>
                  <a:pt x="6634515" y="1508403"/>
                </a:moveTo>
                <a:cubicBezTo>
                  <a:pt x="6642410" y="1505719"/>
                  <a:pt x="6646641" y="1497132"/>
                  <a:pt x="6643956" y="1489237"/>
                </a:cubicBezTo>
                <a:cubicBezTo>
                  <a:pt x="6641272" y="1481326"/>
                  <a:pt x="6632685" y="1477094"/>
                  <a:pt x="6624790" y="1479797"/>
                </a:cubicBezTo>
                <a:cubicBezTo>
                  <a:pt x="6616878" y="1482482"/>
                  <a:pt x="6612666" y="1491069"/>
                  <a:pt x="6615350" y="1498962"/>
                </a:cubicBezTo>
                <a:cubicBezTo>
                  <a:pt x="6617484" y="1505257"/>
                  <a:pt x="6623351" y="1509220"/>
                  <a:pt x="6629644" y="1509220"/>
                </a:cubicBezTo>
                <a:cubicBezTo>
                  <a:pt x="6631262" y="1509221"/>
                  <a:pt x="6632897" y="1508954"/>
                  <a:pt x="6634515" y="1508403"/>
                </a:cubicBezTo>
                <a:close/>
                <a:moveTo>
                  <a:pt x="6451713" y="1575892"/>
                </a:moveTo>
                <a:cubicBezTo>
                  <a:pt x="6459482" y="1572817"/>
                  <a:pt x="6463305" y="1564051"/>
                  <a:pt x="6460246" y="1556282"/>
                </a:cubicBezTo>
                <a:cubicBezTo>
                  <a:pt x="6457189" y="1548512"/>
                  <a:pt x="6448406" y="1544708"/>
                  <a:pt x="6440637" y="1547766"/>
                </a:cubicBezTo>
                <a:cubicBezTo>
                  <a:pt x="6432885" y="1550824"/>
                  <a:pt x="6429062" y="1559588"/>
                  <a:pt x="6432121" y="1567358"/>
                </a:cubicBezTo>
                <a:cubicBezTo>
                  <a:pt x="6434467" y="1573314"/>
                  <a:pt x="6440157" y="1576941"/>
                  <a:pt x="6446184" y="1576941"/>
                </a:cubicBezTo>
                <a:cubicBezTo>
                  <a:pt x="6448032" y="1576941"/>
                  <a:pt x="6449899" y="1576603"/>
                  <a:pt x="6451713" y="1575892"/>
                </a:cubicBezTo>
                <a:close/>
                <a:moveTo>
                  <a:pt x="3862111" y="2526317"/>
                </a:moveTo>
                <a:cubicBezTo>
                  <a:pt x="3866271" y="2526228"/>
                  <a:pt x="3869577" y="2522797"/>
                  <a:pt x="3869506" y="2518654"/>
                </a:cubicBezTo>
                <a:cubicBezTo>
                  <a:pt x="3869436" y="2514494"/>
                  <a:pt x="3866004" y="2511170"/>
                  <a:pt x="3861860" y="2511258"/>
                </a:cubicBezTo>
                <a:cubicBezTo>
                  <a:pt x="3857701" y="2511329"/>
                  <a:pt x="3854393" y="2514742"/>
                  <a:pt x="3854465" y="2518903"/>
                </a:cubicBezTo>
                <a:cubicBezTo>
                  <a:pt x="3854536" y="2523063"/>
                  <a:pt x="3857951" y="2526370"/>
                  <a:pt x="3862111" y="2526300"/>
                </a:cubicBezTo>
                <a:close/>
                <a:moveTo>
                  <a:pt x="5533150" y="1914206"/>
                </a:moveTo>
                <a:cubicBezTo>
                  <a:pt x="5541241" y="1912144"/>
                  <a:pt x="5546113" y="1903913"/>
                  <a:pt x="5544050" y="1895823"/>
                </a:cubicBezTo>
                <a:cubicBezTo>
                  <a:pt x="5541988" y="1887733"/>
                  <a:pt x="5533755" y="1882862"/>
                  <a:pt x="5525667" y="1884924"/>
                </a:cubicBezTo>
                <a:cubicBezTo>
                  <a:pt x="5517577" y="1886987"/>
                  <a:pt x="5512705" y="1895218"/>
                  <a:pt x="5514769" y="1903308"/>
                </a:cubicBezTo>
                <a:cubicBezTo>
                  <a:pt x="5516511" y="1910135"/>
                  <a:pt x="5522662" y="1914687"/>
                  <a:pt x="5529401" y="1914687"/>
                </a:cubicBezTo>
                <a:cubicBezTo>
                  <a:pt x="5530644" y="1914687"/>
                  <a:pt x="5531888" y="1914527"/>
                  <a:pt x="5533150" y="1914206"/>
                </a:cubicBezTo>
                <a:close/>
                <a:moveTo>
                  <a:pt x="6361023" y="1612107"/>
                </a:moveTo>
                <a:cubicBezTo>
                  <a:pt x="6368756" y="1608978"/>
                  <a:pt x="6372508" y="1600160"/>
                  <a:pt x="6369378" y="1592426"/>
                </a:cubicBezTo>
                <a:cubicBezTo>
                  <a:pt x="6366250" y="1584692"/>
                  <a:pt x="6357449" y="1580941"/>
                  <a:pt x="6349698" y="1584070"/>
                </a:cubicBezTo>
                <a:cubicBezTo>
                  <a:pt x="6341963" y="1587199"/>
                  <a:pt x="6338230" y="1596017"/>
                  <a:pt x="6341341" y="1603752"/>
                </a:cubicBezTo>
                <a:cubicBezTo>
                  <a:pt x="6343724" y="1609636"/>
                  <a:pt x="6349395" y="1613209"/>
                  <a:pt x="6355369" y="1613209"/>
                </a:cubicBezTo>
                <a:cubicBezTo>
                  <a:pt x="6357253" y="1613209"/>
                  <a:pt x="6359155" y="1612854"/>
                  <a:pt x="6361023" y="1612107"/>
                </a:cubicBezTo>
                <a:close/>
                <a:moveTo>
                  <a:pt x="6727126" y="1478570"/>
                </a:moveTo>
                <a:cubicBezTo>
                  <a:pt x="6735108" y="1476153"/>
                  <a:pt x="6739624" y="1467707"/>
                  <a:pt x="6737189" y="1459725"/>
                </a:cubicBezTo>
                <a:cubicBezTo>
                  <a:pt x="6734770" y="1451724"/>
                  <a:pt x="6726326" y="1447226"/>
                  <a:pt x="6718343" y="1449644"/>
                </a:cubicBezTo>
                <a:cubicBezTo>
                  <a:pt x="6710360" y="1452062"/>
                  <a:pt x="6705845" y="1460507"/>
                  <a:pt x="6708262" y="1468489"/>
                </a:cubicBezTo>
                <a:cubicBezTo>
                  <a:pt x="6710253" y="1475014"/>
                  <a:pt x="6716245" y="1479228"/>
                  <a:pt x="6722734" y="1479228"/>
                </a:cubicBezTo>
                <a:cubicBezTo>
                  <a:pt x="6724174" y="1479228"/>
                  <a:pt x="6725650" y="1479015"/>
                  <a:pt x="6727126" y="1478570"/>
                </a:cubicBezTo>
                <a:close/>
                <a:moveTo>
                  <a:pt x="2585265" y="2998097"/>
                </a:moveTo>
                <a:cubicBezTo>
                  <a:pt x="2588554" y="2996568"/>
                  <a:pt x="2589977" y="2992657"/>
                  <a:pt x="2588447" y="2989368"/>
                </a:cubicBezTo>
                <a:cubicBezTo>
                  <a:pt x="2586918" y="2986061"/>
                  <a:pt x="2583007" y="2984638"/>
                  <a:pt x="2579718" y="2986167"/>
                </a:cubicBezTo>
                <a:cubicBezTo>
                  <a:pt x="2576411" y="2987696"/>
                  <a:pt x="2574989" y="2991608"/>
                  <a:pt x="2576518" y="2994915"/>
                </a:cubicBezTo>
                <a:cubicBezTo>
                  <a:pt x="2577638" y="2997297"/>
                  <a:pt x="2580002" y="2998719"/>
                  <a:pt x="2582491" y="2998719"/>
                </a:cubicBezTo>
                <a:cubicBezTo>
                  <a:pt x="2583416" y="2998719"/>
                  <a:pt x="2584358" y="2998524"/>
                  <a:pt x="2585265" y="2998097"/>
                </a:cubicBezTo>
                <a:close/>
                <a:moveTo>
                  <a:pt x="7982690" y="1018239"/>
                </a:moveTo>
                <a:cubicBezTo>
                  <a:pt x="7990370" y="1018239"/>
                  <a:pt x="7997607" y="1013509"/>
                  <a:pt x="8000416" y="1005865"/>
                </a:cubicBezTo>
                <a:cubicBezTo>
                  <a:pt x="8004025" y="996069"/>
                  <a:pt x="7999011" y="985205"/>
                  <a:pt x="7989215" y="981597"/>
                </a:cubicBezTo>
                <a:cubicBezTo>
                  <a:pt x="7979419" y="977987"/>
                  <a:pt x="7968556" y="983001"/>
                  <a:pt x="7964947" y="992797"/>
                </a:cubicBezTo>
                <a:cubicBezTo>
                  <a:pt x="7961337" y="1002593"/>
                  <a:pt x="7966352" y="1013474"/>
                  <a:pt x="7976147" y="1017083"/>
                </a:cubicBezTo>
                <a:cubicBezTo>
                  <a:pt x="7978298" y="1017865"/>
                  <a:pt x="7980521" y="1018239"/>
                  <a:pt x="7982690" y="1018239"/>
                </a:cubicBezTo>
                <a:close/>
                <a:moveTo>
                  <a:pt x="8337005" y="890391"/>
                </a:moveTo>
                <a:cubicBezTo>
                  <a:pt x="8345273" y="890391"/>
                  <a:pt x="8353095" y="885413"/>
                  <a:pt x="8356331" y="877252"/>
                </a:cubicBezTo>
                <a:cubicBezTo>
                  <a:pt x="8360581" y="866567"/>
                  <a:pt x="8355354" y="854477"/>
                  <a:pt x="8344669" y="850246"/>
                </a:cubicBezTo>
                <a:cubicBezTo>
                  <a:pt x="8334001" y="846015"/>
                  <a:pt x="8321911" y="851242"/>
                  <a:pt x="8317662" y="861927"/>
                </a:cubicBezTo>
                <a:cubicBezTo>
                  <a:pt x="8313430" y="872594"/>
                  <a:pt x="8318657" y="884684"/>
                  <a:pt x="8329343" y="888933"/>
                </a:cubicBezTo>
                <a:cubicBezTo>
                  <a:pt x="8331850" y="889929"/>
                  <a:pt x="8334445" y="890391"/>
                  <a:pt x="8337005" y="890391"/>
                </a:cubicBezTo>
                <a:close/>
                <a:moveTo>
                  <a:pt x="6270475" y="1648909"/>
                </a:moveTo>
                <a:cubicBezTo>
                  <a:pt x="6278208" y="1645763"/>
                  <a:pt x="6281907" y="1636944"/>
                  <a:pt x="6278741" y="1629210"/>
                </a:cubicBezTo>
                <a:cubicBezTo>
                  <a:pt x="6275595" y="1621494"/>
                  <a:pt x="6266776" y="1617779"/>
                  <a:pt x="6259043" y="1620943"/>
                </a:cubicBezTo>
                <a:cubicBezTo>
                  <a:pt x="6251327" y="1624090"/>
                  <a:pt x="6247611" y="1632908"/>
                  <a:pt x="6250776" y="1640643"/>
                </a:cubicBezTo>
                <a:cubicBezTo>
                  <a:pt x="6253158" y="1646492"/>
                  <a:pt x="6258812" y="1650048"/>
                  <a:pt x="6264768" y="1650048"/>
                </a:cubicBezTo>
                <a:cubicBezTo>
                  <a:pt x="6266670" y="1650048"/>
                  <a:pt x="6268608" y="1649674"/>
                  <a:pt x="6270475" y="1648909"/>
                </a:cubicBezTo>
                <a:close/>
                <a:moveTo>
                  <a:pt x="4844200" y="2175557"/>
                </a:moveTo>
                <a:cubicBezTo>
                  <a:pt x="4850210" y="2175575"/>
                  <a:pt x="4855650" y="2171450"/>
                  <a:pt x="4857070" y="2165334"/>
                </a:cubicBezTo>
                <a:cubicBezTo>
                  <a:pt x="4858708" y="2158222"/>
                  <a:pt x="4854282" y="2151129"/>
                  <a:pt x="4847187" y="2149476"/>
                </a:cubicBezTo>
                <a:cubicBezTo>
                  <a:pt x="4840076" y="2147821"/>
                  <a:pt x="4832964" y="2152249"/>
                  <a:pt x="4831328" y="2159360"/>
                </a:cubicBezTo>
                <a:cubicBezTo>
                  <a:pt x="4829656" y="2166472"/>
                  <a:pt x="4834084" y="2173566"/>
                  <a:pt x="4841196" y="2175220"/>
                </a:cubicBezTo>
                <a:cubicBezTo>
                  <a:pt x="4842208" y="2175450"/>
                  <a:pt x="4843222" y="2175557"/>
                  <a:pt x="4844200" y="2175557"/>
                </a:cubicBezTo>
                <a:close/>
                <a:moveTo>
                  <a:pt x="5627948" y="1888213"/>
                </a:moveTo>
                <a:cubicBezTo>
                  <a:pt x="5635965" y="1885867"/>
                  <a:pt x="5640553" y="1877475"/>
                  <a:pt x="5638222" y="1869457"/>
                </a:cubicBezTo>
                <a:cubicBezTo>
                  <a:pt x="5635876" y="1861457"/>
                  <a:pt x="5627484" y="1856851"/>
                  <a:pt x="5619468" y="1859199"/>
                </a:cubicBezTo>
                <a:cubicBezTo>
                  <a:pt x="5611465" y="1861546"/>
                  <a:pt x="5606862" y="1869937"/>
                  <a:pt x="5609208" y="1877937"/>
                </a:cubicBezTo>
                <a:cubicBezTo>
                  <a:pt x="5611128" y="1884533"/>
                  <a:pt x="5617173" y="1888818"/>
                  <a:pt x="5623717" y="1888818"/>
                </a:cubicBezTo>
                <a:cubicBezTo>
                  <a:pt x="5625120" y="1888818"/>
                  <a:pt x="5626543" y="1888622"/>
                  <a:pt x="5627948" y="1888213"/>
                </a:cubicBezTo>
                <a:close/>
                <a:moveTo>
                  <a:pt x="6179962" y="1685926"/>
                </a:moveTo>
                <a:cubicBezTo>
                  <a:pt x="6187696" y="1682778"/>
                  <a:pt x="6191394" y="1673960"/>
                  <a:pt x="6188229" y="1666226"/>
                </a:cubicBezTo>
                <a:cubicBezTo>
                  <a:pt x="6185083" y="1658510"/>
                  <a:pt x="6176264" y="1654795"/>
                  <a:pt x="6168531" y="1657959"/>
                </a:cubicBezTo>
                <a:cubicBezTo>
                  <a:pt x="6160797" y="1661106"/>
                  <a:pt x="6157098" y="1669942"/>
                  <a:pt x="6160263" y="1677658"/>
                </a:cubicBezTo>
                <a:cubicBezTo>
                  <a:pt x="6162645" y="1683507"/>
                  <a:pt x="6168299" y="1687064"/>
                  <a:pt x="6174255" y="1687063"/>
                </a:cubicBezTo>
                <a:cubicBezTo>
                  <a:pt x="6176158" y="1687064"/>
                  <a:pt x="6178096" y="1686689"/>
                  <a:pt x="6179962" y="1685926"/>
                </a:cubicBezTo>
                <a:close/>
                <a:moveTo>
                  <a:pt x="3203614" y="2777888"/>
                </a:moveTo>
                <a:cubicBezTo>
                  <a:pt x="3206531" y="2776839"/>
                  <a:pt x="3208042" y="2773604"/>
                  <a:pt x="3206976" y="2770688"/>
                </a:cubicBezTo>
                <a:cubicBezTo>
                  <a:pt x="3205926" y="2767772"/>
                  <a:pt x="3202691" y="2766261"/>
                  <a:pt x="3199775" y="2767310"/>
                </a:cubicBezTo>
                <a:cubicBezTo>
                  <a:pt x="3196842" y="2768377"/>
                  <a:pt x="3195331" y="2771595"/>
                  <a:pt x="3196396" y="2774528"/>
                </a:cubicBezTo>
                <a:cubicBezTo>
                  <a:pt x="3197232" y="2776803"/>
                  <a:pt x="3199384" y="2778226"/>
                  <a:pt x="3201694" y="2778226"/>
                </a:cubicBezTo>
                <a:cubicBezTo>
                  <a:pt x="3202336" y="2778244"/>
                  <a:pt x="3202975" y="2778120"/>
                  <a:pt x="3203614" y="2777888"/>
                </a:cubicBezTo>
                <a:close/>
                <a:moveTo>
                  <a:pt x="2066477" y="3195585"/>
                </a:moveTo>
                <a:cubicBezTo>
                  <a:pt x="2069997" y="3194678"/>
                  <a:pt x="2072094" y="3191069"/>
                  <a:pt x="2071170" y="3187567"/>
                </a:cubicBezTo>
                <a:cubicBezTo>
                  <a:pt x="2070245" y="3184047"/>
                  <a:pt x="2066655" y="3181949"/>
                  <a:pt x="2063134" y="3182873"/>
                </a:cubicBezTo>
                <a:cubicBezTo>
                  <a:pt x="2059614" y="3183797"/>
                  <a:pt x="2057516" y="3187389"/>
                  <a:pt x="2058441" y="3190909"/>
                </a:cubicBezTo>
                <a:cubicBezTo>
                  <a:pt x="2059223" y="3193861"/>
                  <a:pt x="2061889" y="3195817"/>
                  <a:pt x="2064805" y="3195816"/>
                </a:cubicBezTo>
                <a:cubicBezTo>
                  <a:pt x="2065357" y="3195816"/>
                  <a:pt x="2065926" y="3195745"/>
                  <a:pt x="2066477" y="3195585"/>
                </a:cubicBezTo>
                <a:close/>
                <a:moveTo>
                  <a:pt x="2501082" y="3036517"/>
                </a:moveTo>
                <a:cubicBezTo>
                  <a:pt x="2504406" y="3035042"/>
                  <a:pt x="2505881" y="3031149"/>
                  <a:pt x="2504406" y="3027824"/>
                </a:cubicBezTo>
                <a:cubicBezTo>
                  <a:pt x="2502913" y="3024499"/>
                  <a:pt x="2499037" y="3023023"/>
                  <a:pt x="2495712" y="3024499"/>
                </a:cubicBezTo>
                <a:cubicBezTo>
                  <a:pt x="2492406" y="3025974"/>
                  <a:pt x="2490912" y="3029868"/>
                  <a:pt x="2492388" y="3033193"/>
                </a:cubicBezTo>
                <a:cubicBezTo>
                  <a:pt x="2493490" y="3035628"/>
                  <a:pt x="2495890" y="3037086"/>
                  <a:pt x="2498397" y="3037086"/>
                </a:cubicBezTo>
                <a:cubicBezTo>
                  <a:pt x="2499304" y="3037086"/>
                  <a:pt x="2500210" y="3036908"/>
                  <a:pt x="2501082" y="3036517"/>
                </a:cubicBezTo>
                <a:close/>
                <a:moveTo>
                  <a:pt x="6820661" y="1452186"/>
                </a:moveTo>
                <a:cubicBezTo>
                  <a:pt x="6828732" y="1450088"/>
                  <a:pt x="6833568" y="1441839"/>
                  <a:pt x="6831488" y="1433767"/>
                </a:cubicBezTo>
                <a:cubicBezTo>
                  <a:pt x="6829390" y="1425678"/>
                  <a:pt x="6821141" y="1420842"/>
                  <a:pt x="6813051" y="1422940"/>
                </a:cubicBezTo>
                <a:cubicBezTo>
                  <a:pt x="6804980" y="1425021"/>
                  <a:pt x="6800127" y="1433287"/>
                  <a:pt x="6802224" y="1441358"/>
                </a:cubicBezTo>
                <a:cubicBezTo>
                  <a:pt x="6804002" y="1448168"/>
                  <a:pt x="6810117" y="1452684"/>
                  <a:pt x="6816838" y="1452684"/>
                </a:cubicBezTo>
                <a:cubicBezTo>
                  <a:pt x="6818101" y="1452684"/>
                  <a:pt x="6819380" y="1452525"/>
                  <a:pt x="6820661" y="1452186"/>
                </a:cubicBezTo>
                <a:close/>
                <a:moveTo>
                  <a:pt x="3118080" y="2810761"/>
                </a:moveTo>
                <a:cubicBezTo>
                  <a:pt x="3120962" y="2809588"/>
                  <a:pt x="3122348" y="2806317"/>
                  <a:pt x="3121191" y="2803436"/>
                </a:cubicBezTo>
                <a:cubicBezTo>
                  <a:pt x="3120037" y="2800538"/>
                  <a:pt x="3116748" y="2799152"/>
                  <a:pt x="3113867" y="2800308"/>
                </a:cubicBezTo>
                <a:cubicBezTo>
                  <a:pt x="3110986" y="2801481"/>
                  <a:pt x="3109581" y="2804752"/>
                  <a:pt x="3110756" y="2807633"/>
                </a:cubicBezTo>
                <a:cubicBezTo>
                  <a:pt x="3111627" y="2809837"/>
                  <a:pt x="3113743" y="2811171"/>
                  <a:pt x="3115983" y="2811171"/>
                </a:cubicBezTo>
                <a:cubicBezTo>
                  <a:pt x="3116677" y="2811171"/>
                  <a:pt x="3117387" y="2811028"/>
                  <a:pt x="3118080" y="2810761"/>
                </a:cubicBezTo>
                <a:close/>
                <a:moveTo>
                  <a:pt x="3290412" y="2748695"/>
                </a:moveTo>
                <a:cubicBezTo>
                  <a:pt x="3293381" y="2747771"/>
                  <a:pt x="3295035" y="2744606"/>
                  <a:pt x="3294110" y="2741637"/>
                </a:cubicBezTo>
                <a:cubicBezTo>
                  <a:pt x="3293184" y="2738668"/>
                  <a:pt x="3290038" y="2737014"/>
                  <a:pt x="3287069" y="2737939"/>
                </a:cubicBezTo>
                <a:cubicBezTo>
                  <a:pt x="3284100" y="2738864"/>
                  <a:pt x="3282446" y="2742010"/>
                  <a:pt x="3283372" y="2744980"/>
                </a:cubicBezTo>
                <a:cubicBezTo>
                  <a:pt x="3284118" y="2747397"/>
                  <a:pt x="3286340" y="2748944"/>
                  <a:pt x="3288740" y="2748944"/>
                </a:cubicBezTo>
                <a:cubicBezTo>
                  <a:pt x="3289291" y="2748944"/>
                  <a:pt x="3289861" y="2748856"/>
                  <a:pt x="3290412" y="2748695"/>
                </a:cubicBezTo>
                <a:close/>
                <a:moveTo>
                  <a:pt x="6089308" y="1722782"/>
                </a:moveTo>
                <a:cubicBezTo>
                  <a:pt x="6097059" y="1719652"/>
                  <a:pt x="6100794" y="1710851"/>
                  <a:pt x="6097682" y="1703117"/>
                </a:cubicBezTo>
                <a:cubicBezTo>
                  <a:pt x="6094553" y="1695384"/>
                  <a:pt x="6085735" y="1691632"/>
                  <a:pt x="6078000" y="1694762"/>
                </a:cubicBezTo>
                <a:cubicBezTo>
                  <a:pt x="6070267" y="1697891"/>
                  <a:pt x="6066515" y="1706691"/>
                  <a:pt x="6069645" y="1714425"/>
                </a:cubicBezTo>
                <a:cubicBezTo>
                  <a:pt x="6072027" y="1720310"/>
                  <a:pt x="6077680" y="1723883"/>
                  <a:pt x="6083654" y="1723883"/>
                </a:cubicBezTo>
                <a:cubicBezTo>
                  <a:pt x="6085539" y="1723883"/>
                  <a:pt x="6087459" y="1723528"/>
                  <a:pt x="6089308" y="1722782"/>
                </a:cubicBezTo>
                <a:close/>
                <a:moveTo>
                  <a:pt x="5721817" y="1859252"/>
                </a:moveTo>
                <a:cubicBezTo>
                  <a:pt x="5729747" y="1856692"/>
                  <a:pt x="5734103" y="1848158"/>
                  <a:pt x="5731524" y="1840228"/>
                </a:cubicBezTo>
                <a:cubicBezTo>
                  <a:pt x="5728964" y="1832282"/>
                  <a:pt x="5720431" y="1827926"/>
                  <a:pt x="5712502" y="1830504"/>
                </a:cubicBezTo>
                <a:cubicBezTo>
                  <a:pt x="5704554" y="1833081"/>
                  <a:pt x="5700198" y="1841597"/>
                  <a:pt x="5702776" y="1849545"/>
                </a:cubicBezTo>
                <a:cubicBezTo>
                  <a:pt x="5704857" y="1855927"/>
                  <a:pt x="5710777" y="1859998"/>
                  <a:pt x="5717160" y="1859998"/>
                </a:cubicBezTo>
                <a:cubicBezTo>
                  <a:pt x="5718689" y="1859998"/>
                  <a:pt x="5720271" y="1859750"/>
                  <a:pt x="5721817" y="1859252"/>
                </a:cubicBezTo>
                <a:close/>
                <a:moveTo>
                  <a:pt x="3033577" y="2846283"/>
                </a:moveTo>
                <a:cubicBezTo>
                  <a:pt x="3036422" y="2845040"/>
                  <a:pt x="3037719" y="2841714"/>
                  <a:pt x="3036477" y="2838870"/>
                </a:cubicBezTo>
                <a:cubicBezTo>
                  <a:pt x="3035232" y="2836026"/>
                  <a:pt x="3031925" y="2834728"/>
                  <a:pt x="3029062" y="2835972"/>
                </a:cubicBezTo>
                <a:cubicBezTo>
                  <a:pt x="3026217" y="2837217"/>
                  <a:pt x="3024918" y="2840541"/>
                  <a:pt x="3026164" y="2843386"/>
                </a:cubicBezTo>
                <a:cubicBezTo>
                  <a:pt x="3027088" y="2845502"/>
                  <a:pt x="3029150" y="2846764"/>
                  <a:pt x="3031319" y="2846764"/>
                </a:cubicBezTo>
                <a:cubicBezTo>
                  <a:pt x="3032085" y="2846764"/>
                  <a:pt x="3032848" y="2846604"/>
                  <a:pt x="3033577" y="2846283"/>
                </a:cubicBezTo>
                <a:close/>
                <a:moveTo>
                  <a:pt x="5998387" y="1759085"/>
                </a:moveTo>
                <a:cubicBezTo>
                  <a:pt x="6006156" y="1756027"/>
                  <a:pt x="6009961" y="1747245"/>
                  <a:pt x="6006903" y="1739476"/>
                </a:cubicBezTo>
                <a:cubicBezTo>
                  <a:pt x="6003845" y="1731724"/>
                  <a:pt x="5995080" y="1727901"/>
                  <a:pt x="5987311" y="1730959"/>
                </a:cubicBezTo>
                <a:cubicBezTo>
                  <a:pt x="5979540" y="1734017"/>
                  <a:pt x="5975718" y="1742800"/>
                  <a:pt x="5978794" y="1750570"/>
                </a:cubicBezTo>
                <a:cubicBezTo>
                  <a:pt x="5981123" y="1756508"/>
                  <a:pt x="5986830" y="1760135"/>
                  <a:pt x="5992858" y="1760134"/>
                </a:cubicBezTo>
                <a:cubicBezTo>
                  <a:pt x="5994689" y="1760134"/>
                  <a:pt x="5996573" y="1759797"/>
                  <a:pt x="5998387" y="1759085"/>
                </a:cubicBezTo>
                <a:close/>
                <a:moveTo>
                  <a:pt x="5091256" y="2092084"/>
                </a:moveTo>
                <a:cubicBezTo>
                  <a:pt x="5098918" y="2092084"/>
                  <a:pt x="5105212" y="2085986"/>
                  <a:pt x="5105407" y="2078288"/>
                </a:cubicBezTo>
                <a:cubicBezTo>
                  <a:pt x="5105604" y="2070465"/>
                  <a:pt x="5099417" y="2063958"/>
                  <a:pt x="5091613" y="2063763"/>
                </a:cubicBezTo>
                <a:cubicBezTo>
                  <a:pt x="5083788" y="2063567"/>
                  <a:pt x="5077300" y="2069754"/>
                  <a:pt x="5077087" y="2077577"/>
                </a:cubicBezTo>
                <a:cubicBezTo>
                  <a:pt x="5076890" y="2085382"/>
                  <a:pt x="5083077" y="2091888"/>
                  <a:pt x="5090900" y="2092084"/>
                </a:cubicBezTo>
                <a:close/>
                <a:moveTo>
                  <a:pt x="2416187" y="3073409"/>
                </a:moveTo>
                <a:cubicBezTo>
                  <a:pt x="2419530" y="3071986"/>
                  <a:pt x="2421112" y="3068129"/>
                  <a:pt x="2419690" y="3064785"/>
                </a:cubicBezTo>
                <a:cubicBezTo>
                  <a:pt x="2418285" y="3061426"/>
                  <a:pt x="2414427" y="3059861"/>
                  <a:pt x="2411067" y="3061283"/>
                </a:cubicBezTo>
                <a:cubicBezTo>
                  <a:pt x="2407725" y="3062688"/>
                  <a:pt x="2406160" y="3066546"/>
                  <a:pt x="2407565" y="3069888"/>
                </a:cubicBezTo>
                <a:cubicBezTo>
                  <a:pt x="2408631" y="3072413"/>
                  <a:pt x="2411067" y="3073924"/>
                  <a:pt x="2413628" y="3073924"/>
                </a:cubicBezTo>
                <a:cubicBezTo>
                  <a:pt x="2414481" y="3073924"/>
                  <a:pt x="2415352" y="3073746"/>
                  <a:pt x="2416187" y="3073409"/>
                </a:cubicBezTo>
                <a:close/>
                <a:moveTo>
                  <a:pt x="2155620" y="3170019"/>
                </a:moveTo>
                <a:cubicBezTo>
                  <a:pt x="2159086" y="3168935"/>
                  <a:pt x="2161042" y="3165254"/>
                  <a:pt x="2159957" y="3161788"/>
                </a:cubicBezTo>
                <a:cubicBezTo>
                  <a:pt x="2158873" y="3158321"/>
                  <a:pt x="2155193" y="3156382"/>
                  <a:pt x="2151725" y="3157450"/>
                </a:cubicBezTo>
                <a:cubicBezTo>
                  <a:pt x="2148260" y="3158534"/>
                  <a:pt x="2146321" y="3162215"/>
                  <a:pt x="2147388" y="3165699"/>
                </a:cubicBezTo>
                <a:cubicBezTo>
                  <a:pt x="2148260" y="3168508"/>
                  <a:pt x="2150873" y="3170321"/>
                  <a:pt x="2153682" y="3170322"/>
                </a:cubicBezTo>
                <a:cubicBezTo>
                  <a:pt x="2154322" y="3170322"/>
                  <a:pt x="2154980" y="3170215"/>
                  <a:pt x="2155620" y="3170019"/>
                </a:cubicBezTo>
                <a:close/>
                <a:moveTo>
                  <a:pt x="5814766" y="1827854"/>
                </a:moveTo>
                <a:cubicBezTo>
                  <a:pt x="5822642" y="1825080"/>
                  <a:pt x="5826784" y="1816458"/>
                  <a:pt x="5824011" y="1808600"/>
                </a:cubicBezTo>
                <a:cubicBezTo>
                  <a:pt x="5821256" y="1800706"/>
                  <a:pt x="5812615" y="1796563"/>
                  <a:pt x="5804756" y="1799337"/>
                </a:cubicBezTo>
                <a:cubicBezTo>
                  <a:pt x="5796880" y="1802111"/>
                  <a:pt x="5792738" y="1810733"/>
                  <a:pt x="5795493" y="1818609"/>
                </a:cubicBezTo>
                <a:cubicBezTo>
                  <a:pt x="5797680" y="1824814"/>
                  <a:pt x="5803512" y="1828708"/>
                  <a:pt x="5809752" y="1828708"/>
                </a:cubicBezTo>
                <a:cubicBezTo>
                  <a:pt x="5811424" y="1828708"/>
                  <a:pt x="5813095" y="1828441"/>
                  <a:pt x="5814766" y="1827854"/>
                </a:cubicBezTo>
                <a:close/>
                <a:moveTo>
                  <a:pt x="5906931" y="1794395"/>
                </a:moveTo>
                <a:cubicBezTo>
                  <a:pt x="5914754" y="1791461"/>
                  <a:pt x="5918719" y="1782749"/>
                  <a:pt x="5915786" y="1774926"/>
                </a:cubicBezTo>
                <a:cubicBezTo>
                  <a:pt x="5912853" y="1767121"/>
                  <a:pt x="5904158" y="1763157"/>
                  <a:pt x="5896336" y="1766073"/>
                </a:cubicBezTo>
                <a:cubicBezTo>
                  <a:pt x="5888513" y="1769006"/>
                  <a:pt x="5884547" y="1777718"/>
                  <a:pt x="5887481" y="1785541"/>
                </a:cubicBezTo>
                <a:cubicBezTo>
                  <a:pt x="5889757" y="1791603"/>
                  <a:pt x="5895518" y="1795355"/>
                  <a:pt x="5901652" y="1795355"/>
                </a:cubicBezTo>
                <a:cubicBezTo>
                  <a:pt x="5903393" y="1795355"/>
                  <a:pt x="5905189" y="1795035"/>
                  <a:pt x="5906931" y="1794395"/>
                </a:cubicBezTo>
                <a:close/>
                <a:moveTo>
                  <a:pt x="3378488" y="2723573"/>
                </a:moveTo>
                <a:cubicBezTo>
                  <a:pt x="3381493" y="2722791"/>
                  <a:pt x="3383307" y="2719716"/>
                  <a:pt x="3382524" y="2716693"/>
                </a:cubicBezTo>
                <a:cubicBezTo>
                  <a:pt x="3381742" y="2713689"/>
                  <a:pt x="3378666" y="2711893"/>
                  <a:pt x="3375662" y="2712657"/>
                </a:cubicBezTo>
                <a:cubicBezTo>
                  <a:pt x="3372639" y="2713440"/>
                  <a:pt x="3370845" y="2716515"/>
                  <a:pt x="3371627" y="2719520"/>
                </a:cubicBezTo>
                <a:cubicBezTo>
                  <a:pt x="3372284" y="2722063"/>
                  <a:pt x="3374560" y="2723752"/>
                  <a:pt x="3377067" y="2723752"/>
                </a:cubicBezTo>
                <a:cubicBezTo>
                  <a:pt x="3377529" y="2723752"/>
                  <a:pt x="3378008" y="2723698"/>
                  <a:pt x="3378488" y="2723573"/>
                </a:cubicBezTo>
                <a:close/>
                <a:moveTo>
                  <a:pt x="7617053" y="1168735"/>
                </a:moveTo>
                <a:cubicBezTo>
                  <a:pt x="7620004" y="1166399"/>
                  <a:pt x="7622205" y="1163074"/>
                  <a:pt x="7623094" y="1159119"/>
                </a:cubicBezTo>
                <a:cubicBezTo>
                  <a:pt x="7625139" y="1149944"/>
                  <a:pt x="7619360" y="1140860"/>
                  <a:pt x="7610186" y="1138797"/>
                </a:cubicBezTo>
                <a:cubicBezTo>
                  <a:pt x="7601012" y="1136771"/>
                  <a:pt x="7591927" y="1142531"/>
                  <a:pt x="7589883" y="1151705"/>
                </a:cubicBezTo>
                <a:cubicBezTo>
                  <a:pt x="7587838" y="1160879"/>
                  <a:pt x="7593616" y="1169964"/>
                  <a:pt x="7602790" y="1172008"/>
                </a:cubicBezTo>
                <a:cubicBezTo>
                  <a:pt x="7604035" y="1172293"/>
                  <a:pt x="7605279" y="1172417"/>
                  <a:pt x="7606506" y="1172417"/>
                </a:cubicBezTo>
                <a:cubicBezTo>
                  <a:pt x="7610399" y="1172418"/>
                  <a:pt x="7614102" y="1171070"/>
                  <a:pt x="7617053" y="1168735"/>
                </a:cubicBezTo>
                <a:close/>
                <a:moveTo>
                  <a:pt x="2330404" y="3108326"/>
                </a:moveTo>
                <a:cubicBezTo>
                  <a:pt x="2333782" y="3106993"/>
                  <a:pt x="2335453" y="3103188"/>
                  <a:pt x="2334137" y="3099792"/>
                </a:cubicBezTo>
                <a:cubicBezTo>
                  <a:pt x="2332804" y="3096415"/>
                  <a:pt x="2328982" y="3094744"/>
                  <a:pt x="2325604" y="3096059"/>
                </a:cubicBezTo>
                <a:cubicBezTo>
                  <a:pt x="2322226" y="3097392"/>
                  <a:pt x="2320555" y="3101215"/>
                  <a:pt x="2321870" y="3104593"/>
                </a:cubicBezTo>
                <a:cubicBezTo>
                  <a:pt x="2322901" y="3107189"/>
                  <a:pt x="2325372" y="3108771"/>
                  <a:pt x="2328005" y="3108771"/>
                </a:cubicBezTo>
                <a:cubicBezTo>
                  <a:pt x="2328803" y="3108771"/>
                  <a:pt x="2329622" y="3108628"/>
                  <a:pt x="2330404" y="3108326"/>
                </a:cubicBezTo>
                <a:close/>
                <a:moveTo>
                  <a:pt x="2243608" y="3140738"/>
                </a:moveTo>
                <a:cubicBezTo>
                  <a:pt x="2247021" y="3139528"/>
                  <a:pt x="2248817" y="3135777"/>
                  <a:pt x="2247608" y="3132345"/>
                </a:cubicBezTo>
                <a:cubicBezTo>
                  <a:pt x="2246398" y="3128914"/>
                  <a:pt x="2242630" y="3127136"/>
                  <a:pt x="2239199" y="3128345"/>
                </a:cubicBezTo>
                <a:cubicBezTo>
                  <a:pt x="2235784" y="3129554"/>
                  <a:pt x="2233989" y="3133324"/>
                  <a:pt x="2235198" y="3136737"/>
                </a:cubicBezTo>
                <a:cubicBezTo>
                  <a:pt x="2236158" y="3139440"/>
                  <a:pt x="2238699" y="3141128"/>
                  <a:pt x="2241403" y="3141128"/>
                </a:cubicBezTo>
                <a:cubicBezTo>
                  <a:pt x="2242132" y="3141128"/>
                  <a:pt x="2242879" y="3141004"/>
                  <a:pt x="2243608" y="3140738"/>
                </a:cubicBezTo>
                <a:close/>
                <a:moveTo>
                  <a:pt x="3710172" y="2603245"/>
                </a:moveTo>
                <a:cubicBezTo>
                  <a:pt x="3713781" y="2602925"/>
                  <a:pt x="3716466" y="2599743"/>
                  <a:pt x="3716165" y="2596134"/>
                </a:cubicBezTo>
                <a:cubicBezTo>
                  <a:pt x="3715860" y="2592507"/>
                  <a:pt x="3712679" y="2589823"/>
                  <a:pt x="3709069" y="2590125"/>
                </a:cubicBezTo>
                <a:cubicBezTo>
                  <a:pt x="3705442" y="2590427"/>
                  <a:pt x="3702757" y="2593609"/>
                  <a:pt x="3703059" y="2597236"/>
                </a:cubicBezTo>
                <a:cubicBezTo>
                  <a:pt x="3703345" y="2600668"/>
                  <a:pt x="3706224" y="2603263"/>
                  <a:pt x="3709604" y="2603263"/>
                </a:cubicBezTo>
                <a:cubicBezTo>
                  <a:pt x="3709799" y="2603263"/>
                  <a:pt x="3709977" y="2603245"/>
                  <a:pt x="3710172" y="2603245"/>
                </a:cubicBezTo>
                <a:close/>
                <a:moveTo>
                  <a:pt x="2949981" y="2883993"/>
                </a:moveTo>
                <a:cubicBezTo>
                  <a:pt x="2952790" y="2882677"/>
                  <a:pt x="2954017" y="2879335"/>
                  <a:pt x="2952719" y="2876508"/>
                </a:cubicBezTo>
                <a:cubicBezTo>
                  <a:pt x="2951403" y="2873699"/>
                  <a:pt x="2948061" y="2872472"/>
                  <a:pt x="2945235" y="2873770"/>
                </a:cubicBezTo>
                <a:cubicBezTo>
                  <a:pt x="2942426" y="2875086"/>
                  <a:pt x="2941199" y="2878428"/>
                  <a:pt x="2942495" y="2881254"/>
                </a:cubicBezTo>
                <a:cubicBezTo>
                  <a:pt x="2943456" y="2883317"/>
                  <a:pt x="2945484" y="2884508"/>
                  <a:pt x="2947616" y="2884508"/>
                </a:cubicBezTo>
                <a:cubicBezTo>
                  <a:pt x="2948399" y="2884508"/>
                  <a:pt x="2949217" y="2884348"/>
                  <a:pt x="2949981" y="2883993"/>
                </a:cubicBezTo>
                <a:close/>
                <a:moveTo>
                  <a:pt x="6915138" y="1429980"/>
                </a:moveTo>
                <a:cubicBezTo>
                  <a:pt x="6923317" y="1428274"/>
                  <a:pt x="6928560" y="1420274"/>
                  <a:pt x="6926837" y="1412094"/>
                </a:cubicBezTo>
                <a:cubicBezTo>
                  <a:pt x="6925130" y="1403935"/>
                  <a:pt x="6917129" y="1398689"/>
                  <a:pt x="6908968" y="1400414"/>
                </a:cubicBezTo>
                <a:cubicBezTo>
                  <a:pt x="6900790" y="1402120"/>
                  <a:pt x="6895546" y="1410121"/>
                  <a:pt x="6897270" y="1418282"/>
                </a:cubicBezTo>
                <a:cubicBezTo>
                  <a:pt x="6898746" y="1425411"/>
                  <a:pt x="6905039" y="1430318"/>
                  <a:pt x="6912044" y="1430318"/>
                </a:cubicBezTo>
                <a:cubicBezTo>
                  <a:pt x="6913058" y="1430318"/>
                  <a:pt x="6914107" y="1430212"/>
                  <a:pt x="6915138" y="1429980"/>
                </a:cubicBezTo>
                <a:close/>
                <a:moveTo>
                  <a:pt x="4256587" y="2406024"/>
                </a:moveTo>
                <a:cubicBezTo>
                  <a:pt x="4260890" y="2406024"/>
                  <a:pt x="4264769" y="2403073"/>
                  <a:pt x="4265764" y="2398699"/>
                </a:cubicBezTo>
                <a:cubicBezTo>
                  <a:pt x="4266918" y="2393614"/>
                  <a:pt x="4263734" y="2388565"/>
                  <a:pt x="4258669" y="2387428"/>
                </a:cubicBezTo>
                <a:cubicBezTo>
                  <a:pt x="4253602" y="2386272"/>
                  <a:pt x="4248536" y="2389437"/>
                  <a:pt x="4247397" y="2394521"/>
                </a:cubicBezTo>
                <a:cubicBezTo>
                  <a:pt x="4246242" y="2399589"/>
                  <a:pt x="4249406" y="2404638"/>
                  <a:pt x="4254492" y="2405793"/>
                </a:cubicBezTo>
                <a:cubicBezTo>
                  <a:pt x="4255186" y="2405953"/>
                  <a:pt x="4255896" y="2406024"/>
                  <a:pt x="4256587" y="2406024"/>
                </a:cubicBezTo>
                <a:close/>
                <a:moveTo>
                  <a:pt x="7358703" y="1268442"/>
                </a:moveTo>
                <a:cubicBezTo>
                  <a:pt x="7366988" y="1268442"/>
                  <a:pt x="7374028" y="1262058"/>
                  <a:pt x="7374687" y="1253649"/>
                </a:cubicBezTo>
                <a:cubicBezTo>
                  <a:pt x="7375398" y="1244813"/>
                  <a:pt x="7368783" y="1237062"/>
                  <a:pt x="7359948" y="1236368"/>
                </a:cubicBezTo>
                <a:cubicBezTo>
                  <a:pt x="7351111" y="1235675"/>
                  <a:pt x="7343378" y="1242271"/>
                  <a:pt x="7342666" y="1251107"/>
                </a:cubicBezTo>
                <a:cubicBezTo>
                  <a:pt x="7341974" y="1259943"/>
                  <a:pt x="7348569" y="1267695"/>
                  <a:pt x="7357405" y="1268388"/>
                </a:cubicBezTo>
                <a:cubicBezTo>
                  <a:pt x="7357832" y="1268442"/>
                  <a:pt x="7358277" y="1268442"/>
                  <a:pt x="7358703" y="1268442"/>
                </a:cubicBezTo>
                <a:close/>
                <a:moveTo>
                  <a:pt x="4695870" y="2246317"/>
                </a:moveTo>
                <a:cubicBezTo>
                  <a:pt x="4701043" y="2246316"/>
                  <a:pt x="4705845" y="2243028"/>
                  <a:pt x="4707532" y="2237854"/>
                </a:cubicBezTo>
                <a:cubicBezTo>
                  <a:pt x="4709632" y="2231400"/>
                  <a:pt x="4706111" y="2224484"/>
                  <a:pt x="4699675" y="2222386"/>
                </a:cubicBezTo>
                <a:cubicBezTo>
                  <a:pt x="4693238" y="2220288"/>
                  <a:pt x="4686307" y="2223808"/>
                  <a:pt x="4684208" y="2230245"/>
                </a:cubicBezTo>
                <a:cubicBezTo>
                  <a:pt x="4682110" y="2236697"/>
                  <a:pt x="4685630" y="2243614"/>
                  <a:pt x="4692064" y="2245711"/>
                </a:cubicBezTo>
                <a:cubicBezTo>
                  <a:pt x="4693329" y="2246121"/>
                  <a:pt x="4694607" y="2246316"/>
                  <a:pt x="4695870" y="2246317"/>
                </a:cubicBezTo>
                <a:close/>
                <a:moveTo>
                  <a:pt x="4403959" y="2354110"/>
                </a:moveTo>
                <a:cubicBezTo>
                  <a:pt x="4408349" y="2354110"/>
                  <a:pt x="4412422" y="2351284"/>
                  <a:pt x="4413827" y="2346874"/>
                </a:cubicBezTo>
                <a:cubicBezTo>
                  <a:pt x="4415568" y="2341416"/>
                  <a:pt x="4412545" y="2335584"/>
                  <a:pt x="4407087" y="2333842"/>
                </a:cubicBezTo>
                <a:cubicBezTo>
                  <a:pt x="4401630" y="2332117"/>
                  <a:pt x="4395797" y="2335140"/>
                  <a:pt x="4394073" y="2340599"/>
                </a:cubicBezTo>
                <a:cubicBezTo>
                  <a:pt x="4392331" y="2346056"/>
                  <a:pt x="4395337" y="2351888"/>
                  <a:pt x="4400812" y="2353613"/>
                </a:cubicBezTo>
                <a:cubicBezTo>
                  <a:pt x="4401842" y="2353950"/>
                  <a:pt x="4402910" y="2354110"/>
                  <a:pt x="4403959" y="2354110"/>
                </a:cubicBezTo>
                <a:close/>
                <a:moveTo>
                  <a:pt x="4106820" y="2463859"/>
                </a:moveTo>
                <a:cubicBezTo>
                  <a:pt x="4110979" y="2463859"/>
                  <a:pt x="4114623" y="2460765"/>
                  <a:pt x="4115210" y="2456516"/>
                </a:cubicBezTo>
                <a:cubicBezTo>
                  <a:pt x="4115833" y="2451876"/>
                  <a:pt x="4112579" y="2447609"/>
                  <a:pt x="4107939" y="2446987"/>
                </a:cubicBezTo>
                <a:cubicBezTo>
                  <a:pt x="4103299" y="2446365"/>
                  <a:pt x="4099031" y="2449618"/>
                  <a:pt x="4098409" y="2454240"/>
                </a:cubicBezTo>
                <a:cubicBezTo>
                  <a:pt x="4097770" y="2458881"/>
                  <a:pt x="4101021" y="2463147"/>
                  <a:pt x="4105662" y="2463770"/>
                </a:cubicBezTo>
                <a:cubicBezTo>
                  <a:pt x="4106056" y="2463823"/>
                  <a:pt x="4106427" y="2463859"/>
                  <a:pt x="4106820" y="2463859"/>
                </a:cubicBezTo>
                <a:close/>
                <a:moveTo>
                  <a:pt x="1666042" y="3360574"/>
                </a:moveTo>
                <a:cubicBezTo>
                  <a:pt x="1669153" y="3360414"/>
                  <a:pt x="1671536" y="3357766"/>
                  <a:pt x="1671375" y="3354654"/>
                </a:cubicBezTo>
                <a:cubicBezTo>
                  <a:pt x="1671216" y="3351542"/>
                  <a:pt x="1668566" y="3349159"/>
                  <a:pt x="1665454" y="3349320"/>
                </a:cubicBezTo>
                <a:cubicBezTo>
                  <a:pt x="1662362" y="3349480"/>
                  <a:pt x="1659961" y="3352130"/>
                  <a:pt x="1660140" y="3355240"/>
                </a:cubicBezTo>
                <a:cubicBezTo>
                  <a:pt x="1660281" y="3358245"/>
                  <a:pt x="1662771" y="3360574"/>
                  <a:pt x="1665756" y="3360574"/>
                </a:cubicBezTo>
                <a:close/>
                <a:moveTo>
                  <a:pt x="4549640" y="2303297"/>
                </a:moveTo>
                <a:cubicBezTo>
                  <a:pt x="4554298" y="2303297"/>
                  <a:pt x="4558652" y="2300418"/>
                  <a:pt x="4560307" y="2295777"/>
                </a:cubicBezTo>
                <a:cubicBezTo>
                  <a:pt x="4562406" y="2289893"/>
                  <a:pt x="4559330" y="2283420"/>
                  <a:pt x="4553442" y="2281323"/>
                </a:cubicBezTo>
                <a:cubicBezTo>
                  <a:pt x="4547558" y="2279225"/>
                  <a:pt x="4541087" y="2282301"/>
                  <a:pt x="4538990" y="2288186"/>
                </a:cubicBezTo>
                <a:cubicBezTo>
                  <a:pt x="4536893" y="2294071"/>
                  <a:pt x="4539950" y="2300542"/>
                  <a:pt x="4545853" y="2302640"/>
                </a:cubicBezTo>
                <a:cubicBezTo>
                  <a:pt x="4547097" y="2303102"/>
                  <a:pt x="4548378" y="2303297"/>
                  <a:pt x="4549640" y="2303297"/>
                </a:cubicBezTo>
                <a:close/>
                <a:moveTo>
                  <a:pt x="3467667" y="2702773"/>
                </a:moveTo>
                <a:cubicBezTo>
                  <a:pt x="3470725" y="2702132"/>
                  <a:pt x="3472681" y="2699163"/>
                  <a:pt x="3472041" y="2696123"/>
                </a:cubicBezTo>
                <a:cubicBezTo>
                  <a:pt x="3471419" y="2693065"/>
                  <a:pt x="3468431" y="2691110"/>
                  <a:pt x="3465392" y="2691749"/>
                </a:cubicBezTo>
                <a:cubicBezTo>
                  <a:pt x="3462352" y="2692372"/>
                  <a:pt x="3460377" y="2695341"/>
                  <a:pt x="3461018" y="2698399"/>
                </a:cubicBezTo>
                <a:cubicBezTo>
                  <a:pt x="3461570" y="2701066"/>
                  <a:pt x="3463915" y="2702897"/>
                  <a:pt x="3466530" y="2702897"/>
                </a:cubicBezTo>
                <a:cubicBezTo>
                  <a:pt x="3466904" y="2702896"/>
                  <a:pt x="3467276" y="2702844"/>
                  <a:pt x="3467667" y="2702773"/>
                </a:cubicBezTo>
                <a:close/>
                <a:moveTo>
                  <a:pt x="2867115" y="2923373"/>
                </a:moveTo>
                <a:cubicBezTo>
                  <a:pt x="2869923" y="2922021"/>
                  <a:pt x="2871079" y="2918644"/>
                  <a:pt x="2869727" y="2915853"/>
                </a:cubicBezTo>
                <a:cubicBezTo>
                  <a:pt x="2868358" y="2913062"/>
                  <a:pt x="2864998" y="2911888"/>
                  <a:pt x="2862206" y="2913257"/>
                </a:cubicBezTo>
                <a:cubicBezTo>
                  <a:pt x="2859415" y="2914608"/>
                  <a:pt x="2858242" y="2917968"/>
                  <a:pt x="2859594" y="2920778"/>
                </a:cubicBezTo>
                <a:cubicBezTo>
                  <a:pt x="2860570" y="2922769"/>
                  <a:pt x="2862579" y="2923942"/>
                  <a:pt x="2864660" y="2923942"/>
                </a:cubicBezTo>
                <a:cubicBezTo>
                  <a:pt x="2865496" y="2923942"/>
                  <a:pt x="2866332" y="2923765"/>
                  <a:pt x="2867115" y="2923373"/>
                </a:cubicBezTo>
                <a:close/>
                <a:moveTo>
                  <a:pt x="5174264" y="2077186"/>
                </a:moveTo>
                <a:lnTo>
                  <a:pt x="5174270" y="2077176"/>
                </a:lnTo>
                <a:lnTo>
                  <a:pt x="5174264" y="2077168"/>
                </a:lnTo>
                <a:close/>
                <a:moveTo>
                  <a:pt x="3955004" y="2527953"/>
                </a:moveTo>
                <a:cubicBezTo>
                  <a:pt x="3958969" y="2527953"/>
                  <a:pt x="3962294" y="2524859"/>
                  <a:pt x="3962508" y="2520841"/>
                </a:cubicBezTo>
                <a:cubicBezTo>
                  <a:pt x="3962739" y="2516699"/>
                  <a:pt x="3959555" y="2513143"/>
                  <a:pt x="3955413" y="2512912"/>
                </a:cubicBezTo>
                <a:cubicBezTo>
                  <a:pt x="3951252" y="2512698"/>
                  <a:pt x="3947715" y="2515881"/>
                  <a:pt x="3947485" y="2520023"/>
                </a:cubicBezTo>
                <a:cubicBezTo>
                  <a:pt x="3947252" y="2524183"/>
                  <a:pt x="3950435" y="2527722"/>
                  <a:pt x="3954596" y="2527953"/>
                </a:cubicBezTo>
                <a:close/>
                <a:moveTo>
                  <a:pt x="7845383" y="1104502"/>
                </a:moveTo>
                <a:cubicBezTo>
                  <a:pt x="7852957" y="1104502"/>
                  <a:pt x="7859979" y="1099701"/>
                  <a:pt x="7862451" y="1092110"/>
                </a:cubicBezTo>
                <a:cubicBezTo>
                  <a:pt x="7865527" y="1082687"/>
                  <a:pt x="7860388" y="1072554"/>
                  <a:pt x="7850966" y="1069478"/>
                </a:cubicBezTo>
                <a:cubicBezTo>
                  <a:pt x="7841542" y="1066402"/>
                  <a:pt x="7831409" y="1071540"/>
                  <a:pt x="7828332" y="1080980"/>
                </a:cubicBezTo>
                <a:cubicBezTo>
                  <a:pt x="7825257" y="1090403"/>
                  <a:pt x="7830413" y="1100538"/>
                  <a:pt x="7839836" y="1103613"/>
                </a:cubicBezTo>
                <a:lnTo>
                  <a:pt x="7839818" y="1103613"/>
                </a:lnTo>
                <a:cubicBezTo>
                  <a:pt x="7841667" y="1104217"/>
                  <a:pt x="7843534" y="1104502"/>
                  <a:pt x="7845383" y="1104502"/>
                </a:cubicBezTo>
                <a:close/>
                <a:moveTo>
                  <a:pt x="8208784" y="971640"/>
                </a:moveTo>
                <a:cubicBezTo>
                  <a:pt x="8216713" y="971640"/>
                  <a:pt x="8224198" y="966841"/>
                  <a:pt x="8227274" y="959000"/>
                </a:cubicBezTo>
                <a:cubicBezTo>
                  <a:pt x="8231257" y="948795"/>
                  <a:pt x="8226225" y="937274"/>
                  <a:pt x="8216020" y="933292"/>
                </a:cubicBezTo>
                <a:cubicBezTo>
                  <a:pt x="8205797" y="929291"/>
                  <a:pt x="8194277" y="934323"/>
                  <a:pt x="8190295" y="944546"/>
                </a:cubicBezTo>
                <a:cubicBezTo>
                  <a:pt x="8186294" y="954751"/>
                  <a:pt x="8191343" y="966272"/>
                  <a:pt x="8201549" y="970271"/>
                </a:cubicBezTo>
                <a:cubicBezTo>
                  <a:pt x="8203931" y="971197"/>
                  <a:pt x="8206366" y="971640"/>
                  <a:pt x="8208784" y="971640"/>
                </a:cubicBezTo>
                <a:close/>
                <a:moveTo>
                  <a:pt x="7010539" y="1412753"/>
                </a:moveTo>
                <a:cubicBezTo>
                  <a:pt x="7018788" y="1411508"/>
                  <a:pt x="7024461" y="1403810"/>
                  <a:pt x="7023216" y="1395560"/>
                </a:cubicBezTo>
                <a:cubicBezTo>
                  <a:pt x="7021971" y="1387293"/>
                  <a:pt x="7014273" y="1381621"/>
                  <a:pt x="7006024" y="1382866"/>
                </a:cubicBezTo>
                <a:cubicBezTo>
                  <a:pt x="6997757" y="1384111"/>
                  <a:pt x="6992084" y="1391827"/>
                  <a:pt x="6993330" y="1400077"/>
                </a:cubicBezTo>
                <a:cubicBezTo>
                  <a:pt x="6994468" y="1407561"/>
                  <a:pt x="7000921" y="1412931"/>
                  <a:pt x="7008264" y="1412931"/>
                </a:cubicBezTo>
                <a:cubicBezTo>
                  <a:pt x="7009011" y="1412930"/>
                  <a:pt x="7009775" y="1412877"/>
                  <a:pt x="7010539" y="1412753"/>
                </a:cubicBezTo>
                <a:close/>
                <a:moveTo>
                  <a:pt x="8569043" y="841314"/>
                </a:moveTo>
                <a:cubicBezTo>
                  <a:pt x="8572625" y="838881"/>
                  <a:pt x="8575519" y="835356"/>
                  <a:pt x="8577164" y="830991"/>
                </a:cubicBezTo>
                <a:cubicBezTo>
                  <a:pt x="8581377" y="819755"/>
                  <a:pt x="8575688" y="807203"/>
                  <a:pt x="8564451" y="802989"/>
                </a:cubicBezTo>
                <a:cubicBezTo>
                  <a:pt x="8553215" y="798758"/>
                  <a:pt x="8540664" y="804447"/>
                  <a:pt x="8536432" y="815683"/>
                </a:cubicBezTo>
                <a:cubicBezTo>
                  <a:pt x="8532218" y="826937"/>
                  <a:pt x="8537908" y="839472"/>
                  <a:pt x="8549144" y="843704"/>
                </a:cubicBezTo>
                <a:cubicBezTo>
                  <a:pt x="8551668" y="844645"/>
                  <a:pt x="8554247" y="845090"/>
                  <a:pt x="8556789" y="845090"/>
                </a:cubicBezTo>
                <a:cubicBezTo>
                  <a:pt x="8561190" y="845090"/>
                  <a:pt x="8565461" y="843748"/>
                  <a:pt x="8569043" y="841314"/>
                </a:cubicBezTo>
                <a:close/>
                <a:moveTo>
                  <a:pt x="2784798" y="2963945"/>
                </a:moveTo>
                <a:cubicBezTo>
                  <a:pt x="2787571" y="2962558"/>
                  <a:pt x="2788709" y="2959180"/>
                  <a:pt x="2787323" y="2956388"/>
                </a:cubicBezTo>
                <a:cubicBezTo>
                  <a:pt x="2785935" y="2953615"/>
                  <a:pt x="2782539" y="2952478"/>
                  <a:pt x="2779767" y="2953864"/>
                </a:cubicBezTo>
                <a:cubicBezTo>
                  <a:pt x="2776975" y="2955250"/>
                  <a:pt x="2775855" y="2958646"/>
                  <a:pt x="2777240" y="2961420"/>
                </a:cubicBezTo>
                <a:cubicBezTo>
                  <a:pt x="2778220" y="2963393"/>
                  <a:pt x="2780210" y="2964532"/>
                  <a:pt x="2782273" y="2964531"/>
                </a:cubicBezTo>
                <a:cubicBezTo>
                  <a:pt x="2783127" y="2964531"/>
                  <a:pt x="2783980" y="2964353"/>
                  <a:pt x="2784798" y="2963945"/>
                </a:cubicBezTo>
                <a:close/>
                <a:moveTo>
                  <a:pt x="3557806" y="2686629"/>
                </a:moveTo>
                <a:cubicBezTo>
                  <a:pt x="3560881" y="2686167"/>
                  <a:pt x="3562997" y="2683305"/>
                  <a:pt x="3562518" y="2680228"/>
                </a:cubicBezTo>
                <a:cubicBezTo>
                  <a:pt x="3562055" y="2677153"/>
                  <a:pt x="3559193" y="2675037"/>
                  <a:pt x="3556118" y="2675499"/>
                </a:cubicBezTo>
                <a:cubicBezTo>
                  <a:pt x="3553043" y="2675962"/>
                  <a:pt x="3550926" y="2678825"/>
                  <a:pt x="3551388" y="2681900"/>
                </a:cubicBezTo>
                <a:cubicBezTo>
                  <a:pt x="3551814" y="2684691"/>
                  <a:pt x="3554216" y="2686700"/>
                  <a:pt x="3556952" y="2686700"/>
                </a:cubicBezTo>
                <a:cubicBezTo>
                  <a:pt x="3557238" y="2686700"/>
                  <a:pt x="3557523" y="2686682"/>
                  <a:pt x="3557806" y="2686629"/>
                </a:cubicBezTo>
                <a:close/>
                <a:moveTo>
                  <a:pt x="3802088" y="2598427"/>
                </a:moveTo>
                <a:cubicBezTo>
                  <a:pt x="3805714" y="2598356"/>
                  <a:pt x="3808614" y="2595352"/>
                  <a:pt x="3808541" y="2591724"/>
                </a:cubicBezTo>
                <a:cubicBezTo>
                  <a:pt x="3808471" y="2588080"/>
                  <a:pt x="3805466" y="2585199"/>
                  <a:pt x="3801841" y="2585271"/>
                </a:cubicBezTo>
                <a:cubicBezTo>
                  <a:pt x="3798194" y="2585342"/>
                  <a:pt x="3795316" y="2588347"/>
                  <a:pt x="3795386" y="2591974"/>
                </a:cubicBezTo>
                <a:cubicBezTo>
                  <a:pt x="3795457" y="2595564"/>
                  <a:pt x="3798391" y="2598428"/>
                  <a:pt x="3801964" y="2598427"/>
                </a:cubicBezTo>
                <a:close/>
                <a:moveTo>
                  <a:pt x="5189164" y="2090573"/>
                </a:moveTo>
                <a:cubicBezTo>
                  <a:pt x="5196970" y="2090146"/>
                  <a:pt x="5202962" y="2083479"/>
                  <a:pt x="5202553" y="2075674"/>
                </a:cubicBezTo>
                <a:cubicBezTo>
                  <a:pt x="5202126" y="2067869"/>
                  <a:pt x="5195459" y="2061860"/>
                  <a:pt x="5187652" y="2062287"/>
                </a:cubicBezTo>
                <a:cubicBezTo>
                  <a:pt x="5183741" y="2062492"/>
                  <a:pt x="5180287" y="2064265"/>
                  <a:pt x="5177869" y="2066963"/>
                </a:cubicBezTo>
                <a:lnTo>
                  <a:pt x="5174270" y="2077176"/>
                </a:lnTo>
                <a:lnTo>
                  <a:pt x="5178673" y="2086704"/>
                </a:lnTo>
                <a:cubicBezTo>
                  <a:pt x="5181223" y="2089111"/>
                  <a:pt x="5184656" y="2090574"/>
                  <a:pt x="5188398" y="2090574"/>
                </a:cubicBezTo>
                <a:cubicBezTo>
                  <a:pt x="5188649" y="2090573"/>
                  <a:pt x="5188897" y="2090573"/>
                  <a:pt x="5189164" y="2090573"/>
                </a:cubicBezTo>
                <a:close/>
                <a:moveTo>
                  <a:pt x="2702766" y="3005191"/>
                </a:moveTo>
                <a:cubicBezTo>
                  <a:pt x="2705540" y="3003804"/>
                  <a:pt x="2706659" y="3000409"/>
                  <a:pt x="2705254" y="2997635"/>
                </a:cubicBezTo>
                <a:cubicBezTo>
                  <a:pt x="2703850" y="2994862"/>
                  <a:pt x="2700454" y="2993741"/>
                  <a:pt x="2697681" y="2995146"/>
                </a:cubicBezTo>
                <a:cubicBezTo>
                  <a:pt x="2694907" y="2996551"/>
                  <a:pt x="2693805" y="2999947"/>
                  <a:pt x="2695211" y="3002721"/>
                </a:cubicBezTo>
                <a:cubicBezTo>
                  <a:pt x="2696206" y="3004676"/>
                  <a:pt x="2698179" y="3005813"/>
                  <a:pt x="2700240" y="3005814"/>
                </a:cubicBezTo>
                <a:cubicBezTo>
                  <a:pt x="2701095" y="3005813"/>
                  <a:pt x="2701949" y="3005618"/>
                  <a:pt x="2702766" y="3005191"/>
                </a:cubicBezTo>
                <a:close/>
                <a:moveTo>
                  <a:pt x="1757922" y="3352715"/>
                </a:moveTo>
                <a:cubicBezTo>
                  <a:pt x="1760998" y="3352342"/>
                  <a:pt x="1763204" y="3349551"/>
                  <a:pt x="1762849" y="3346457"/>
                </a:cubicBezTo>
                <a:cubicBezTo>
                  <a:pt x="1762474" y="3343364"/>
                  <a:pt x="1759683" y="3341159"/>
                  <a:pt x="1756589" y="3341532"/>
                </a:cubicBezTo>
                <a:cubicBezTo>
                  <a:pt x="1753514" y="3341888"/>
                  <a:pt x="1751291" y="3344697"/>
                  <a:pt x="1751665" y="3347791"/>
                </a:cubicBezTo>
                <a:cubicBezTo>
                  <a:pt x="1752002" y="3350636"/>
                  <a:pt x="1754439" y="3352751"/>
                  <a:pt x="1757246" y="3352751"/>
                </a:cubicBezTo>
                <a:cubicBezTo>
                  <a:pt x="1757478" y="3352751"/>
                  <a:pt x="1757692" y="3352715"/>
                  <a:pt x="1757922" y="3352715"/>
                </a:cubicBezTo>
                <a:close/>
                <a:moveTo>
                  <a:pt x="4938802" y="2194954"/>
                </a:moveTo>
                <a:cubicBezTo>
                  <a:pt x="4945114" y="2194953"/>
                  <a:pt x="4950694" y="2190420"/>
                  <a:pt x="4951798" y="2183984"/>
                </a:cubicBezTo>
                <a:cubicBezTo>
                  <a:pt x="4953060" y="2176802"/>
                  <a:pt x="4948224" y="2169957"/>
                  <a:pt x="4941042" y="2168712"/>
                </a:cubicBezTo>
                <a:cubicBezTo>
                  <a:pt x="4933841" y="2167467"/>
                  <a:pt x="4926995" y="2172285"/>
                  <a:pt x="4925752" y="2179486"/>
                </a:cubicBezTo>
                <a:cubicBezTo>
                  <a:pt x="4924509" y="2186669"/>
                  <a:pt x="4929342" y="2193514"/>
                  <a:pt x="4936525" y="2194758"/>
                </a:cubicBezTo>
                <a:cubicBezTo>
                  <a:pt x="4937289" y="2194883"/>
                  <a:pt x="4938054" y="2194954"/>
                  <a:pt x="4938802" y="2194954"/>
                </a:cubicBezTo>
                <a:close/>
                <a:moveTo>
                  <a:pt x="3642558" y="2670486"/>
                </a:moveTo>
                <a:lnTo>
                  <a:pt x="3642568" y="2670476"/>
                </a:lnTo>
                <a:lnTo>
                  <a:pt x="3642559" y="2670468"/>
                </a:lnTo>
                <a:close/>
                <a:moveTo>
                  <a:pt x="2620787" y="3046617"/>
                </a:moveTo>
                <a:cubicBezTo>
                  <a:pt x="2623579" y="3045230"/>
                  <a:pt x="2624681" y="3041834"/>
                  <a:pt x="2623294" y="3039060"/>
                </a:cubicBezTo>
                <a:cubicBezTo>
                  <a:pt x="2621889" y="3036287"/>
                  <a:pt x="2618512" y="3035167"/>
                  <a:pt x="2615737" y="3036572"/>
                </a:cubicBezTo>
                <a:cubicBezTo>
                  <a:pt x="2612946" y="3037976"/>
                  <a:pt x="2611844" y="3041354"/>
                  <a:pt x="2613231" y="3044127"/>
                </a:cubicBezTo>
                <a:cubicBezTo>
                  <a:pt x="2614225" y="3046101"/>
                  <a:pt x="2616218" y="3047221"/>
                  <a:pt x="2618262" y="3047221"/>
                </a:cubicBezTo>
                <a:cubicBezTo>
                  <a:pt x="2619116" y="3047221"/>
                  <a:pt x="2619987" y="3047043"/>
                  <a:pt x="2620787" y="3046617"/>
                </a:cubicBezTo>
                <a:close/>
                <a:moveTo>
                  <a:pt x="7106634" y="1401303"/>
                </a:moveTo>
                <a:cubicBezTo>
                  <a:pt x="7114955" y="1400592"/>
                  <a:pt x="7121106" y="1393267"/>
                  <a:pt x="7120395" y="1384965"/>
                </a:cubicBezTo>
                <a:cubicBezTo>
                  <a:pt x="7119684" y="1376644"/>
                  <a:pt x="7112359" y="1370474"/>
                  <a:pt x="7104056" y="1371186"/>
                </a:cubicBezTo>
                <a:cubicBezTo>
                  <a:pt x="7095754" y="1371914"/>
                  <a:pt x="7089585" y="1379222"/>
                  <a:pt x="7090313" y="1387542"/>
                </a:cubicBezTo>
                <a:lnTo>
                  <a:pt x="7090296" y="1387542"/>
                </a:lnTo>
                <a:cubicBezTo>
                  <a:pt x="7090952" y="1395418"/>
                  <a:pt x="7097567" y="1401356"/>
                  <a:pt x="7105337" y="1401357"/>
                </a:cubicBezTo>
                <a:cubicBezTo>
                  <a:pt x="7105763" y="1401357"/>
                  <a:pt x="7106207" y="1401339"/>
                  <a:pt x="7106634" y="1401303"/>
                </a:cubicBezTo>
                <a:close/>
                <a:moveTo>
                  <a:pt x="3144588" y="2856560"/>
                </a:moveTo>
                <a:cubicBezTo>
                  <a:pt x="3147005" y="2855617"/>
                  <a:pt x="3148197" y="2852914"/>
                  <a:pt x="3147273" y="2850497"/>
                </a:cubicBezTo>
                <a:cubicBezTo>
                  <a:pt x="3146330" y="2848079"/>
                  <a:pt x="3143628" y="2846888"/>
                  <a:pt x="3141209" y="2847830"/>
                </a:cubicBezTo>
                <a:cubicBezTo>
                  <a:pt x="3138810" y="2848755"/>
                  <a:pt x="3137600" y="2851475"/>
                  <a:pt x="3138525" y="2853875"/>
                </a:cubicBezTo>
                <a:cubicBezTo>
                  <a:pt x="3139254" y="2855742"/>
                  <a:pt x="3141032" y="2856880"/>
                  <a:pt x="3142899" y="2856880"/>
                </a:cubicBezTo>
                <a:cubicBezTo>
                  <a:pt x="3143468" y="2856880"/>
                  <a:pt x="3144037" y="2856774"/>
                  <a:pt x="3144588" y="2856560"/>
                </a:cubicBezTo>
                <a:close/>
                <a:moveTo>
                  <a:pt x="3230247" y="2825767"/>
                </a:moveTo>
                <a:cubicBezTo>
                  <a:pt x="3232700" y="2824949"/>
                  <a:pt x="3234033" y="2822300"/>
                  <a:pt x="3233215" y="2819846"/>
                </a:cubicBezTo>
                <a:cubicBezTo>
                  <a:pt x="3232397" y="2817393"/>
                  <a:pt x="3229748" y="2816059"/>
                  <a:pt x="3227295" y="2816877"/>
                </a:cubicBezTo>
                <a:cubicBezTo>
                  <a:pt x="3224842" y="2817695"/>
                  <a:pt x="3223508" y="2820344"/>
                  <a:pt x="3224326" y="2822797"/>
                </a:cubicBezTo>
                <a:cubicBezTo>
                  <a:pt x="3224965" y="2824753"/>
                  <a:pt x="3226798" y="2825998"/>
                  <a:pt x="3228771" y="2825998"/>
                </a:cubicBezTo>
                <a:cubicBezTo>
                  <a:pt x="3229250" y="2825998"/>
                  <a:pt x="3229749" y="2825926"/>
                  <a:pt x="3230247" y="2825767"/>
                </a:cubicBezTo>
                <a:close/>
                <a:moveTo>
                  <a:pt x="3060227" y="2890908"/>
                </a:moveTo>
                <a:cubicBezTo>
                  <a:pt x="3062610" y="2889895"/>
                  <a:pt x="3063712" y="2887139"/>
                  <a:pt x="3062698" y="2884757"/>
                </a:cubicBezTo>
                <a:cubicBezTo>
                  <a:pt x="3061685" y="2882375"/>
                  <a:pt x="3058929" y="2881272"/>
                  <a:pt x="3056546" y="2882286"/>
                </a:cubicBezTo>
                <a:cubicBezTo>
                  <a:pt x="3054164" y="2883299"/>
                  <a:pt x="3053062" y="2886054"/>
                  <a:pt x="3054075" y="2888438"/>
                </a:cubicBezTo>
                <a:cubicBezTo>
                  <a:pt x="3054839" y="2890215"/>
                  <a:pt x="3056565" y="2891282"/>
                  <a:pt x="3058395" y="2891282"/>
                </a:cubicBezTo>
                <a:cubicBezTo>
                  <a:pt x="3059001" y="2891282"/>
                  <a:pt x="3059623" y="2891158"/>
                  <a:pt x="3060227" y="2890908"/>
                </a:cubicBezTo>
                <a:close/>
                <a:moveTo>
                  <a:pt x="3648674" y="2675588"/>
                </a:moveTo>
                <a:cubicBezTo>
                  <a:pt x="3651769" y="2675304"/>
                  <a:pt x="3654043" y="2672566"/>
                  <a:pt x="3653776" y="2669472"/>
                </a:cubicBezTo>
                <a:cubicBezTo>
                  <a:pt x="3653494" y="2666379"/>
                  <a:pt x="3650755" y="2664103"/>
                  <a:pt x="3647661" y="2664370"/>
                </a:cubicBezTo>
                <a:lnTo>
                  <a:pt x="3642568" y="2670476"/>
                </a:lnTo>
                <a:lnTo>
                  <a:pt x="3648158" y="2675588"/>
                </a:lnTo>
                <a:cubicBezTo>
                  <a:pt x="3648337" y="2675588"/>
                  <a:pt x="3648497" y="2675588"/>
                  <a:pt x="3648674" y="2675588"/>
                </a:cubicBezTo>
                <a:close/>
                <a:moveTo>
                  <a:pt x="7456469" y="1279162"/>
                </a:moveTo>
                <a:cubicBezTo>
                  <a:pt x="7464345" y="1279162"/>
                  <a:pt x="7471226" y="1273349"/>
                  <a:pt x="7472345" y="1265312"/>
                </a:cubicBezTo>
                <a:cubicBezTo>
                  <a:pt x="7473573" y="1256530"/>
                  <a:pt x="7467439" y="1248422"/>
                  <a:pt x="7458655" y="1247195"/>
                </a:cubicBezTo>
                <a:cubicBezTo>
                  <a:pt x="7449874" y="1245969"/>
                  <a:pt x="7441766" y="1252103"/>
                  <a:pt x="7440539" y="1260885"/>
                </a:cubicBezTo>
                <a:cubicBezTo>
                  <a:pt x="7439313" y="1269668"/>
                  <a:pt x="7445446" y="1277793"/>
                  <a:pt x="7454229" y="1279002"/>
                </a:cubicBezTo>
                <a:cubicBezTo>
                  <a:pt x="7454976" y="1279109"/>
                  <a:pt x="7455723" y="1279162"/>
                  <a:pt x="7456469" y="1279162"/>
                </a:cubicBezTo>
                <a:close/>
                <a:moveTo>
                  <a:pt x="8076492" y="1053263"/>
                </a:moveTo>
                <a:cubicBezTo>
                  <a:pt x="8084137" y="1053263"/>
                  <a:pt x="8091355" y="1048569"/>
                  <a:pt x="8094181" y="1040978"/>
                </a:cubicBezTo>
                <a:cubicBezTo>
                  <a:pt x="8097844" y="1031200"/>
                  <a:pt x="8092883" y="1020301"/>
                  <a:pt x="8083123" y="1016639"/>
                </a:cubicBezTo>
                <a:cubicBezTo>
                  <a:pt x="8073345" y="1012976"/>
                  <a:pt x="8062446" y="1017954"/>
                  <a:pt x="8058784" y="1027733"/>
                </a:cubicBezTo>
                <a:cubicBezTo>
                  <a:pt x="8055121" y="1037493"/>
                  <a:pt x="8060082" y="1048392"/>
                  <a:pt x="8069860" y="1052055"/>
                </a:cubicBezTo>
                <a:cubicBezTo>
                  <a:pt x="8072047" y="1052872"/>
                  <a:pt x="8074288" y="1053263"/>
                  <a:pt x="8076492" y="1053263"/>
                </a:cubicBezTo>
                <a:close/>
                <a:moveTo>
                  <a:pt x="3317328" y="2799258"/>
                </a:moveTo>
                <a:cubicBezTo>
                  <a:pt x="3319816" y="2798565"/>
                  <a:pt x="3321275" y="2795987"/>
                  <a:pt x="3320581" y="2793498"/>
                </a:cubicBezTo>
                <a:cubicBezTo>
                  <a:pt x="3319888" y="2791008"/>
                  <a:pt x="3317310" y="2789533"/>
                  <a:pt x="3314821" y="2790226"/>
                </a:cubicBezTo>
                <a:cubicBezTo>
                  <a:pt x="3312332" y="2790920"/>
                  <a:pt x="3310857" y="2793498"/>
                  <a:pt x="3311567" y="2795987"/>
                </a:cubicBezTo>
                <a:cubicBezTo>
                  <a:pt x="3312136" y="2798067"/>
                  <a:pt x="3314021" y="2799418"/>
                  <a:pt x="3316066" y="2799418"/>
                </a:cubicBezTo>
                <a:cubicBezTo>
                  <a:pt x="3316474" y="2799418"/>
                  <a:pt x="3316901" y="2799365"/>
                  <a:pt x="3317328" y="2799258"/>
                </a:cubicBezTo>
                <a:close/>
                <a:moveTo>
                  <a:pt x="1849094" y="3339079"/>
                </a:moveTo>
                <a:cubicBezTo>
                  <a:pt x="1852133" y="3338528"/>
                  <a:pt x="1854179" y="3335595"/>
                  <a:pt x="1853627" y="3332537"/>
                </a:cubicBezTo>
                <a:cubicBezTo>
                  <a:pt x="1853076" y="3329479"/>
                  <a:pt x="1850142" y="3327434"/>
                  <a:pt x="1847084" y="3327986"/>
                </a:cubicBezTo>
                <a:cubicBezTo>
                  <a:pt x="1844027" y="3328537"/>
                  <a:pt x="1841999" y="3331470"/>
                  <a:pt x="1842551" y="3334528"/>
                </a:cubicBezTo>
                <a:cubicBezTo>
                  <a:pt x="1843031" y="3337248"/>
                  <a:pt x="1845413" y="3339169"/>
                  <a:pt x="1848080" y="3339169"/>
                </a:cubicBezTo>
                <a:cubicBezTo>
                  <a:pt x="1848418" y="3339169"/>
                  <a:pt x="1848755" y="3339132"/>
                  <a:pt x="1849094" y="3339079"/>
                </a:cubicBezTo>
                <a:close/>
                <a:moveTo>
                  <a:pt x="7187883" y="1381515"/>
                </a:moveTo>
                <a:lnTo>
                  <a:pt x="7187887" y="1381505"/>
                </a:lnTo>
                <a:lnTo>
                  <a:pt x="7187883" y="1381497"/>
                </a:lnTo>
                <a:close/>
                <a:moveTo>
                  <a:pt x="2538612" y="3087703"/>
                </a:moveTo>
                <a:cubicBezTo>
                  <a:pt x="2541405" y="3086335"/>
                  <a:pt x="2542542" y="3082956"/>
                  <a:pt x="2541155" y="3080165"/>
                </a:cubicBezTo>
                <a:cubicBezTo>
                  <a:pt x="2539786" y="3077374"/>
                  <a:pt x="2536409" y="3076236"/>
                  <a:pt x="2533617" y="3077623"/>
                </a:cubicBezTo>
                <a:cubicBezTo>
                  <a:pt x="2530825" y="3078991"/>
                  <a:pt x="2529688" y="3082370"/>
                  <a:pt x="2531057" y="3085161"/>
                </a:cubicBezTo>
                <a:cubicBezTo>
                  <a:pt x="2532052" y="3087134"/>
                  <a:pt x="2534043" y="3088290"/>
                  <a:pt x="2536124" y="3088290"/>
                </a:cubicBezTo>
                <a:cubicBezTo>
                  <a:pt x="2536960" y="3088289"/>
                  <a:pt x="2537813" y="3088113"/>
                  <a:pt x="2538612" y="3087703"/>
                </a:cubicBezTo>
                <a:close/>
                <a:moveTo>
                  <a:pt x="2977004" y="2927960"/>
                </a:moveTo>
                <a:cubicBezTo>
                  <a:pt x="2979350" y="2926875"/>
                  <a:pt x="2980364" y="2924084"/>
                  <a:pt x="2979279" y="2921737"/>
                </a:cubicBezTo>
                <a:cubicBezTo>
                  <a:pt x="2978195" y="2919390"/>
                  <a:pt x="2975421" y="2918377"/>
                  <a:pt x="2973075" y="2919462"/>
                </a:cubicBezTo>
                <a:cubicBezTo>
                  <a:pt x="2970728" y="2920546"/>
                  <a:pt x="2969697" y="2923319"/>
                  <a:pt x="2970781" y="2925666"/>
                </a:cubicBezTo>
                <a:cubicBezTo>
                  <a:pt x="2971582" y="2927373"/>
                  <a:pt x="2973271" y="2928387"/>
                  <a:pt x="2975048" y="2928387"/>
                </a:cubicBezTo>
                <a:cubicBezTo>
                  <a:pt x="2975688" y="2928386"/>
                  <a:pt x="2976363" y="2928244"/>
                  <a:pt x="2977004" y="2927960"/>
                </a:cubicBezTo>
                <a:close/>
                <a:moveTo>
                  <a:pt x="8431358" y="927336"/>
                </a:moveTo>
                <a:cubicBezTo>
                  <a:pt x="8439714" y="927336"/>
                  <a:pt x="8447590" y="922269"/>
                  <a:pt x="8450773" y="914002"/>
                </a:cubicBezTo>
                <a:cubicBezTo>
                  <a:pt x="8454898" y="903281"/>
                  <a:pt x="8449564" y="891245"/>
                  <a:pt x="8438843" y="887119"/>
                </a:cubicBezTo>
                <a:cubicBezTo>
                  <a:pt x="8428122" y="882977"/>
                  <a:pt x="8416086" y="888310"/>
                  <a:pt x="8411961" y="899031"/>
                </a:cubicBezTo>
                <a:cubicBezTo>
                  <a:pt x="8407820" y="909753"/>
                  <a:pt x="8413153" y="921789"/>
                  <a:pt x="8423873" y="925931"/>
                </a:cubicBezTo>
                <a:cubicBezTo>
                  <a:pt x="8426345" y="926873"/>
                  <a:pt x="8428870" y="927336"/>
                  <a:pt x="8431358" y="927336"/>
                </a:cubicBezTo>
                <a:close/>
                <a:moveTo>
                  <a:pt x="4198858" y="2480785"/>
                </a:moveTo>
                <a:cubicBezTo>
                  <a:pt x="4202701" y="2480784"/>
                  <a:pt x="4206185" y="2478153"/>
                  <a:pt x="4207112" y="2474259"/>
                </a:cubicBezTo>
                <a:cubicBezTo>
                  <a:pt x="4208177" y="2469690"/>
                  <a:pt x="4205367" y="2465139"/>
                  <a:pt x="4200800" y="2464054"/>
                </a:cubicBezTo>
                <a:cubicBezTo>
                  <a:pt x="4196265" y="2462988"/>
                  <a:pt x="4191677" y="2465796"/>
                  <a:pt x="4190610" y="2470348"/>
                </a:cubicBezTo>
                <a:cubicBezTo>
                  <a:pt x="4189526" y="2474917"/>
                  <a:pt x="4192353" y="2479469"/>
                  <a:pt x="4196904" y="2480553"/>
                </a:cubicBezTo>
                <a:cubicBezTo>
                  <a:pt x="4197562" y="2480714"/>
                  <a:pt x="4198219" y="2480785"/>
                  <a:pt x="4198858" y="2480785"/>
                </a:cubicBezTo>
                <a:close/>
                <a:moveTo>
                  <a:pt x="5286894" y="2082021"/>
                </a:moveTo>
                <a:cubicBezTo>
                  <a:pt x="5294664" y="2081097"/>
                  <a:pt x="5300211" y="2074057"/>
                  <a:pt x="5299269" y="2066287"/>
                </a:cubicBezTo>
                <a:cubicBezTo>
                  <a:pt x="5298344" y="2058518"/>
                  <a:pt x="5291302" y="2052971"/>
                  <a:pt x="5283535" y="2053896"/>
                </a:cubicBezTo>
                <a:cubicBezTo>
                  <a:pt x="5275765" y="2054838"/>
                  <a:pt x="5270217" y="2061878"/>
                  <a:pt x="5271142" y="2069647"/>
                </a:cubicBezTo>
                <a:cubicBezTo>
                  <a:pt x="5271997" y="2076848"/>
                  <a:pt x="5278113" y="2082128"/>
                  <a:pt x="5285189" y="2082128"/>
                </a:cubicBezTo>
                <a:cubicBezTo>
                  <a:pt x="5285757" y="2082128"/>
                  <a:pt x="5286326" y="2082092"/>
                  <a:pt x="5286894" y="2082021"/>
                </a:cubicBezTo>
                <a:close/>
                <a:moveTo>
                  <a:pt x="4047614" y="2536789"/>
                </a:moveTo>
                <a:cubicBezTo>
                  <a:pt x="4051314" y="2536789"/>
                  <a:pt x="4054530" y="2534050"/>
                  <a:pt x="4055065" y="2530281"/>
                </a:cubicBezTo>
                <a:cubicBezTo>
                  <a:pt x="4055633" y="2526175"/>
                  <a:pt x="4052753" y="2522370"/>
                  <a:pt x="4048628" y="2521801"/>
                </a:cubicBezTo>
                <a:cubicBezTo>
                  <a:pt x="4044521" y="2521232"/>
                  <a:pt x="4040718" y="2524112"/>
                  <a:pt x="4040148" y="2528219"/>
                </a:cubicBezTo>
                <a:cubicBezTo>
                  <a:pt x="4039580" y="2532344"/>
                  <a:pt x="4042460" y="2536130"/>
                  <a:pt x="4046566" y="2536717"/>
                </a:cubicBezTo>
                <a:cubicBezTo>
                  <a:pt x="4046922" y="2536753"/>
                  <a:pt x="4047259" y="2536789"/>
                  <a:pt x="4047614" y="2536789"/>
                </a:cubicBezTo>
                <a:close/>
                <a:moveTo>
                  <a:pt x="7702583" y="1196045"/>
                </a:moveTo>
                <a:cubicBezTo>
                  <a:pt x="7710086" y="1196045"/>
                  <a:pt x="7716966" y="1191032"/>
                  <a:pt x="7718992" y="1183423"/>
                </a:cubicBezTo>
                <a:cubicBezTo>
                  <a:pt x="7721429" y="1174355"/>
                  <a:pt x="7716023" y="1165022"/>
                  <a:pt x="7706957" y="1162603"/>
                </a:cubicBezTo>
                <a:cubicBezTo>
                  <a:pt x="7697889" y="1160168"/>
                  <a:pt x="7688556" y="1165554"/>
                  <a:pt x="7686137" y="1174640"/>
                </a:cubicBezTo>
                <a:cubicBezTo>
                  <a:pt x="7683702" y="1183707"/>
                  <a:pt x="7689107" y="1193041"/>
                  <a:pt x="7698174" y="1195459"/>
                </a:cubicBezTo>
                <a:cubicBezTo>
                  <a:pt x="7699649" y="1195850"/>
                  <a:pt x="7701125" y="1196045"/>
                  <a:pt x="7702583" y="1196045"/>
                </a:cubicBezTo>
                <a:close/>
                <a:moveTo>
                  <a:pt x="4347156" y="2431803"/>
                </a:moveTo>
                <a:cubicBezTo>
                  <a:pt x="4351084" y="2431822"/>
                  <a:pt x="4354746" y="2429350"/>
                  <a:pt x="4356080" y="2425421"/>
                </a:cubicBezTo>
                <a:cubicBezTo>
                  <a:pt x="4357751" y="2420497"/>
                  <a:pt x="4355120" y="2415145"/>
                  <a:pt x="4350195" y="2413474"/>
                </a:cubicBezTo>
                <a:cubicBezTo>
                  <a:pt x="4345270" y="2411785"/>
                  <a:pt x="4339919" y="2414416"/>
                  <a:pt x="4338230" y="2419359"/>
                </a:cubicBezTo>
                <a:cubicBezTo>
                  <a:pt x="4336558" y="2424283"/>
                  <a:pt x="4339188" y="2429634"/>
                  <a:pt x="4344114" y="2431305"/>
                </a:cubicBezTo>
                <a:cubicBezTo>
                  <a:pt x="4345127" y="2431644"/>
                  <a:pt x="4346159" y="2431804"/>
                  <a:pt x="4347156" y="2431803"/>
                </a:cubicBezTo>
                <a:close/>
                <a:moveTo>
                  <a:pt x="3405635" y="2777247"/>
                </a:moveTo>
                <a:cubicBezTo>
                  <a:pt x="3408161" y="2776679"/>
                  <a:pt x="3409759" y="2774190"/>
                  <a:pt x="3409191" y="2771665"/>
                </a:cubicBezTo>
                <a:cubicBezTo>
                  <a:pt x="3408640" y="2769141"/>
                  <a:pt x="3406133" y="2767541"/>
                  <a:pt x="3403609" y="2768110"/>
                </a:cubicBezTo>
                <a:cubicBezTo>
                  <a:pt x="3401084" y="2768661"/>
                  <a:pt x="3399502" y="2771168"/>
                  <a:pt x="3400053" y="2773692"/>
                </a:cubicBezTo>
                <a:cubicBezTo>
                  <a:pt x="3400533" y="2775861"/>
                  <a:pt x="3402471" y="2777354"/>
                  <a:pt x="3404621" y="2777354"/>
                </a:cubicBezTo>
                <a:cubicBezTo>
                  <a:pt x="3404960" y="2777354"/>
                  <a:pt x="3405297" y="2777319"/>
                  <a:pt x="3405635" y="2777247"/>
                </a:cubicBezTo>
                <a:close/>
                <a:moveTo>
                  <a:pt x="3894378" y="2599903"/>
                </a:moveTo>
                <a:cubicBezTo>
                  <a:pt x="3897864" y="2599903"/>
                  <a:pt x="3900762" y="2597183"/>
                  <a:pt x="3900958" y="2593681"/>
                </a:cubicBezTo>
                <a:cubicBezTo>
                  <a:pt x="3901154" y="2590053"/>
                  <a:pt x="3898362" y="2586960"/>
                  <a:pt x="3894736" y="2586764"/>
                </a:cubicBezTo>
                <a:cubicBezTo>
                  <a:pt x="3891107" y="2586569"/>
                  <a:pt x="3888014" y="2589360"/>
                  <a:pt x="3887820" y="2592987"/>
                </a:cubicBezTo>
                <a:cubicBezTo>
                  <a:pt x="3887624" y="2596614"/>
                  <a:pt x="3890413" y="2599707"/>
                  <a:pt x="3894024" y="2599903"/>
                </a:cubicBezTo>
                <a:close/>
                <a:moveTo>
                  <a:pt x="2455941" y="3127901"/>
                </a:moveTo>
                <a:cubicBezTo>
                  <a:pt x="2458750" y="3126551"/>
                  <a:pt x="2459940" y="3123208"/>
                  <a:pt x="2458589" y="3120399"/>
                </a:cubicBezTo>
                <a:cubicBezTo>
                  <a:pt x="2457256" y="3117590"/>
                  <a:pt x="2453897" y="3116398"/>
                  <a:pt x="2451087" y="3117732"/>
                </a:cubicBezTo>
                <a:cubicBezTo>
                  <a:pt x="2448296" y="3119065"/>
                  <a:pt x="2447104" y="3122425"/>
                  <a:pt x="2448438" y="3125235"/>
                </a:cubicBezTo>
                <a:cubicBezTo>
                  <a:pt x="2449397" y="3127261"/>
                  <a:pt x="2451424" y="3128453"/>
                  <a:pt x="2453523" y="3128453"/>
                </a:cubicBezTo>
                <a:cubicBezTo>
                  <a:pt x="2454341" y="3128453"/>
                  <a:pt x="2455159" y="3128275"/>
                  <a:pt x="2455941" y="3127901"/>
                </a:cubicBezTo>
                <a:close/>
                <a:moveTo>
                  <a:pt x="2894759" y="2967233"/>
                </a:moveTo>
                <a:cubicBezTo>
                  <a:pt x="2897070" y="2966078"/>
                  <a:pt x="2898029" y="2963286"/>
                  <a:pt x="2896892" y="2960958"/>
                </a:cubicBezTo>
                <a:cubicBezTo>
                  <a:pt x="2895755" y="2958628"/>
                  <a:pt x="2892945" y="2957686"/>
                  <a:pt x="2890634" y="2958824"/>
                </a:cubicBezTo>
                <a:cubicBezTo>
                  <a:pt x="2888305" y="2959962"/>
                  <a:pt x="2887344" y="2962771"/>
                  <a:pt x="2888501" y="2965099"/>
                </a:cubicBezTo>
                <a:cubicBezTo>
                  <a:pt x="2889300" y="2966753"/>
                  <a:pt x="2890972" y="2967713"/>
                  <a:pt x="2892696" y="2967713"/>
                </a:cubicBezTo>
                <a:cubicBezTo>
                  <a:pt x="2893389" y="2967713"/>
                  <a:pt x="2894101" y="2967554"/>
                  <a:pt x="2894759" y="2967233"/>
                </a:cubicBezTo>
                <a:close/>
                <a:moveTo>
                  <a:pt x="1939304" y="3320234"/>
                </a:moveTo>
                <a:cubicBezTo>
                  <a:pt x="1942326" y="3319522"/>
                  <a:pt x="1944193" y="3316482"/>
                  <a:pt x="1943481" y="3313461"/>
                </a:cubicBezTo>
                <a:cubicBezTo>
                  <a:pt x="1942753" y="3310437"/>
                  <a:pt x="1939730" y="3308571"/>
                  <a:pt x="1936690" y="3309282"/>
                </a:cubicBezTo>
                <a:cubicBezTo>
                  <a:pt x="1933668" y="3309993"/>
                  <a:pt x="1931801" y="3313033"/>
                  <a:pt x="1932513" y="3316055"/>
                </a:cubicBezTo>
                <a:cubicBezTo>
                  <a:pt x="1933134" y="3318652"/>
                  <a:pt x="1935446" y="3320393"/>
                  <a:pt x="1937988" y="3320394"/>
                </a:cubicBezTo>
                <a:cubicBezTo>
                  <a:pt x="1938415" y="3320394"/>
                  <a:pt x="1938858" y="3320340"/>
                  <a:pt x="1939304" y="3320234"/>
                </a:cubicBezTo>
                <a:close/>
                <a:moveTo>
                  <a:pt x="4787290" y="2275527"/>
                </a:moveTo>
                <a:cubicBezTo>
                  <a:pt x="4792552" y="2275527"/>
                  <a:pt x="4797406" y="2272131"/>
                  <a:pt x="4799023" y="2266834"/>
                </a:cubicBezTo>
                <a:cubicBezTo>
                  <a:pt x="4801014" y="2260362"/>
                  <a:pt x="4797352" y="2253499"/>
                  <a:pt x="4790882" y="2251526"/>
                </a:cubicBezTo>
                <a:cubicBezTo>
                  <a:pt x="4784409" y="2249534"/>
                  <a:pt x="4777547" y="2253179"/>
                  <a:pt x="4775554" y="2259668"/>
                </a:cubicBezTo>
                <a:cubicBezTo>
                  <a:pt x="4773583" y="2266140"/>
                  <a:pt x="4777226" y="2273003"/>
                  <a:pt x="4783698" y="2274993"/>
                </a:cubicBezTo>
                <a:cubicBezTo>
                  <a:pt x="4784907" y="2275349"/>
                  <a:pt x="4786115" y="2275527"/>
                  <a:pt x="4787290" y="2275527"/>
                </a:cubicBezTo>
                <a:close/>
                <a:moveTo>
                  <a:pt x="4493049" y="2386397"/>
                </a:moveTo>
                <a:cubicBezTo>
                  <a:pt x="4497156" y="2386397"/>
                  <a:pt x="4501034" y="2383942"/>
                  <a:pt x="4502666" y="2379907"/>
                </a:cubicBezTo>
                <a:cubicBezTo>
                  <a:pt x="4504818" y="2374591"/>
                  <a:pt x="4502240" y="2368547"/>
                  <a:pt x="4496924" y="2366413"/>
                </a:cubicBezTo>
                <a:cubicBezTo>
                  <a:pt x="4491611" y="2364262"/>
                  <a:pt x="4485564" y="2366822"/>
                  <a:pt x="4483433" y="2372138"/>
                </a:cubicBezTo>
                <a:cubicBezTo>
                  <a:pt x="4481279" y="2377454"/>
                  <a:pt x="4483857" y="2383499"/>
                  <a:pt x="4489173" y="2385632"/>
                </a:cubicBezTo>
                <a:cubicBezTo>
                  <a:pt x="4490436" y="2386148"/>
                  <a:pt x="4491752" y="2386397"/>
                  <a:pt x="4493049" y="2386397"/>
                </a:cubicBezTo>
                <a:close/>
                <a:moveTo>
                  <a:pt x="2372539" y="3166642"/>
                </a:moveTo>
                <a:cubicBezTo>
                  <a:pt x="2375366" y="3165362"/>
                  <a:pt x="2376629" y="3162019"/>
                  <a:pt x="2375348" y="3159192"/>
                </a:cubicBezTo>
                <a:cubicBezTo>
                  <a:pt x="2374069" y="3156383"/>
                  <a:pt x="2370744" y="3155104"/>
                  <a:pt x="2367900" y="3156383"/>
                </a:cubicBezTo>
                <a:cubicBezTo>
                  <a:pt x="2365090" y="3157663"/>
                  <a:pt x="2363809" y="3161006"/>
                  <a:pt x="2365090" y="3163833"/>
                </a:cubicBezTo>
                <a:cubicBezTo>
                  <a:pt x="2366033" y="3165913"/>
                  <a:pt x="2368077" y="3167140"/>
                  <a:pt x="2370228" y="3167140"/>
                </a:cubicBezTo>
                <a:cubicBezTo>
                  <a:pt x="2371011" y="3167140"/>
                  <a:pt x="2371794" y="3166979"/>
                  <a:pt x="2372539" y="3166642"/>
                </a:cubicBezTo>
                <a:close/>
                <a:moveTo>
                  <a:pt x="4638890" y="2337007"/>
                </a:moveTo>
                <a:cubicBezTo>
                  <a:pt x="4643405" y="2337007"/>
                  <a:pt x="4647692" y="2334269"/>
                  <a:pt x="4649433" y="2329806"/>
                </a:cubicBezTo>
                <a:cubicBezTo>
                  <a:pt x="4651726" y="2323993"/>
                  <a:pt x="4648846" y="2317431"/>
                  <a:pt x="4643031" y="2315139"/>
                </a:cubicBezTo>
                <a:cubicBezTo>
                  <a:pt x="4637219" y="2312863"/>
                  <a:pt x="4630640" y="2315725"/>
                  <a:pt x="4628363" y="2321557"/>
                </a:cubicBezTo>
                <a:cubicBezTo>
                  <a:pt x="4626071" y="2327370"/>
                  <a:pt x="4628952" y="2333931"/>
                  <a:pt x="4634764" y="2336224"/>
                </a:cubicBezTo>
                <a:cubicBezTo>
                  <a:pt x="4636116" y="2336758"/>
                  <a:pt x="4637518" y="2337007"/>
                  <a:pt x="4638890" y="2337007"/>
                </a:cubicBezTo>
                <a:close/>
                <a:moveTo>
                  <a:pt x="7203281" y="1396343"/>
                </a:moveTo>
                <a:cubicBezTo>
                  <a:pt x="7211619" y="1396200"/>
                  <a:pt x="7218251" y="1389302"/>
                  <a:pt x="7218108" y="1380964"/>
                </a:cubicBezTo>
                <a:cubicBezTo>
                  <a:pt x="7217948" y="1372626"/>
                  <a:pt x="7211067" y="1365976"/>
                  <a:pt x="7202712" y="1366136"/>
                </a:cubicBezTo>
                <a:cubicBezTo>
                  <a:pt x="7198543" y="1366207"/>
                  <a:pt x="7194801" y="1367963"/>
                  <a:pt x="7192118" y="1370746"/>
                </a:cubicBezTo>
                <a:lnTo>
                  <a:pt x="7187887" y="1381505"/>
                </a:lnTo>
                <a:lnTo>
                  <a:pt x="7192420" y="1392014"/>
                </a:lnTo>
                <a:cubicBezTo>
                  <a:pt x="7195152" y="1394694"/>
                  <a:pt x="7198889" y="1396343"/>
                  <a:pt x="7202996" y="1396343"/>
                </a:cubicBezTo>
                <a:cubicBezTo>
                  <a:pt x="7203085" y="1396343"/>
                  <a:pt x="7203173" y="1396343"/>
                  <a:pt x="7203281" y="1396343"/>
                </a:cubicBezTo>
                <a:close/>
                <a:moveTo>
                  <a:pt x="2813314" y="3008214"/>
                </a:moveTo>
                <a:cubicBezTo>
                  <a:pt x="2815625" y="3007023"/>
                  <a:pt x="2816531" y="3004195"/>
                  <a:pt x="2815340" y="3001903"/>
                </a:cubicBezTo>
                <a:cubicBezTo>
                  <a:pt x="2814167" y="2999609"/>
                  <a:pt x="2811339" y="2998702"/>
                  <a:pt x="2809046" y="2999875"/>
                </a:cubicBezTo>
                <a:cubicBezTo>
                  <a:pt x="2806735" y="3001049"/>
                  <a:pt x="2805829" y="3003875"/>
                  <a:pt x="2807019" y="3006186"/>
                </a:cubicBezTo>
                <a:cubicBezTo>
                  <a:pt x="2807856" y="3007787"/>
                  <a:pt x="2809491" y="3008729"/>
                  <a:pt x="2811180" y="3008729"/>
                </a:cubicBezTo>
                <a:cubicBezTo>
                  <a:pt x="2811909" y="3008729"/>
                  <a:pt x="2812638" y="3008551"/>
                  <a:pt x="2813314" y="3008214"/>
                </a:cubicBezTo>
                <a:close/>
                <a:moveTo>
                  <a:pt x="2028376" y="3296765"/>
                </a:moveTo>
                <a:cubicBezTo>
                  <a:pt x="2031363" y="3295912"/>
                  <a:pt x="2033088" y="3292783"/>
                  <a:pt x="2032234" y="3289797"/>
                </a:cubicBezTo>
                <a:cubicBezTo>
                  <a:pt x="2031363" y="3286810"/>
                  <a:pt x="2028234" y="3285085"/>
                  <a:pt x="2025247" y="3285956"/>
                </a:cubicBezTo>
                <a:cubicBezTo>
                  <a:pt x="2022260" y="3286827"/>
                  <a:pt x="2020535" y="3289938"/>
                  <a:pt x="2021407" y="3292925"/>
                </a:cubicBezTo>
                <a:cubicBezTo>
                  <a:pt x="2022118" y="3295379"/>
                  <a:pt x="2024376" y="3296979"/>
                  <a:pt x="2026812" y="3296979"/>
                </a:cubicBezTo>
                <a:cubicBezTo>
                  <a:pt x="2027327" y="3296979"/>
                  <a:pt x="2027860" y="3296908"/>
                  <a:pt x="2028376" y="3296765"/>
                </a:cubicBezTo>
                <a:close/>
                <a:moveTo>
                  <a:pt x="3495009" y="2760038"/>
                </a:moveTo>
                <a:cubicBezTo>
                  <a:pt x="3497553" y="2759629"/>
                  <a:pt x="3499295" y="2757211"/>
                  <a:pt x="3498868" y="2754669"/>
                </a:cubicBezTo>
                <a:cubicBezTo>
                  <a:pt x="3498459" y="2752109"/>
                  <a:pt x="3496042" y="2750384"/>
                  <a:pt x="3493499" y="2750793"/>
                </a:cubicBezTo>
                <a:cubicBezTo>
                  <a:pt x="3490938" y="2751220"/>
                  <a:pt x="3489214" y="2753619"/>
                  <a:pt x="3489624" y="2756179"/>
                </a:cubicBezTo>
                <a:cubicBezTo>
                  <a:pt x="3489996" y="2758473"/>
                  <a:pt x="3491988" y="2760109"/>
                  <a:pt x="3494245" y="2760110"/>
                </a:cubicBezTo>
                <a:cubicBezTo>
                  <a:pt x="3494495" y="2760110"/>
                  <a:pt x="3494743" y="2760073"/>
                  <a:pt x="3495009" y="2760038"/>
                </a:cubicBezTo>
                <a:close/>
                <a:moveTo>
                  <a:pt x="3740021" y="2670220"/>
                </a:moveTo>
                <a:cubicBezTo>
                  <a:pt x="3743134" y="2670131"/>
                  <a:pt x="3745586" y="2667553"/>
                  <a:pt x="3745516" y="2664441"/>
                </a:cubicBezTo>
                <a:cubicBezTo>
                  <a:pt x="3745426" y="2661330"/>
                  <a:pt x="3742848" y="2658876"/>
                  <a:pt x="3739739" y="2658965"/>
                </a:cubicBezTo>
                <a:cubicBezTo>
                  <a:pt x="3736627" y="2659036"/>
                  <a:pt x="3734173" y="2661632"/>
                  <a:pt x="3734262" y="2664725"/>
                </a:cubicBezTo>
                <a:cubicBezTo>
                  <a:pt x="3734333" y="2667801"/>
                  <a:pt x="3736839" y="2670220"/>
                  <a:pt x="3739879" y="2670219"/>
                </a:cubicBezTo>
                <a:close/>
                <a:moveTo>
                  <a:pt x="5383790" y="2067674"/>
                </a:moveTo>
                <a:cubicBezTo>
                  <a:pt x="5391489" y="2066323"/>
                  <a:pt x="5396644" y="2058980"/>
                  <a:pt x="5395293" y="2051282"/>
                </a:cubicBezTo>
                <a:cubicBezTo>
                  <a:pt x="5393944" y="2043566"/>
                  <a:pt x="5386598" y="2038428"/>
                  <a:pt x="5378902" y="2039779"/>
                </a:cubicBezTo>
                <a:cubicBezTo>
                  <a:pt x="5371184" y="2041130"/>
                  <a:pt x="5366048" y="2048473"/>
                  <a:pt x="5367397" y="2056171"/>
                </a:cubicBezTo>
                <a:cubicBezTo>
                  <a:pt x="5368589" y="2063052"/>
                  <a:pt x="5374580" y="2067888"/>
                  <a:pt x="5381318" y="2067887"/>
                </a:cubicBezTo>
                <a:cubicBezTo>
                  <a:pt x="5382137" y="2067887"/>
                  <a:pt x="5382955" y="2067817"/>
                  <a:pt x="5383790" y="2067674"/>
                </a:cubicBezTo>
                <a:close/>
                <a:moveTo>
                  <a:pt x="2288250" y="3203515"/>
                </a:moveTo>
                <a:cubicBezTo>
                  <a:pt x="2291113" y="3202306"/>
                  <a:pt x="2292463" y="3198999"/>
                  <a:pt x="2291255" y="3196138"/>
                </a:cubicBezTo>
                <a:cubicBezTo>
                  <a:pt x="2290046" y="3193257"/>
                  <a:pt x="2286740" y="3191923"/>
                  <a:pt x="2283876" y="3193132"/>
                </a:cubicBezTo>
                <a:cubicBezTo>
                  <a:pt x="2281013" y="3194342"/>
                  <a:pt x="2279663" y="3197630"/>
                  <a:pt x="2280872" y="3200492"/>
                </a:cubicBezTo>
                <a:cubicBezTo>
                  <a:pt x="2281779" y="3202644"/>
                  <a:pt x="2283876" y="3203942"/>
                  <a:pt x="2286063" y="3203942"/>
                </a:cubicBezTo>
                <a:cubicBezTo>
                  <a:pt x="2286792" y="3203941"/>
                  <a:pt x="2287539" y="3203800"/>
                  <a:pt x="2288250" y="3203515"/>
                </a:cubicBezTo>
                <a:close/>
                <a:moveTo>
                  <a:pt x="2116257" y="3269173"/>
                </a:moveTo>
                <a:cubicBezTo>
                  <a:pt x="2119207" y="3268177"/>
                  <a:pt x="2120791" y="3264977"/>
                  <a:pt x="2119795" y="3262043"/>
                </a:cubicBezTo>
                <a:cubicBezTo>
                  <a:pt x="2118799" y="3259092"/>
                  <a:pt x="2115599" y="3257510"/>
                  <a:pt x="2112647" y="3258505"/>
                </a:cubicBezTo>
                <a:cubicBezTo>
                  <a:pt x="2109715" y="3259501"/>
                  <a:pt x="2108132" y="3262683"/>
                  <a:pt x="2109128" y="3265635"/>
                </a:cubicBezTo>
                <a:cubicBezTo>
                  <a:pt x="2109910" y="3267981"/>
                  <a:pt x="2112115" y="3269475"/>
                  <a:pt x="2114461" y="3269475"/>
                </a:cubicBezTo>
                <a:cubicBezTo>
                  <a:pt x="2115049" y="3269475"/>
                  <a:pt x="2115671" y="3269368"/>
                  <a:pt x="2116257" y="3269173"/>
                </a:cubicBezTo>
                <a:close/>
                <a:moveTo>
                  <a:pt x="2202875" y="3237917"/>
                </a:moveTo>
                <a:cubicBezTo>
                  <a:pt x="2205792" y="3236797"/>
                  <a:pt x="2207231" y="3233544"/>
                  <a:pt x="2206129" y="3230646"/>
                </a:cubicBezTo>
                <a:cubicBezTo>
                  <a:pt x="2205010" y="3227748"/>
                  <a:pt x="2201756" y="3226290"/>
                  <a:pt x="2198857" y="3227410"/>
                </a:cubicBezTo>
                <a:cubicBezTo>
                  <a:pt x="2195960" y="3228513"/>
                  <a:pt x="2194502" y="3231766"/>
                  <a:pt x="2195605" y="3234682"/>
                </a:cubicBezTo>
                <a:cubicBezTo>
                  <a:pt x="2196475" y="3236903"/>
                  <a:pt x="2198609" y="3238290"/>
                  <a:pt x="2200867" y="3238290"/>
                </a:cubicBezTo>
                <a:cubicBezTo>
                  <a:pt x="2201543" y="3238290"/>
                  <a:pt x="2202218" y="3238167"/>
                  <a:pt x="2202875" y="3237917"/>
                </a:cubicBezTo>
                <a:close/>
                <a:moveTo>
                  <a:pt x="7939700" y="1136433"/>
                </a:moveTo>
                <a:cubicBezTo>
                  <a:pt x="7947114" y="1136433"/>
                  <a:pt x="7954065" y="1131793"/>
                  <a:pt x="7956643" y="1124396"/>
                </a:cubicBezTo>
                <a:cubicBezTo>
                  <a:pt x="7959915" y="1115027"/>
                  <a:pt x="7954972" y="1104786"/>
                  <a:pt x="7945620" y="1101515"/>
                </a:cubicBezTo>
                <a:cubicBezTo>
                  <a:pt x="7936251" y="1098244"/>
                  <a:pt x="7926011" y="1103187"/>
                  <a:pt x="7922738" y="1112556"/>
                </a:cubicBezTo>
                <a:cubicBezTo>
                  <a:pt x="7919485" y="1121908"/>
                  <a:pt x="7924410" y="1132148"/>
                  <a:pt x="7933780" y="1135419"/>
                </a:cubicBezTo>
                <a:cubicBezTo>
                  <a:pt x="7935735" y="1136113"/>
                  <a:pt x="7937727" y="1136433"/>
                  <a:pt x="7939700" y="1136433"/>
                </a:cubicBezTo>
                <a:close/>
                <a:moveTo>
                  <a:pt x="2732472" y="3050403"/>
                </a:moveTo>
                <a:cubicBezTo>
                  <a:pt x="2734749" y="3049194"/>
                  <a:pt x="2735619" y="3046367"/>
                  <a:pt x="2734429" y="3044073"/>
                </a:cubicBezTo>
                <a:cubicBezTo>
                  <a:pt x="2733201" y="3041780"/>
                  <a:pt x="2730374" y="3040909"/>
                  <a:pt x="2728099" y="3042118"/>
                </a:cubicBezTo>
                <a:cubicBezTo>
                  <a:pt x="2725805" y="3043327"/>
                  <a:pt x="2724934" y="3046154"/>
                  <a:pt x="2726143" y="3048447"/>
                </a:cubicBezTo>
                <a:cubicBezTo>
                  <a:pt x="2726979" y="3050030"/>
                  <a:pt x="2728597" y="3050937"/>
                  <a:pt x="2730286" y="3050936"/>
                </a:cubicBezTo>
                <a:cubicBezTo>
                  <a:pt x="2731032" y="3050936"/>
                  <a:pt x="2731779" y="3050777"/>
                  <a:pt x="2732472" y="3050403"/>
                </a:cubicBezTo>
                <a:close/>
                <a:moveTo>
                  <a:pt x="8302621" y="1008229"/>
                </a:moveTo>
                <a:cubicBezTo>
                  <a:pt x="8310586" y="1008230"/>
                  <a:pt x="8318089" y="1003411"/>
                  <a:pt x="8321129" y="995536"/>
                </a:cubicBezTo>
                <a:cubicBezTo>
                  <a:pt x="8325112" y="985312"/>
                  <a:pt x="8320027" y="973809"/>
                  <a:pt x="8309804" y="969845"/>
                </a:cubicBezTo>
                <a:cubicBezTo>
                  <a:pt x="8299581" y="965881"/>
                  <a:pt x="8288078" y="970965"/>
                  <a:pt x="8284113" y="981188"/>
                </a:cubicBezTo>
                <a:cubicBezTo>
                  <a:pt x="8280149" y="991411"/>
                  <a:pt x="8285234" y="1002913"/>
                  <a:pt x="8295456" y="1006879"/>
                </a:cubicBezTo>
                <a:cubicBezTo>
                  <a:pt x="8297803" y="1007785"/>
                  <a:pt x="8300239" y="1008230"/>
                  <a:pt x="8302621" y="1008229"/>
                </a:cubicBezTo>
                <a:close/>
                <a:moveTo>
                  <a:pt x="5034488" y="2207754"/>
                </a:moveTo>
                <a:cubicBezTo>
                  <a:pt x="5041260" y="2207754"/>
                  <a:pt x="5047023" y="2202581"/>
                  <a:pt x="5047644" y="2195718"/>
                </a:cubicBezTo>
                <a:cubicBezTo>
                  <a:pt x="5048284" y="2188429"/>
                  <a:pt x="5042914" y="2182011"/>
                  <a:pt x="5035661" y="2181370"/>
                </a:cubicBezTo>
                <a:cubicBezTo>
                  <a:pt x="5028388" y="2180713"/>
                  <a:pt x="5021972" y="2186082"/>
                  <a:pt x="5021312" y="2193353"/>
                </a:cubicBezTo>
                <a:cubicBezTo>
                  <a:pt x="5020656" y="2200625"/>
                  <a:pt x="5026025" y="2207043"/>
                  <a:pt x="5033297" y="2207701"/>
                </a:cubicBezTo>
                <a:cubicBezTo>
                  <a:pt x="5033705" y="2207736"/>
                  <a:pt x="5034097" y="2207754"/>
                  <a:pt x="5034488" y="2207754"/>
                </a:cubicBezTo>
                <a:close/>
                <a:moveTo>
                  <a:pt x="3580064" y="2743859"/>
                </a:moveTo>
                <a:lnTo>
                  <a:pt x="3580074" y="2743849"/>
                </a:lnTo>
                <a:lnTo>
                  <a:pt x="3580065" y="2743841"/>
                </a:lnTo>
                <a:close/>
                <a:moveTo>
                  <a:pt x="5479727" y="2048526"/>
                </a:moveTo>
                <a:cubicBezTo>
                  <a:pt x="5487371" y="2046820"/>
                  <a:pt x="5492172" y="2039246"/>
                  <a:pt x="5490464" y="2031619"/>
                </a:cubicBezTo>
                <a:cubicBezTo>
                  <a:pt x="5488775" y="2023973"/>
                  <a:pt x="5481201" y="2019173"/>
                  <a:pt x="5473575" y="2020862"/>
                </a:cubicBezTo>
                <a:cubicBezTo>
                  <a:pt x="5465928" y="2022569"/>
                  <a:pt x="5461111" y="2030143"/>
                  <a:pt x="5462818" y="2037770"/>
                </a:cubicBezTo>
                <a:cubicBezTo>
                  <a:pt x="5464292" y="2044366"/>
                  <a:pt x="5470142" y="2048864"/>
                  <a:pt x="5476632" y="2048864"/>
                </a:cubicBezTo>
                <a:cubicBezTo>
                  <a:pt x="5477645" y="2048864"/>
                  <a:pt x="5478693" y="2048757"/>
                  <a:pt x="5479727" y="2048526"/>
                </a:cubicBezTo>
                <a:close/>
                <a:moveTo>
                  <a:pt x="3585204" y="2748055"/>
                </a:moveTo>
                <a:cubicBezTo>
                  <a:pt x="3587781" y="2747788"/>
                  <a:pt x="3589648" y="2745494"/>
                  <a:pt x="3589382" y="2742917"/>
                </a:cubicBezTo>
                <a:cubicBezTo>
                  <a:pt x="3589132" y="2740356"/>
                  <a:pt x="3586821" y="2738472"/>
                  <a:pt x="3584262" y="2738739"/>
                </a:cubicBezTo>
                <a:lnTo>
                  <a:pt x="3580074" y="2743849"/>
                </a:lnTo>
                <a:lnTo>
                  <a:pt x="3584721" y="2748054"/>
                </a:lnTo>
                <a:cubicBezTo>
                  <a:pt x="3584882" y="2748054"/>
                  <a:pt x="3585044" y="2748054"/>
                  <a:pt x="3585204" y="2748055"/>
                </a:cubicBezTo>
                <a:close/>
                <a:moveTo>
                  <a:pt x="2651952" y="3093304"/>
                </a:moveTo>
                <a:cubicBezTo>
                  <a:pt x="2654228" y="3092077"/>
                  <a:pt x="2655099" y="3089232"/>
                  <a:pt x="2653873" y="3086956"/>
                </a:cubicBezTo>
                <a:cubicBezTo>
                  <a:pt x="2652645" y="3084681"/>
                  <a:pt x="2649819" y="3083809"/>
                  <a:pt x="2647543" y="3085036"/>
                </a:cubicBezTo>
                <a:cubicBezTo>
                  <a:pt x="2645250" y="3086263"/>
                  <a:pt x="2644396" y="3089090"/>
                  <a:pt x="2645622" y="3091384"/>
                </a:cubicBezTo>
                <a:cubicBezTo>
                  <a:pt x="2646458" y="3092948"/>
                  <a:pt x="2648076" y="3093855"/>
                  <a:pt x="2649747" y="3093855"/>
                </a:cubicBezTo>
                <a:cubicBezTo>
                  <a:pt x="2650494" y="3093855"/>
                  <a:pt x="2651258" y="3093677"/>
                  <a:pt x="2651952" y="3093304"/>
                </a:cubicBezTo>
                <a:close/>
                <a:moveTo>
                  <a:pt x="7563627" y="1291679"/>
                </a:moveTo>
                <a:cubicBezTo>
                  <a:pt x="7566436" y="1289385"/>
                  <a:pt x="7568485" y="1286132"/>
                  <a:pt x="7569223" y="1282292"/>
                </a:cubicBezTo>
                <a:cubicBezTo>
                  <a:pt x="7570913" y="1273580"/>
                  <a:pt x="7565204" y="1265152"/>
                  <a:pt x="7556494" y="1263481"/>
                </a:cubicBezTo>
                <a:cubicBezTo>
                  <a:pt x="7547782" y="1261792"/>
                  <a:pt x="7539372" y="1267499"/>
                  <a:pt x="7537683" y="1276211"/>
                </a:cubicBezTo>
                <a:cubicBezTo>
                  <a:pt x="7536012" y="1284922"/>
                  <a:pt x="7541702" y="1293332"/>
                  <a:pt x="7550432" y="1295021"/>
                </a:cubicBezTo>
                <a:cubicBezTo>
                  <a:pt x="7551444" y="1295216"/>
                  <a:pt x="7552476" y="1295305"/>
                  <a:pt x="7553472" y="1295305"/>
                </a:cubicBezTo>
                <a:cubicBezTo>
                  <a:pt x="7557250" y="1295305"/>
                  <a:pt x="7560818" y="1293972"/>
                  <a:pt x="7563627" y="1291679"/>
                </a:cubicBezTo>
                <a:close/>
                <a:moveTo>
                  <a:pt x="3168429" y="2904172"/>
                </a:moveTo>
                <a:cubicBezTo>
                  <a:pt x="3170368" y="2903496"/>
                  <a:pt x="3171381" y="2901345"/>
                  <a:pt x="3170705" y="2899407"/>
                </a:cubicBezTo>
                <a:cubicBezTo>
                  <a:pt x="3169994" y="2897470"/>
                  <a:pt x="3167861" y="2896456"/>
                  <a:pt x="3165923" y="2897150"/>
                </a:cubicBezTo>
                <a:cubicBezTo>
                  <a:pt x="3163985" y="2897843"/>
                  <a:pt x="3162971" y="2899976"/>
                  <a:pt x="3163665" y="2901914"/>
                </a:cubicBezTo>
                <a:cubicBezTo>
                  <a:pt x="3164216" y="2903443"/>
                  <a:pt x="3165638" y="2904403"/>
                  <a:pt x="3167167" y="2904404"/>
                </a:cubicBezTo>
                <a:cubicBezTo>
                  <a:pt x="3167595" y="2904403"/>
                  <a:pt x="3168020" y="2904332"/>
                  <a:pt x="3168429" y="2904172"/>
                </a:cubicBezTo>
                <a:close/>
                <a:moveTo>
                  <a:pt x="3084014" y="2936742"/>
                </a:moveTo>
                <a:cubicBezTo>
                  <a:pt x="3085935" y="2935943"/>
                  <a:pt x="3086843" y="2933774"/>
                  <a:pt x="3086060" y="2931854"/>
                </a:cubicBezTo>
                <a:cubicBezTo>
                  <a:pt x="3085260" y="2929951"/>
                  <a:pt x="3083091" y="2929044"/>
                  <a:pt x="3081188" y="2929826"/>
                </a:cubicBezTo>
                <a:cubicBezTo>
                  <a:pt x="3079268" y="2930610"/>
                  <a:pt x="3078361" y="2932795"/>
                  <a:pt x="3079144" y="2934698"/>
                </a:cubicBezTo>
                <a:cubicBezTo>
                  <a:pt x="3079749" y="2936139"/>
                  <a:pt x="3081135" y="2937010"/>
                  <a:pt x="3082611" y="2937010"/>
                </a:cubicBezTo>
                <a:cubicBezTo>
                  <a:pt x="3083073" y="2937010"/>
                  <a:pt x="3083553" y="2936921"/>
                  <a:pt x="3084014" y="2936742"/>
                </a:cubicBezTo>
                <a:close/>
                <a:moveTo>
                  <a:pt x="6578245" y="1655222"/>
                </a:moveTo>
                <a:cubicBezTo>
                  <a:pt x="6585623" y="1652607"/>
                  <a:pt x="6589499" y="1644519"/>
                  <a:pt x="6586886" y="1637158"/>
                </a:cubicBezTo>
                <a:cubicBezTo>
                  <a:pt x="6584272" y="1629780"/>
                  <a:pt x="6576184" y="1625904"/>
                  <a:pt x="6568803" y="1628518"/>
                </a:cubicBezTo>
                <a:cubicBezTo>
                  <a:pt x="6561426" y="1631131"/>
                  <a:pt x="6557568" y="1639220"/>
                  <a:pt x="6560164" y="1646599"/>
                </a:cubicBezTo>
                <a:cubicBezTo>
                  <a:pt x="6562227" y="1652412"/>
                  <a:pt x="6567702" y="1656039"/>
                  <a:pt x="6573534" y="1656039"/>
                </a:cubicBezTo>
                <a:cubicBezTo>
                  <a:pt x="6575097" y="1656039"/>
                  <a:pt x="6576698" y="1655773"/>
                  <a:pt x="6578245" y="1655222"/>
                </a:cubicBezTo>
                <a:close/>
                <a:moveTo>
                  <a:pt x="6487324" y="1688646"/>
                </a:moveTo>
                <a:cubicBezTo>
                  <a:pt x="6494631" y="1685854"/>
                  <a:pt x="6498311" y="1677676"/>
                  <a:pt x="6495537" y="1670369"/>
                </a:cubicBezTo>
                <a:cubicBezTo>
                  <a:pt x="6492746" y="1663062"/>
                  <a:pt x="6484568" y="1659382"/>
                  <a:pt x="6477261" y="1662156"/>
                </a:cubicBezTo>
                <a:cubicBezTo>
                  <a:pt x="6469954" y="1664946"/>
                  <a:pt x="6466272" y="1673125"/>
                  <a:pt x="6469047" y="1680432"/>
                </a:cubicBezTo>
                <a:cubicBezTo>
                  <a:pt x="6471199" y="1686086"/>
                  <a:pt x="6476585" y="1689570"/>
                  <a:pt x="6482293" y="1689570"/>
                </a:cubicBezTo>
                <a:cubicBezTo>
                  <a:pt x="6483964" y="1689569"/>
                  <a:pt x="6485670" y="1689269"/>
                  <a:pt x="6487324" y="1688646"/>
                </a:cubicBezTo>
                <a:close/>
                <a:moveTo>
                  <a:pt x="3254408" y="2876028"/>
                </a:moveTo>
                <a:cubicBezTo>
                  <a:pt x="3256382" y="2875441"/>
                  <a:pt x="3257502" y="2873361"/>
                  <a:pt x="3256915" y="2871387"/>
                </a:cubicBezTo>
                <a:cubicBezTo>
                  <a:pt x="3256328" y="2869396"/>
                  <a:pt x="3254249" y="2868276"/>
                  <a:pt x="3252275" y="2868881"/>
                </a:cubicBezTo>
                <a:cubicBezTo>
                  <a:pt x="3250301" y="2869468"/>
                  <a:pt x="3249163" y="2871548"/>
                  <a:pt x="3249750" y="2873522"/>
                </a:cubicBezTo>
                <a:cubicBezTo>
                  <a:pt x="3250248" y="2875139"/>
                  <a:pt x="3251724" y="2876188"/>
                  <a:pt x="3253341" y="2876188"/>
                </a:cubicBezTo>
                <a:cubicBezTo>
                  <a:pt x="3253697" y="2876188"/>
                  <a:pt x="3254052" y="2876134"/>
                  <a:pt x="3254408" y="2876028"/>
                </a:cubicBezTo>
                <a:close/>
                <a:moveTo>
                  <a:pt x="5574681" y="2025360"/>
                </a:moveTo>
                <a:cubicBezTo>
                  <a:pt x="5582256" y="2023369"/>
                  <a:pt x="5586755" y="2015617"/>
                  <a:pt x="5584762" y="2008061"/>
                </a:cubicBezTo>
                <a:cubicBezTo>
                  <a:pt x="5582773" y="2000487"/>
                  <a:pt x="5575021" y="1995972"/>
                  <a:pt x="5567463" y="1997981"/>
                </a:cubicBezTo>
                <a:cubicBezTo>
                  <a:pt x="5559889" y="1999971"/>
                  <a:pt x="5555374" y="2007723"/>
                  <a:pt x="5557365" y="2015280"/>
                </a:cubicBezTo>
                <a:cubicBezTo>
                  <a:pt x="5559056" y="2021645"/>
                  <a:pt x="5564780" y="2025840"/>
                  <a:pt x="5571073" y="2025840"/>
                </a:cubicBezTo>
                <a:cubicBezTo>
                  <a:pt x="5572264" y="2025840"/>
                  <a:pt x="5573473" y="2025681"/>
                  <a:pt x="5574681" y="2025360"/>
                </a:cubicBezTo>
                <a:close/>
                <a:moveTo>
                  <a:pt x="6396989" y="1723919"/>
                </a:moveTo>
                <a:cubicBezTo>
                  <a:pt x="6404260" y="1721021"/>
                  <a:pt x="6407799" y="1712790"/>
                  <a:pt x="6404900" y="1705518"/>
                </a:cubicBezTo>
                <a:cubicBezTo>
                  <a:pt x="6402003" y="1698247"/>
                  <a:pt x="6393771" y="1694708"/>
                  <a:pt x="6386499" y="1697606"/>
                </a:cubicBezTo>
                <a:cubicBezTo>
                  <a:pt x="6379246" y="1700504"/>
                  <a:pt x="6375690" y="1708736"/>
                  <a:pt x="6378588" y="1716007"/>
                </a:cubicBezTo>
                <a:cubicBezTo>
                  <a:pt x="6380792" y="1721554"/>
                  <a:pt x="6386126" y="1724933"/>
                  <a:pt x="6391763" y="1724932"/>
                </a:cubicBezTo>
                <a:cubicBezTo>
                  <a:pt x="6393504" y="1724932"/>
                  <a:pt x="6395283" y="1724594"/>
                  <a:pt x="6396989" y="1723919"/>
                </a:cubicBezTo>
                <a:close/>
                <a:moveTo>
                  <a:pt x="3986402" y="2608597"/>
                </a:moveTo>
                <a:cubicBezTo>
                  <a:pt x="3989638" y="2608597"/>
                  <a:pt x="3992464" y="2606215"/>
                  <a:pt x="3992926" y="2602925"/>
                </a:cubicBezTo>
                <a:cubicBezTo>
                  <a:pt x="3993425" y="2599316"/>
                  <a:pt x="3990901" y="2596009"/>
                  <a:pt x="3987309" y="2595511"/>
                </a:cubicBezTo>
                <a:cubicBezTo>
                  <a:pt x="3983701" y="2595014"/>
                  <a:pt x="3980376" y="2597521"/>
                  <a:pt x="3979896" y="2601111"/>
                </a:cubicBezTo>
                <a:cubicBezTo>
                  <a:pt x="3979397" y="2604721"/>
                  <a:pt x="3981905" y="2608045"/>
                  <a:pt x="3985496" y="2608543"/>
                </a:cubicBezTo>
                <a:cubicBezTo>
                  <a:pt x="3985799" y="2608579"/>
                  <a:pt x="3986099" y="2608597"/>
                  <a:pt x="3986402" y="2608597"/>
                </a:cubicBezTo>
                <a:close/>
                <a:moveTo>
                  <a:pt x="6669948" y="1624251"/>
                </a:moveTo>
                <a:cubicBezTo>
                  <a:pt x="6677398" y="1621868"/>
                  <a:pt x="6681488" y="1613886"/>
                  <a:pt x="6679105" y="1606436"/>
                </a:cubicBezTo>
                <a:cubicBezTo>
                  <a:pt x="6676705" y="1598986"/>
                  <a:pt x="6668739" y="1594897"/>
                  <a:pt x="6661291" y="1597279"/>
                </a:cubicBezTo>
                <a:cubicBezTo>
                  <a:pt x="6653841" y="1599680"/>
                  <a:pt x="6649734" y="1607645"/>
                  <a:pt x="6652134" y="1615094"/>
                </a:cubicBezTo>
                <a:cubicBezTo>
                  <a:pt x="6654054" y="1621103"/>
                  <a:pt x="6659619" y="1624944"/>
                  <a:pt x="6665611" y="1624944"/>
                </a:cubicBezTo>
                <a:cubicBezTo>
                  <a:pt x="6667051" y="1624944"/>
                  <a:pt x="6668508" y="1624713"/>
                  <a:pt x="6669948" y="1624251"/>
                </a:cubicBezTo>
                <a:close/>
                <a:moveTo>
                  <a:pt x="4139033" y="2553910"/>
                </a:moveTo>
                <a:cubicBezTo>
                  <a:pt x="4142429" y="2553910"/>
                  <a:pt x="4145505" y="2551581"/>
                  <a:pt x="4146342" y="2548132"/>
                </a:cubicBezTo>
                <a:cubicBezTo>
                  <a:pt x="4147301" y="2544096"/>
                  <a:pt x="4144829" y="2540025"/>
                  <a:pt x="4140776" y="2539065"/>
                </a:cubicBezTo>
                <a:cubicBezTo>
                  <a:pt x="4136741" y="2538087"/>
                  <a:pt x="4132671" y="2540575"/>
                  <a:pt x="4131709" y="2544612"/>
                </a:cubicBezTo>
                <a:cubicBezTo>
                  <a:pt x="4130730" y="2548665"/>
                  <a:pt x="4133220" y="2552719"/>
                  <a:pt x="4137255" y="2553697"/>
                </a:cubicBezTo>
                <a:cubicBezTo>
                  <a:pt x="4137860" y="2553839"/>
                  <a:pt x="4138449" y="2553910"/>
                  <a:pt x="4139033" y="2553910"/>
                </a:cubicBezTo>
                <a:close/>
                <a:moveTo>
                  <a:pt x="3000952" y="2972692"/>
                </a:moveTo>
                <a:cubicBezTo>
                  <a:pt x="3002819" y="2971839"/>
                  <a:pt x="3003673" y="2969616"/>
                  <a:pt x="3002819" y="2967749"/>
                </a:cubicBezTo>
                <a:cubicBezTo>
                  <a:pt x="3001966" y="2965864"/>
                  <a:pt x="2999744" y="2965028"/>
                  <a:pt x="2997876" y="2965882"/>
                </a:cubicBezTo>
                <a:cubicBezTo>
                  <a:pt x="2996009" y="2966736"/>
                  <a:pt x="2995174" y="2968958"/>
                  <a:pt x="2996009" y="2970825"/>
                </a:cubicBezTo>
                <a:cubicBezTo>
                  <a:pt x="2996650" y="2972212"/>
                  <a:pt x="2998001" y="2973030"/>
                  <a:pt x="2999423" y="2973029"/>
                </a:cubicBezTo>
                <a:cubicBezTo>
                  <a:pt x="2999938" y="2973030"/>
                  <a:pt x="3000454" y="2972905"/>
                  <a:pt x="3000952" y="2972692"/>
                </a:cubicBezTo>
                <a:close/>
                <a:moveTo>
                  <a:pt x="6306850" y="1760135"/>
                </a:moveTo>
                <a:cubicBezTo>
                  <a:pt x="6314104" y="1757201"/>
                  <a:pt x="6317606" y="1748951"/>
                  <a:pt x="6314673" y="1741698"/>
                </a:cubicBezTo>
                <a:cubicBezTo>
                  <a:pt x="6311757" y="1734444"/>
                  <a:pt x="6303490" y="1730942"/>
                  <a:pt x="6296236" y="1733876"/>
                </a:cubicBezTo>
                <a:cubicBezTo>
                  <a:pt x="6288982" y="1736809"/>
                  <a:pt x="6285480" y="1745058"/>
                  <a:pt x="6288413" y="1752311"/>
                </a:cubicBezTo>
                <a:cubicBezTo>
                  <a:pt x="6290654" y="1757823"/>
                  <a:pt x="6295951" y="1761166"/>
                  <a:pt x="6301552" y="1761166"/>
                </a:cubicBezTo>
                <a:cubicBezTo>
                  <a:pt x="6303312" y="1761166"/>
                  <a:pt x="6305125" y="1760846"/>
                  <a:pt x="6306850" y="1760135"/>
                </a:cubicBezTo>
                <a:close/>
                <a:moveTo>
                  <a:pt x="7300798" y="1397711"/>
                </a:moveTo>
                <a:cubicBezTo>
                  <a:pt x="7308816" y="1397711"/>
                  <a:pt x="7315518" y="1391383"/>
                  <a:pt x="7315874" y="1383274"/>
                </a:cubicBezTo>
                <a:cubicBezTo>
                  <a:pt x="7316247" y="1374937"/>
                  <a:pt x="7309811" y="1367879"/>
                  <a:pt x="7301456" y="1367487"/>
                </a:cubicBezTo>
                <a:cubicBezTo>
                  <a:pt x="7293118" y="1367114"/>
                  <a:pt x="7286042" y="1373568"/>
                  <a:pt x="7285668" y="1381906"/>
                </a:cubicBezTo>
                <a:cubicBezTo>
                  <a:pt x="7285277" y="1390245"/>
                  <a:pt x="7291748" y="1397303"/>
                  <a:pt x="7300087" y="1397694"/>
                </a:cubicBezTo>
                <a:lnTo>
                  <a:pt x="7300104" y="1397694"/>
                </a:lnTo>
                <a:cubicBezTo>
                  <a:pt x="7300335" y="1397694"/>
                  <a:pt x="7300567" y="1397711"/>
                  <a:pt x="7300798" y="1397711"/>
                </a:cubicBezTo>
                <a:close/>
                <a:moveTo>
                  <a:pt x="3831727" y="2671215"/>
                </a:moveTo>
                <a:cubicBezTo>
                  <a:pt x="3834712" y="2671215"/>
                  <a:pt x="3837201" y="2668868"/>
                  <a:pt x="3837344" y="2665846"/>
                </a:cubicBezTo>
                <a:cubicBezTo>
                  <a:pt x="3837486" y="2662752"/>
                  <a:pt x="3835104" y="2660103"/>
                  <a:pt x="3831993" y="2659960"/>
                </a:cubicBezTo>
                <a:cubicBezTo>
                  <a:pt x="3828880" y="2659801"/>
                  <a:pt x="3826250" y="2662201"/>
                  <a:pt x="3826090" y="2665312"/>
                </a:cubicBezTo>
                <a:cubicBezTo>
                  <a:pt x="3825948" y="2668424"/>
                  <a:pt x="3828347" y="2671054"/>
                  <a:pt x="3831440" y="2671197"/>
                </a:cubicBezTo>
                <a:lnTo>
                  <a:pt x="3831441" y="2671215"/>
                </a:lnTo>
                <a:cubicBezTo>
                  <a:pt x="3831530" y="2671215"/>
                  <a:pt x="3831727" y="2671215"/>
                  <a:pt x="3831727" y="2671215"/>
                </a:cubicBezTo>
                <a:close/>
                <a:moveTo>
                  <a:pt x="6762523" y="1596356"/>
                </a:moveTo>
                <a:cubicBezTo>
                  <a:pt x="6770043" y="1594240"/>
                  <a:pt x="6774435" y="1586417"/>
                  <a:pt x="6772320" y="1578879"/>
                </a:cubicBezTo>
                <a:cubicBezTo>
                  <a:pt x="6770204" y="1571358"/>
                  <a:pt x="6762381" y="1566967"/>
                  <a:pt x="6754842" y="1569083"/>
                </a:cubicBezTo>
                <a:cubicBezTo>
                  <a:pt x="6747322" y="1571199"/>
                  <a:pt x="6742930" y="1579021"/>
                  <a:pt x="6745048" y="1586559"/>
                </a:cubicBezTo>
                <a:cubicBezTo>
                  <a:pt x="6746807" y="1592800"/>
                  <a:pt x="6752496" y="1596889"/>
                  <a:pt x="6758683" y="1596889"/>
                </a:cubicBezTo>
                <a:cubicBezTo>
                  <a:pt x="6759946" y="1596889"/>
                  <a:pt x="6761225" y="1596711"/>
                  <a:pt x="6762523" y="1596356"/>
                </a:cubicBezTo>
                <a:close/>
                <a:moveTo>
                  <a:pt x="6216781" y="1796635"/>
                </a:moveTo>
                <a:cubicBezTo>
                  <a:pt x="6224019" y="1793701"/>
                  <a:pt x="6227521" y="1785434"/>
                  <a:pt x="6224587" y="1778181"/>
                </a:cubicBezTo>
                <a:cubicBezTo>
                  <a:pt x="6221635" y="1770944"/>
                  <a:pt x="6213386" y="1767442"/>
                  <a:pt x="6206133" y="1770393"/>
                </a:cubicBezTo>
                <a:cubicBezTo>
                  <a:pt x="6198879" y="1773327"/>
                  <a:pt x="6195394" y="1781576"/>
                  <a:pt x="6198327" y="1788830"/>
                </a:cubicBezTo>
                <a:cubicBezTo>
                  <a:pt x="6200568" y="1794341"/>
                  <a:pt x="6205866" y="1797684"/>
                  <a:pt x="6211467" y="1797684"/>
                </a:cubicBezTo>
                <a:cubicBezTo>
                  <a:pt x="6213226" y="1797684"/>
                  <a:pt x="6215039" y="1797346"/>
                  <a:pt x="6216781" y="1796635"/>
                </a:cubicBezTo>
                <a:close/>
                <a:moveTo>
                  <a:pt x="5668677" y="1998870"/>
                </a:moveTo>
                <a:cubicBezTo>
                  <a:pt x="5676163" y="1996629"/>
                  <a:pt x="5680428" y="1988736"/>
                  <a:pt x="5678188" y="1981233"/>
                </a:cubicBezTo>
                <a:cubicBezTo>
                  <a:pt x="5675948" y="1973749"/>
                  <a:pt x="5668055" y="1969481"/>
                  <a:pt x="5660551" y="1971721"/>
                </a:cubicBezTo>
                <a:cubicBezTo>
                  <a:pt x="5653050" y="1973961"/>
                  <a:pt x="5648802" y="1981856"/>
                  <a:pt x="5651042" y="1989358"/>
                </a:cubicBezTo>
                <a:cubicBezTo>
                  <a:pt x="5652890" y="1995492"/>
                  <a:pt x="5658507" y="1999456"/>
                  <a:pt x="5664606" y="1999456"/>
                </a:cubicBezTo>
                <a:cubicBezTo>
                  <a:pt x="5665957" y="1999457"/>
                  <a:pt x="5667326" y="1999279"/>
                  <a:pt x="5668677" y="1998870"/>
                </a:cubicBezTo>
                <a:close/>
                <a:moveTo>
                  <a:pt x="3341756" y="2852542"/>
                </a:moveTo>
                <a:cubicBezTo>
                  <a:pt x="3343765" y="2852062"/>
                  <a:pt x="3345010" y="2850035"/>
                  <a:pt x="3344530" y="2848044"/>
                </a:cubicBezTo>
                <a:cubicBezTo>
                  <a:pt x="3344050" y="2846034"/>
                  <a:pt x="3342023" y="2844790"/>
                  <a:pt x="3340015" y="2845270"/>
                </a:cubicBezTo>
                <a:cubicBezTo>
                  <a:pt x="3338022" y="2845750"/>
                  <a:pt x="3336778" y="2847777"/>
                  <a:pt x="3337257" y="2849769"/>
                </a:cubicBezTo>
                <a:cubicBezTo>
                  <a:pt x="3337667" y="2851493"/>
                  <a:pt x="3339196" y="2852649"/>
                  <a:pt x="3340886" y="2852649"/>
                </a:cubicBezTo>
                <a:cubicBezTo>
                  <a:pt x="3341169" y="2852649"/>
                  <a:pt x="3341472" y="2852613"/>
                  <a:pt x="3341756" y="2852542"/>
                </a:cubicBezTo>
                <a:close/>
                <a:moveTo>
                  <a:pt x="2571520" y="3136382"/>
                </a:moveTo>
                <a:cubicBezTo>
                  <a:pt x="2573795" y="3135172"/>
                  <a:pt x="2574667" y="3132328"/>
                  <a:pt x="2573440" y="3130052"/>
                </a:cubicBezTo>
                <a:cubicBezTo>
                  <a:pt x="2572214" y="3127777"/>
                  <a:pt x="2569387" y="3126906"/>
                  <a:pt x="2567111" y="3128133"/>
                </a:cubicBezTo>
                <a:cubicBezTo>
                  <a:pt x="2564817" y="3129341"/>
                  <a:pt x="2563964" y="3132185"/>
                  <a:pt x="2565172" y="3134461"/>
                </a:cubicBezTo>
                <a:cubicBezTo>
                  <a:pt x="2566027" y="3136044"/>
                  <a:pt x="2567644" y="3136934"/>
                  <a:pt x="2569315" y="3136934"/>
                </a:cubicBezTo>
                <a:cubicBezTo>
                  <a:pt x="2570063" y="3136933"/>
                  <a:pt x="2570809" y="3136755"/>
                  <a:pt x="2571520" y="3136382"/>
                </a:cubicBezTo>
                <a:close/>
                <a:moveTo>
                  <a:pt x="6126607" y="1833046"/>
                </a:moveTo>
                <a:cubicBezTo>
                  <a:pt x="6133861" y="1830131"/>
                  <a:pt x="6137382" y="1821880"/>
                  <a:pt x="6134466" y="1814627"/>
                </a:cubicBezTo>
                <a:cubicBezTo>
                  <a:pt x="6131550" y="1807373"/>
                  <a:pt x="6123301" y="1803853"/>
                  <a:pt x="6116047" y="1806769"/>
                </a:cubicBezTo>
                <a:cubicBezTo>
                  <a:pt x="6108793" y="1809684"/>
                  <a:pt x="6105273" y="1817934"/>
                  <a:pt x="6108188" y="1825188"/>
                </a:cubicBezTo>
                <a:cubicBezTo>
                  <a:pt x="6110393" y="1830717"/>
                  <a:pt x="6115709" y="1834077"/>
                  <a:pt x="6121327" y="1834078"/>
                </a:cubicBezTo>
                <a:cubicBezTo>
                  <a:pt x="6123087" y="1834078"/>
                  <a:pt x="6124866" y="1833739"/>
                  <a:pt x="6126607" y="1833046"/>
                </a:cubicBezTo>
                <a:close/>
                <a:moveTo>
                  <a:pt x="4288609" y="2507311"/>
                </a:moveTo>
                <a:cubicBezTo>
                  <a:pt x="4292075" y="2507311"/>
                  <a:pt x="4295328" y="2505159"/>
                  <a:pt x="4296573" y="2501710"/>
                </a:cubicBezTo>
                <a:cubicBezTo>
                  <a:pt x="4298154" y="2497301"/>
                  <a:pt x="4295879" y="2492447"/>
                  <a:pt x="4291471" y="2490865"/>
                </a:cubicBezTo>
                <a:cubicBezTo>
                  <a:pt x="4287080" y="2489282"/>
                  <a:pt x="4282225" y="2491577"/>
                  <a:pt x="4280625" y="2495968"/>
                </a:cubicBezTo>
                <a:cubicBezTo>
                  <a:pt x="4279042" y="2500377"/>
                  <a:pt x="4281336" y="2505231"/>
                  <a:pt x="4285728" y="2506813"/>
                </a:cubicBezTo>
                <a:cubicBezTo>
                  <a:pt x="4286688" y="2507150"/>
                  <a:pt x="4287648" y="2507311"/>
                  <a:pt x="4288609" y="2507311"/>
                </a:cubicBezTo>
                <a:close/>
                <a:moveTo>
                  <a:pt x="2919116" y="3011379"/>
                </a:moveTo>
                <a:cubicBezTo>
                  <a:pt x="2920965" y="3010472"/>
                  <a:pt x="2921730" y="3008232"/>
                  <a:pt x="2920822" y="3006382"/>
                </a:cubicBezTo>
                <a:cubicBezTo>
                  <a:pt x="2919897" y="3004533"/>
                  <a:pt x="2917675" y="3003770"/>
                  <a:pt x="2915826" y="3004676"/>
                </a:cubicBezTo>
                <a:cubicBezTo>
                  <a:pt x="2913978" y="3005600"/>
                  <a:pt x="2913213" y="3007823"/>
                  <a:pt x="2914120" y="3009690"/>
                </a:cubicBezTo>
                <a:cubicBezTo>
                  <a:pt x="2914760" y="3011006"/>
                  <a:pt x="2916093" y="3011770"/>
                  <a:pt x="2917462" y="3011770"/>
                </a:cubicBezTo>
                <a:cubicBezTo>
                  <a:pt x="2918013" y="3011770"/>
                  <a:pt x="2918583" y="3011646"/>
                  <a:pt x="2919116" y="3011379"/>
                </a:cubicBezTo>
                <a:close/>
                <a:moveTo>
                  <a:pt x="5761732" y="1969570"/>
                </a:moveTo>
                <a:cubicBezTo>
                  <a:pt x="5769163" y="1967117"/>
                  <a:pt x="5773199" y="1959117"/>
                  <a:pt x="5770745" y="1951685"/>
                </a:cubicBezTo>
                <a:cubicBezTo>
                  <a:pt x="5768309" y="1944253"/>
                  <a:pt x="5760291" y="1940217"/>
                  <a:pt x="5752858" y="1942671"/>
                </a:cubicBezTo>
                <a:cubicBezTo>
                  <a:pt x="5745428" y="1945106"/>
                  <a:pt x="5741392" y="1953125"/>
                  <a:pt x="5743846" y="1960556"/>
                </a:cubicBezTo>
                <a:cubicBezTo>
                  <a:pt x="5745819" y="1966512"/>
                  <a:pt x="5751348" y="1970281"/>
                  <a:pt x="5757303" y="1970281"/>
                </a:cubicBezTo>
                <a:cubicBezTo>
                  <a:pt x="5758763" y="1970281"/>
                  <a:pt x="5760256" y="1970050"/>
                  <a:pt x="5761732" y="1969570"/>
                </a:cubicBezTo>
                <a:close/>
                <a:moveTo>
                  <a:pt x="6036202" y="1869013"/>
                </a:moveTo>
                <a:cubicBezTo>
                  <a:pt x="6043474" y="1866150"/>
                  <a:pt x="6047066" y="1857919"/>
                  <a:pt x="6044202" y="1850647"/>
                </a:cubicBezTo>
                <a:cubicBezTo>
                  <a:pt x="6041339" y="1843358"/>
                  <a:pt x="6033108" y="1839784"/>
                  <a:pt x="6025837" y="1842647"/>
                </a:cubicBezTo>
                <a:cubicBezTo>
                  <a:pt x="6018548" y="1845509"/>
                  <a:pt x="6014974" y="1853723"/>
                  <a:pt x="6017837" y="1861011"/>
                </a:cubicBezTo>
                <a:cubicBezTo>
                  <a:pt x="6020023" y="1866576"/>
                  <a:pt x="6025374" y="1869990"/>
                  <a:pt x="6031011" y="1869990"/>
                </a:cubicBezTo>
                <a:cubicBezTo>
                  <a:pt x="6032735" y="1869990"/>
                  <a:pt x="6034495" y="1869671"/>
                  <a:pt x="6036184" y="1869012"/>
                </a:cubicBezTo>
                <a:close/>
                <a:moveTo>
                  <a:pt x="7797699" y="1223230"/>
                </a:moveTo>
                <a:cubicBezTo>
                  <a:pt x="7805007" y="1223230"/>
                  <a:pt x="7811764" y="1218482"/>
                  <a:pt x="7813985" y="1211140"/>
                </a:cubicBezTo>
                <a:cubicBezTo>
                  <a:pt x="7816706" y="1202144"/>
                  <a:pt x="7811621" y="1192650"/>
                  <a:pt x="7802625" y="1189929"/>
                </a:cubicBezTo>
                <a:cubicBezTo>
                  <a:pt x="7793647" y="1187210"/>
                  <a:pt x="7784153" y="1192294"/>
                  <a:pt x="7781432" y="1201290"/>
                </a:cubicBezTo>
                <a:cubicBezTo>
                  <a:pt x="7778712" y="1210269"/>
                  <a:pt x="7783780" y="1219762"/>
                  <a:pt x="7792775" y="1222483"/>
                </a:cubicBezTo>
                <a:cubicBezTo>
                  <a:pt x="7794429" y="1222980"/>
                  <a:pt x="7796082" y="1223230"/>
                  <a:pt x="7797699" y="1223230"/>
                </a:cubicBezTo>
                <a:close/>
                <a:moveTo>
                  <a:pt x="3671110" y="2737299"/>
                </a:moveTo>
                <a:lnTo>
                  <a:pt x="3671118" y="2737290"/>
                </a:lnTo>
                <a:lnTo>
                  <a:pt x="3671110" y="2737281"/>
                </a:lnTo>
                <a:close/>
                <a:moveTo>
                  <a:pt x="5945405" y="1904126"/>
                </a:moveTo>
                <a:cubicBezTo>
                  <a:pt x="5952712" y="1901352"/>
                  <a:pt x="5956392" y="1893174"/>
                  <a:pt x="5953619" y="1885849"/>
                </a:cubicBezTo>
                <a:cubicBezTo>
                  <a:pt x="5950846" y="1878542"/>
                  <a:pt x="5942667" y="1874861"/>
                  <a:pt x="5935342" y="1877635"/>
                </a:cubicBezTo>
                <a:cubicBezTo>
                  <a:pt x="5928034" y="1880427"/>
                  <a:pt x="5924355" y="1888605"/>
                  <a:pt x="5927128" y="1895913"/>
                </a:cubicBezTo>
                <a:lnTo>
                  <a:pt x="5927145" y="1895912"/>
                </a:lnTo>
                <a:cubicBezTo>
                  <a:pt x="5929298" y="1901565"/>
                  <a:pt x="5934684" y="1905050"/>
                  <a:pt x="5940392" y="1905050"/>
                </a:cubicBezTo>
                <a:cubicBezTo>
                  <a:pt x="5942063" y="1905050"/>
                  <a:pt x="5943770" y="1904748"/>
                  <a:pt x="5945405" y="1904126"/>
                </a:cubicBezTo>
                <a:close/>
                <a:moveTo>
                  <a:pt x="5853968" y="1937906"/>
                </a:moveTo>
                <a:cubicBezTo>
                  <a:pt x="5861328" y="1935275"/>
                  <a:pt x="5865169" y="1927184"/>
                  <a:pt x="5862555" y="1919807"/>
                </a:cubicBezTo>
                <a:cubicBezTo>
                  <a:pt x="5859924" y="1912428"/>
                  <a:pt x="5851817" y="1908588"/>
                  <a:pt x="5844455" y="1911220"/>
                </a:cubicBezTo>
                <a:cubicBezTo>
                  <a:pt x="5837096" y="1913851"/>
                  <a:pt x="5833238" y="1921940"/>
                  <a:pt x="5835869" y="1929319"/>
                </a:cubicBezTo>
                <a:cubicBezTo>
                  <a:pt x="5837931" y="1935115"/>
                  <a:pt x="5843390" y="1938724"/>
                  <a:pt x="5849221" y="1938724"/>
                </a:cubicBezTo>
                <a:cubicBezTo>
                  <a:pt x="5850785" y="1938724"/>
                  <a:pt x="5852387" y="1938457"/>
                  <a:pt x="5853968" y="1937906"/>
                </a:cubicBezTo>
                <a:close/>
                <a:moveTo>
                  <a:pt x="8170151" y="1088625"/>
                </a:moveTo>
                <a:cubicBezTo>
                  <a:pt x="8177778" y="1088625"/>
                  <a:pt x="8184961" y="1083985"/>
                  <a:pt x="8187824" y="1076429"/>
                </a:cubicBezTo>
                <a:cubicBezTo>
                  <a:pt x="8191539" y="1066668"/>
                  <a:pt x="8186632" y="1055752"/>
                  <a:pt x="8176871" y="1052037"/>
                </a:cubicBezTo>
                <a:cubicBezTo>
                  <a:pt x="8167111" y="1048338"/>
                  <a:pt x="8156194" y="1053245"/>
                  <a:pt x="8152479" y="1063006"/>
                </a:cubicBezTo>
                <a:cubicBezTo>
                  <a:pt x="8148780" y="1072766"/>
                  <a:pt x="8153688" y="1083683"/>
                  <a:pt x="8163448" y="1087381"/>
                </a:cubicBezTo>
                <a:cubicBezTo>
                  <a:pt x="8165653" y="1088234"/>
                  <a:pt x="8167929" y="1088626"/>
                  <a:pt x="8170151" y="1088625"/>
                </a:cubicBezTo>
                <a:close/>
                <a:moveTo>
                  <a:pt x="6856004" y="1572194"/>
                </a:moveTo>
                <a:cubicBezTo>
                  <a:pt x="6863615" y="1570416"/>
                  <a:pt x="6868342" y="1562807"/>
                  <a:pt x="6866565" y="1555180"/>
                </a:cubicBezTo>
                <a:cubicBezTo>
                  <a:pt x="6864787" y="1547570"/>
                  <a:pt x="6857160" y="1542841"/>
                  <a:pt x="6849552" y="1544619"/>
                </a:cubicBezTo>
                <a:cubicBezTo>
                  <a:pt x="6841942" y="1546414"/>
                  <a:pt x="6837213" y="1554024"/>
                  <a:pt x="6839008" y="1561652"/>
                </a:cubicBezTo>
                <a:lnTo>
                  <a:pt x="6838991" y="1561651"/>
                </a:lnTo>
                <a:cubicBezTo>
                  <a:pt x="6840519" y="1568175"/>
                  <a:pt x="6846333" y="1572585"/>
                  <a:pt x="6852769" y="1572585"/>
                </a:cubicBezTo>
                <a:cubicBezTo>
                  <a:pt x="6853836" y="1572585"/>
                  <a:pt x="6854921" y="1572460"/>
                  <a:pt x="6856004" y="1572194"/>
                </a:cubicBezTo>
                <a:close/>
                <a:moveTo>
                  <a:pt x="1725470" y="3456319"/>
                </a:moveTo>
                <a:lnTo>
                  <a:pt x="1726079" y="3455513"/>
                </a:lnTo>
                <a:cubicBezTo>
                  <a:pt x="1725706" y="3452953"/>
                  <a:pt x="1723342" y="3451175"/>
                  <a:pt x="1720781" y="3451531"/>
                </a:cubicBezTo>
                <a:lnTo>
                  <a:pt x="1717434" y="3455986"/>
                </a:lnTo>
                <a:close/>
                <a:moveTo>
                  <a:pt x="3675945" y="2741815"/>
                </a:moveTo>
                <a:cubicBezTo>
                  <a:pt x="3678541" y="2741726"/>
                  <a:pt x="3680570" y="2739557"/>
                  <a:pt x="3680481" y="2736978"/>
                </a:cubicBezTo>
                <a:cubicBezTo>
                  <a:pt x="3680373" y="2734401"/>
                  <a:pt x="3678203" y="2732374"/>
                  <a:pt x="3675626" y="2732463"/>
                </a:cubicBezTo>
                <a:lnTo>
                  <a:pt x="3671118" y="2737290"/>
                </a:lnTo>
                <a:lnTo>
                  <a:pt x="3675786" y="2741815"/>
                </a:lnTo>
                <a:cubicBezTo>
                  <a:pt x="3675838" y="2741815"/>
                  <a:pt x="3675945" y="2741815"/>
                  <a:pt x="3675945" y="2741815"/>
                </a:cubicBezTo>
                <a:close/>
                <a:moveTo>
                  <a:pt x="4879722" y="2301342"/>
                </a:moveTo>
                <a:cubicBezTo>
                  <a:pt x="4885234" y="2301342"/>
                  <a:pt x="4890247" y="2297609"/>
                  <a:pt x="4891633" y="2292008"/>
                </a:cubicBezTo>
                <a:cubicBezTo>
                  <a:pt x="4893252" y="2285430"/>
                  <a:pt x="4889252" y="2278780"/>
                  <a:pt x="4882674" y="2277162"/>
                </a:cubicBezTo>
                <a:cubicBezTo>
                  <a:pt x="4876096" y="2275527"/>
                  <a:pt x="4869447" y="2279545"/>
                  <a:pt x="4867810" y="2286124"/>
                </a:cubicBezTo>
                <a:cubicBezTo>
                  <a:pt x="4866193" y="2292701"/>
                  <a:pt x="4870193" y="2299351"/>
                  <a:pt x="4876789" y="2300987"/>
                </a:cubicBezTo>
                <a:cubicBezTo>
                  <a:pt x="4877765" y="2301218"/>
                  <a:pt x="4878762" y="2301342"/>
                  <a:pt x="4879722" y="2301342"/>
                </a:cubicBezTo>
                <a:close/>
                <a:moveTo>
                  <a:pt x="8537890" y="959568"/>
                </a:moveTo>
                <a:cubicBezTo>
                  <a:pt x="8541321" y="957222"/>
                  <a:pt x="8544086" y="953826"/>
                  <a:pt x="8545642" y="949630"/>
                </a:cubicBezTo>
                <a:cubicBezTo>
                  <a:pt x="8549624" y="938856"/>
                  <a:pt x="8544148" y="926891"/>
                  <a:pt x="8533374" y="922891"/>
                </a:cubicBezTo>
                <a:cubicBezTo>
                  <a:pt x="8522599" y="918890"/>
                  <a:pt x="8510634" y="924401"/>
                  <a:pt x="8506634" y="935176"/>
                </a:cubicBezTo>
                <a:cubicBezTo>
                  <a:pt x="8502633" y="945933"/>
                  <a:pt x="8508128" y="957898"/>
                  <a:pt x="8518902" y="961897"/>
                </a:cubicBezTo>
                <a:cubicBezTo>
                  <a:pt x="8521284" y="962786"/>
                  <a:pt x="8523737" y="963213"/>
                  <a:pt x="8526137" y="963213"/>
                </a:cubicBezTo>
                <a:cubicBezTo>
                  <a:pt x="8530359" y="963213"/>
                  <a:pt x="8534458" y="961915"/>
                  <a:pt x="8537890" y="959568"/>
                </a:cubicBezTo>
                <a:close/>
                <a:moveTo>
                  <a:pt x="3430295" y="2833998"/>
                </a:moveTo>
                <a:cubicBezTo>
                  <a:pt x="3432321" y="2833625"/>
                  <a:pt x="3433673" y="2831688"/>
                  <a:pt x="3433317" y="2829660"/>
                </a:cubicBezTo>
                <a:cubicBezTo>
                  <a:pt x="3432944" y="2827633"/>
                  <a:pt x="3431006" y="2826283"/>
                  <a:pt x="3428979" y="2826639"/>
                </a:cubicBezTo>
                <a:cubicBezTo>
                  <a:pt x="3426952" y="2827012"/>
                  <a:pt x="3425601" y="2828949"/>
                  <a:pt x="3425957" y="2830977"/>
                </a:cubicBezTo>
                <a:cubicBezTo>
                  <a:pt x="3426277" y="2832789"/>
                  <a:pt x="3427859" y="2834052"/>
                  <a:pt x="3429636" y="2834052"/>
                </a:cubicBezTo>
                <a:cubicBezTo>
                  <a:pt x="3429850" y="2834052"/>
                  <a:pt x="3430082" y="2834034"/>
                  <a:pt x="3430295" y="2833998"/>
                </a:cubicBezTo>
                <a:close/>
                <a:moveTo>
                  <a:pt x="2490875" y="3179158"/>
                </a:moveTo>
                <a:cubicBezTo>
                  <a:pt x="2493168" y="3177966"/>
                  <a:pt x="2494040" y="3175123"/>
                  <a:pt x="2492848" y="3172846"/>
                </a:cubicBezTo>
                <a:cubicBezTo>
                  <a:pt x="2491640" y="3170554"/>
                  <a:pt x="2488812" y="3169664"/>
                  <a:pt x="2486519" y="3170872"/>
                </a:cubicBezTo>
                <a:cubicBezTo>
                  <a:pt x="2484226" y="3172064"/>
                  <a:pt x="2483354" y="3174908"/>
                  <a:pt x="2484545" y="3177202"/>
                </a:cubicBezTo>
                <a:cubicBezTo>
                  <a:pt x="2485382" y="3178785"/>
                  <a:pt x="2487017" y="3179691"/>
                  <a:pt x="2488706" y="3179691"/>
                </a:cubicBezTo>
                <a:cubicBezTo>
                  <a:pt x="2489436" y="3179691"/>
                  <a:pt x="2490182" y="3179531"/>
                  <a:pt x="2490875" y="3179158"/>
                </a:cubicBezTo>
                <a:close/>
                <a:moveTo>
                  <a:pt x="4434825" y="2466241"/>
                </a:moveTo>
                <a:cubicBezTo>
                  <a:pt x="4438431" y="2466241"/>
                  <a:pt x="4441880" y="2464143"/>
                  <a:pt x="4443444" y="2460624"/>
                </a:cubicBezTo>
                <a:cubicBezTo>
                  <a:pt x="4445544" y="2455858"/>
                  <a:pt x="4443393" y="2450293"/>
                  <a:pt x="4438629" y="2448196"/>
                </a:cubicBezTo>
                <a:cubicBezTo>
                  <a:pt x="4433862" y="2446098"/>
                  <a:pt x="4428299" y="2448249"/>
                  <a:pt x="4426183" y="2452996"/>
                </a:cubicBezTo>
                <a:cubicBezTo>
                  <a:pt x="4424084" y="2457761"/>
                  <a:pt x="4426236" y="2463325"/>
                  <a:pt x="4431002" y="2465423"/>
                </a:cubicBezTo>
                <a:lnTo>
                  <a:pt x="4431018" y="2465423"/>
                </a:lnTo>
                <a:cubicBezTo>
                  <a:pt x="4432245" y="2465975"/>
                  <a:pt x="4433543" y="2466241"/>
                  <a:pt x="4434825" y="2466241"/>
                </a:cubicBezTo>
                <a:close/>
                <a:moveTo>
                  <a:pt x="2838310" y="3052305"/>
                </a:moveTo>
                <a:cubicBezTo>
                  <a:pt x="2840142" y="3051363"/>
                  <a:pt x="2840853" y="3049106"/>
                  <a:pt x="2839893" y="3047274"/>
                </a:cubicBezTo>
                <a:cubicBezTo>
                  <a:pt x="2838951" y="3045443"/>
                  <a:pt x="2836693" y="3044750"/>
                  <a:pt x="2834861" y="3045692"/>
                </a:cubicBezTo>
                <a:cubicBezTo>
                  <a:pt x="2833030" y="3046652"/>
                  <a:pt x="2832337" y="3048892"/>
                  <a:pt x="2833279" y="3050724"/>
                </a:cubicBezTo>
                <a:cubicBezTo>
                  <a:pt x="2833937" y="3052004"/>
                  <a:pt x="2835252" y="3052733"/>
                  <a:pt x="2836587" y="3052732"/>
                </a:cubicBezTo>
                <a:cubicBezTo>
                  <a:pt x="2837173" y="3052733"/>
                  <a:pt x="2837760" y="3052607"/>
                  <a:pt x="2838310" y="3052305"/>
                </a:cubicBezTo>
                <a:close/>
                <a:moveTo>
                  <a:pt x="5130939" y="2212004"/>
                </a:moveTo>
                <a:cubicBezTo>
                  <a:pt x="5138227" y="2212004"/>
                  <a:pt x="5144166" y="2206101"/>
                  <a:pt x="5144166" y="2198811"/>
                </a:cubicBezTo>
                <a:cubicBezTo>
                  <a:pt x="5144185" y="2191505"/>
                  <a:pt x="5138263" y="2185566"/>
                  <a:pt x="5130974" y="2185566"/>
                </a:cubicBezTo>
                <a:cubicBezTo>
                  <a:pt x="5123667" y="2185566"/>
                  <a:pt x="5117729" y="2191469"/>
                  <a:pt x="5117729" y="2198759"/>
                </a:cubicBezTo>
                <a:cubicBezTo>
                  <a:pt x="5117729" y="2206066"/>
                  <a:pt x="5123631" y="2212004"/>
                  <a:pt x="5130939" y="2212004"/>
                </a:cubicBezTo>
                <a:close/>
                <a:moveTo>
                  <a:pt x="6950464" y="1552566"/>
                </a:moveTo>
                <a:cubicBezTo>
                  <a:pt x="6958161" y="1551162"/>
                  <a:pt x="6963283" y="1543801"/>
                  <a:pt x="6961896" y="1536103"/>
                </a:cubicBezTo>
                <a:cubicBezTo>
                  <a:pt x="6960491" y="1528404"/>
                  <a:pt x="6953132" y="1523284"/>
                  <a:pt x="6945433" y="1524671"/>
                </a:cubicBezTo>
                <a:cubicBezTo>
                  <a:pt x="6937735" y="1526075"/>
                  <a:pt x="6932632" y="1533436"/>
                  <a:pt x="6934019" y="1541134"/>
                </a:cubicBezTo>
                <a:cubicBezTo>
                  <a:pt x="6935246" y="1547979"/>
                  <a:pt x="6941201" y="1552779"/>
                  <a:pt x="6947939" y="1552779"/>
                </a:cubicBezTo>
                <a:cubicBezTo>
                  <a:pt x="6948756" y="1552779"/>
                  <a:pt x="6949611" y="1552708"/>
                  <a:pt x="6950464" y="1552566"/>
                </a:cubicBezTo>
                <a:close/>
                <a:moveTo>
                  <a:pt x="4580059" y="2424034"/>
                </a:moveTo>
                <a:cubicBezTo>
                  <a:pt x="4584007" y="2424034"/>
                  <a:pt x="4587776" y="2421795"/>
                  <a:pt x="4589499" y="2417973"/>
                </a:cubicBezTo>
                <a:cubicBezTo>
                  <a:pt x="4591881" y="2412745"/>
                  <a:pt x="4589571" y="2406611"/>
                  <a:pt x="4584361" y="2404229"/>
                </a:cubicBezTo>
                <a:cubicBezTo>
                  <a:pt x="4581755" y="2403047"/>
                  <a:pt x="4578917" y="2403029"/>
                  <a:pt x="4576429" y="2403958"/>
                </a:cubicBezTo>
                <a:cubicBezTo>
                  <a:pt x="4573944" y="2404887"/>
                  <a:pt x="4571808" y="2406762"/>
                  <a:pt x="4570618" y="2409367"/>
                </a:cubicBezTo>
                <a:cubicBezTo>
                  <a:pt x="4568253" y="2414576"/>
                  <a:pt x="4570565" y="2420745"/>
                  <a:pt x="4575775" y="2423109"/>
                </a:cubicBezTo>
                <a:cubicBezTo>
                  <a:pt x="4577160" y="2423750"/>
                  <a:pt x="4578618" y="2424034"/>
                  <a:pt x="4580059" y="2424034"/>
                </a:cubicBezTo>
                <a:close/>
                <a:moveTo>
                  <a:pt x="2409750" y="3221081"/>
                </a:moveTo>
                <a:cubicBezTo>
                  <a:pt x="2412043" y="3219907"/>
                  <a:pt x="2412968" y="3217080"/>
                  <a:pt x="2411812" y="3214787"/>
                </a:cubicBezTo>
                <a:cubicBezTo>
                  <a:pt x="2410638" y="3212476"/>
                  <a:pt x="2407812" y="3211569"/>
                  <a:pt x="2405518" y="3212724"/>
                </a:cubicBezTo>
                <a:cubicBezTo>
                  <a:pt x="2403207" y="3213898"/>
                  <a:pt x="2402283" y="3216707"/>
                  <a:pt x="2403456" y="3219019"/>
                </a:cubicBezTo>
                <a:cubicBezTo>
                  <a:pt x="2404274" y="3220654"/>
                  <a:pt x="2405927" y="3221579"/>
                  <a:pt x="2407635" y="3221579"/>
                </a:cubicBezTo>
                <a:cubicBezTo>
                  <a:pt x="2408345" y="3221578"/>
                  <a:pt x="2409074" y="3221418"/>
                  <a:pt x="2409750" y="3221081"/>
                </a:cubicBezTo>
                <a:close/>
                <a:moveTo>
                  <a:pt x="4727730" y="2371747"/>
                </a:moveTo>
                <a:cubicBezTo>
                  <a:pt x="4732282" y="2371747"/>
                  <a:pt x="4736584" y="2368973"/>
                  <a:pt x="4738308" y="2364457"/>
                </a:cubicBezTo>
                <a:cubicBezTo>
                  <a:pt x="4740533" y="2358625"/>
                  <a:pt x="4737615" y="2352083"/>
                  <a:pt x="4731785" y="2349843"/>
                </a:cubicBezTo>
                <a:cubicBezTo>
                  <a:pt x="4725935" y="2347621"/>
                  <a:pt x="4719393" y="2350536"/>
                  <a:pt x="4717153" y="2356386"/>
                </a:cubicBezTo>
                <a:cubicBezTo>
                  <a:pt x="4714929" y="2362217"/>
                  <a:pt x="4717864" y="2368760"/>
                  <a:pt x="4723693" y="2371000"/>
                </a:cubicBezTo>
                <a:cubicBezTo>
                  <a:pt x="4725027" y="2371497"/>
                  <a:pt x="4726398" y="2371747"/>
                  <a:pt x="4727730" y="2371747"/>
                </a:cubicBezTo>
                <a:close/>
                <a:moveTo>
                  <a:pt x="2758395" y="3094957"/>
                </a:moveTo>
                <a:cubicBezTo>
                  <a:pt x="2760190" y="3093962"/>
                  <a:pt x="2760866" y="3091704"/>
                  <a:pt x="2759888" y="3089890"/>
                </a:cubicBezTo>
                <a:cubicBezTo>
                  <a:pt x="2758892" y="3088077"/>
                  <a:pt x="2756616" y="3087419"/>
                  <a:pt x="2754821" y="3088397"/>
                </a:cubicBezTo>
                <a:cubicBezTo>
                  <a:pt x="2753008" y="3089393"/>
                  <a:pt x="2752331" y="3091651"/>
                  <a:pt x="2753327" y="3093464"/>
                </a:cubicBezTo>
                <a:cubicBezTo>
                  <a:pt x="2754002" y="3094709"/>
                  <a:pt x="2755284" y="3095419"/>
                  <a:pt x="2756599" y="3095419"/>
                </a:cubicBezTo>
                <a:cubicBezTo>
                  <a:pt x="2757203" y="3095419"/>
                  <a:pt x="2757825" y="3095259"/>
                  <a:pt x="2758395" y="3094957"/>
                </a:cubicBezTo>
                <a:close/>
                <a:moveTo>
                  <a:pt x="1812290" y="3445255"/>
                </a:moveTo>
                <a:cubicBezTo>
                  <a:pt x="1814832" y="3444739"/>
                  <a:pt x="1816468" y="3442268"/>
                  <a:pt x="1815952" y="3439743"/>
                </a:cubicBezTo>
                <a:cubicBezTo>
                  <a:pt x="1815436" y="3437201"/>
                  <a:pt x="1812965" y="3435565"/>
                  <a:pt x="1810424" y="3436081"/>
                </a:cubicBezTo>
                <a:cubicBezTo>
                  <a:pt x="1807898" y="3436597"/>
                  <a:pt x="1806262" y="3439067"/>
                  <a:pt x="1806778" y="3441609"/>
                </a:cubicBezTo>
                <a:cubicBezTo>
                  <a:pt x="1807223" y="3443832"/>
                  <a:pt x="1809178" y="3445362"/>
                  <a:pt x="1811365" y="3445362"/>
                </a:cubicBezTo>
                <a:cubicBezTo>
                  <a:pt x="1811667" y="3445362"/>
                  <a:pt x="1811987" y="3445326"/>
                  <a:pt x="1812290" y="3445255"/>
                </a:cubicBezTo>
                <a:close/>
                <a:moveTo>
                  <a:pt x="3519777" y="2820771"/>
                </a:moveTo>
                <a:cubicBezTo>
                  <a:pt x="3521821" y="2820540"/>
                  <a:pt x="3523296" y="2818691"/>
                  <a:pt x="3523047" y="2816646"/>
                </a:cubicBezTo>
                <a:cubicBezTo>
                  <a:pt x="3522816" y="2814584"/>
                  <a:pt x="3520967" y="2813126"/>
                  <a:pt x="3518904" y="2813358"/>
                </a:cubicBezTo>
                <a:cubicBezTo>
                  <a:pt x="3516860" y="2813606"/>
                  <a:pt x="3515403" y="2815455"/>
                  <a:pt x="3515633" y="2817500"/>
                </a:cubicBezTo>
                <a:cubicBezTo>
                  <a:pt x="3515848" y="2819402"/>
                  <a:pt x="3517465" y="2820807"/>
                  <a:pt x="3519332" y="2820807"/>
                </a:cubicBezTo>
                <a:cubicBezTo>
                  <a:pt x="3519474" y="2820807"/>
                  <a:pt x="3519635" y="2820771"/>
                  <a:pt x="3519777" y="2820771"/>
                </a:cubicBezTo>
                <a:close/>
                <a:moveTo>
                  <a:pt x="2327896" y="3261616"/>
                </a:moveTo>
                <a:cubicBezTo>
                  <a:pt x="2330225" y="3260497"/>
                  <a:pt x="2331203" y="3257688"/>
                  <a:pt x="2330065" y="3255358"/>
                </a:cubicBezTo>
                <a:cubicBezTo>
                  <a:pt x="2328945" y="3253029"/>
                  <a:pt x="2326153" y="3252051"/>
                  <a:pt x="2323824" y="3253189"/>
                </a:cubicBezTo>
                <a:cubicBezTo>
                  <a:pt x="2321495" y="3254309"/>
                  <a:pt x="2320518" y="3257101"/>
                  <a:pt x="2321638" y="3259429"/>
                </a:cubicBezTo>
                <a:cubicBezTo>
                  <a:pt x="2322455" y="3261100"/>
                  <a:pt x="2324127" y="3262078"/>
                  <a:pt x="2325869" y="3262078"/>
                </a:cubicBezTo>
                <a:cubicBezTo>
                  <a:pt x="2326545" y="3262078"/>
                  <a:pt x="2327238" y="3261936"/>
                  <a:pt x="2327896" y="3261616"/>
                </a:cubicBezTo>
                <a:close/>
                <a:moveTo>
                  <a:pt x="8033466" y="1169804"/>
                </a:moveTo>
                <a:cubicBezTo>
                  <a:pt x="8040826" y="1169805"/>
                  <a:pt x="8047725" y="1165235"/>
                  <a:pt x="8050373" y="1157910"/>
                </a:cubicBezTo>
                <a:cubicBezTo>
                  <a:pt x="8053716" y="1148558"/>
                  <a:pt x="8048862" y="1138281"/>
                  <a:pt x="8039529" y="1134939"/>
                </a:cubicBezTo>
                <a:cubicBezTo>
                  <a:pt x="8030194" y="1131579"/>
                  <a:pt x="8019918" y="1136433"/>
                  <a:pt x="8016558" y="1145766"/>
                </a:cubicBezTo>
                <a:cubicBezTo>
                  <a:pt x="8013216" y="1155101"/>
                  <a:pt x="8018070" y="1165377"/>
                  <a:pt x="8027403" y="1168737"/>
                </a:cubicBezTo>
                <a:cubicBezTo>
                  <a:pt x="8029395" y="1169448"/>
                  <a:pt x="8031457" y="1169804"/>
                  <a:pt x="8033466" y="1169804"/>
                </a:cubicBezTo>
                <a:close/>
                <a:moveTo>
                  <a:pt x="3923199" y="2679429"/>
                </a:moveTo>
                <a:cubicBezTo>
                  <a:pt x="3925972" y="2679429"/>
                  <a:pt x="3928390" y="2677366"/>
                  <a:pt x="3928763" y="2674540"/>
                </a:cubicBezTo>
                <a:cubicBezTo>
                  <a:pt x="3929174" y="2671463"/>
                  <a:pt x="3927021" y="2668619"/>
                  <a:pt x="3923929" y="2668210"/>
                </a:cubicBezTo>
                <a:cubicBezTo>
                  <a:pt x="3920851" y="2667801"/>
                  <a:pt x="3918024" y="2669970"/>
                  <a:pt x="3917617" y="2673046"/>
                </a:cubicBezTo>
                <a:cubicBezTo>
                  <a:pt x="3917206" y="2676140"/>
                  <a:pt x="3919358" y="2678966"/>
                  <a:pt x="3922452" y="2679375"/>
                </a:cubicBezTo>
                <a:cubicBezTo>
                  <a:pt x="3922701" y="2679429"/>
                  <a:pt x="3922951" y="2679429"/>
                  <a:pt x="3923199" y="2679429"/>
                </a:cubicBezTo>
                <a:close/>
                <a:moveTo>
                  <a:pt x="7398298" y="1405072"/>
                </a:moveTo>
                <a:cubicBezTo>
                  <a:pt x="7405925" y="1405072"/>
                  <a:pt x="7412485" y="1399294"/>
                  <a:pt x="7413303" y="1391525"/>
                </a:cubicBezTo>
                <a:cubicBezTo>
                  <a:pt x="7414156" y="1383222"/>
                  <a:pt x="7408147" y="1375790"/>
                  <a:pt x="7399844" y="1374919"/>
                </a:cubicBezTo>
                <a:cubicBezTo>
                  <a:pt x="7391541" y="1374048"/>
                  <a:pt x="7384110" y="1380075"/>
                  <a:pt x="7383239" y="1388378"/>
                </a:cubicBezTo>
                <a:cubicBezTo>
                  <a:pt x="7382368" y="1396680"/>
                  <a:pt x="7388395" y="1404112"/>
                  <a:pt x="7396680" y="1404983"/>
                </a:cubicBezTo>
                <a:lnTo>
                  <a:pt x="7396697" y="1404983"/>
                </a:lnTo>
                <a:cubicBezTo>
                  <a:pt x="7397230" y="1405036"/>
                  <a:pt x="7397764" y="1405072"/>
                  <a:pt x="7398298" y="1405072"/>
                </a:cubicBezTo>
                <a:close/>
                <a:moveTo>
                  <a:pt x="4077252" y="2625541"/>
                </a:moveTo>
                <a:cubicBezTo>
                  <a:pt x="4080239" y="2625541"/>
                  <a:pt x="4082942" y="2623496"/>
                  <a:pt x="4083653" y="2620491"/>
                </a:cubicBezTo>
                <a:cubicBezTo>
                  <a:pt x="4084489" y="2616953"/>
                  <a:pt x="4082319" y="2613397"/>
                  <a:pt x="4078782" y="2612562"/>
                </a:cubicBezTo>
                <a:cubicBezTo>
                  <a:pt x="4075245" y="2611726"/>
                  <a:pt x="4071706" y="2613894"/>
                  <a:pt x="4070853" y="2617433"/>
                </a:cubicBezTo>
                <a:cubicBezTo>
                  <a:pt x="4070017" y="2620971"/>
                  <a:pt x="4072186" y="2624509"/>
                  <a:pt x="4075724" y="2625362"/>
                </a:cubicBezTo>
                <a:cubicBezTo>
                  <a:pt x="4076240" y="2625487"/>
                  <a:pt x="4076754" y="2625541"/>
                  <a:pt x="4077252" y="2625541"/>
                </a:cubicBezTo>
                <a:close/>
                <a:moveTo>
                  <a:pt x="2679083" y="3138800"/>
                </a:moveTo>
                <a:cubicBezTo>
                  <a:pt x="2680879" y="3137786"/>
                  <a:pt x="2681519" y="3135511"/>
                  <a:pt x="2680523" y="3133715"/>
                </a:cubicBezTo>
                <a:cubicBezTo>
                  <a:pt x="2679510" y="3131920"/>
                  <a:pt x="2677233" y="3131280"/>
                  <a:pt x="2675438" y="3132293"/>
                </a:cubicBezTo>
                <a:cubicBezTo>
                  <a:pt x="2673624" y="3133289"/>
                  <a:pt x="2672985" y="3135564"/>
                  <a:pt x="2673997" y="3137360"/>
                </a:cubicBezTo>
                <a:cubicBezTo>
                  <a:pt x="2674691" y="3138587"/>
                  <a:pt x="2675954" y="3139280"/>
                  <a:pt x="2677251" y="3139280"/>
                </a:cubicBezTo>
                <a:cubicBezTo>
                  <a:pt x="2677874" y="3139280"/>
                  <a:pt x="2678496" y="3139120"/>
                  <a:pt x="2679083" y="3138800"/>
                </a:cubicBezTo>
                <a:close/>
                <a:moveTo>
                  <a:pt x="1901433" y="3424507"/>
                </a:moveTo>
                <a:cubicBezTo>
                  <a:pt x="1903922" y="3423849"/>
                  <a:pt x="1905415" y="3421289"/>
                  <a:pt x="1904775" y="3418799"/>
                </a:cubicBezTo>
                <a:cubicBezTo>
                  <a:pt x="1904118" y="3416292"/>
                  <a:pt x="1901558" y="3414800"/>
                  <a:pt x="1899051" y="3415457"/>
                </a:cubicBezTo>
                <a:cubicBezTo>
                  <a:pt x="1896543" y="3416098"/>
                  <a:pt x="1895050" y="3418658"/>
                  <a:pt x="1895709" y="3421164"/>
                </a:cubicBezTo>
                <a:lnTo>
                  <a:pt x="1895726" y="3421164"/>
                </a:lnTo>
                <a:cubicBezTo>
                  <a:pt x="1896277" y="3423262"/>
                  <a:pt x="1898180" y="3424667"/>
                  <a:pt x="1900260" y="3424667"/>
                </a:cubicBezTo>
                <a:cubicBezTo>
                  <a:pt x="1900651" y="3424667"/>
                  <a:pt x="1901043" y="3424613"/>
                  <a:pt x="1901433" y="3424507"/>
                </a:cubicBezTo>
                <a:close/>
                <a:moveTo>
                  <a:pt x="7649602" y="1316089"/>
                </a:moveTo>
                <a:cubicBezTo>
                  <a:pt x="7656855" y="1316089"/>
                  <a:pt x="7663433" y="1311129"/>
                  <a:pt x="7665194" y="1303768"/>
                </a:cubicBezTo>
                <a:cubicBezTo>
                  <a:pt x="7667257" y="1295145"/>
                  <a:pt x="7661940" y="1286469"/>
                  <a:pt x="7653317" y="1284407"/>
                </a:cubicBezTo>
                <a:cubicBezTo>
                  <a:pt x="7644676" y="1282345"/>
                  <a:pt x="7636019" y="1287678"/>
                  <a:pt x="7633956" y="1296301"/>
                </a:cubicBezTo>
                <a:cubicBezTo>
                  <a:pt x="7631894" y="1304924"/>
                  <a:pt x="7637228" y="1313600"/>
                  <a:pt x="7645851" y="1315644"/>
                </a:cubicBezTo>
                <a:cubicBezTo>
                  <a:pt x="7647113" y="1315946"/>
                  <a:pt x="7648357" y="1316089"/>
                  <a:pt x="7649602" y="1316089"/>
                </a:cubicBezTo>
                <a:close/>
                <a:moveTo>
                  <a:pt x="7045741" y="1538218"/>
                </a:moveTo>
                <a:cubicBezTo>
                  <a:pt x="7053493" y="1537294"/>
                  <a:pt x="7059040" y="1530253"/>
                  <a:pt x="7058116" y="1522484"/>
                </a:cubicBezTo>
                <a:cubicBezTo>
                  <a:pt x="7057191" y="1514714"/>
                  <a:pt x="7050150" y="1509168"/>
                  <a:pt x="7042381" y="1510092"/>
                </a:cubicBezTo>
                <a:cubicBezTo>
                  <a:pt x="7034612" y="1511016"/>
                  <a:pt x="7029066" y="1518057"/>
                  <a:pt x="7029989" y="1525827"/>
                </a:cubicBezTo>
                <a:cubicBezTo>
                  <a:pt x="7030843" y="1533027"/>
                  <a:pt x="7036959" y="1538325"/>
                  <a:pt x="7044035" y="1538325"/>
                </a:cubicBezTo>
                <a:cubicBezTo>
                  <a:pt x="7044604" y="1538325"/>
                  <a:pt x="7045154" y="1538290"/>
                  <a:pt x="7045741" y="1538218"/>
                </a:cubicBezTo>
                <a:close/>
                <a:moveTo>
                  <a:pt x="3105083" y="2984176"/>
                </a:moveTo>
                <a:cubicBezTo>
                  <a:pt x="3106506" y="2983625"/>
                  <a:pt x="3107217" y="2982007"/>
                  <a:pt x="3106665" y="2980568"/>
                </a:cubicBezTo>
                <a:cubicBezTo>
                  <a:pt x="3106114" y="2979145"/>
                  <a:pt x="3104496" y="2978416"/>
                  <a:pt x="3103074" y="2978985"/>
                </a:cubicBezTo>
                <a:cubicBezTo>
                  <a:pt x="3101634" y="2979536"/>
                  <a:pt x="3100922" y="2981154"/>
                  <a:pt x="3101474" y="2982577"/>
                </a:cubicBezTo>
                <a:cubicBezTo>
                  <a:pt x="3101901" y="2983679"/>
                  <a:pt x="3102950" y="2984372"/>
                  <a:pt x="3104070" y="2984372"/>
                </a:cubicBezTo>
                <a:cubicBezTo>
                  <a:pt x="3104407" y="2984373"/>
                  <a:pt x="3104745" y="2984301"/>
                  <a:pt x="3105083" y="2984176"/>
                </a:cubicBezTo>
                <a:close/>
                <a:moveTo>
                  <a:pt x="3767045" y="2742010"/>
                </a:moveTo>
                <a:cubicBezTo>
                  <a:pt x="3769552" y="2742011"/>
                  <a:pt x="3771615" y="2740037"/>
                  <a:pt x="3771721" y="2737512"/>
                </a:cubicBezTo>
                <a:cubicBezTo>
                  <a:pt x="3771827" y="2734934"/>
                  <a:pt x="3769820" y="2732747"/>
                  <a:pt x="3767224" y="2732641"/>
                </a:cubicBezTo>
                <a:cubicBezTo>
                  <a:pt x="3764645" y="2732534"/>
                  <a:pt x="3762477" y="2734543"/>
                  <a:pt x="3762369" y="2737139"/>
                </a:cubicBezTo>
                <a:cubicBezTo>
                  <a:pt x="3762263" y="2739717"/>
                  <a:pt x="3764272" y="2741904"/>
                  <a:pt x="3766868" y="2741993"/>
                </a:cubicBezTo>
                <a:cubicBezTo>
                  <a:pt x="3766921" y="2742010"/>
                  <a:pt x="3767045" y="2742010"/>
                  <a:pt x="3767045" y="2742010"/>
                </a:cubicBezTo>
                <a:close/>
                <a:moveTo>
                  <a:pt x="2245100" y="3300321"/>
                </a:moveTo>
                <a:cubicBezTo>
                  <a:pt x="2247464" y="3299255"/>
                  <a:pt x="2248513" y="3296481"/>
                  <a:pt x="2247446" y="3294116"/>
                </a:cubicBezTo>
                <a:cubicBezTo>
                  <a:pt x="2246380" y="3291787"/>
                  <a:pt x="2243607" y="3290720"/>
                  <a:pt x="2241258" y="3291787"/>
                </a:cubicBezTo>
                <a:cubicBezTo>
                  <a:pt x="2238894" y="3292835"/>
                  <a:pt x="2237846" y="3295610"/>
                  <a:pt x="2238912" y="3297974"/>
                </a:cubicBezTo>
                <a:cubicBezTo>
                  <a:pt x="2239695" y="3299699"/>
                  <a:pt x="2241402" y="3300730"/>
                  <a:pt x="2243179" y="3300730"/>
                </a:cubicBezTo>
                <a:cubicBezTo>
                  <a:pt x="2243838" y="3300730"/>
                  <a:pt x="2244477" y="3300606"/>
                  <a:pt x="2245100" y="3300321"/>
                </a:cubicBezTo>
                <a:close/>
                <a:moveTo>
                  <a:pt x="3189800" y="2954095"/>
                </a:moveTo>
                <a:cubicBezTo>
                  <a:pt x="3191257" y="2953632"/>
                  <a:pt x="3192075" y="2952050"/>
                  <a:pt x="3191596" y="2950592"/>
                </a:cubicBezTo>
                <a:cubicBezTo>
                  <a:pt x="3191115" y="2949134"/>
                  <a:pt x="3189551" y="2948335"/>
                  <a:pt x="3188092" y="2948796"/>
                </a:cubicBezTo>
                <a:cubicBezTo>
                  <a:pt x="3186617" y="2949276"/>
                  <a:pt x="3185817" y="2950841"/>
                  <a:pt x="3186297" y="2952316"/>
                </a:cubicBezTo>
                <a:cubicBezTo>
                  <a:pt x="3186670" y="2953490"/>
                  <a:pt x="3187773" y="2954237"/>
                  <a:pt x="3188946" y="2954237"/>
                </a:cubicBezTo>
                <a:cubicBezTo>
                  <a:pt x="3189231" y="2954237"/>
                  <a:pt x="3189515" y="2954184"/>
                  <a:pt x="3189800" y="2954095"/>
                </a:cubicBezTo>
                <a:close/>
                <a:moveTo>
                  <a:pt x="8396672" y="1044338"/>
                </a:moveTo>
                <a:cubicBezTo>
                  <a:pt x="8404673" y="1044338"/>
                  <a:pt x="8412210" y="1039449"/>
                  <a:pt x="8415233" y="1031520"/>
                </a:cubicBezTo>
                <a:cubicBezTo>
                  <a:pt x="8419126" y="1021280"/>
                  <a:pt x="8413971" y="1009812"/>
                  <a:pt x="8403712" y="1005918"/>
                </a:cubicBezTo>
                <a:cubicBezTo>
                  <a:pt x="8393454" y="1002025"/>
                  <a:pt x="8382005" y="1007181"/>
                  <a:pt x="8378111" y="1017439"/>
                </a:cubicBezTo>
                <a:cubicBezTo>
                  <a:pt x="8374217" y="1027680"/>
                  <a:pt x="8379373" y="1039147"/>
                  <a:pt x="8389613" y="1043041"/>
                </a:cubicBezTo>
                <a:cubicBezTo>
                  <a:pt x="8391943" y="1043912"/>
                  <a:pt x="8394325" y="1044339"/>
                  <a:pt x="8396672" y="1044338"/>
                </a:cubicBezTo>
                <a:close/>
                <a:moveTo>
                  <a:pt x="5228402" y="2208465"/>
                </a:moveTo>
                <a:cubicBezTo>
                  <a:pt x="5235692" y="2207950"/>
                  <a:pt x="5241167" y="2201621"/>
                  <a:pt x="5240652" y="2194331"/>
                </a:cubicBezTo>
                <a:cubicBezTo>
                  <a:pt x="5240118" y="2187060"/>
                  <a:pt x="5233791" y="2181584"/>
                  <a:pt x="5226518" y="2182100"/>
                </a:cubicBezTo>
                <a:cubicBezTo>
                  <a:pt x="5219228" y="2182633"/>
                  <a:pt x="5213753" y="2188962"/>
                  <a:pt x="5214286" y="2196234"/>
                </a:cubicBezTo>
                <a:cubicBezTo>
                  <a:pt x="5214784" y="2203186"/>
                  <a:pt x="5220578" y="2208501"/>
                  <a:pt x="5227443" y="2208501"/>
                </a:cubicBezTo>
                <a:cubicBezTo>
                  <a:pt x="5227760" y="2208501"/>
                  <a:pt x="5228083" y="2208465"/>
                  <a:pt x="5228402" y="2208465"/>
                </a:cubicBezTo>
                <a:close/>
                <a:moveTo>
                  <a:pt x="3022002" y="3018597"/>
                </a:moveTo>
                <a:cubicBezTo>
                  <a:pt x="3023424" y="3017974"/>
                  <a:pt x="3024046" y="3016338"/>
                  <a:pt x="3023425" y="3014933"/>
                </a:cubicBezTo>
                <a:cubicBezTo>
                  <a:pt x="3022821" y="3013529"/>
                  <a:pt x="3021166" y="3012889"/>
                  <a:pt x="3019762" y="3013494"/>
                </a:cubicBezTo>
                <a:cubicBezTo>
                  <a:pt x="3018340" y="3014116"/>
                  <a:pt x="3017717" y="3015770"/>
                  <a:pt x="3018340" y="3017174"/>
                </a:cubicBezTo>
                <a:cubicBezTo>
                  <a:pt x="3018784" y="3018223"/>
                  <a:pt x="3019815" y="3018828"/>
                  <a:pt x="3020881" y="3018827"/>
                </a:cubicBezTo>
                <a:cubicBezTo>
                  <a:pt x="3021255" y="3018828"/>
                  <a:pt x="3021629" y="3018756"/>
                  <a:pt x="3022002" y="3018597"/>
                </a:cubicBezTo>
                <a:close/>
                <a:moveTo>
                  <a:pt x="1989332" y="3399136"/>
                </a:moveTo>
                <a:lnTo>
                  <a:pt x="1989314" y="3399136"/>
                </a:lnTo>
                <a:cubicBezTo>
                  <a:pt x="1991786" y="3398354"/>
                  <a:pt x="1993155" y="3395722"/>
                  <a:pt x="1992390" y="3393251"/>
                </a:cubicBezTo>
                <a:cubicBezTo>
                  <a:pt x="1991608" y="3390798"/>
                  <a:pt x="1988977" y="3389429"/>
                  <a:pt x="1986505" y="3390193"/>
                </a:cubicBezTo>
                <a:cubicBezTo>
                  <a:pt x="1984034" y="3390975"/>
                  <a:pt x="1982665" y="3393607"/>
                  <a:pt x="1983447" y="3396079"/>
                </a:cubicBezTo>
                <a:cubicBezTo>
                  <a:pt x="1984088" y="3398069"/>
                  <a:pt x="1985918" y="3399350"/>
                  <a:pt x="1987910" y="3399350"/>
                </a:cubicBezTo>
                <a:cubicBezTo>
                  <a:pt x="1988390" y="3399350"/>
                  <a:pt x="1988852" y="3399278"/>
                  <a:pt x="1989332" y="3399136"/>
                </a:cubicBezTo>
                <a:close/>
                <a:moveTo>
                  <a:pt x="2161183" y="3336573"/>
                </a:moveTo>
                <a:cubicBezTo>
                  <a:pt x="2163565" y="3335577"/>
                  <a:pt x="2164721" y="3332838"/>
                  <a:pt x="2163725" y="3330456"/>
                </a:cubicBezTo>
                <a:cubicBezTo>
                  <a:pt x="2162747" y="3328074"/>
                  <a:pt x="2160009" y="3326918"/>
                  <a:pt x="2157627" y="3327896"/>
                </a:cubicBezTo>
                <a:cubicBezTo>
                  <a:pt x="2155226" y="3328892"/>
                  <a:pt x="2154090" y="3331630"/>
                  <a:pt x="2155068" y="3334012"/>
                </a:cubicBezTo>
                <a:cubicBezTo>
                  <a:pt x="2155813" y="3335825"/>
                  <a:pt x="2157556" y="3336910"/>
                  <a:pt x="2159405" y="3336910"/>
                </a:cubicBezTo>
                <a:cubicBezTo>
                  <a:pt x="2159992" y="3336910"/>
                  <a:pt x="2160596" y="3336803"/>
                  <a:pt x="2161183" y="3336573"/>
                </a:cubicBezTo>
                <a:close/>
                <a:moveTo>
                  <a:pt x="3276099" y="2928867"/>
                </a:moveTo>
                <a:cubicBezTo>
                  <a:pt x="3277592" y="2928458"/>
                  <a:pt x="3278480" y="2926946"/>
                  <a:pt x="3278089" y="2925453"/>
                </a:cubicBezTo>
                <a:cubicBezTo>
                  <a:pt x="3277698" y="2923977"/>
                  <a:pt x="3276170" y="2923070"/>
                  <a:pt x="3274694" y="2923462"/>
                </a:cubicBezTo>
                <a:cubicBezTo>
                  <a:pt x="3273200" y="2923852"/>
                  <a:pt x="3272311" y="2925382"/>
                  <a:pt x="3272702" y="2926875"/>
                </a:cubicBezTo>
                <a:cubicBezTo>
                  <a:pt x="3273023" y="2928119"/>
                  <a:pt x="3274160" y="2928955"/>
                  <a:pt x="3275387" y="2928956"/>
                </a:cubicBezTo>
                <a:cubicBezTo>
                  <a:pt x="3275618" y="2928955"/>
                  <a:pt x="3275867" y="2928919"/>
                  <a:pt x="3276099" y="2928867"/>
                </a:cubicBezTo>
                <a:close/>
                <a:moveTo>
                  <a:pt x="7126724" y="1516582"/>
                </a:moveTo>
                <a:lnTo>
                  <a:pt x="7126729" y="1516571"/>
                </a:lnTo>
                <a:lnTo>
                  <a:pt x="7126725" y="1516563"/>
                </a:lnTo>
                <a:close/>
                <a:moveTo>
                  <a:pt x="2075915" y="3369659"/>
                </a:moveTo>
                <a:cubicBezTo>
                  <a:pt x="2078351" y="3368770"/>
                  <a:pt x="2079596" y="3366085"/>
                  <a:pt x="2078724" y="3363650"/>
                </a:cubicBezTo>
                <a:cubicBezTo>
                  <a:pt x="2077836" y="3361213"/>
                  <a:pt x="2075133" y="3359969"/>
                  <a:pt x="2072715" y="3360858"/>
                </a:cubicBezTo>
                <a:cubicBezTo>
                  <a:pt x="2070279" y="3361747"/>
                  <a:pt x="2069035" y="3364432"/>
                  <a:pt x="2069924" y="3366867"/>
                </a:cubicBezTo>
                <a:cubicBezTo>
                  <a:pt x="2070618" y="3368770"/>
                  <a:pt x="2072412" y="3369943"/>
                  <a:pt x="2074316" y="3369943"/>
                </a:cubicBezTo>
                <a:cubicBezTo>
                  <a:pt x="2074849" y="3369943"/>
                  <a:pt x="2075381" y="3369855"/>
                  <a:pt x="2075915" y="3369659"/>
                </a:cubicBezTo>
                <a:close/>
                <a:moveTo>
                  <a:pt x="4228106" y="2580578"/>
                </a:moveTo>
                <a:cubicBezTo>
                  <a:pt x="4231183" y="2580578"/>
                  <a:pt x="4234062" y="2578675"/>
                  <a:pt x="4235181" y="2575618"/>
                </a:cubicBezTo>
                <a:cubicBezTo>
                  <a:pt x="4236606" y="2571707"/>
                  <a:pt x="4234577" y="2567386"/>
                  <a:pt x="4230683" y="2565964"/>
                </a:cubicBezTo>
                <a:cubicBezTo>
                  <a:pt x="4226773" y="2564541"/>
                  <a:pt x="4222452" y="2566569"/>
                  <a:pt x="4221032" y="2570480"/>
                </a:cubicBezTo>
                <a:cubicBezTo>
                  <a:pt x="4219608" y="2574392"/>
                  <a:pt x="4221635" y="2578693"/>
                  <a:pt x="4225547" y="2580116"/>
                </a:cubicBezTo>
                <a:cubicBezTo>
                  <a:pt x="4226380" y="2580419"/>
                  <a:pt x="4227254" y="2580578"/>
                  <a:pt x="4228106" y="2580578"/>
                </a:cubicBezTo>
                <a:close/>
                <a:moveTo>
                  <a:pt x="2940343" y="3056323"/>
                </a:moveTo>
                <a:cubicBezTo>
                  <a:pt x="2941730" y="3055648"/>
                  <a:pt x="2942299" y="3053977"/>
                  <a:pt x="2941623" y="3052590"/>
                </a:cubicBezTo>
                <a:cubicBezTo>
                  <a:pt x="2940965" y="3051221"/>
                  <a:pt x="2939294" y="3050634"/>
                  <a:pt x="2937908" y="3051310"/>
                </a:cubicBezTo>
                <a:cubicBezTo>
                  <a:pt x="2936521" y="3051985"/>
                  <a:pt x="2935953" y="3053638"/>
                  <a:pt x="2936610" y="3055025"/>
                </a:cubicBezTo>
                <a:cubicBezTo>
                  <a:pt x="2937108" y="3056021"/>
                  <a:pt x="2938103" y="3056608"/>
                  <a:pt x="2939135" y="3056607"/>
                </a:cubicBezTo>
                <a:cubicBezTo>
                  <a:pt x="2939544" y="3056607"/>
                  <a:pt x="2939952" y="3056501"/>
                  <a:pt x="2940343" y="3056323"/>
                </a:cubicBezTo>
                <a:close/>
                <a:moveTo>
                  <a:pt x="2600127" y="3183353"/>
                </a:moveTo>
                <a:cubicBezTo>
                  <a:pt x="2601922" y="3182323"/>
                  <a:pt x="2602562" y="3180047"/>
                  <a:pt x="2601548" y="3178251"/>
                </a:cubicBezTo>
                <a:cubicBezTo>
                  <a:pt x="2600517" y="3176455"/>
                  <a:pt x="2598242" y="3175834"/>
                  <a:pt x="2596447" y="3176846"/>
                </a:cubicBezTo>
                <a:cubicBezTo>
                  <a:pt x="2594650" y="3177878"/>
                  <a:pt x="2594028" y="3180154"/>
                  <a:pt x="2595041" y="3181950"/>
                </a:cubicBezTo>
                <a:cubicBezTo>
                  <a:pt x="2595736" y="3183159"/>
                  <a:pt x="2596998" y="3183834"/>
                  <a:pt x="2598296" y="3183834"/>
                </a:cubicBezTo>
                <a:cubicBezTo>
                  <a:pt x="2598918" y="3183834"/>
                  <a:pt x="2599558" y="3183674"/>
                  <a:pt x="2600127" y="3183353"/>
                </a:cubicBezTo>
                <a:close/>
                <a:moveTo>
                  <a:pt x="3609897" y="2813393"/>
                </a:moveTo>
                <a:cubicBezTo>
                  <a:pt x="3611960" y="2813287"/>
                  <a:pt x="3613543" y="2811544"/>
                  <a:pt x="3613453" y="2809482"/>
                </a:cubicBezTo>
                <a:cubicBezTo>
                  <a:pt x="3613347" y="2807419"/>
                  <a:pt x="3611604" y="2805837"/>
                  <a:pt x="3609542" y="2805926"/>
                </a:cubicBezTo>
                <a:cubicBezTo>
                  <a:pt x="3607480" y="2806032"/>
                  <a:pt x="3605897" y="2807774"/>
                  <a:pt x="3605987" y="2809837"/>
                </a:cubicBezTo>
                <a:cubicBezTo>
                  <a:pt x="3606075" y="2811846"/>
                  <a:pt x="3607729" y="2813393"/>
                  <a:pt x="3609721" y="2813392"/>
                </a:cubicBezTo>
                <a:close/>
                <a:moveTo>
                  <a:pt x="3363713" y="2908687"/>
                </a:moveTo>
                <a:cubicBezTo>
                  <a:pt x="3365223" y="2908385"/>
                  <a:pt x="3366202" y="2906927"/>
                  <a:pt x="3365899" y="2905416"/>
                </a:cubicBezTo>
                <a:cubicBezTo>
                  <a:pt x="3365597" y="2903905"/>
                  <a:pt x="3364140" y="2902927"/>
                  <a:pt x="3362629" y="2903229"/>
                </a:cubicBezTo>
                <a:cubicBezTo>
                  <a:pt x="3361118" y="2903532"/>
                  <a:pt x="3360139" y="2904989"/>
                  <a:pt x="3360441" y="2906501"/>
                </a:cubicBezTo>
                <a:cubicBezTo>
                  <a:pt x="3360708" y="2907834"/>
                  <a:pt x="3361863" y="2908741"/>
                  <a:pt x="3363179" y="2908741"/>
                </a:cubicBezTo>
                <a:cubicBezTo>
                  <a:pt x="3363358" y="2908740"/>
                  <a:pt x="3363535" y="2908741"/>
                  <a:pt x="3363713" y="2908687"/>
                </a:cubicBezTo>
                <a:close/>
                <a:moveTo>
                  <a:pt x="4973702" y="2320757"/>
                </a:moveTo>
                <a:cubicBezTo>
                  <a:pt x="4979623" y="2320757"/>
                  <a:pt x="4984813" y="2316472"/>
                  <a:pt x="4985792" y="2310445"/>
                </a:cubicBezTo>
                <a:cubicBezTo>
                  <a:pt x="4986876" y="2303759"/>
                  <a:pt x="4982341" y="2297466"/>
                  <a:pt x="4975656" y="2296382"/>
                </a:cubicBezTo>
                <a:cubicBezTo>
                  <a:pt x="4968954" y="2295297"/>
                  <a:pt x="4962660" y="2299831"/>
                  <a:pt x="4961576" y="2306516"/>
                </a:cubicBezTo>
                <a:cubicBezTo>
                  <a:pt x="4960492" y="2313218"/>
                  <a:pt x="4965024" y="2319512"/>
                  <a:pt x="4971728" y="2320596"/>
                </a:cubicBezTo>
                <a:cubicBezTo>
                  <a:pt x="4972384" y="2320703"/>
                  <a:pt x="4973061" y="2320757"/>
                  <a:pt x="4973702" y="2320757"/>
                </a:cubicBezTo>
                <a:close/>
                <a:moveTo>
                  <a:pt x="2859965" y="3096770"/>
                </a:moveTo>
                <a:cubicBezTo>
                  <a:pt x="2861334" y="3096059"/>
                  <a:pt x="2861849" y="3094387"/>
                  <a:pt x="2861138" y="3093019"/>
                </a:cubicBezTo>
                <a:cubicBezTo>
                  <a:pt x="2860427" y="3091650"/>
                  <a:pt x="2858756" y="3091117"/>
                  <a:pt x="2857387" y="3091845"/>
                </a:cubicBezTo>
                <a:cubicBezTo>
                  <a:pt x="2856018" y="3092557"/>
                  <a:pt x="2855502" y="3094228"/>
                  <a:pt x="2856214" y="3095597"/>
                </a:cubicBezTo>
                <a:cubicBezTo>
                  <a:pt x="2856712" y="3096540"/>
                  <a:pt x="2857671" y="3097090"/>
                  <a:pt x="2858685" y="3097090"/>
                </a:cubicBezTo>
                <a:cubicBezTo>
                  <a:pt x="2859112" y="3097090"/>
                  <a:pt x="2859556" y="3097002"/>
                  <a:pt x="2859965" y="3096770"/>
                </a:cubicBezTo>
                <a:close/>
                <a:moveTo>
                  <a:pt x="4374996" y="2543224"/>
                </a:moveTo>
                <a:cubicBezTo>
                  <a:pt x="4378178" y="2543224"/>
                  <a:pt x="4381220" y="2541429"/>
                  <a:pt x="4382676" y="2538371"/>
                </a:cubicBezTo>
                <a:cubicBezTo>
                  <a:pt x="4384667" y="2534121"/>
                  <a:pt x="4382854" y="2529072"/>
                  <a:pt x="4378640" y="2527081"/>
                </a:cubicBezTo>
                <a:cubicBezTo>
                  <a:pt x="4374410" y="2525071"/>
                  <a:pt x="4369342" y="2526885"/>
                  <a:pt x="4367351" y="2531117"/>
                </a:cubicBezTo>
                <a:cubicBezTo>
                  <a:pt x="4365342" y="2535348"/>
                  <a:pt x="4367155" y="2540397"/>
                  <a:pt x="4371387" y="2542406"/>
                </a:cubicBezTo>
                <a:cubicBezTo>
                  <a:pt x="4372560" y="2542957"/>
                  <a:pt x="4373786" y="2543224"/>
                  <a:pt x="4374996" y="2543224"/>
                </a:cubicBezTo>
                <a:close/>
                <a:moveTo>
                  <a:pt x="7892071" y="1253080"/>
                </a:moveTo>
                <a:cubicBezTo>
                  <a:pt x="7899217" y="1253080"/>
                  <a:pt x="7905868" y="1248529"/>
                  <a:pt x="7908214" y="1241381"/>
                </a:cubicBezTo>
                <a:cubicBezTo>
                  <a:pt x="7911147" y="1232456"/>
                  <a:pt x="7906294" y="1222838"/>
                  <a:pt x="7897368" y="1219905"/>
                </a:cubicBezTo>
                <a:cubicBezTo>
                  <a:pt x="7888443" y="1216972"/>
                  <a:pt x="7878844" y="1221825"/>
                  <a:pt x="7875909" y="1230750"/>
                </a:cubicBezTo>
                <a:cubicBezTo>
                  <a:pt x="7872958" y="1239675"/>
                  <a:pt x="7877812" y="1249293"/>
                  <a:pt x="7886737" y="1252227"/>
                </a:cubicBezTo>
                <a:lnTo>
                  <a:pt x="7886755" y="1252227"/>
                </a:lnTo>
                <a:cubicBezTo>
                  <a:pt x="7888515" y="1252796"/>
                  <a:pt x="7890311" y="1253080"/>
                  <a:pt x="7892071" y="1253080"/>
                </a:cubicBezTo>
                <a:close/>
                <a:moveTo>
                  <a:pt x="7141623" y="1529969"/>
                </a:moveTo>
                <a:cubicBezTo>
                  <a:pt x="7149428" y="1529542"/>
                  <a:pt x="7155420" y="1522875"/>
                  <a:pt x="7155011" y="1515070"/>
                </a:cubicBezTo>
                <a:cubicBezTo>
                  <a:pt x="7154584" y="1507248"/>
                  <a:pt x="7147916" y="1501256"/>
                  <a:pt x="7140112" y="1501683"/>
                </a:cubicBezTo>
                <a:cubicBezTo>
                  <a:pt x="7136200" y="1501888"/>
                  <a:pt x="7132747" y="1503662"/>
                  <a:pt x="7130325" y="1506359"/>
                </a:cubicBezTo>
                <a:lnTo>
                  <a:pt x="7126729" y="1516571"/>
                </a:lnTo>
                <a:lnTo>
                  <a:pt x="7131145" y="1526100"/>
                </a:lnTo>
                <a:cubicBezTo>
                  <a:pt x="7133694" y="1528507"/>
                  <a:pt x="7137124" y="1529970"/>
                  <a:pt x="7140859" y="1529969"/>
                </a:cubicBezTo>
                <a:cubicBezTo>
                  <a:pt x="7141108" y="1529969"/>
                  <a:pt x="7141374" y="1529969"/>
                  <a:pt x="7141623" y="1529969"/>
                </a:cubicBezTo>
                <a:close/>
                <a:moveTo>
                  <a:pt x="5325280" y="2198420"/>
                </a:moveTo>
                <a:cubicBezTo>
                  <a:pt x="5332515" y="2197443"/>
                  <a:pt x="5337600" y="2190793"/>
                  <a:pt x="5336623" y="2183575"/>
                </a:cubicBezTo>
                <a:cubicBezTo>
                  <a:pt x="5335663" y="2176339"/>
                  <a:pt x="5329013" y="2171255"/>
                  <a:pt x="5321778" y="2172215"/>
                </a:cubicBezTo>
                <a:cubicBezTo>
                  <a:pt x="5314541" y="2173192"/>
                  <a:pt x="5309458" y="2179842"/>
                  <a:pt x="5310433" y="2187078"/>
                </a:cubicBezTo>
                <a:cubicBezTo>
                  <a:pt x="5311324" y="2193710"/>
                  <a:pt x="5316995" y="2198545"/>
                  <a:pt x="5323520" y="2198545"/>
                </a:cubicBezTo>
                <a:cubicBezTo>
                  <a:pt x="5324106" y="2198545"/>
                  <a:pt x="5324693" y="2198492"/>
                  <a:pt x="5325280" y="2198420"/>
                </a:cubicBezTo>
                <a:close/>
                <a:moveTo>
                  <a:pt x="2521277" y="3228086"/>
                </a:moveTo>
                <a:cubicBezTo>
                  <a:pt x="2523073" y="3227073"/>
                  <a:pt x="2523695" y="3224797"/>
                  <a:pt x="2522682" y="3223001"/>
                </a:cubicBezTo>
                <a:cubicBezTo>
                  <a:pt x="2521668" y="3221205"/>
                  <a:pt x="2519392" y="3220584"/>
                  <a:pt x="2517597" y="3221597"/>
                </a:cubicBezTo>
                <a:cubicBezTo>
                  <a:pt x="2515801" y="3222610"/>
                  <a:pt x="2515180" y="3224886"/>
                  <a:pt x="2516193" y="3226682"/>
                </a:cubicBezTo>
                <a:cubicBezTo>
                  <a:pt x="2516869" y="3227890"/>
                  <a:pt x="2518149" y="3228584"/>
                  <a:pt x="2519446" y="3228584"/>
                </a:cubicBezTo>
                <a:cubicBezTo>
                  <a:pt x="2520068" y="3228584"/>
                  <a:pt x="2520708" y="3228424"/>
                  <a:pt x="2521277" y="3228086"/>
                </a:cubicBezTo>
                <a:close/>
                <a:moveTo>
                  <a:pt x="8263793" y="1124201"/>
                </a:moveTo>
                <a:cubicBezTo>
                  <a:pt x="8271402" y="1124201"/>
                  <a:pt x="8278602" y="1119560"/>
                  <a:pt x="8281465" y="1112005"/>
                </a:cubicBezTo>
                <a:cubicBezTo>
                  <a:pt x="8285163" y="1102244"/>
                  <a:pt x="8280256" y="1091328"/>
                  <a:pt x="8270495" y="1087611"/>
                </a:cubicBezTo>
                <a:cubicBezTo>
                  <a:pt x="8260717" y="1083914"/>
                  <a:pt x="8249800" y="1088821"/>
                  <a:pt x="8246103" y="1098581"/>
                </a:cubicBezTo>
                <a:cubicBezTo>
                  <a:pt x="8242387" y="1108342"/>
                  <a:pt x="8247294" y="1119258"/>
                  <a:pt x="8257054" y="1122974"/>
                </a:cubicBezTo>
                <a:lnTo>
                  <a:pt x="8257089" y="1122974"/>
                </a:lnTo>
                <a:cubicBezTo>
                  <a:pt x="8259294" y="1123810"/>
                  <a:pt x="8261553" y="1124200"/>
                  <a:pt x="8263793" y="1124201"/>
                </a:cubicBezTo>
                <a:close/>
                <a:moveTo>
                  <a:pt x="3449265" y="2891566"/>
                </a:moveTo>
                <a:lnTo>
                  <a:pt x="3449274" y="2891556"/>
                </a:lnTo>
                <a:lnTo>
                  <a:pt x="3449265" y="2891549"/>
                </a:lnTo>
                <a:close/>
                <a:moveTo>
                  <a:pt x="2780724" y="3139440"/>
                </a:moveTo>
                <a:cubicBezTo>
                  <a:pt x="2782057" y="3138693"/>
                  <a:pt x="2782555" y="3137004"/>
                  <a:pt x="2781809" y="3135653"/>
                </a:cubicBezTo>
                <a:cubicBezTo>
                  <a:pt x="2781062" y="3134302"/>
                  <a:pt x="2779374" y="3133822"/>
                  <a:pt x="2778022" y="3134568"/>
                </a:cubicBezTo>
                <a:cubicBezTo>
                  <a:pt x="2776671" y="3135314"/>
                  <a:pt x="2776191" y="3137004"/>
                  <a:pt x="2776937" y="3138355"/>
                </a:cubicBezTo>
                <a:cubicBezTo>
                  <a:pt x="2777436" y="3139279"/>
                  <a:pt x="2778396" y="3139795"/>
                  <a:pt x="2779373" y="3139795"/>
                </a:cubicBezTo>
                <a:cubicBezTo>
                  <a:pt x="2779835" y="3139795"/>
                  <a:pt x="2780298" y="3139671"/>
                  <a:pt x="2780724" y="3139440"/>
                </a:cubicBezTo>
                <a:close/>
                <a:moveTo>
                  <a:pt x="3452394" y="2893966"/>
                </a:moveTo>
                <a:cubicBezTo>
                  <a:pt x="3453923" y="2893753"/>
                  <a:pt x="3454990" y="2892349"/>
                  <a:pt x="3454794" y="2890819"/>
                </a:cubicBezTo>
                <a:cubicBezTo>
                  <a:pt x="3454599" y="2889309"/>
                  <a:pt x="3453194" y="2888224"/>
                  <a:pt x="3451665" y="2888437"/>
                </a:cubicBezTo>
                <a:lnTo>
                  <a:pt x="3449274" y="2891556"/>
                </a:lnTo>
                <a:lnTo>
                  <a:pt x="3452020" y="2893966"/>
                </a:lnTo>
                <a:cubicBezTo>
                  <a:pt x="3452145" y="2893966"/>
                  <a:pt x="3452269" y="2893966"/>
                  <a:pt x="3452394" y="2893966"/>
                </a:cubicBezTo>
                <a:close/>
                <a:moveTo>
                  <a:pt x="8633332" y="993933"/>
                </a:moveTo>
                <a:cubicBezTo>
                  <a:pt x="8636785" y="991531"/>
                  <a:pt x="8639539" y="988059"/>
                  <a:pt x="8641042" y="983783"/>
                </a:cubicBezTo>
                <a:cubicBezTo>
                  <a:pt x="8644865" y="972939"/>
                  <a:pt x="8639176" y="961062"/>
                  <a:pt x="8628331" y="957240"/>
                </a:cubicBezTo>
                <a:cubicBezTo>
                  <a:pt x="8617504" y="953435"/>
                  <a:pt x="8605627" y="959124"/>
                  <a:pt x="8601804" y="969969"/>
                </a:cubicBezTo>
                <a:cubicBezTo>
                  <a:pt x="8598000" y="980796"/>
                  <a:pt x="8603689" y="992673"/>
                  <a:pt x="8614517" y="996496"/>
                </a:cubicBezTo>
                <a:cubicBezTo>
                  <a:pt x="8616810" y="997296"/>
                  <a:pt x="8619139" y="997669"/>
                  <a:pt x="8621433" y="997669"/>
                </a:cubicBezTo>
                <a:cubicBezTo>
                  <a:pt x="8625727" y="997668"/>
                  <a:pt x="8629878" y="996335"/>
                  <a:pt x="8633332" y="993933"/>
                </a:cubicBezTo>
                <a:close/>
                <a:moveTo>
                  <a:pt x="3857984" y="2749406"/>
                </a:moveTo>
                <a:cubicBezTo>
                  <a:pt x="3860314" y="2749406"/>
                  <a:pt x="3862341" y="2747681"/>
                  <a:pt x="3862642" y="2745299"/>
                </a:cubicBezTo>
                <a:cubicBezTo>
                  <a:pt x="3862945" y="2742739"/>
                  <a:pt x="3861130" y="2740392"/>
                  <a:pt x="3858570" y="2740072"/>
                </a:cubicBezTo>
                <a:cubicBezTo>
                  <a:pt x="3855993" y="2739753"/>
                  <a:pt x="3853664" y="2741583"/>
                  <a:pt x="3853344" y="2744144"/>
                </a:cubicBezTo>
                <a:cubicBezTo>
                  <a:pt x="3853024" y="2746703"/>
                  <a:pt x="3854838" y="2749051"/>
                  <a:pt x="3857416" y="2749371"/>
                </a:cubicBezTo>
                <a:cubicBezTo>
                  <a:pt x="3857611" y="2749406"/>
                  <a:pt x="3857790" y="2749406"/>
                  <a:pt x="3857984" y="2749406"/>
                </a:cubicBezTo>
                <a:close/>
                <a:moveTo>
                  <a:pt x="4519698" y="2507079"/>
                </a:moveTo>
                <a:cubicBezTo>
                  <a:pt x="4523129" y="2507079"/>
                  <a:pt x="4526419" y="2505213"/>
                  <a:pt x="4528091" y="2501959"/>
                </a:cubicBezTo>
                <a:cubicBezTo>
                  <a:pt x="4530472" y="2497319"/>
                  <a:pt x="4528642" y="2491647"/>
                  <a:pt x="4524020" y="2489265"/>
                </a:cubicBezTo>
                <a:cubicBezTo>
                  <a:pt x="4519397" y="2486900"/>
                  <a:pt x="4513708" y="2488714"/>
                  <a:pt x="4511343" y="2493354"/>
                </a:cubicBezTo>
                <a:cubicBezTo>
                  <a:pt x="4508961" y="2497977"/>
                  <a:pt x="4510773" y="2503648"/>
                  <a:pt x="4515414" y="2506031"/>
                </a:cubicBezTo>
                <a:cubicBezTo>
                  <a:pt x="4516782" y="2506742"/>
                  <a:pt x="4518259" y="2507079"/>
                  <a:pt x="4519698" y="2507079"/>
                </a:cubicBezTo>
                <a:close/>
                <a:moveTo>
                  <a:pt x="7495175" y="1417909"/>
                </a:moveTo>
                <a:cubicBezTo>
                  <a:pt x="7502482" y="1417909"/>
                  <a:pt x="7508899" y="1412611"/>
                  <a:pt x="7510073" y="1405179"/>
                </a:cubicBezTo>
                <a:cubicBezTo>
                  <a:pt x="7511389" y="1396930"/>
                  <a:pt x="7505771" y="1389178"/>
                  <a:pt x="7497540" y="1387880"/>
                </a:cubicBezTo>
                <a:cubicBezTo>
                  <a:pt x="7489290" y="1386564"/>
                  <a:pt x="7481556" y="1392182"/>
                  <a:pt x="7480223" y="1400414"/>
                </a:cubicBezTo>
                <a:cubicBezTo>
                  <a:pt x="7478925" y="1408664"/>
                  <a:pt x="7484543" y="1416414"/>
                  <a:pt x="7492775" y="1417712"/>
                </a:cubicBezTo>
                <a:cubicBezTo>
                  <a:pt x="7493592" y="1417837"/>
                  <a:pt x="7494393" y="1417909"/>
                  <a:pt x="7495175" y="1417909"/>
                </a:cubicBezTo>
                <a:close/>
                <a:moveTo>
                  <a:pt x="4013568" y="2695839"/>
                </a:moveTo>
                <a:cubicBezTo>
                  <a:pt x="4016111" y="2695839"/>
                  <a:pt x="4018440" y="2694078"/>
                  <a:pt x="4019045" y="2691483"/>
                </a:cubicBezTo>
                <a:cubicBezTo>
                  <a:pt x="4019738" y="2688460"/>
                  <a:pt x="4017852" y="2685438"/>
                  <a:pt x="4014830" y="2684727"/>
                </a:cubicBezTo>
                <a:cubicBezTo>
                  <a:pt x="4011807" y="2684015"/>
                  <a:pt x="4008769" y="2685900"/>
                  <a:pt x="4008075" y="2688923"/>
                </a:cubicBezTo>
                <a:cubicBezTo>
                  <a:pt x="4007363" y="2691945"/>
                  <a:pt x="4009248" y="2694985"/>
                  <a:pt x="4012271" y="2695696"/>
                </a:cubicBezTo>
                <a:lnTo>
                  <a:pt x="4012288" y="2695696"/>
                </a:lnTo>
                <a:cubicBezTo>
                  <a:pt x="4012717" y="2695785"/>
                  <a:pt x="4013142" y="2695839"/>
                  <a:pt x="4013568" y="2695839"/>
                </a:cubicBezTo>
                <a:close/>
                <a:moveTo>
                  <a:pt x="2442214" y="3272515"/>
                </a:moveTo>
                <a:cubicBezTo>
                  <a:pt x="2444028" y="3271519"/>
                  <a:pt x="2444667" y="3269244"/>
                  <a:pt x="2443671" y="3267448"/>
                </a:cubicBezTo>
                <a:cubicBezTo>
                  <a:pt x="2442659" y="3265635"/>
                  <a:pt x="2440383" y="3264995"/>
                  <a:pt x="2438587" y="3265990"/>
                </a:cubicBezTo>
                <a:cubicBezTo>
                  <a:pt x="2436792" y="3267003"/>
                  <a:pt x="2436134" y="3269280"/>
                  <a:pt x="2437148" y="3271075"/>
                </a:cubicBezTo>
                <a:cubicBezTo>
                  <a:pt x="2437824" y="3272301"/>
                  <a:pt x="2439103" y="3272996"/>
                  <a:pt x="2440401" y="3272996"/>
                </a:cubicBezTo>
                <a:cubicBezTo>
                  <a:pt x="2441023" y="3272996"/>
                  <a:pt x="2441646" y="3272835"/>
                  <a:pt x="2442214" y="3272515"/>
                </a:cubicBezTo>
                <a:close/>
                <a:moveTo>
                  <a:pt x="3700374" y="2812450"/>
                </a:moveTo>
                <a:cubicBezTo>
                  <a:pt x="3702384" y="2812450"/>
                  <a:pt x="3704053" y="2810850"/>
                  <a:pt x="3704108" y="2808824"/>
                </a:cubicBezTo>
                <a:cubicBezTo>
                  <a:pt x="3704161" y="2806761"/>
                  <a:pt x="3702544" y="2805037"/>
                  <a:pt x="3700481" y="2804983"/>
                </a:cubicBezTo>
                <a:cubicBezTo>
                  <a:pt x="3698419" y="2804930"/>
                  <a:pt x="3696695" y="2806548"/>
                  <a:pt x="3696642" y="2808610"/>
                </a:cubicBezTo>
                <a:cubicBezTo>
                  <a:pt x="3696588" y="2810673"/>
                  <a:pt x="3698206" y="2812398"/>
                  <a:pt x="3700268" y="2812451"/>
                </a:cubicBezTo>
                <a:close/>
                <a:moveTo>
                  <a:pt x="4817497" y="2403908"/>
                </a:moveTo>
                <a:cubicBezTo>
                  <a:pt x="4822261" y="2403909"/>
                  <a:pt x="4826689" y="2400868"/>
                  <a:pt x="4828252" y="2396103"/>
                </a:cubicBezTo>
                <a:cubicBezTo>
                  <a:pt x="4830192" y="2390166"/>
                  <a:pt x="4826956" y="2383765"/>
                  <a:pt x="4821016" y="2381827"/>
                </a:cubicBezTo>
                <a:cubicBezTo>
                  <a:pt x="4815079" y="2379871"/>
                  <a:pt x="4808677" y="2383107"/>
                  <a:pt x="4806739" y="2389046"/>
                </a:cubicBezTo>
                <a:cubicBezTo>
                  <a:pt x="4804784" y="2395001"/>
                  <a:pt x="4808019" y="2401384"/>
                  <a:pt x="4813977" y="2403340"/>
                </a:cubicBezTo>
                <a:cubicBezTo>
                  <a:pt x="4815150" y="2403713"/>
                  <a:pt x="4816325" y="2403908"/>
                  <a:pt x="4817497" y="2403908"/>
                </a:cubicBezTo>
                <a:close/>
                <a:moveTo>
                  <a:pt x="5421320" y="2182953"/>
                </a:moveTo>
                <a:cubicBezTo>
                  <a:pt x="5428486" y="2181602"/>
                  <a:pt x="5433215" y="2174704"/>
                  <a:pt x="5431881" y="2167539"/>
                </a:cubicBezTo>
                <a:cubicBezTo>
                  <a:pt x="5430530" y="2160356"/>
                  <a:pt x="5423631" y="2155627"/>
                  <a:pt x="5416469" y="2156978"/>
                </a:cubicBezTo>
                <a:cubicBezTo>
                  <a:pt x="5409284" y="2158311"/>
                  <a:pt x="5404556" y="2165210"/>
                  <a:pt x="5405907" y="2172392"/>
                </a:cubicBezTo>
                <a:cubicBezTo>
                  <a:pt x="5407081" y="2178739"/>
                  <a:pt x="5412645" y="2183184"/>
                  <a:pt x="5418885" y="2183184"/>
                </a:cubicBezTo>
                <a:cubicBezTo>
                  <a:pt x="5419685" y="2183184"/>
                  <a:pt x="5420504" y="2183113"/>
                  <a:pt x="5421320" y="2182953"/>
                </a:cubicBezTo>
                <a:close/>
                <a:moveTo>
                  <a:pt x="2702373" y="3183797"/>
                </a:moveTo>
                <a:cubicBezTo>
                  <a:pt x="2703707" y="3183015"/>
                  <a:pt x="2704168" y="3181327"/>
                  <a:pt x="2703387" y="3179993"/>
                </a:cubicBezTo>
                <a:cubicBezTo>
                  <a:pt x="2702622" y="3178660"/>
                  <a:pt x="2700915" y="3178197"/>
                  <a:pt x="2699599" y="3178962"/>
                </a:cubicBezTo>
                <a:cubicBezTo>
                  <a:pt x="2698248" y="3179744"/>
                  <a:pt x="2697803" y="3181434"/>
                  <a:pt x="2698568" y="3182767"/>
                </a:cubicBezTo>
                <a:cubicBezTo>
                  <a:pt x="2699084" y="3183674"/>
                  <a:pt x="2700026" y="3184171"/>
                  <a:pt x="2700986" y="3184171"/>
                </a:cubicBezTo>
                <a:cubicBezTo>
                  <a:pt x="2701467" y="3184171"/>
                  <a:pt x="2701947" y="3184047"/>
                  <a:pt x="2702373" y="3183797"/>
                </a:cubicBezTo>
                <a:close/>
                <a:moveTo>
                  <a:pt x="4666126" y="2463788"/>
                </a:moveTo>
                <a:cubicBezTo>
                  <a:pt x="4670055" y="2463788"/>
                  <a:pt x="4673806" y="2461548"/>
                  <a:pt x="4675567" y="2457743"/>
                </a:cubicBezTo>
                <a:cubicBezTo>
                  <a:pt x="4677949" y="2452534"/>
                  <a:pt x="4675675" y="2446382"/>
                  <a:pt x="4670466" y="2443983"/>
                </a:cubicBezTo>
                <a:cubicBezTo>
                  <a:pt x="4667861" y="2442792"/>
                  <a:pt x="4665021" y="2442765"/>
                  <a:pt x="4662532" y="2443687"/>
                </a:cubicBezTo>
                <a:cubicBezTo>
                  <a:pt x="4660046" y="2444610"/>
                  <a:pt x="4657914" y="2446481"/>
                  <a:pt x="4656722" y="2449085"/>
                </a:cubicBezTo>
                <a:cubicBezTo>
                  <a:pt x="4654320" y="2454276"/>
                  <a:pt x="4656598" y="2460446"/>
                  <a:pt x="4661806" y="2462828"/>
                </a:cubicBezTo>
                <a:cubicBezTo>
                  <a:pt x="4663211" y="2463486"/>
                  <a:pt x="4664685" y="2463788"/>
                  <a:pt x="4666126" y="2463788"/>
                </a:cubicBezTo>
                <a:close/>
                <a:moveTo>
                  <a:pt x="3123627" y="3033708"/>
                </a:moveTo>
                <a:cubicBezTo>
                  <a:pt x="3124586" y="3033389"/>
                  <a:pt x="3125085" y="3032322"/>
                  <a:pt x="3124746" y="3031379"/>
                </a:cubicBezTo>
                <a:cubicBezTo>
                  <a:pt x="3124409" y="3030420"/>
                  <a:pt x="3123360" y="3029922"/>
                  <a:pt x="3122418" y="3030260"/>
                </a:cubicBezTo>
                <a:cubicBezTo>
                  <a:pt x="3121458" y="3030597"/>
                  <a:pt x="3120942" y="3031647"/>
                  <a:pt x="3121298" y="3032606"/>
                </a:cubicBezTo>
                <a:cubicBezTo>
                  <a:pt x="3121565" y="3033354"/>
                  <a:pt x="3122274" y="3033833"/>
                  <a:pt x="3123023" y="3033833"/>
                </a:cubicBezTo>
                <a:cubicBezTo>
                  <a:pt x="3123217" y="3033833"/>
                  <a:pt x="3123431" y="3033797"/>
                  <a:pt x="3123627" y="3033708"/>
                </a:cubicBezTo>
                <a:close/>
                <a:moveTo>
                  <a:pt x="4165810" y="2651906"/>
                </a:moveTo>
                <a:cubicBezTo>
                  <a:pt x="4168511" y="2651906"/>
                  <a:pt x="4171036" y="2650235"/>
                  <a:pt x="4171996" y="2647569"/>
                </a:cubicBezTo>
                <a:cubicBezTo>
                  <a:pt x="4173241" y="2644154"/>
                  <a:pt x="4171463" y="2640386"/>
                  <a:pt x="4168051" y="2639141"/>
                </a:cubicBezTo>
                <a:cubicBezTo>
                  <a:pt x="4164636" y="2637915"/>
                  <a:pt x="4160866" y="2639675"/>
                  <a:pt x="4159624" y="2643088"/>
                </a:cubicBezTo>
                <a:cubicBezTo>
                  <a:pt x="4158395" y="2646519"/>
                  <a:pt x="4160174" y="2650288"/>
                  <a:pt x="4163586" y="2651515"/>
                </a:cubicBezTo>
                <a:cubicBezTo>
                  <a:pt x="4164316" y="2651781"/>
                  <a:pt x="4165062" y="2651906"/>
                  <a:pt x="4165810" y="2651906"/>
                </a:cubicBezTo>
                <a:close/>
                <a:moveTo>
                  <a:pt x="3040297" y="3065995"/>
                </a:moveTo>
                <a:cubicBezTo>
                  <a:pt x="3041239" y="3065603"/>
                  <a:pt x="3041683" y="3064520"/>
                  <a:pt x="3041292" y="3063577"/>
                </a:cubicBezTo>
                <a:cubicBezTo>
                  <a:pt x="3040901" y="3062653"/>
                  <a:pt x="3039817" y="3062208"/>
                  <a:pt x="3038893" y="3062600"/>
                </a:cubicBezTo>
                <a:cubicBezTo>
                  <a:pt x="3037950" y="3062991"/>
                  <a:pt x="3037506" y="3064075"/>
                  <a:pt x="3037897" y="3065000"/>
                </a:cubicBezTo>
                <a:cubicBezTo>
                  <a:pt x="3038182" y="3065710"/>
                  <a:pt x="3038875" y="3066137"/>
                  <a:pt x="3039604" y="3066137"/>
                </a:cubicBezTo>
                <a:cubicBezTo>
                  <a:pt x="3039833" y="3066137"/>
                  <a:pt x="3040067" y="3066084"/>
                  <a:pt x="3040297" y="3065995"/>
                </a:cubicBezTo>
                <a:close/>
                <a:moveTo>
                  <a:pt x="7744807" y="1340712"/>
                </a:moveTo>
                <a:cubicBezTo>
                  <a:pt x="7751849" y="1340713"/>
                  <a:pt x="7758302" y="1336036"/>
                  <a:pt x="7760275" y="1328925"/>
                </a:cubicBezTo>
                <a:cubicBezTo>
                  <a:pt x="7762640" y="1320373"/>
                  <a:pt x="7757627" y="1311538"/>
                  <a:pt x="7749074" y="1309173"/>
                </a:cubicBezTo>
                <a:cubicBezTo>
                  <a:pt x="7740523" y="1306791"/>
                  <a:pt x="7731687" y="1311804"/>
                  <a:pt x="7729322" y="1320356"/>
                </a:cubicBezTo>
                <a:cubicBezTo>
                  <a:pt x="7726958" y="1328907"/>
                  <a:pt x="7731953" y="1337743"/>
                  <a:pt x="7740505" y="1340126"/>
                </a:cubicBezTo>
                <a:cubicBezTo>
                  <a:pt x="7741945" y="1340517"/>
                  <a:pt x="7743386" y="1340712"/>
                  <a:pt x="7744807" y="1340712"/>
                </a:cubicBezTo>
                <a:close/>
                <a:moveTo>
                  <a:pt x="2362671" y="3316109"/>
                </a:moveTo>
                <a:cubicBezTo>
                  <a:pt x="2364485" y="3315132"/>
                  <a:pt x="2365161" y="3312873"/>
                  <a:pt x="2364182" y="3311060"/>
                </a:cubicBezTo>
                <a:cubicBezTo>
                  <a:pt x="2363205" y="3309229"/>
                  <a:pt x="2360947" y="3308553"/>
                  <a:pt x="2359133" y="3309531"/>
                </a:cubicBezTo>
                <a:cubicBezTo>
                  <a:pt x="2357320" y="3310508"/>
                  <a:pt x="2356626" y="3312766"/>
                  <a:pt x="2357605" y="3314598"/>
                </a:cubicBezTo>
                <a:cubicBezTo>
                  <a:pt x="2358280" y="3315842"/>
                  <a:pt x="2359578" y="3316553"/>
                  <a:pt x="2360894" y="3316553"/>
                </a:cubicBezTo>
                <a:cubicBezTo>
                  <a:pt x="2361498" y="3316554"/>
                  <a:pt x="2362102" y="3316412"/>
                  <a:pt x="2362671" y="3316109"/>
                </a:cubicBezTo>
                <a:close/>
                <a:moveTo>
                  <a:pt x="7238038" y="1527817"/>
                </a:moveTo>
                <a:cubicBezTo>
                  <a:pt x="7245807" y="1527817"/>
                  <a:pt x="7252137" y="1521560"/>
                  <a:pt x="7252190" y="1513772"/>
                </a:cubicBezTo>
                <a:cubicBezTo>
                  <a:pt x="7252261" y="1505949"/>
                  <a:pt x="7245968" y="1499549"/>
                  <a:pt x="7238144" y="1499478"/>
                </a:cubicBezTo>
                <a:cubicBezTo>
                  <a:pt x="7230340" y="1499425"/>
                  <a:pt x="7223939" y="1505701"/>
                  <a:pt x="7223868" y="1513542"/>
                </a:cubicBezTo>
                <a:cubicBezTo>
                  <a:pt x="7223798" y="1521346"/>
                  <a:pt x="7230091" y="1527747"/>
                  <a:pt x="7237914" y="1527817"/>
                </a:cubicBezTo>
                <a:close/>
                <a:moveTo>
                  <a:pt x="3208734" y="3006435"/>
                </a:moveTo>
                <a:cubicBezTo>
                  <a:pt x="3209712" y="3006152"/>
                  <a:pt x="3210264" y="3005138"/>
                  <a:pt x="3209997" y="3004159"/>
                </a:cubicBezTo>
                <a:cubicBezTo>
                  <a:pt x="3209712" y="3003183"/>
                  <a:pt x="3208699" y="3002631"/>
                  <a:pt x="3207721" y="3002897"/>
                </a:cubicBezTo>
                <a:cubicBezTo>
                  <a:pt x="3206743" y="3003183"/>
                  <a:pt x="3206174" y="3004195"/>
                  <a:pt x="3206458" y="3005173"/>
                </a:cubicBezTo>
                <a:cubicBezTo>
                  <a:pt x="3206689" y="3005991"/>
                  <a:pt x="3207419" y="3006507"/>
                  <a:pt x="3208218" y="3006507"/>
                </a:cubicBezTo>
                <a:cubicBezTo>
                  <a:pt x="3208396" y="3006507"/>
                  <a:pt x="3208556" y="3006489"/>
                  <a:pt x="3208734" y="3006435"/>
                </a:cubicBezTo>
                <a:close/>
                <a:moveTo>
                  <a:pt x="3541858" y="2885113"/>
                </a:moveTo>
                <a:cubicBezTo>
                  <a:pt x="3543387" y="2885024"/>
                  <a:pt x="3544560" y="2883690"/>
                  <a:pt x="3544453" y="2882161"/>
                </a:cubicBezTo>
                <a:cubicBezTo>
                  <a:pt x="3544363" y="2880632"/>
                  <a:pt x="3543031" y="2879459"/>
                  <a:pt x="3541502" y="2879548"/>
                </a:cubicBezTo>
                <a:cubicBezTo>
                  <a:pt x="3539973" y="2879654"/>
                  <a:pt x="3538800" y="2880970"/>
                  <a:pt x="3538888" y="2882517"/>
                </a:cubicBezTo>
                <a:cubicBezTo>
                  <a:pt x="3538996" y="2883992"/>
                  <a:pt x="3540205" y="2885112"/>
                  <a:pt x="3541663" y="2885112"/>
                </a:cubicBezTo>
                <a:close/>
                <a:moveTo>
                  <a:pt x="8126965" y="1203850"/>
                </a:moveTo>
                <a:cubicBezTo>
                  <a:pt x="8134272" y="1203850"/>
                  <a:pt x="8141153" y="1199352"/>
                  <a:pt x="8143820" y="1192099"/>
                </a:cubicBezTo>
                <a:cubicBezTo>
                  <a:pt x="8147251" y="1182782"/>
                  <a:pt x="8142486" y="1172453"/>
                  <a:pt x="8133188" y="1169039"/>
                </a:cubicBezTo>
                <a:cubicBezTo>
                  <a:pt x="8123889" y="1165608"/>
                  <a:pt x="8113578" y="1170373"/>
                  <a:pt x="8110146" y="1179672"/>
                </a:cubicBezTo>
                <a:cubicBezTo>
                  <a:pt x="8106713" y="1188988"/>
                  <a:pt x="8111480" y="1199299"/>
                  <a:pt x="8120779" y="1202731"/>
                </a:cubicBezTo>
                <a:lnTo>
                  <a:pt x="8120761" y="1202731"/>
                </a:lnTo>
                <a:cubicBezTo>
                  <a:pt x="8122805" y="1203495"/>
                  <a:pt x="8124903" y="1203851"/>
                  <a:pt x="8126965" y="1203850"/>
                </a:cubicBezTo>
                <a:close/>
                <a:moveTo>
                  <a:pt x="5516418" y="2162969"/>
                </a:moveTo>
                <a:cubicBezTo>
                  <a:pt x="5523515" y="2161316"/>
                  <a:pt x="5527942" y="2154222"/>
                  <a:pt x="5526287" y="2147111"/>
                </a:cubicBezTo>
                <a:cubicBezTo>
                  <a:pt x="5524634" y="2139998"/>
                  <a:pt x="5517539" y="2135572"/>
                  <a:pt x="5510429" y="2137226"/>
                </a:cubicBezTo>
                <a:cubicBezTo>
                  <a:pt x="5503320" y="2138879"/>
                  <a:pt x="5498889" y="2145973"/>
                  <a:pt x="5500545" y="2153084"/>
                </a:cubicBezTo>
                <a:cubicBezTo>
                  <a:pt x="5501966" y="2159183"/>
                  <a:pt x="5507406" y="2163307"/>
                  <a:pt x="5513416" y="2163307"/>
                </a:cubicBezTo>
                <a:cubicBezTo>
                  <a:pt x="5514395" y="2163307"/>
                  <a:pt x="5515407" y="2163200"/>
                  <a:pt x="5516418" y="2162969"/>
                </a:cubicBezTo>
                <a:close/>
                <a:moveTo>
                  <a:pt x="2958657" y="3102353"/>
                </a:moveTo>
                <a:cubicBezTo>
                  <a:pt x="2959563" y="3101926"/>
                  <a:pt x="2959954" y="3100825"/>
                  <a:pt x="2959528" y="3099917"/>
                </a:cubicBezTo>
                <a:cubicBezTo>
                  <a:pt x="2959100" y="3098993"/>
                  <a:pt x="2957999" y="3098602"/>
                  <a:pt x="2957092" y="3099029"/>
                </a:cubicBezTo>
                <a:cubicBezTo>
                  <a:pt x="2956167" y="3099473"/>
                  <a:pt x="2955776" y="3100557"/>
                  <a:pt x="2956202" y="3101482"/>
                </a:cubicBezTo>
                <a:cubicBezTo>
                  <a:pt x="2956523" y="3102139"/>
                  <a:pt x="2957180" y="3102531"/>
                  <a:pt x="2957874" y="3102531"/>
                </a:cubicBezTo>
                <a:cubicBezTo>
                  <a:pt x="2958140" y="3102531"/>
                  <a:pt x="2958390" y="3102478"/>
                  <a:pt x="2958657" y="3102353"/>
                </a:cubicBezTo>
                <a:close/>
                <a:moveTo>
                  <a:pt x="5069066" y="2331370"/>
                </a:moveTo>
                <a:cubicBezTo>
                  <a:pt x="5075484" y="2331370"/>
                  <a:pt x="5080890" y="2326392"/>
                  <a:pt x="5081318" y="2319886"/>
                </a:cubicBezTo>
                <a:cubicBezTo>
                  <a:pt x="5081726" y="2313130"/>
                  <a:pt x="5076606" y="2307298"/>
                  <a:pt x="5069850" y="2306871"/>
                </a:cubicBezTo>
                <a:cubicBezTo>
                  <a:pt x="5063076" y="2306444"/>
                  <a:pt x="5057243" y="2311565"/>
                  <a:pt x="5056818" y="2318321"/>
                </a:cubicBezTo>
                <a:cubicBezTo>
                  <a:pt x="5056392" y="2325095"/>
                  <a:pt x="5061530" y="2330908"/>
                  <a:pt x="5068286" y="2331353"/>
                </a:cubicBezTo>
                <a:lnTo>
                  <a:pt x="5068286" y="2331370"/>
                </a:lnTo>
                <a:cubicBezTo>
                  <a:pt x="5068552" y="2331370"/>
                  <a:pt x="5068801" y="2331370"/>
                  <a:pt x="5069066" y="2331370"/>
                </a:cubicBezTo>
                <a:close/>
                <a:moveTo>
                  <a:pt x="2624678" y="3229313"/>
                </a:moveTo>
                <a:cubicBezTo>
                  <a:pt x="2626012" y="3228530"/>
                  <a:pt x="2626439" y="3226822"/>
                  <a:pt x="2625658" y="3225489"/>
                </a:cubicBezTo>
                <a:cubicBezTo>
                  <a:pt x="2624875" y="3224174"/>
                  <a:pt x="2623168" y="3223729"/>
                  <a:pt x="2621852" y="3224512"/>
                </a:cubicBezTo>
                <a:cubicBezTo>
                  <a:pt x="2620519" y="3225312"/>
                  <a:pt x="2620092" y="3227019"/>
                  <a:pt x="2620874" y="3228334"/>
                </a:cubicBezTo>
                <a:cubicBezTo>
                  <a:pt x="2621390" y="3229223"/>
                  <a:pt x="2622315" y="3229703"/>
                  <a:pt x="2623275" y="3229703"/>
                </a:cubicBezTo>
                <a:cubicBezTo>
                  <a:pt x="2623755" y="3229704"/>
                  <a:pt x="2624235" y="3229579"/>
                  <a:pt x="2624678" y="3229313"/>
                </a:cubicBezTo>
                <a:close/>
                <a:moveTo>
                  <a:pt x="3295336" y="2984373"/>
                </a:moveTo>
                <a:cubicBezTo>
                  <a:pt x="3296312" y="2984141"/>
                  <a:pt x="3296953" y="2983163"/>
                  <a:pt x="3296721" y="2982168"/>
                </a:cubicBezTo>
                <a:cubicBezTo>
                  <a:pt x="3296507" y="2981190"/>
                  <a:pt x="3295530" y="2980550"/>
                  <a:pt x="3294535" y="2980781"/>
                </a:cubicBezTo>
                <a:cubicBezTo>
                  <a:pt x="3293540" y="2980994"/>
                  <a:pt x="3292918" y="2981972"/>
                  <a:pt x="3293131" y="2982968"/>
                </a:cubicBezTo>
                <a:cubicBezTo>
                  <a:pt x="3293326" y="2983821"/>
                  <a:pt x="3294092" y="2984407"/>
                  <a:pt x="3294926" y="2984407"/>
                </a:cubicBezTo>
                <a:cubicBezTo>
                  <a:pt x="3295069" y="2984408"/>
                  <a:pt x="3295193" y="2984391"/>
                  <a:pt x="3295336" y="2984373"/>
                </a:cubicBezTo>
                <a:close/>
                <a:moveTo>
                  <a:pt x="8491042" y="1079594"/>
                </a:moveTo>
                <a:cubicBezTo>
                  <a:pt x="8499131" y="1079594"/>
                  <a:pt x="8506723" y="1074616"/>
                  <a:pt x="8509675" y="1066580"/>
                </a:cubicBezTo>
                <a:cubicBezTo>
                  <a:pt x="8513462" y="1056286"/>
                  <a:pt x="8508181" y="1044872"/>
                  <a:pt x="8497869" y="1041103"/>
                </a:cubicBezTo>
                <a:cubicBezTo>
                  <a:pt x="8487575" y="1037316"/>
                  <a:pt x="8476179" y="1042596"/>
                  <a:pt x="8472392" y="1052890"/>
                </a:cubicBezTo>
                <a:cubicBezTo>
                  <a:pt x="8468623" y="1063184"/>
                  <a:pt x="8473904" y="1074598"/>
                  <a:pt x="8484198" y="1078367"/>
                </a:cubicBezTo>
                <a:cubicBezTo>
                  <a:pt x="8486456" y="1079203"/>
                  <a:pt x="8488766" y="1079594"/>
                  <a:pt x="8491042" y="1079594"/>
                </a:cubicBezTo>
                <a:close/>
                <a:moveTo>
                  <a:pt x="6517263" y="1804138"/>
                </a:moveTo>
                <a:cubicBezTo>
                  <a:pt x="6524108" y="1801613"/>
                  <a:pt x="6527628" y="1794022"/>
                  <a:pt x="6525104" y="1787176"/>
                </a:cubicBezTo>
                <a:cubicBezTo>
                  <a:pt x="6522579" y="1780315"/>
                  <a:pt x="6514987" y="1776812"/>
                  <a:pt x="6508143" y="1779336"/>
                </a:cubicBezTo>
                <a:cubicBezTo>
                  <a:pt x="6501279" y="1781843"/>
                  <a:pt x="6497778" y="1789434"/>
                  <a:pt x="6500284" y="1796297"/>
                </a:cubicBezTo>
                <a:cubicBezTo>
                  <a:pt x="6502258" y="1801649"/>
                  <a:pt x="6507326" y="1804955"/>
                  <a:pt x="6512694" y="1804955"/>
                </a:cubicBezTo>
                <a:cubicBezTo>
                  <a:pt x="6514224" y="1804955"/>
                  <a:pt x="6515752" y="1804689"/>
                  <a:pt x="6517263" y="1804138"/>
                </a:cubicBezTo>
                <a:close/>
                <a:moveTo>
                  <a:pt x="2282382" y="3358370"/>
                </a:moveTo>
                <a:cubicBezTo>
                  <a:pt x="2284212" y="3357427"/>
                  <a:pt x="2284942" y="3355170"/>
                  <a:pt x="2284000" y="3353338"/>
                </a:cubicBezTo>
                <a:cubicBezTo>
                  <a:pt x="2283057" y="3351507"/>
                  <a:pt x="2280799" y="3350778"/>
                  <a:pt x="2278968" y="3351719"/>
                </a:cubicBezTo>
                <a:cubicBezTo>
                  <a:pt x="2277137" y="3352662"/>
                  <a:pt x="2276408" y="3354902"/>
                  <a:pt x="2277351" y="3356752"/>
                </a:cubicBezTo>
                <a:cubicBezTo>
                  <a:pt x="2278008" y="3358032"/>
                  <a:pt x="2279324" y="3358778"/>
                  <a:pt x="2280675" y="3358778"/>
                </a:cubicBezTo>
                <a:cubicBezTo>
                  <a:pt x="2281243" y="3358778"/>
                  <a:pt x="2281831" y="3358637"/>
                  <a:pt x="2282382" y="3358370"/>
                </a:cubicBezTo>
                <a:close/>
                <a:moveTo>
                  <a:pt x="6427178" y="1838309"/>
                </a:moveTo>
                <a:cubicBezTo>
                  <a:pt x="6433970" y="1835660"/>
                  <a:pt x="6437329" y="1827997"/>
                  <a:pt x="6434679" y="1821206"/>
                </a:cubicBezTo>
                <a:cubicBezTo>
                  <a:pt x="6432031" y="1814396"/>
                  <a:pt x="6424368" y="1811036"/>
                  <a:pt x="6417577" y="1813685"/>
                </a:cubicBezTo>
                <a:cubicBezTo>
                  <a:pt x="6410768" y="1816334"/>
                  <a:pt x="6407407" y="1823997"/>
                  <a:pt x="6410056" y="1830806"/>
                </a:cubicBezTo>
                <a:cubicBezTo>
                  <a:pt x="6412101" y="1836033"/>
                  <a:pt x="6417097" y="1839215"/>
                  <a:pt x="6422377" y="1839216"/>
                </a:cubicBezTo>
                <a:cubicBezTo>
                  <a:pt x="6423977" y="1839216"/>
                  <a:pt x="6425595" y="1838931"/>
                  <a:pt x="6427178" y="1838309"/>
                </a:cubicBezTo>
                <a:close/>
                <a:moveTo>
                  <a:pt x="6608007" y="1772029"/>
                </a:moveTo>
                <a:cubicBezTo>
                  <a:pt x="6614922" y="1769682"/>
                  <a:pt x="6618639" y="1762179"/>
                  <a:pt x="6616291" y="1755264"/>
                </a:cubicBezTo>
                <a:cubicBezTo>
                  <a:pt x="6613944" y="1748348"/>
                  <a:pt x="6606443" y="1744650"/>
                  <a:pt x="6599526" y="1746996"/>
                </a:cubicBezTo>
                <a:cubicBezTo>
                  <a:pt x="6592610" y="1749326"/>
                  <a:pt x="6588912" y="1756828"/>
                  <a:pt x="6591260" y="1763744"/>
                </a:cubicBezTo>
                <a:cubicBezTo>
                  <a:pt x="6593126" y="1769255"/>
                  <a:pt x="6598264" y="1772722"/>
                  <a:pt x="6603776" y="1772722"/>
                </a:cubicBezTo>
                <a:cubicBezTo>
                  <a:pt x="6605180" y="1772722"/>
                  <a:pt x="6606603" y="1772509"/>
                  <a:pt x="6608007" y="1772029"/>
                </a:cubicBezTo>
                <a:close/>
                <a:moveTo>
                  <a:pt x="5610523" y="2139199"/>
                </a:moveTo>
                <a:cubicBezTo>
                  <a:pt x="5617564" y="2137279"/>
                  <a:pt x="5621723" y="2130025"/>
                  <a:pt x="5619820" y="2122985"/>
                </a:cubicBezTo>
                <a:cubicBezTo>
                  <a:pt x="5617901" y="2115945"/>
                  <a:pt x="5610646" y="2111784"/>
                  <a:pt x="5603590" y="2113704"/>
                </a:cubicBezTo>
                <a:cubicBezTo>
                  <a:pt x="5596549" y="2115606"/>
                  <a:pt x="5592391" y="2122878"/>
                  <a:pt x="5594309" y="2129919"/>
                </a:cubicBezTo>
                <a:cubicBezTo>
                  <a:pt x="5595909" y="2135803"/>
                  <a:pt x="5601243" y="2139679"/>
                  <a:pt x="5607057" y="2139679"/>
                </a:cubicBezTo>
                <a:cubicBezTo>
                  <a:pt x="5608195" y="2139679"/>
                  <a:pt x="5609369" y="2139520"/>
                  <a:pt x="5610523" y="2139199"/>
                </a:cubicBezTo>
                <a:close/>
                <a:moveTo>
                  <a:pt x="2878509" y="3141981"/>
                </a:moveTo>
                <a:cubicBezTo>
                  <a:pt x="2879416" y="3141502"/>
                  <a:pt x="2879754" y="3140399"/>
                  <a:pt x="2879292" y="3139493"/>
                </a:cubicBezTo>
                <a:cubicBezTo>
                  <a:pt x="2878829" y="3138587"/>
                  <a:pt x="2877727" y="3138249"/>
                  <a:pt x="2876820" y="3138711"/>
                </a:cubicBezTo>
                <a:cubicBezTo>
                  <a:pt x="2875913" y="3139173"/>
                  <a:pt x="2875576" y="3140276"/>
                  <a:pt x="2876038" y="3141182"/>
                </a:cubicBezTo>
                <a:cubicBezTo>
                  <a:pt x="2876357" y="3141822"/>
                  <a:pt x="2876997" y="3142177"/>
                  <a:pt x="2877672" y="3142177"/>
                </a:cubicBezTo>
                <a:cubicBezTo>
                  <a:pt x="2877958" y="3142177"/>
                  <a:pt x="2878242" y="3142107"/>
                  <a:pt x="2878509" y="3141981"/>
                </a:cubicBezTo>
                <a:close/>
                <a:moveTo>
                  <a:pt x="6337536" y="1873956"/>
                </a:moveTo>
                <a:cubicBezTo>
                  <a:pt x="6344292" y="1871235"/>
                  <a:pt x="6347582" y="1863537"/>
                  <a:pt x="6344861" y="1856764"/>
                </a:cubicBezTo>
                <a:cubicBezTo>
                  <a:pt x="6342141" y="1849989"/>
                  <a:pt x="6334443" y="1846718"/>
                  <a:pt x="6327668" y="1849439"/>
                </a:cubicBezTo>
                <a:cubicBezTo>
                  <a:pt x="6320895" y="1852158"/>
                  <a:pt x="6317624" y="1859857"/>
                  <a:pt x="6320344" y="1866631"/>
                </a:cubicBezTo>
                <a:cubicBezTo>
                  <a:pt x="6322407" y="1871787"/>
                  <a:pt x="6327368" y="1874915"/>
                  <a:pt x="6332612" y="1874916"/>
                </a:cubicBezTo>
                <a:cubicBezTo>
                  <a:pt x="6334248" y="1874916"/>
                  <a:pt x="6335919" y="1874613"/>
                  <a:pt x="6337536" y="1873956"/>
                </a:cubicBezTo>
                <a:close/>
                <a:moveTo>
                  <a:pt x="4313570" y="2617185"/>
                </a:moveTo>
                <a:cubicBezTo>
                  <a:pt x="4316343" y="2617185"/>
                  <a:pt x="4319010" y="2615656"/>
                  <a:pt x="4320325" y="2612989"/>
                </a:cubicBezTo>
                <a:cubicBezTo>
                  <a:pt x="4322156" y="2609255"/>
                  <a:pt x="4320628" y="2604740"/>
                  <a:pt x="4316895" y="2602908"/>
                </a:cubicBezTo>
                <a:cubicBezTo>
                  <a:pt x="4313162" y="2601077"/>
                  <a:pt x="4308663" y="2602606"/>
                  <a:pt x="4306813" y="2606340"/>
                </a:cubicBezTo>
                <a:cubicBezTo>
                  <a:pt x="4304982" y="2610055"/>
                  <a:pt x="4306512" y="2614571"/>
                  <a:pt x="4310245" y="2616421"/>
                </a:cubicBezTo>
                <a:cubicBezTo>
                  <a:pt x="4311312" y="2616935"/>
                  <a:pt x="4312449" y="2617185"/>
                  <a:pt x="4313570" y="2617185"/>
                </a:cubicBezTo>
                <a:close/>
                <a:moveTo>
                  <a:pt x="6699568" y="1742570"/>
                </a:moveTo>
                <a:cubicBezTo>
                  <a:pt x="6706555" y="1740453"/>
                  <a:pt x="6710502" y="1733057"/>
                  <a:pt x="6708387" y="1726089"/>
                </a:cubicBezTo>
                <a:cubicBezTo>
                  <a:pt x="6706271" y="1719101"/>
                  <a:pt x="6698893" y="1715154"/>
                  <a:pt x="6691906" y="1717270"/>
                </a:cubicBezTo>
                <a:cubicBezTo>
                  <a:pt x="6684918" y="1719386"/>
                  <a:pt x="6680971" y="1726764"/>
                  <a:pt x="6683088" y="1733751"/>
                </a:cubicBezTo>
                <a:cubicBezTo>
                  <a:pt x="6684830" y="1739458"/>
                  <a:pt x="6690057" y="1743138"/>
                  <a:pt x="6695728" y="1743138"/>
                </a:cubicBezTo>
                <a:cubicBezTo>
                  <a:pt x="6697008" y="1743138"/>
                  <a:pt x="6698288" y="1742961"/>
                  <a:pt x="6699568" y="1742570"/>
                </a:cubicBezTo>
                <a:close/>
                <a:moveTo>
                  <a:pt x="6247930" y="1910083"/>
                </a:moveTo>
                <a:cubicBezTo>
                  <a:pt x="6254705" y="1907344"/>
                  <a:pt x="6257976" y="1899646"/>
                  <a:pt x="6255255" y="1892873"/>
                </a:cubicBezTo>
                <a:cubicBezTo>
                  <a:pt x="6252517" y="1886116"/>
                  <a:pt x="6244802" y="1882845"/>
                  <a:pt x="6238045" y="1885565"/>
                </a:cubicBezTo>
                <a:cubicBezTo>
                  <a:pt x="6231272" y="1888303"/>
                  <a:pt x="6228001" y="1896001"/>
                  <a:pt x="6230738" y="1902775"/>
                </a:cubicBezTo>
                <a:cubicBezTo>
                  <a:pt x="6232818" y="1907914"/>
                  <a:pt x="6237761" y="1911042"/>
                  <a:pt x="6242989" y="1911042"/>
                </a:cubicBezTo>
                <a:cubicBezTo>
                  <a:pt x="6244642" y="1911042"/>
                  <a:pt x="6246313" y="1910740"/>
                  <a:pt x="6247930" y="1910083"/>
                </a:cubicBezTo>
                <a:close/>
                <a:moveTo>
                  <a:pt x="5703718" y="2112246"/>
                </a:moveTo>
                <a:cubicBezTo>
                  <a:pt x="5710705" y="2110113"/>
                  <a:pt x="5714617" y="2102734"/>
                  <a:pt x="5712483" y="2095748"/>
                </a:cubicBezTo>
                <a:cubicBezTo>
                  <a:pt x="5710350" y="2088761"/>
                  <a:pt x="5702972" y="2084849"/>
                  <a:pt x="5695984" y="2086982"/>
                </a:cubicBezTo>
                <a:cubicBezTo>
                  <a:pt x="5688997" y="2089116"/>
                  <a:pt x="5685087" y="2096494"/>
                  <a:pt x="5687220" y="2103481"/>
                </a:cubicBezTo>
                <a:cubicBezTo>
                  <a:pt x="5688962" y="2109170"/>
                  <a:pt x="5694189" y="2112833"/>
                  <a:pt x="5699842" y="2112833"/>
                </a:cubicBezTo>
                <a:cubicBezTo>
                  <a:pt x="5701123" y="2112833"/>
                  <a:pt x="5702421" y="2112637"/>
                  <a:pt x="5703718" y="2112246"/>
                </a:cubicBezTo>
                <a:close/>
                <a:moveTo>
                  <a:pt x="6158272" y="1946173"/>
                </a:moveTo>
                <a:cubicBezTo>
                  <a:pt x="6165063" y="1943453"/>
                  <a:pt x="6168353" y="1935755"/>
                  <a:pt x="6165632" y="1928981"/>
                </a:cubicBezTo>
                <a:cubicBezTo>
                  <a:pt x="6162912" y="1922207"/>
                  <a:pt x="6155232" y="1918918"/>
                  <a:pt x="6148458" y="1921621"/>
                </a:cubicBezTo>
                <a:cubicBezTo>
                  <a:pt x="6141685" y="1924341"/>
                  <a:pt x="6138378" y="1932040"/>
                  <a:pt x="6141098" y="1938813"/>
                </a:cubicBezTo>
                <a:cubicBezTo>
                  <a:pt x="6143160" y="1943987"/>
                  <a:pt x="6148121" y="1947115"/>
                  <a:pt x="6153365" y="1947116"/>
                </a:cubicBezTo>
                <a:cubicBezTo>
                  <a:pt x="6155001" y="1947116"/>
                  <a:pt x="6156672" y="1946813"/>
                  <a:pt x="6158272" y="1946173"/>
                </a:cubicBezTo>
                <a:close/>
                <a:moveTo>
                  <a:pt x="2201115" y="3398799"/>
                </a:moveTo>
                <a:cubicBezTo>
                  <a:pt x="2202964" y="3397910"/>
                  <a:pt x="2203745" y="3395670"/>
                  <a:pt x="2202857" y="3393803"/>
                </a:cubicBezTo>
                <a:cubicBezTo>
                  <a:pt x="2201968" y="3391954"/>
                  <a:pt x="2199728" y="3391172"/>
                  <a:pt x="2197879" y="3392061"/>
                </a:cubicBezTo>
                <a:cubicBezTo>
                  <a:pt x="2196012" y="3392950"/>
                  <a:pt x="2195230" y="3395190"/>
                  <a:pt x="2196137" y="3397039"/>
                </a:cubicBezTo>
                <a:cubicBezTo>
                  <a:pt x="2196776" y="3398390"/>
                  <a:pt x="2198110" y="3399154"/>
                  <a:pt x="2199497" y="3399154"/>
                </a:cubicBezTo>
                <a:cubicBezTo>
                  <a:pt x="2200030" y="3399154"/>
                  <a:pt x="2200581" y="3399048"/>
                  <a:pt x="2201115" y="3398799"/>
                </a:cubicBezTo>
                <a:close/>
                <a:moveTo>
                  <a:pt x="3381047" y="2966291"/>
                </a:moveTo>
                <a:lnTo>
                  <a:pt x="3381055" y="2966281"/>
                </a:lnTo>
                <a:lnTo>
                  <a:pt x="3381048" y="2966273"/>
                </a:lnTo>
                <a:close/>
                <a:moveTo>
                  <a:pt x="6068417" y="1981855"/>
                </a:moveTo>
                <a:cubicBezTo>
                  <a:pt x="6075209" y="1979189"/>
                  <a:pt x="6078551" y="1971509"/>
                  <a:pt x="6075884" y="1964717"/>
                </a:cubicBezTo>
                <a:cubicBezTo>
                  <a:pt x="6073199" y="1957926"/>
                  <a:pt x="6065537" y="1954583"/>
                  <a:pt x="6058745" y="1957250"/>
                </a:cubicBezTo>
                <a:cubicBezTo>
                  <a:pt x="6051954" y="1959917"/>
                  <a:pt x="6048612" y="1967597"/>
                  <a:pt x="6051278" y="1974389"/>
                </a:cubicBezTo>
                <a:cubicBezTo>
                  <a:pt x="6053323" y="1979598"/>
                  <a:pt x="6058302" y="1982763"/>
                  <a:pt x="6063581" y="1982763"/>
                </a:cubicBezTo>
                <a:cubicBezTo>
                  <a:pt x="6065182" y="1982762"/>
                  <a:pt x="6066818" y="1982478"/>
                  <a:pt x="6068417" y="1981855"/>
                </a:cubicBezTo>
                <a:close/>
                <a:moveTo>
                  <a:pt x="6792036" y="1716416"/>
                </a:moveTo>
                <a:cubicBezTo>
                  <a:pt x="6799095" y="1714567"/>
                  <a:pt x="6803326" y="1707350"/>
                  <a:pt x="6801495" y="1700291"/>
                </a:cubicBezTo>
                <a:cubicBezTo>
                  <a:pt x="6799647" y="1693215"/>
                  <a:pt x="6792427" y="1689002"/>
                  <a:pt x="6785369" y="1690851"/>
                </a:cubicBezTo>
                <a:cubicBezTo>
                  <a:pt x="6778293" y="1692682"/>
                  <a:pt x="6774062" y="1699900"/>
                  <a:pt x="6775911" y="1706958"/>
                </a:cubicBezTo>
                <a:cubicBezTo>
                  <a:pt x="6777458" y="1712914"/>
                  <a:pt x="6782828" y="1716843"/>
                  <a:pt x="6788694" y="1716843"/>
                </a:cubicBezTo>
                <a:cubicBezTo>
                  <a:pt x="6789797" y="1716843"/>
                  <a:pt x="6790916" y="1716701"/>
                  <a:pt x="6792036" y="1716416"/>
                </a:cubicBezTo>
                <a:close/>
                <a:moveTo>
                  <a:pt x="5796027" y="2082609"/>
                </a:moveTo>
                <a:cubicBezTo>
                  <a:pt x="5802943" y="2080280"/>
                  <a:pt x="5806676" y="2072777"/>
                  <a:pt x="5804347" y="2065861"/>
                </a:cubicBezTo>
                <a:cubicBezTo>
                  <a:pt x="5802035" y="2058945"/>
                  <a:pt x="5794533" y="2055230"/>
                  <a:pt x="5787617" y="2057541"/>
                </a:cubicBezTo>
                <a:cubicBezTo>
                  <a:pt x="5780701" y="2059870"/>
                  <a:pt x="5776968" y="2067355"/>
                  <a:pt x="5779297" y="2074288"/>
                </a:cubicBezTo>
                <a:cubicBezTo>
                  <a:pt x="5781146" y="2079800"/>
                  <a:pt x="5786301" y="2083285"/>
                  <a:pt x="5791832" y="2083285"/>
                </a:cubicBezTo>
                <a:cubicBezTo>
                  <a:pt x="5793219" y="2083284"/>
                  <a:pt x="5794640" y="2083071"/>
                  <a:pt x="5796027" y="2082609"/>
                </a:cubicBezTo>
                <a:close/>
                <a:moveTo>
                  <a:pt x="3383145" y="2967820"/>
                </a:moveTo>
                <a:cubicBezTo>
                  <a:pt x="3384140" y="2967660"/>
                  <a:pt x="3384834" y="2966717"/>
                  <a:pt x="3384674" y="2965722"/>
                </a:cubicBezTo>
                <a:cubicBezTo>
                  <a:pt x="3384533" y="2964708"/>
                  <a:pt x="3383590" y="2964033"/>
                  <a:pt x="3382594" y="2964192"/>
                </a:cubicBezTo>
                <a:lnTo>
                  <a:pt x="3381055" y="2966281"/>
                </a:lnTo>
                <a:lnTo>
                  <a:pt x="3382861" y="2967820"/>
                </a:lnTo>
                <a:cubicBezTo>
                  <a:pt x="3382967" y="2967820"/>
                  <a:pt x="3383145" y="2967820"/>
                  <a:pt x="3383145" y="2967820"/>
                </a:cubicBezTo>
                <a:close/>
                <a:moveTo>
                  <a:pt x="3790815" y="2818709"/>
                </a:moveTo>
                <a:cubicBezTo>
                  <a:pt x="3792682" y="2818709"/>
                  <a:pt x="3794300" y="2817304"/>
                  <a:pt x="3794513" y="2815402"/>
                </a:cubicBezTo>
                <a:cubicBezTo>
                  <a:pt x="3794746" y="2813339"/>
                  <a:pt x="3793285" y="2811491"/>
                  <a:pt x="3791225" y="2811277"/>
                </a:cubicBezTo>
                <a:cubicBezTo>
                  <a:pt x="3789180" y="2811045"/>
                  <a:pt x="3787331" y="2812503"/>
                  <a:pt x="3787100" y="2814566"/>
                </a:cubicBezTo>
                <a:cubicBezTo>
                  <a:pt x="3786869" y="2816611"/>
                  <a:pt x="3788344" y="2818459"/>
                  <a:pt x="3790389" y="2818691"/>
                </a:cubicBezTo>
                <a:lnTo>
                  <a:pt x="3790390" y="2818709"/>
                </a:lnTo>
                <a:cubicBezTo>
                  <a:pt x="3790531" y="2818709"/>
                  <a:pt x="3790674" y="2818709"/>
                  <a:pt x="3790815" y="2818709"/>
                </a:cubicBezTo>
                <a:close/>
                <a:moveTo>
                  <a:pt x="5978189" y="2016773"/>
                </a:moveTo>
                <a:cubicBezTo>
                  <a:pt x="5985016" y="2014178"/>
                  <a:pt x="5988448" y="2006551"/>
                  <a:pt x="5985852" y="1999724"/>
                </a:cubicBezTo>
                <a:cubicBezTo>
                  <a:pt x="5983256" y="1992896"/>
                  <a:pt x="5975611" y="1989483"/>
                  <a:pt x="5968802" y="1992079"/>
                </a:cubicBezTo>
                <a:cubicBezTo>
                  <a:pt x="5961974" y="1994675"/>
                  <a:pt x="5958543" y="2002319"/>
                  <a:pt x="5961140" y="2009128"/>
                </a:cubicBezTo>
                <a:cubicBezTo>
                  <a:pt x="5963148" y="2014409"/>
                  <a:pt x="5968180" y="2017644"/>
                  <a:pt x="5973496" y="2017644"/>
                </a:cubicBezTo>
                <a:cubicBezTo>
                  <a:pt x="5975060" y="2017644"/>
                  <a:pt x="5976643" y="2017378"/>
                  <a:pt x="5978189" y="2016773"/>
                </a:cubicBezTo>
                <a:close/>
                <a:moveTo>
                  <a:pt x="2547376" y="3275502"/>
                </a:moveTo>
                <a:cubicBezTo>
                  <a:pt x="2548692" y="3274720"/>
                  <a:pt x="2549119" y="3272994"/>
                  <a:pt x="2548336" y="3271679"/>
                </a:cubicBezTo>
                <a:cubicBezTo>
                  <a:pt x="2547536" y="3270364"/>
                  <a:pt x="2545830" y="3269937"/>
                  <a:pt x="2544514" y="3270719"/>
                </a:cubicBezTo>
                <a:lnTo>
                  <a:pt x="2544496" y="3270719"/>
                </a:lnTo>
                <a:cubicBezTo>
                  <a:pt x="2543181" y="3271519"/>
                  <a:pt x="2542755" y="3273225"/>
                  <a:pt x="2543554" y="3274541"/>
                </a:cubicBezTo>
                <a:cubicBezTo>
                  <a:pt x="2544070" y="3275412"/>
                  <a:pt x="2544994" y="3275893"/>
                  <a:pt x="2545936" y="3275893"/>
                </a:cubicBezTo>
                <a:cubicBezTo>
                  <a:pt x="2546434" y="3275893"/>
                  <a:pt x="2546931" y="3275768"/>
                  <a:pt x="2547376" y="3275502"/>
                </a:cubicBezTo>
                <a:close/>
                <a:moveTo>
                  <a:pt x="5887500" y="2050571"/>
                </a:moveTo>
                <a:cubicBezTo>
                  <a:pt x="5894344" y="2048064"/>
                  <a:pt x="5897899" y="2040490"/>
                  <a:pt x="5895394" y="2033628"/>
                </a:cubicBezTo>
                <a:cubicBezTo>
                  <a:pt x="5892904" y="2026765"/>
                  <a:pt x="5885330" y="2023227"/>
                  <a:pt x="5878468" y="2025717"/>
                </a:cubicBezTo>
                <a:cubicBezTo>
                  <a:pt x="5871605" y="2028223"/>
                  <a:pt x="5868067" y="2035797"/>
                  <a:pt x="5870556" y="2042659"/>
                </a:cubicBezTo>
                <a:cubicBezTo>
                  <a:pt x="5872511" y="2048028"/>
                  <a:pt x="5877579" y="2051371"/>
                  <a:pt x="5882984" y="2051371"/>
                </a:cubicBezTo>
                <a:cubicBezTo>
                  <a:pt x="5884477" y="2051371"/>
                  <a:pt x="5886005" y="2051104"/>
                  <a:pt x="5887500" y="2050571"/>
                </a:cubicBezTo>
                <a:close/>
                <a:moveTo>
                  <a:pt x="2799731" y="3184278"/>
                </a:moveTo>
                <a:cubicBezTo>
                  <a:pt x="2800620" y="3183780"/>
                  <a:pt x="2800939" y="3182678"/>
                  <a:pt x="2800441" y="3181789"/>
                </a:cubicBezTo>
                <a:cubicBezTo>
                  <a:pt x="2799943" y="3180900"/>
                  <a:pt x="2798824" y="3180581"/>
                  <a:pt x="2797954" y="3181077"/>
                </a:cubicBezTo>
                <a:cubicBezTo>
                  <a:pt x="2797046" y="3181558"/>
                  <a:pt x="2796726" y="3182678"/>
                  <a:pt x="2797224" y="3183567"/>
                </a:cubicBezTo>
                <a:cubicBezTo>
                  <a:pt x="2797561" y="3184171"/>
                  <a:pt x="2798201" y="3184510"/>
                  <a:pt x="2798843" y="3184510"/>
                </a:cubicBezTo>
                <a:cubicBezTo>
                  <a:pt x="2799144" y="3184510"/>
                  <a:pt x="2799445" y="3184438"/>
                  <a:pt x="2799731" y="3184278"/>
                </a:cubicBezTo>
                <a:close/>
                <a:moveTo>
                  <a:pt x="3947893" y="2764927"/>
                </a:moveTo>
                <a:cubicBezTo>
                  <a:pt x="3950043" y="2764927"/>
                  <a:pt x="3951982" y="2763452"/>
                  <a:pt x="3952460" y="2761265"/>
                </a:cubicBezTo>
                <a:cubicBezTo>
                  <a:pt x="3953032" y="2758740"/>
                  <a:pt x="3951430" y="2756233"/>
                  <a:pt x="3948906" y="2755682"/>
                </a:cubicBezTo>
                <a:cubicBezTo>
                  <a:pt x="3946381" y="2755113"/>
                  <a:pt x="3943892" y="2756695"/>
                  <a:pt x="3943323" y="2759221"/>
                </a:cubicBezTo>
                <a:cubicBezTo>
                  <a:pt x="3942754" y="2761745"/>
                  <a:pt x="3944355" y="2764252"/>
                  <a:pt x="3946862" y="2764820"/>
                </a:cubicBezTo>
                <a:cubicBezTo>
                  <a:pt x="3947216" y="2764891"/>
                  <a:pt x="3947555" y="2764927"/>
                  <a:pt x="3947893" y="2764927"/>
                </a:cubicBezTo>
                <a:close/>
                <a:moveTo>
                  <a:pt x="2118603" y="3436721"/>
                </a:moveTo>
                <a:cubicBezTo>
                  <a:pt x="2120523" y="3435904"/>
                  <a:pt x="2121359" y="3433699"/>
                  <a:pt x="2120523" y="3431814"/>
                </a:cubicBezTo>
                <a:cubicBezTo>
                  <a:pt x="2119704" y="3429912"/>
                  <a:pt x="2117501" y="3429059"/>
                  <a:pt x="2115616" y="3429894"/>
                </a:cubicBezTo>
                <a:cubicBezTo>
                  <a:pt x="2113731" y="3430712"/>
                  <a:pt x="2112860" y="3432916"/>
                  <a:pt x="2113695" y="3434801"/>
                </a:cubicBezTo>
                <a:cubicBezTo>
                  <a:pt x="2114300" y="3436205"/>
                  <a:pt x="2115669" y="3437041"/>
                  <a:pt x="2117110" y="3437041"/>
                </a:cubicBezTo>
                <a:cubicBezTo>
                  <a:pt x="2117607" y="3437041"/>
                  <a:pt x="2118123" y="3436934"/>
                  <a:pt x="2118603" y="3436721"/>
                </a:cubicBezTo>
                <a:close/>
                <a:moveTo>
                  <a:pt x="7985783" y="1284727"/>
                </a:moveTo>
                <a:cubicBezTo>
                  <a:pt x="7992841" y="1284727"/>
                  <a:pt x="7999455" y="1280300"/>
                  <a:pt x="8001873" y="1273223"/>
                </a:cubicBezTo>
                <a:cubicBezTo>
                  <a:pt x="8004913" y="1264352"/>
                  <a:pt x="8000184" y="1254663"/>
                  <a:pt x="7991295" y="1251640"/>
                </a:cubicBezTo>
                <a:cubicBezTo>
                  <a:pt x="7982405" y="1248582"/>
                  <a:pt x="7972733" y="1253311"/>
                  <a:pt x="7969693" y="1262200"/>
                </a:cubicBezTo>
                <a:cubicBezTo>
                  <a:pt x="7966653" y="1271091"/>
                  <a:pt x="7971383" y="1280762"/>
                  <a:pt x="7980272" y="1283820"/>
                </a:cubicBezTo>
                <a:cubicBezTo>
                  <a:pt x="7982103" y="1284443"/>
                  <a:pt x="7983952" y="1284727"/>
                  <a:pt x="7985783" y="1284727"/>
                </a:cubicBezTo>
                <a:close/>
                <a:moveTo>
                  <a:pt x="3631712" y="2882748"/>
                </a:moveTo>
                <a:cubicBezTo>
                  <a:pt x="3633240" y="2882748"/>
                  <a:pt x="3634503" y="2881521"/>
                  <a:pt x="3634504" y="2879992"/>
                </a:cubicBezTo>
                <a:cubicBezTo>
                  <a:pt x="3634521" y="2878463"/>
                  <a:pt x="3633277" y="2877201"/>
                  <a:pt x="3631747" y="2877183"/>
                </a:cubicBezTo>
                <a:cubicBezTo>
                  <a:pt x="3630201" y="2877165"/>
                  <a:pt x="3628920" y="2878392"/>
                  <a:pt x="3628920" y="2879921"/>
                </a:cubicBezTo>
                <a:cubicBezTo>
                  <a:pt x="3628903" y="2881468"/>
                  <a:pt x="3630129" y="2882748"/>
                  <a:pt x="3631677" y="2882748"/>
                </a:cubicBezTo>
                <a:close/>
                <a:moveTo>
                  <a:pt x="2035711" y="3469212"/>
                </a:moveTo>
                <a:lnTo>
                  <a:pt x="2036819" y="3466679"/>
                </a:lnTo>
                <a:cubicBezTo>
                  <a:pt x="2036073" y="3464759"/>
                  <a:pt x="2033904" y="3463799"/>
                  <a:pt x="2031983" y="3464563"/>
                </a:cubicBezTo>
                <a:lnTo>
                  <a:pt x="2030053" y="3468977"/>
                </a:lnTo>
                <a:close/>
                <a:moveTo>
                  <a:pt x="6885429" y="1694282"/>
                </a:moveTo>
                <a:cubicBezTo>
                  <a:pt x="6892576" y="1692771"/>
                  <a:pt x="6897146" y="1685748"/>
                  <a:pt x="6895634" y="1678618"/>
                </a:cubicBezTo>
                <a:cubicBezTo>
                  <a:pt x="6894122" y="1671472"/>
                  <a:pt x="6887100" y="1666921"/>
                  <a:pt x="6879970" y="1668431"/>
                </a:cubicBezTo>
                <a:cubicBezTo>
                  <a:pt x="6872824" y="1669925"/>
                  <a:pt x="6868255" y="1676947"/>
                  <a:pt x="6869766" y="1684094"/>
                </a:cubicBezTo>
                <a:cubicBezTo>
                  <a:pt x="6871082" y="1690299"/>
                  <a:pt x="6876575" y="1694566"/>
                  <a:pt x="6882691" y="1694567"/>
                </a:cubicBezTo>
                <a:cubicBezTo>
                  <a:pt x="6883597" y="1694566"/>
                  <a:pt x="6884522" y="1694477"/>
                  <a:pt x="6885429" y="1694282"/>
                </a:cubicBezTo>
                <a:close/>
                <a:moveTo>
                  <a:pt x="7591305" y="1435581"/>
                </a:moveTo>
                <a:cubicBezTo>
                  <a:pt x="7598328" y="1435580"/>
                  <a:pt x="7604622" y="1430673"/>
                  <a:pt x="7606097" y="1423527"/>
                </a:cubicBezTo>
                <a:cubicBezTo>
                  <a:pt x="7607786" y="1415348"/>
                  <a:pt x="7602541" y="1407348"/>
                  <a:pt x="7594363" y="1405659"/>
                </a:cubicBezTo>
                <a:cubicBezTo>
                  <a:pt x="7586185" y="1403969"/>
                  <a:pt x="7578185" y="1409214"/>
                  <a:pt x="7576495" y="1417393"/>
                </a:cubicBezTo>
                <a:cubicBezTo>
                  <a:pt x="7574807" y="1425571"/>
                  <a:pt x="7580051" y="1433572"/>
                  <a:pt x="7588230" y="1435261"/>
                </a:cubicBezTo>
                <a:cubicBezTo>
                  <a:pt x="7589261" y="1435474"/>
                  <a:pt x="7590292" y="1435581"/>
                  <a:pt x="7591305" y="1435581"/>
                </a:cubicBezTo>
                <a:close/>
                <a:moveTo>
                  <a:pt x="4458042" y="2586479"/>
                </a:moveTo>
                <a:cubicBezTo>
                  <a:pt x="4460993" y="2586479"/>
                  <a:pt x="4463873" y="2584915"/>
                  <a:pt x="4465437" y="2582159"/>
                </a:cubicBezTo>
                <a:cubicBezTo>
                  <a:pt x="4467731" y="2578070"/>
                  <a:pt x="4466290" y="2572915"/>
                  <a:pt x="4462201" y="2570621"/>
                </a:cubicBezTo>
                <a:cubicBezTo>
                  <a:pt x="4458128" y="2568310"/>
                  <a:pt x="4452957" y="2569750"/>
                  <a:pt x="4450663" y="2573839"/>
                </a:cubicBezTo>
                <a:cubicBezTo>
                  <a:pt x="4448368" y="2577911"/>
                  <a:pt x="4449810" y="2583084"/>
                  <a:pt x="4453881" y="2585378"/>
                </a:cubicBezTo>
                <a:cubicBezTo>
                  <a:pt x="4455197" y="2586125"/>
                  <a:pt x="4456637" y="2586480"/>
                  <a:pt x="4458042" y="2586479"/>
                </a:cubicBezTo>
                <a:close/>
                <a:moveTo>
                  <a:pt x="7335146" y="1531534"/>
                </a:moveTo>
                <a:cubicBezTo>
                  <a:pt x="7342542" y="1531533"/>
                  <a:pt x="7348765" y="1525808"/>
                  <a:pt x="7349281" y="1518341"/>
                </a:cubicBezTo>
                <a:cubicBezTo>
                  <a:pt x="7349796" y="1510537"/>
                  <a:pt x="7343893" y="1503763"/>
                  <a:pt x="7336089" y="1503247"/>
                </a:cubicBezTo>
                <a:cubicBezTo>
                  <a:pt x="7328284" y="1502714"/>
                  <a:pt x="7321528" y="1508616"/>
                  <a:pt x="7321012" y="1516422"/>
                </a:cubicBezTo>
                <a:cubicBezTo>
                  <a:pt x="7320479" y="1524226"/>
                  <a:pt x="7326382" y="1530983"/>
                  <a:pt x="7334186" y="1531516"/>
                </a:cubicBezTo>
                <a:lnTo>
                  <a:pt x="7334186" y="1531533"/>
                </a:lnTo>
                <a:cubicBezTo>
                  <a:pt x="7334506" y="1531534"/>
                  <a:pt x="7334827" y="1531533"/>
                  <a:pt x="7335146" y="1531534"/>
                </a:cubicBezTo>
                <a:close/>
                <a:moveTo>
                  <a:pt x="8357434" y="1159563"/>
                </a:moveTo>
                <a:cubicBezTo>
                  <a:pt x="8365096" y="1159564"/>
                  <a:pt x="8372315" y="1154869"/>
                  <a:pt x="8375142" y="1147278"/>
                </a:cubicBezTo>
                <a:cubicBezTo>
                  <a:pt x="8378804" y="1137500"/>
                  <a:pt x="8373844" y="1126601"/>
                  <a:pt x="8364083" y="1122938"/>
                </a:cubicBezTo>
                <a:cubicBezTo>
                  <a:pt x="8354305" y="1119276"/>
                  <a:pt x="8343406" y="1124254"/>
                  <a:pt x="8339744" y="1134033"/>
                </a:cubicBezTo>
                <a:cubicBezTo>
                  <a:pt x="8336082" y="1143811"/>
                  <a:pt x="8341042" y="1154691"/>
                  <a:pt x="8350820" y="1158354"/>
                </a:cubicBezTo>
                <a:cubicBezTo>
                  <a:pt x="8353007" y="1159172"/>
                  <a:pt x="8355247" y="1159563"/>
                  <a:pt x="8357434" y="1159563"/>
                </a:cubicBezTo>
                <a:close/>
                <a:moveTo>
                  <a:pt x="4101699" y="2721493"/>
                </a:moveTo>
                <a:cubicBezTo>
                  <a:pt x="4104009" y="2721493"/>
                  <a:pt x="4106179" y="2720053"/>
                  <a:pt x="4106997" y="2717742"/>
                </a:cubicBezTo>
                <a:cubicBezTo>
                  <a:pt x="4108027" y="2714809"/>
                  <a:pt x="4106499" y="2711590"/>
                  <a:pt x="4103565" y="2710560"/>
                </a:cubicBezTo>
                <a:cubicBezTo>
                  <a:pt x="4100631" y="2709528"/>
                  <a:pt x="4097414" y="2711057"/>
                  <a:pt x="4096383" y="2713991"/>
                </a:cubicBezTo>
                <a:cubicBezTo>
                  <a:pt x="4095352" y="2716924"/>
                  <a:pt x="4096880" y="2720142"/>
                  <a:pt x="4099815" y="2721174"/>
                </a:cubicBezTo>
                <a:cubicBezTo>
                  <a:pt x="4100436" y="2721386"/>
                  <a:pt x="4101076" y="2721493"/>
                  <a:pt x="4101699" y="2721493"/>
                </a:cubicBezTo>
                <a:close/>
                <a:moveTo>
                  <a:pt x="2722126" y="3228743"/>
                </a:moveTo>
                <a:cubicBezTo>
                  <a:pt x="2722997" y="3228227"/>
                  <a:pt x="2723282" y="3227108"/>
                  <a:pt x="2722784" y="3226219"/>
                </a:cubicBezTo>
                <a:cubicBezTo>
                  <a:pt x="2722267" y="3225348"/>
                  <a:pt x="2721130" y="3225062"/>
                  <a:pt x="2720258" y="3225578"/>
                </a:cubicBezTo>
                <a:cubicBezTo>
                  <a:pt x="2719387" y="3226094"/>
                  <a:pt x="2719103" y="3227214"/>
                  <a:pt x="2719601" y="3228085"/>
                </a:cubicBezTo>
                <a:cubicBezTo>
                  <a:pt x="2719957" y="3228672"/>
                  <a:pt x="2720561" y="3228992"/>
                  <a:pt x="2721201" y="3228992"/>
                </a:cubicBezTo>
                <a:cubicBezTo>
                  <a:pt x="2721503" y="3228992"/>
                  <a:pt x="2721823" y="3228921"/>
                  <a:pt x="2722126" y="3228743"/>
                </a:cubicBezTo>
                <a:close/>
                <a:moveTo>
                  <a:pt x="2470145" y="3321869"/>
                </a:moveTo>
                <a:cubicBezTo>
                  <a:pt x="2471460" y="3321069"/>
                  <a:pt x="2471887" y="3319362"/>
                  <a:pt x="2471105" y="3318046"/>
                </a:cubicBezTo>
                <a:cubicBezTo>
                  <a:pt x="2470322" y="3316713"/>
                  <a:pt x="2468598" y="3316304"/>
                  <a:pt x="2467283" y="3317086"/>
                </a:cubicBezTo>
                <a:cubicBezTo>
                  <a:pt x="2465967" y="3317886"/>
                  <a:pt x="2465540" y="3319593"/>
                  <a:pt x="2466322" y="3320909"/>
                </a:cubicBezTo>
                <a:cubicBezTo>
                  <a:pt x="2466856" y="3321780"/>
                  <a:pt x="2467762" y="3322260"/>
                  <a:pt x="2468722" y="3322260"/>
                </a:cubicBezTo>
                <a:cubicBezTo>
                  <a:pt x="2469203" y="3322260"/>
                  <a:pt x="2469700" y="3322136"/>
                  <a:pt x="2470145" y="3321869"/>
                </a:cubicBezTo>
                <a:close/>
                <a:moveTo>
                  <a:pt x="5165252" y="2333433"/>
                </a:moveTo>
                <a:cubicBezTo>
                  <a:pt x="5172024" y="2333309"/>
                  <a:pt x="5177411" y="2327709"/>
                  <a:pt x="5177288" y="2320934"/>
                </a:cubicBezTo>
                <a:cubicBezTo>
                  <a:pt x="5177162" y="2314161"/>
                  <a:pt x="5171563" y="2308774"/>
                  <a:pt x="5164790" y="2308899"/>
                </a:cubicBezTo>
                <a:cubicBezTo>
                  <a:pt x="5158018" y="2309022"/>
                  <a:pt x="5152629" y="2314623"/>
                  <a:pt x="5152752" y="2321396"/>
                </a:cubicBezTo>
                <a:cubicBezTo>
                  <a:pt x="5152877" y="2328082"/>
                  <a:pt x="5158353" y="2333433"/>
                  <a:pt x="5165019" y="2333433"/>
                </a:cubicBezTo>
                <a:close/>
                <a:moveTo>
                  <a:pt x="3471862" y="2957224"/>
                </a:moveTo>
                <a:cubicBezTo>
                  <a:pt x="3472875" y="2957135"/>
                  <a:pt x="3473639" y="2956246"/>
                  <a:pt x="3473551" y="2955232"/>
                </a:cubicBezTo>
                <a:cubicBezTo>
                  <a:pt x="3473462" y="2954219"/>
                  <a:pt x="3472574" y="2953472"/>
                  <a:pt x="3471560" y="2953561"/>
                </a:cubicBezTo>
                <a:cubicBezTo>
                  <a:pt x="3470546" y="2953632"/>
                  <a:pt x="3469800" y="2954539"/>
                  <a:pt x="3469889" y="2955552"/>
                </a:cubicBezTo>
                <a:cubicBezTo>
                  <a:pt x="3469960" y="2956513"/>
                  <a:pt x="3470778" y="2957224"/>
                  <a:pt x="3471719" y="2957224"/>
                </a:cubicBezTo>
                <a:close/>
                <a:moveTo>
                  <a:pt x="4909164" y="2430150"/>
                </a:moveTo>
                <a:cubicBezTo>
                  <a:pt x="4914285" y="2430150"/>
                  <a:pt x="4918925" y="2426665"/>
                  <a:pt x="4920169" y="2421493"/>
                </a:cubicBezTo>
                <a:cubicBezTo>
                  <a:pt x="4921627" y="2415411"/>
                  <a:pt x="4917894" y="2409296"/>
                  <a:pt x="4911812" y="2407820"/>
                </a:cubicBezTo>
                <a:cubicBezTo>
                  <a:pt x="4905732" y="2406363"/>
                  <a:pt x="4899616" y="2410096"/>
                  <a:pt x="4898158" y="2416176"/>
                </a:cubicBezTo>
                <a:cubicBezTo>
                  <a:pt x="4896700" y="2422257"/>
                  <a:pt x="4900434" y="2428373"/>
                  <a:pt x="4906514" y="2429830"/>
                </a:cubicBezTo>
                <a:cubicBezTo>
                  <a:pt x="4907404" y="2430044"/>
                  <a:pt x="4908294" y="2430150"/>
                  <a:pt x="4909164" y="2430150"/>
                </a:cubicBezTo>
                <a:close/>
                <a:moveTo>
                  <a:pt x="7072350" y="1638868"/>
                </a:moveTo>
                <a:lnTo>
                  <a:pt x="7072356" y="1638865"/>
                </a:lnTo>
                <a:lnTo>
                  <a:pt x="7072339" y="1638865"/>
                </a:lnTo>
                <a:close/>
                <a:moveTo>
                  <a:pt x="3055370" y="3113525"/>
                </a:moveTo>
                <a:lnTo>
                  <a:pt x="3055373" y="3113518"/>
                </a:lnTo>
                <a:lnTo>
                  <a:pt x="3055355" y="3113518"/>
                </a:lnTo>
                <a:close/>
                <a:moveTo>
                  <a:pt x="3056013" y="3115171"/>
                </a:moveTo>
                <a:cubicBezTo>
                  <a:pt x="3056475" y="3114994"/>
                  <a:pt x="3056688" y="3114478"/>
                  <a:pt x="3056510" y="3114016"/>
                </a:cubicBezTo>
                <a:lnTo>
                  <a:pt x="3055370" y="3113525"/>
                </a:lnTo>
                <a:lnTo>
                  <a:pt x="3054857" y="3114673"/>
                </a:lnTo>
                <a:cubicBezTo>
                  <a:pt x="3054999" y="3115011"/>
                  <a:pt x="3055337" y="3115225"/>
                  <a:pt x="3055693" y="3115225"/>
                </a:cubicBezTo>
                <a:cubicBezTo>
                  <a:pt x="3055799" y="3115225"/>
                  <a:pt x="3055905" y="3115207"/>
                  <a:pt x="3056013" y="3115171"/>
                </a:cubicBezTo>
                <a:close/>
                <a:moveTo>
                  <a:pt x="3139751" y="3085552"/>
                </a:moveTo>
                <a:cubicBezTo>
                  <a:pt x="3140213" y="3085410"/>
                  <a:pt x="3140462" y="3084894"/>
                  <a:pt x="3140320" y="3084432"/>
                </a:cubicBezTo>
                <a:cubicBezTo>
                  <a:pt x="3140178" y="3083969"/>
                  <a:pt x="3139680" y="3083702"/>
                  <a:pt x="3139200" y="3083863"/>
                </a:cubicBezTo>
                <a:cubicBezTo>
                  <a:pt x="3138737" y="3084005"/>
                  <a:pt x="3138471" y="3084502"/>
                  <a:pt x="3138631" y="3084965"/>
                </a:cubicBezTo>
                <a:cubicBezTo>
                  <a:pt x="3138755" y="3085356"/>
                  <a:pt x="3139094" y="3085587"/>
                  <a:pt x="3139484" y="3085587"/>
                </a:cubicBezTo>
                <a:cubicBezTo>
                  <a:pt x="3139574" y="3085587"/>
                  <a:pt x="3139751" y="3085552"/>
                  <a:pt x="3139751" y="3085552"/>
                </a:cubicBezTo>
                <a:close/>
                <a:moveTo>
                  <a:pt x="6979728" y="1676930"/>
                </a:moveTo>
                <a:cubicBezTo>
                  <a:pt x="6986929" y="1675810"/>
                  <a:pt x="6991871" y="1669053"/>
                  <a:pt x="6990769" y="1661853"/>
                </a:cubicBezTo>
                <a:cubicBezTo>
                  <a:pt x="6989649" y="1654635"/>
                  <a:pt x="6982893" y="1649692"/>
                  <a:pt x="6975675" y="1650813"/>
                </a:cubicBezTo>
                <a:cubicBezTo>
                  <a:pt x="6968474" y="1651932"/>
                  <a:pt x="6963531" y="1658689"/>
                  <a:pt x="6964633" y="1665907"/>
                </a:cubicBezTo>
                <a:cubicBezTo>
                  <a:pt x="6965665" y="1672431"/>
                  <a:pt x="6971284" y="1677089"/>
                  <a:pt x="6977684" y="1677089"/>
                </a:cubicBezTo>
                <a:cubicBezTo>
                  <a:pt x="6978359" y="1677090"/>
                  <a:pt x="6979035" y="1677037"/>
                  <a:pt x="6979728" y="1676930"/>
                </a:cubicBezTo>
                <a:close/>
                <a:moveTo>
                  <a:pt x="4602975" y="2551171"/>
                </a:moveTo>
                <a:cubicBezTo>
                  <a:pt x="4606336" y="2551172"/>
                  <a:pt x="4609589" y="2549376"/>
                  <a:pt x="4611278" y="2546193"/>
                </a:cubicBezTo>
                <a:cubicBezTo>
                  <a:pt x="4613731" y="2541606"/>
                  <a:pt x="4612024" y="2535899"/>
                  <a:pt x="4607438" y="2533446"/>
                </a:cubicBezTo>
                <a:cubicBezTo>
                  <a:pt x="4602851" y="2530975"/>
                  <a:pt x="4597127" y="2532698"/>
                  <a:pt x="4594674" y="2537286"/>
                </a:cubicBezTo>
                <a:cubicBezTo>
                  <a:pt x="4592219" y="2541873"/>
                  <a:pt x="4593944" y="2547580"/>
                  <a:pt x="4598530" y="2550051"/>
                </a:cubicBezTo>
                <a:cubicBezTo>
                  <a:pt x="4599935" y="2550816"/>
                  <a:pt x="4601464" y="2551172"/>
                  <a:pt x="4602975" y="2551171"/>
                </a:cubicBezTo>
                <a:close/>
                <a:moveTo>
                  <a:pt x="2974194" y="3149769"/>
                </a:moveTo>
                <a:cubicBezTo>
                  <a:pt x="2974639" y="3149573"/>
                  <a:pt x="2974852" y="3149040"/>
                  <a:pt x="2974638" y="3148596"/>
                </a:cubicBezTo>
                <a:cubicBezTo>
                  <a:pt x="2974443" y="3148152"/>
                  <a:pt x="2973910" y="3147956"/>
                  <a:pt x="2973466" y="3148151"/>
                </a:cubicBezTo>
                <a:cubicBezTo>
                  <a:pt x="2973021" y="3148347"/>
                  <a:pt x="2972825" y="3148880"/>
                  <a:pt x="2973021" y="3149325"/>
                </a:cubicBezTo>
                <a:cubicBezTo>
                  <a:pt x="2973181" y="3149663"/>
                  <a:pt x="2973501" y="3149859"/>
                  <a:pt x="2973838" y="3149858"/>
                </a:cubicBezTo>
                <a:cubicBezTo>
                  <a:pt x="2973963" y="3149858"/>
                  <a:pt x="2974087" y="3149823"/>
                  <a:pt x="2974194" y="3149769"/>
                </a:cubicBezTo>
                <a:close/>
                <a:moveTo>
                  <a:pt x="7839196" y="1368305"/>
                </a:moveTo>
                <a:cubicBezTo>
                  <a:pt x="7846059" y="1368305"/>
                  <a:pt x="7852423" y="1363861"/>
                  <a:pt x="7854539" y="1356963"/>
                </a:cubicBezTo>
                <a:cubicBezTo>
                  <a:pt x="7857134" y="1348482"/>
                  <a:pt x="7852369" y="1339486"/>
                  <a:pt x="7843889" y="1336891"/>
                </a:cubicBezTo>
                <a:cubicBezTo>
                  <a:pt x="7835409" y="1334294"/>
                  <a:pt x="7826431" y="1339059"/>
                  <a:pt x="7823835" y="1347540"/>
                </a:cubicBezTo>
                <a:cubicBezTo>
                  <a:pt x="7821221" y="1356020"/>
                  <a:pt x="7826004" y="1364999"/>
                  <a:pt x="7834467" y="1367594"/>
                </a:cubicBezTo>
                <a:cubicBezTo>
                  <a:pt x="7836049" y="1368074"/>
                  <a:pt x="7837631" y="1368305"/>
                  <a:pt x="7839196" y="1368305"/>
                </a:cubicBezTo>
                <a:close/>
                <a:moveTo>
                  <a:pt x="3225179" y="3061266"/>
                </a:moveTo>
                <a:cubicBezTo>
                  <a:pt x="3225658" y="3061141"/>
                  <a:pt x="3225944" y="3060661"/>
                  <a:pt x="3225837" y="3060199"/>
                </a:cubicBezTo>
                <a:cubicBezTo>
                  <a:pt x="3225713" y="3059719"/>
                  <a:pt x="3225232" y="3059435"/>
                  <a:pt x="3224752" y="3059541"/>
                </a:cubicBezTo>
                <a:cubicBezTo>
                  <a:pt x="3224272" y="3059666"/>
                  <a:pt x="3223987" y="3060145"/>
                  <a:pt x="3224112" y="3060625"/>
                </a:cubicBezTo>
                <a:cubicBezTo>
                  <a:pt x="3224201" y="3061034"/>
                  <a:pt x="3224575" y="3061301"/>
                  <a:pt x="3224965" y="3061301"/>
                </a:cubicBezTo>
                <a:cubicBezTo>
                  <a:pt x="3225037" y="3061301"/>
                  <a:pt x="3225179" y="3061266"/>
                  <a:pt x="3225179" y="3061266"/>
                </a:cubicBezTo>
                <a:close/>
                <a:moveTo>
                  <a:pt x="2645463" y="3274826"/>
                </a:moveTo>
                <a:cubicBezTo>
                  <a:pt x="2646316" y="3274293"/>
                  <a:pt x="2646600" y="3273172"/>
                  <a:pt x="2646068" y="3272302"/>
                </a:cubicBezTo>
                <a:cubicBezTo>
                  <a:pt x="2645534" y="3271431"/>
                  <a:pt x="2644397" y="3271164"/>
                  <a:pt x="2643524" y="3271697"/>
                </a:cubicBezTo>
                <a:cubicBezTo>
                  <a:pt x="2642671" y="3272230"/>
                  <a:pt x="2642405" y="3273351"/>
                  <a:pt x="2642938" y="3274222"/>
                </a:cubicBezTo>
                <a:cubicBezTo>
                  <a:pt x="2643276" y="3274790"/>
                  <a:pt x="2643881" y="3275093"/>
                  <a:pt x="2644503" y="3275093"/>
                </a:cubicBezTo>
                <a:cubicBezTo>
                  <a:pt x="2644823" y="3275093"/>
                  <a:pt x="2645161" y="3275004"/>
                  <a:pt x="2645463" y="3274826"/>
                </a:cubicBezTo>
                <a:close/>
                <a:moveTo>
                  <a:pt x="4752853" y="2501995"/>
                </a:moveTo>
                <a:cubicBezTo>
                  <a:pt x="4756923" y="2501995"/>
                  <a:pt x="4760782" y="2499577"/>
                  <a:pt x="4762453" y="2495595"/>
                </a:cubicBezTo>
                <a:cubicBezTo>
                  <a:pt x="4764640" y="2490296"/>
                  <a:pt x="4762115" y="2484217"/>
                  <a:pt x="4756834" y="2482030"/>
                </a:cubicBezTo>
                <a:cubicBezTo>
                  <a:pt x="4751536" y="2479843"/>
                  <a:pt x="4745472" y="2482368"/>
                  <a:pt x="4743286" y="2487648"/>
                </a:cubicBezTo>
                <a:cubicBezTo>
                  <a:pt x="4741084" y="2492945"/>
                  <a:pt x="4743608" y="2499008"/>
                  <a:pt x="4748904" y="2501195"/>
                </a:cubicBezTo>
                <a:cubicBezTo>
                  <a:pt x="4750183" y="2501746"/>
                  <a:pt x="4751535" y="2501995"/>
                  <a:pt x="4752853" y="2501995"/>
                </a:cubicBezTo>
                <a:close/>
                <a:moveTo>
                  <a:pt x="2392700" y="3367898"/>
                </a:moveTo>
                <a:cubicBezTo>
                  <a:pt x="2394033" y="3367117"/>
                  <a:pt x="2394460" y="3365410"/>
                  <a:pt x="2393695" y="3364094"/>
                </a:cubicBezTo>
                <a:cubicBezTo>
                  <a:pt x="2392913" y="3362761"/>
                  <a:pt x="2391207" y="3362316"/>
                  <a:pt x="2389873" y="3363098"/>
                </a:cubicBezTo>
                <a:cubicBezTo>
                  <a:pt x="2388557" y="3363880"/>
                  <a:pt x="2388113" y="3365587"/>
                  <a:pt x="2388896" y="3366902"/>
                </a:cubicBezTo>
                <a:cubicBezTo>
                  <a:pt x="2389411" y="3367791"/>
                  <a:pt x="2390335" y="3368289"/>
                  <a:pt x="2391295" y="3368290"/>
                </a:cubicBezTo>
                <a:cubicBezTo>
                  <a:pt x="2391776" y="3368289"/>
                  <a:pt x="2392255" y="3368165"/>
                  <a:pt x="2392700" y="3367898"/>
                </a:cubicBezTo>
                <a:close/>
                <a:moveTo>
                  <a:pt x="4250668" y="2688442"/>
                </a:moveTo>
                <a:cubicBezTo>
                  <a:pt x="4253069" y="2688442"/>
                  <a:pt x="4255397" y="2687108"/>
                  <a:pt x="4256552" y="2684815"/>
                </a:cubicBezTo>
                <a:cubicBezTo>
                  <a:pt x="4258172" y="2681561"/>
                  <a:pt x="4256855" y="2677615"/>
                  <a:pt x="4253621" y="2675979"/>
                </a:cubicBezTo>
                <a:cubicBezTo>
                  <a:pt x="4250366" y="2674361"/>
                  <a:pt x="4246401" y="2675677"/>
                  <a:pt x="4244784" y="2678913"/>
                </a:cubicBezTo>
                <a:cubicBezTo>
                  <a:pt x="4243164" y="2682166"/>
                  <a:pt x="4244464" y="2686131"/>
                  <a:pt x="4247715" y="2687749"/>
                </a:cubicBezTo>
                <a:cubicBezTo>
                  <a:pt x="4248660" y="2688229"/>
                  <a:pt x="4249672" y="2688442"/>
                  <a:pt x="4250668" y="2688442"/>
                </a:cubicBezTo>
                <a:close/>
                <a:moveTo>
                  <a:pt x="2894118" y="3188207"/>
                </a:moveTo>
                <a:cubicBezTo>
                  <a:pt x="2894562" y="3187976"/>
                  <a:pt x="2894740" y="3187443"/>
                  <a:pt x="2894509" y="3187016"/>
                </a:cubicBezTo>
                <a:cubicBezTo>
                  <a:pt x="2894296" y="3186571"/>
                  <a:pt x="2893762" y="3186393"/>
                  <a:pt x="2893318" y="3186624"/>
                </a:cubicBezTo>
                <a:cubicBezTo>
                  <a:pt x="2892873" y="3186838"/>
                  <a:pt x="2892713" y="3187371"/>
                  <a:pt x="2892926" y="3187816"/>
                </a:cubicBezTo>
                <a:cubicBezTo>
                  <a:pt x="2893087" y="3188118"/>
                  <a:pt x="2893388" y="3188314"/>
                  <a:pt x="2893726" y="3188314"/>
                </a:cubicBezTo>
                <a:cubicBezTo>
                  <a:pt x="2893852" y="3188314"/>
                  <a:pt x="2893994" y="3188278"/>
                  <a:pt x="2894118" y="3188207"/>
                </a:cubicBezTo>
                <a:close/>
                <a:moveTo>
                  <a:pt x="3721656" y="2887548"/>
                </a:moveTo>
                <a:cubicBezTo>
                  <a:pt x="3723060" y="2887548"/>
                  <a:pt x="3724269" y="2886463"/>
                  <a:pt x="3724410" y="2885024"/>
                </a:cubicBezTo>
                <a:cubicBezTo>
                  <a:pt x="3724571" y="2883494"/>
                  <a:pt x="3723433" y="2882125"/>
                  <a:pt x="3721906" y="2881984"/>
                </a:cubicBezTo>
                <a:cubicBezTo>
                  <a:pt x="3720375" y="2881841"/>
                  <a:pt x="3719024" y="2882961"/>
                  <a:pt x="3718863" y="2884490"/>
                </a:cubicBezTo>
                <a:cubicBezTo>
                  <a:pt x="3718721" y="2886020"/>
                  <a:pt x="3719842" y="2887388"/>
                  <a:pt x="3721371" y="2887531"/>
                </a:cubicBezTo>
                <a:lnTo>
                  <a:pt x="3721371" y="2887548"/>
                </a:lnTo>
                <a:cubicBezTo>
                  <a:pt x="3721478" y="2887548"/>
                  <a:pt x="3721656" y="2887548"/>
                  <a:pt x="3721656" y="2887548"/>
                </a:cubicBezTo>
                <a:close/>
                <a:moveTo>
                  <a:pt x="8220323" y="1238431"/>
                </a:moveTo>
                <a:cubicBezTo>
                  <a:pt x="8227611" y="1238431"/>
                  <a:pt x="8234475" y="1233950"/>
                  <a:pt x="8237159" y="1226732"/>
                </a:cubicBezTo>
                <a:cubicBezTo>
                  <a:pt x="8240626" y="1217433"/>
                  <a:pt x="8235880" y="1207087"/>
                  <a:pt x="8226580" y="1203638"/>
                </a:cubicBezTo>
                <a:cubicBezTo>
                  <a:pt x="8217282" y="1200188"/>
                  <a:pt x="8206953" y="1204918"/>
                  <a:pt x="8203503" y="1214216"/>
                </a:cubicBezTo>
                <a:cubicBezTo>
                  <a:pt x="8200037" y="1223496"/>
                  <a:pt x="8204783" y="1233843"/>
                  <a:pt x="8214082" y="1237292"/>
                </a:cubicBezTo>
                <a:cubicBezTo>
                  <a:pt x="8216126" y="1238058"/>
                  <a:pt x="8218242" y="1238431"/>
                  <a:pt x="8220323" y="1238431"/>
                </a:cubicBezTo>
                <a:close/>
                <a:moveTo>
                  <a:pt x="3880332" y="2833021"/>
                </a:moveTo>
                <a:cubicBezTo>
                  <a:pt x="3882057" y="2833021"/>
                  <a:pt x="3883603" y="2831811"/>
                  <a:pt x="3883977" y="2830034"/>
                </a:cubicBezTo>
                <a:cubicBezTo>
                  <a:pt x="3884404" y="2828024"/>
                  <a:pt x="3883106" y="2826051"/>
                  <a:pt x="3881080" y="2825625"/>
                </a:cubicBezTo>
                <a:cubicBezTo>
                  <a:pt x="3879071" y="2825198"/>
                  <a:pt x="3877096" y="2826496"/>
                  <a:pt x="3876670" y="2828505"/>
                </a:cubicBezTo>
                <a:cubicBezTo>
                  <a:pt x="3876244" y="2830531"/>
                  <a:pt x="3877541" y="2832505"/>
                  <a:pt x="3879549" y="2832932"/>
                </a:cubicBezTo>
                <a:cubicBezTo>
                  <a:pt x="3879816" y="2832985"/>
                  <a:pt x="3880066" y="2833021"/>
                  <a:pt x="3880332" y="2833021"/>
                </a:cubicBezTo>
                <a:close/>
                <a:moveTo>
                  <a:pt x="3310998" y="3041904"/>
                </a:moveTo>
                <a:lnTo>
                  <a:pt x="3311006" y="3041893"/>
                </a:lnTo>
                <a:lnTo>
                  <a:pt x="3310998" y="3041887"/>
                </a:lnTo>
                <a:close/>
                <a:moveTo>
                  <a:pt x="3312028" y="3042616"/>
                </a:moveTo>
                <a:cubicBezTo>
                  <a:pt x="3312509" y="3042527"/>
                  <a:pt x="3312846" y="3042064"/>
                  <a:pt x="3312758" y="3041584"/>
                </a:cubicBezTo>
                <a:cubicBezTo>
                  <a:pt x="3312669" y="3041104"/>
                  <a:pt x="3312207" y="3040766"/>
                  <a:pt x="3311709" y="3040873"/>
                </a:cubicBezTo>
                <a:lnTo>
                  <a:pt x="3311006" y="3041893"/>
                </a:lnTo>
                <a:lnTo>
                  <a:pt x="3311869" y="3042616"/>
                </a:lnTo>
                <a:cubicBezTo>
                  <a:pt x="3311921" y="3042616"/>
                  <a:pt x="3312028" y="3042616"/>
                  <a:pt x="3312028" y="3042616"/>
                </a:cubicBezTo>
                <a:close/>
                <a:moveTo>
                  <a:pt x="5261932" y="2328223"/>
                </a:moveTo>
                <a:cubicBezTo>
                  <a:pt x="5268689" y="2327619"/>
                  <a:pt x="5273685" y="2321681"/>
                  <a:pt x="5273079" y="2314926"/>
                </a:cubicBezTo>
                <a:cubicBezTo>
                  <a:pt x="5272493" y="2308187"/>
                  <a:pt x="5266537" y="2303191"/>
                  <a:pt x="5259799" y="2303777"/>
                </a:cubicBezTo>
                <a:cubicBezTo>
                  <a:pt x="5253044" y="2304365"/>
                  <a:pt x="5248048" y="2310320"/>
                  <a:pt x="5248650" y="2317076"/>
                </a:cubicBezTo>
                <a:cubicBezTo>
                  <a:pt x="5249202" y="2323459"/>
                  <a:pt x="5254573" y="2328277"/>
                  <a:pt x="5260865" y="2328277"/>
                </a:cubicBezTo>
                <a:cubicBezTo>
                  <a:pt x="5261222" y="2328277"/>
                  <a:pt x="5261575" y="2328259"/>
                  <a:pt x="5261932" y="2328223"/>
                </a:cubicBezTo>
                <a:close/>
                <a:moveTo>
                  <a:pt x="3561113" y="2953116"/>
                </a:moveTo>
                <a:cubicBezTo>
                  <a:pt x="3562125" y="2953099"/>
                  <a:pt x="3562942" y="2952281"/>
                  <a:pt x="3562943" y="2951267"/>
                </a:cubicBezTo>
                <a:cubicBezTo>
                  <a:pt x="3562925" y="2950255"/>
                  <a:pt x="3562108" y="2949437"/>
                  <a:pt x="3561095" y="2949436"/>
                </a:cubicBezTo>
                <a:cubicBezTo>
                  <a:pt x="3560062" y="2949437"/>
                  <a:pt x="3559263" y="2950272"/>
                  <a:pt x="3559264" y="2951285"/>
                </a:cubicBezTo>
                <a:cubicBezTo>
                  <a:pt x="3559281" y="2952299"/>
                  <a:pt x="3560099" y="2953116"/>
                  <a:pt x="3561094" y="2953116"/>
                </a:cubicBezTo>
                <a:close/>
                <a:moveTo>
                  <a:pt x="7074774" y="1665178"/>
                </a:moveTo>
                <a:cubicBezTo>
                  <a:pt x="7082028" y="1664520"/>
                  <a:pt x="7087380" y="1658084"/>
                  <a:pt x="7086722" y="1650813"/>
                </a:cubicBezTo>
                <a:cubicBezTo>
                  <a:pt x="7086385" y="1647177"/>
                  <a:pt x="7084607" y="1644022"/>
                  <a:pt x="7082003" y="1641859"/>
                </a:cubicBezTo>
                <a:lnTo>
                  <a:pt x="7072350" y="1638868"/>
                </a:lnTo>
                <a:lnTo>
                  <a:pt x="7063400" y="1643568"/>
                </a:lnTo>
                <a:cubicBezTo>
                  <a:pt x="7061236" y="1646168"/>
                  <a:pt x="7060062" y="1649595"/>
                  <a:pt x="7060391" y="1653230"/>
                </a:cubicBezTo>
                <a:cubicBezTo>
                  <a:pt x="7061031" y="1660093"/>
                  <a:pt x="7066792" y="1665249"/>
                  <a:pt x="7073548" y="1665249"/>
                </a:cubicBezTo>
                <a:cubicBezTo>
                  <a:pt x="7073957" y="1665250"/>
                  <a:pt x="7074347" y="1665231"/>
                  <a:pt x="7074774" y="1665178"/>
                </a:cubicBezTo>
                <a:close/>
                <a:moveTo>
                  <a:pt x="2314740" y="3413092"/>
                </a:moveTo>
                <a:cubicBezTo>
                  <a:pt x="2316072" y="3412328"/>
                  <a:pt x="2316553" y="3410621"/>
                  <a:pt x="2315788" y="3409306"/>
                </a:cubicBezTo>
                <a:cubicBezTo>
                  <a:pt x="2315024" y="3407955"/>
                  <a:pt x="2313316" y="3407492"/>
                  <a:pt x="2311984" y="3408256"/>
                </a:cubicBezTo>
                <a:cubicBezTo>
                  <a:pt x="2310651" y="3409021"/>
                  <a:pt x="2310188" y="3410710"/>
                  <a:pt x="2310953" y="3412061"/>
                </a:cubicBezTo>
                <a:cubicBezTo>
                  <a:pt x="2311469" y="3412950"/>
                  <a:pt x="2312392" y="3413466"/>
                  <a:pt x="2313371" y="3413466"/>
                </a:cubicBezTo>
                <a:cubicBezTo>
                  <a:pt x="2313833" y="3413466"/>
                  <a:pt x="2314313" y="3413341"/>
                  <a:pt x="2314740" y="3413092"/>
                </a:cubicBezTo>
                <a:close/>
                <a:moveTo>
                  <a:pt x="2815624" y="3229827"/>
                </a:moveTo>
                <a:cubicBezTo>
                  <a:pt x="2816050" y="3229596"/>
                  <a:pt x="2816211" y="3229045"/>
                  <a:pt x="2815962" y="3228618"/>
                </a:cubicBezTo>
                <a:cubicBezTo>
                  <a:pt x="2815731" y="3228192"/>
                  <a:pt x="2815197" y="3228033"/>
                  <a:pt x="2814770" y="3228281"/>
                </a:cubicBezTo>
                <a:cubicBezTo>
                  <a:pt x="2814326" y="3228512"/>
                  <a:pt x="2814184" y="3229045"/>
                  <a:pt x="2814415" y="3229472"/>
                </a:cubicBezTo>
                <a:cubicBezTo>
                  <a:pt x="2814575" y="3229775"/>
                  <a:pt x="2814877" y="3229934"/>
                  <a:pt x="2815197" y="3229934"/>
                </a:cubicBezTo>
                <a:cubicBezTo>
                  <a:pt x="2815339" y="3229934"/>
                  <a:pt x="2815481" y="3229899"/>
                  <a:pt x="2815624" y="3229827"/>
                </a:cubicBezTo>
                <a:close/>
                <a:moveTo>
                  <a:pt x="8585875" y="1113605"/>
                </a:moveTo>
                <a:cubicBezTo>
                  <a:pt x="8594071" y="1113605"/>
                  <a:pt x="8601751" y="1108485"/>
                  <a:pt x="8604614" y="1100307"/>
                </a:cubicBezTo>
                <a:cubicBezTo>
                  <a:pt x="8608222" y="1089959"/>
                  <a:pt x="8602764" y="1078634"/>
                  <a:pt x="8592417" y="1075007"/>
                </a:cubicBezTo>
                <a:cubicBezTo>
                  <a:pt x="8582070" y="1071380"/>
                  <a:pt x="8570745" y="1076839"/>
                  <a:pt x="8567136" y="1087186"/>
                </a:cubicBezTo>
                <a:cubicBezTo>
                  <a:pt x="8563509" y="1097552"/>
                  <a:pt x="8568967" y="1108858"/>
                  <a:pt x="8579315" y="1112486"/>
                </a:cubicBezTo>
                <a:cubicBezTo>
                  <a:pt x="8581484" y="1113250"/>
                  <a:pt x="8583688" y="1113605"/>
                  <a:pt x="8585875" y="1113605"/>
                </a:cubicBezTo>
                <a:close/>
                <a:moveTo>
                  <a:pt x="2569440" y="3322029"/>
                </a:moveTo>
                <a:cubicBezTo>
                  <a:pt x="2570312" y="3321496"/>
                  <a:pt x="2570560" y="3320358"/>
                  <a:pt x="2570027" y="3319487"/>
                </a:cubicBezTo>
                <a:cubicBezTo>
                  <a:pt x="2569494" y="3318633"/>
                  <a:pt x="2568355" y="3318384"/>
                  <a:pt x="2567502" y="3318918"/>
                </a:cubicBezTo>
                <a:cubicBezTo>
                  <a:pt x="2566631" y="3319451"/>
                  <a:pt x="2566365" y="3320589"/>
                  <a:pt x="2566916" y="3321443"/>
                </a:cubicBezTo>
                <a:cubicBezTo>
                  <a:pt x="2567254" y="3322011"/>
                  <a:pt x="2567858" y="3322314"/>
                  <a:pt x="2568480" y="3322314"/>
                </a:cubicBezTo>
                <a:cubicBezTo>
                  <a:pt x="2568801" y="3322314"/>
                  <a:pt x="2569138" y="3322224"/>
                  <a:pt x="2569440" y="3322029"/>
                </a:cubicBezTo>
                <a:close/>
                <a:moveTo>
                  <a:pt x="7431881" y="1540796"/>
                </a:moveTo>
                <a:cubicBezTo>
                  <a:pt x="7438940" y="1540796"/>
                  <a:pt x="7445038" y="1535533"/>
                  <a:pt x="7445927" y="1528351"/>
                </a:cubicBezTo>
                <a:cubicBezTo>
                  <a:pt x="7446869" y="1520582"/>
                  <a:pt x="7441357" y="1513524"/>
                  <a:pt x="7433588" y="1512564"/>
                </a:cubicBezTo>
                <a:cubicBezTo>
                  <a:pt x="7425837" y="1511621"/>
                  <a:pt x="7418761" y="1517132"/>
                  <a:pt x="7417801" y="1524902"/>
                </a:cubicBezTo>
                <a:cubicBezTo>
                  <a:pt x="7416858" y="1532671"/>
                  <a:pt x="7422370" y="1539730"/>
                  <a:pt x="7430139" y="1540689"/>
                </a:cubicBezTo>
                <a:cubicBezTo>
                  <a:pt x="7430726" y="1540761"/>
                  <a:pt x="7431295" y="1540796"/>
                  <a:pt x="7431881" y="1540796"/>
                </a:cubicBezTo>
                <a:close/>
                <a:moveTo>
                  <a:pt x="4035738" y="2789533"/>
                </a:moveTo>
                <a:cubicBezTo>
                  <a:pt x="4037676" y="2789533"/>
                  <a:pt x="4039490" y="2788307"/>
                  <a:pt x="4040166" y="2786350"/>
                </a:cubicBezTo>
                <a:cubicBezTo>
                  <a:pt x="4041000" y="2783897"/>
                  <a:pt x="4039685" y="2781248"/>
                  <a:pt x="4037250" y="2780413"/>
                </a:cubicBezTo>
                <a:cubicBezTo>
                  <a:pt x="4034796" y="2779577"/>
                  <a:pt x="4032128" y="2780875"/>
                  <a:pt x="4031292" y="2783328"/>
                </a:cubicBezTo>
                <a:cubicBezTo>
                  <a:pt x="4030459" y="2785782"/>
                  <a:pt x="4031774" y="2788430"/>
                  <a:pt x="4034227" y="2789266"/>
                </a:cubicBezTo>
                <a:cubicBezTo>
                  <a:pt x="4034726" y="2789444"/>
                  <a:pt x="4035240" y="2789533"/>
                  <a:pt x="4035738" y="2789533"/>
                </a:cubicBezTo>
                <a:close/>
                <a:moveTo>
                  <a:pt x="4395067" y="2662023"/>
                </a:moveTo>
                <a:cubicBezTo>
                  <a:pt x="4397628" y="2662023"/>
                  <a:pt x="4400118" y="2660725"/>
                  <a:pt x="4401522" y="2658379"/>
                </a:cubicBezTo>
                <a:cubicBezTo>
                  <a:pt x="4403674" y="2654823"/>
                  <a:pt x="4402535" y="2650200"/>
                  <a:pt x="4398961" y="2648049"/>
                </a:cubicBezTo>
                <a:cubicBezTo>
                  <a:pt x="4395406" y="2645916"/>
                  <a:pt x="4390783" y="2647053"/>
                  <a:pt x="4388632" y="2650609"/>
                </a:cubicBezTo>
                <a:cubicBezTo>
                  <a:pt x="4386499" y="2654165"/>
                  <a:pt x="4387636" y="2658787"/>
                  <a:pt x="4391192" y="2660939"/>
                </a:cubicBezTo>
                <a:cubicBezTo>
                  <a:pt x="4392403" y="2661667"/>
                  <a:pt x="4393753" y="2662023"/>
                  <a:pt x="4395067" y="2662023"/>
                </a:cubicBezTo>
                <a:close/>
                <a:moveTo>
                  <a:pt x="7686601" y="1457342"/>
                </a:moveTo>
                <a:cubicBezTo>
                  <a:pt x="7693374" y="1457342"/>
                  <a:pt x="7699543" y="1452755"/>
                  <a:pt x="7701250" y="1445875"/>
                </a:cubicBezTo>
                <a:cubicBezTo>
                  <a:pt x="7703277" y="1437768"/>
                  <a:pt x="7698334" y="1429572"/>
                  <a:pt x="7690244" y="1427562"/>
                </a:cubicBezTo>
                <a:lnTo>
                  <a:pt x="7690227" y="1427562"/>
                </a:lnTo>
                <a:cubicBezTo>
                  <a:pt x="7682137" y="1425553"/>
                  <a:pt x="7673941" y="1430478"/>
                  <a:pt x="7671933" y="1438586"/>
                </a:cubicBezTo>
                <a:cubicBezTo>
                  <a:pt x="7669924" y="1446692"/>
                  <a:pt x="7674849" y="1454889"/>
                  <a:pt x="7682956" y="1456897"/>
                </a:cubicBezTo>
                <a:cubicBezTo>
                  <a:pt x="7684164" y="1457199"/>
                  <a:pt x="7685391" y="1457342"/>
                  <a:pt x="7686601" y="1457342"/>
                </a:cubicBezTo>
                <a:close/>
                <a:moveTo>
                  <a:pt x="3399946" y="3029957"/>
                </a:moveTo>
                <a:cubicBezTo>
                  <a:pt x="3400444" y="3029903"/>
                  <a:pt x="3400798" y="3029477"/>
                  <a:pt x="3400745" y="3028980"/>
                </a:cubicBezTo>
                <a:cubicBezTo>
                  <a:pt x="3400692" y="3028500"/>
                  <a:pt x="3400249" y="3028143"/>
                  <a:pt x="3399750" y="3028197"/>
                </a:cubicBezTo>
                <a:cubicBezTo>
                  <a:pt x="3399270" y="3028250"/>
                  <a:pt x="3398914" y="3028677"/>
                  <a:pt x="3398968" y="3029174"/>
                </a:cubicBezTo>
                <a:cubicBezTo>
                  <a:pt x="3399021" y="3029619"/>
                  <a:pt x="3399394" y="3029957"/>
                  <a:pt x="3399856" y="3029956"/>
                </a:cubicBezTo>
                <a:close/>
                <a:moveTo>
                  <a:pt x="2236014" y="3456971"/>
                </a:moveTo>
                <a:cubicBezTo>
                  <a:pt x="2237366" y="3456241"/>
                  <a:pt x="2237863" y="3454553"/>
                  <a:pt x="2237134" y="3453202"/>
                </a:cubicBezTo>
                <a:cubicBezTo>
                  <a:pt x="2236405" y="3451851"/>
                  <a:pt x="2234699" y="3451353"/>
                  <a:pt x="2233347" y="3452082"/>
                </a:cubicBezTo>
                <a:cubicBezTo>
                  <a:pt x="2231997" y="3452810"/>
                  <a:pt x="2231498" y="3454500"/>
                  <a:pt x="2232245" y="3455850"/>
                </a:cubicBezTo>
                <a:cubicBezTo>
                  <a:pt x="2232742" y="3456793"/>
                  <a:pt x="2233703" y="3457309"/>
                  <a:pt x="2234681" y="3457309"/>
                </a:cubicBezTo>
                <a:cubicBezTo>
                  <a:pt x="2235143" y="3457309"/>
                  <a:pt x="2235588" y="3457202"/>
                  <a:pt x="2236014" y="3456971"/>
                </a:cubicBezTo>
                <a:close/>
                <a:moveTo>
                  <a:pt x="2738553" y="3274062"/>
                </a:moveTo>
                <a:cubicBezTo>
                  <a:pt x="2738979" y="3273813"/>
                  <a:pt x="2739103" y="3273261"/>
                  <a:pt x="2738873" y="3272834"/>
                </a:cubicBezTo>
                <a:cubicBezTo>
                  <a:pt x="2738606" y="3272426"/>
                  <a:pt x="2738072" y="3272283"/>
                  <a:pt x="2737646" y="3272533"/>
                </a:cubicBezTo>
                <a:cubicBezTo>
                  <a:pt x="2737219" y="3272781"/>
                  <a:pt x="2737077" y="3273333"/>
                  <a:pt x="2737325" y="3273741"/>
                </a:cubicBezTo>
                <a:cubicBezTo>
                  <a:pt x="2737503" y="3274025"/>
                  <a:pt x="2737788" y="3274186"/>
                  <a:pt x="2738107" y="3274186"/>
                </a:cubicBezTo>
                <a:cubicBezTo>
                  <a:pt x="2738250" y="3274186"/>
                  <a:pt x="2738410" y="3274150"/>
                  <a:pt x="2738553" y="3274062"/>
                </a:cubicBezTo>
                <a:close/>
                <a:moveTo>
                  <a:pt x="8079158" y="1317422"/>
                </a:moveTo>
                <a:cubicBezTo>
                  <a:pt x="8086145" y="1317422"/>
                  <a:pt x="8092706" y="1313066"/>
                  <a:pt x="8095194" y="1306115"/>
                </a:cubicBezTo>
                <a:cubicBezTo>
                  <a:pt x="8098341" y="1297261"/>
                  <a:pt x="8093719" y="1287536"/>
                  <a:pt x="8084865" y="1284371"/>
                </a:cubicBezTo>
                <a:cubicBezTo>
                  <a:pt x="8076029" y="1281224"/>
                  <a:pt x="8066286" y="1285847"/>
                  <a:pt x="8063140" y="1294683"/>
                </a:cubicBezTo>
                <a:cubicBezTo>
                  <a:pt x="8059993" y="1303537"/>
                  <a:pt x="8064615" y="1313262"/>
                  <a:pt x="8073451" y="1316426"/>
                </a:cubicBezTo>
                <a:cubicBezTo>
                  <a:pt x="8075335" y="1317102"/>
                  <a:pt x="8077273" y="1317422"/>
                  <a:pt x="8079158" y="1317422"/>
                </a:cubicBezTo>
                <a:close/>
                <a:moveTo>
                  <a:pt x="5357973" y="2316917"/>
                </a:moveTo>
                <a:cubicBezTo>
                  <a:pt x="5364677" y="2315921"/>
                  <a:pt x="5369316" y="2309698"/>
                  <a:pt x="5368340" y="2302995"/>
                </a:cubicBezTo>
                <a:cubicBezTo>
                  <a:pt x="5367362" y="2296293"/>
                  <a:pt x="5361122" y="2291653"/>
                  <a:pt x="5354418" y="2292631"/>
                </a:cubicBezTo>
                <a:cubicBezTo>
                  <a:pt x="5347717" y="2293608"/>
                  <a:pt x="5343075" y="2299849"/>
                  <a:pt x="5344071" y="2306551"/>
                </a:cubicBezTo>
                <a:cubicBezTo>
                  <a:pt x="5344960" y="2312650"/>
                  <a:pt x="5350204" y="2317041"/>
                  <a:pt x="5356196" y="2317041"/>
                </a:cubicBezTo>
                <a:cubicBezTo>
                  <a:pt x="5356786" y="2317041"/>
                  <a:pt x="5357369" y="2316988"/>
                  <a:pt x="5357973" y="2316917"/>
                </a:cubicBezTo>
                <a:close/>
                <a:moveTo>
                  <a:pt x="5002894" y="2447769"/>
                </a:moveTo>
                <a:cubicBezTo>
                  <a:pt x="5008477" y="2447769"/>
                  <a:pt x="5013331" y="2443645"/>
                  <a:pt x="5014113" y="2437955"/>
                </a:cubicBezTo>
                <a:cubicBezTo>
                  <a:pt x="5014931" y="2431750"/>
                  <a:pt x="5010592" y="2426061"/>
                  <a:pt x="5004390" y="2425226"/>
                </a:cubicBezTo>
                <a:cubicBezTo>
                  <a:pt x="4998201" y="2424390"/>
                  <a:pt x="4992512" y="2428745"/>
                  <a:pt x="4991657" y="2434933"/>
                </a:cubicBezTo>
                <a:cubicBezTo>
                  <a:pt x="4990839" y="2441138"/>
                  <a:pt x="4995178" y="2446828"/>
                  <a:pt x="5001384" y="2447662"/>
                </a:cubicBezTo>
                <a:cubicBezTo>
                  <a:pt x="5001881" y="2447733"/>
                  <a:pt x="5002396" y="2447769"/>
                  <a:pt x="5002894" y="2447769"/>
                </a:cubicBezTo>
                <a:close/>
                <a:moveTo>
                  <a:pt x="2493809" y="3369836"/>
                </a:moveTo>
                <a:cubicBezTo>
                  <a:pt x="2494680" y="3369304"/>
                  <a:pt x="2494928" y="3368165"/>
                  <a:pt x="2494378" y="3367311"/>
                </a:cubicBezTo>
                <a:cubicBezTo>
                  <a:pt x="2493845" y="3366458"/>
                  <a:pt x="2492707" y="3366192"/>
                  <a:pt x="2491852" y="3366743"/>
                </a:cubicBezTo>
                <a:cubicBezTo>
                  <a:pt x="2490982" y="3367276"/>
                  <a:pt x="2490733" y="3368414"/>
                  <a:pt x="2491284" y="3369268"/>
                </a:cubicBezTo>
                <a:cubicBezTo>
                  <a:pt x="2491622" y="3369818"/>
                  <a:pt x="2492226" y="3370121"/>
                  <a:pt x="2492831" y="3370121"/>
                </a:cubicBezTo>
                <a:cubicBezTo>
                  <a:pt x="2493168" y="3370121"/>
                  <a:pt x="2493507" y="3370032"/>
                  <a:pt x="2493809" y="3369836"/>
                </a:cubicBezTo>
                <a:close/>
                <a:moveTo>
                  <a:pt x="7170372" y="1659311"/>
                </a:moveTo>
                <a:cubicBezTo>
                  <a:pt x="7177660" y="1659080"/>
                  <a:pt x="7183402" y="1652982"/>
                  <a:pt x="7183172" y="1645675"/>
                </a:cubicBezTo>
                <a:cubicBezTo>
                  <a:pt x="7182942" y="1638385"/>
                  <a:pt x="7176843" y="1632660"/>
                  <a:pt x="7169554" y="1632892"/>
                </a:cubicBezTo>
                <a:cubicBezTo>
                  <a:pt x="7162246" y="1633122"/>
                  <a:pt x="7156522" y="1639221"/>
                  <a:pt x="7156752" y="1646510"/>
                </a:cubicBezTo>
                <a:cubicBezTo>
                  <a:pt x="7156984" y="1653657"/>
                  <a:pt x="7162852" y="1659311"/>
                  <a:pt x="7169963" y="1659311"/>
                </a:cubicBezTo>
                <a:close/>
                <a:moveTo>
                  <a:pt x="4186220" y="2757283"/>
                </a:moveTo>
                <a:cubicBezTo>
                  <a:pt x="4188282" y="2757283"/>
                  <a:pt x="4190272" y="2756144"/>
                  <a:pt x="4191270" y="2754171"/>
                </a:cubicBezTo>
                <a:cubicBezTo>
                  <a:pt x="4192655" y="2751380"/>
                  <a:pt x="4191516" y="2748002"/>
                  <a:pt x="4188745" y="2746615"/>
                </a:cubicBezTo>
                <a:cubicBezTo>
                  <a:pt x="4185952" y="2745228"/>
                  <a:pt x="4182575" y="2746348"/>
                  <a:pt x="4181189" y="2749140"/>
                </a:cubicBezTo>
                <a:cubicBezTo>
                  <a:pt x="4179802" y="2751914"/>
                  <a:pt x="4180938" y="2755292"/>
                  <a:pt x="4183712" y="2756678"/>
                </a:cubicBezTo>
                <a:cubicBezTo>
                  <a:pt x="4184514" y="2757087"/>
                  <a:pt x="4185385" y="2757283"/>
                  <a:pt x="4186220" y="2757283"/>
                </a:cubicBezTo>
                <a:close/>
                <a:moveTo>
                  <a:pt x="8451378" y="1194267"/>
                </a:moveTo>
                <a:cubicBezTo>
                  <a:pt x="8459111" y="1194268"/>
                  <a:pt x="8466347" y="1189503"/>
                  <a:pt x="8469157" y="1181823"/>
                </a:cubicBezTo>
                <a:cubicBezTo>
                  <a:pt x="8472713" y="1172008"/>
                  <a:pt x="8467663" y="1161181"/>
                  <a:pt x="8457849" y="1157590"/>
                </a:cubicBezTo>
                <a:cubicBezTo>
                  <a:pt x="8448035" y="1154034"/>
                  <a:pt x="8437190" y="1159083"/>
                  <a:pt x="8433617" y="1168898"/>
                </a:cubicBezTo>
                <a:cubicBezTo>
                  <a:pt x="8430043" y="1178711"/>
                  <a:pt x="8435109" y="1189556"/>
                  <a:pt x="8444923" y="1193130"/>
                </a:cubicBezTo>
                <a:cubicBezTo>
                  <a:pt x="8447057" y="1193912"/>
                  <a:pt x="8449244" y="1194268"/>
                  <a:pt x="8451378" y="1194267"/>
                </a:cubicBezTo>
                <a:close/>
                <a:moveTo>
                  <a:pt x="3650505" y="2956139"/>
                </a:moveTo>
                <a:cubicBezTo>
                  <a:pt x="3651464" y="2956139"/>
                  <a:pt x="3652283" y="2955410"/>
                  <a:pt x="3652352" y="2954432"/>
                </a:cubicBezTo>
                <a:cubicBezTo>
                  <a:pt x="3652424" y="2953420"/>
                  <a:pt x="3651679" y="2952531"/>
                  <a:pt x="3650664" y="2952459"/>
                </a:cubicBezTo>
                <a:cubicBezTo>
                  <a:pt x="3649649" y="2952388"/>
                  <a:pt x="3648762" y="2953134"/>
                  <a:pt x="3648691" y="2954148"/>
                </a:cubicBezTo>
                <a:cubicBezTo>
                  <a:pt x="3648602" y="2955162"/>
                  <a:pt x="3649366" y="2956050"/>
                  <a:pt x="3650380" y="2956139"/>
                </a:cubicBezTo>
                <a:close/>
                <a:moveTo>
                  <a:pt x="2662690" y="3320358"/>
                </a:moveTo>
                <a:cubicBezTo>
                  <a:pt x="2663099" y="3320091"/>
                  <a:pt x="2663223" y="3319540"/>
                  <a:pt x="2662956" y="3319131"/>
                </a:cubicBezTo>
                <a:cubicBezTo>
                  <a:pt x="2662707" y="3318722"/>
                  <a:pt x="2662156" y="3318598"/>
                  <a:pt x="2661747" y="3318846"/>
                </a:cubicBezTo>
                <a:cubicBezTo>
                  <a:pt x="2661320" y="3319113"/>
                  <a:pt x="2661196" y="3319664"/>
                  <a:pt x="2661463" y="3320073"/>
                </a:cubicBezTo>
                <a:cubicBezTo>
                  <a:pt x="2661622" y="3320340"/>
                  <a:pt x="2661908" y="3320500"/>
                  <a:pt x="2662209" y="3320500"/>
                </a:cubicBezTo>
                <a:cubicBezTo>
                  <a:pt x="2662370" y="3320500"/>
                  <a:pt x="2662530" y="3320446"/>
                  <a:pt x="2662690" y="3320358"/>
                </a:cubicBezTo>
                <a:close/>
                <a:moveTo>
                  <a:pt x="3810799" y="2900295"/>
                </a:moveTo>
                <a:cubicBezTo>
                  <a:pt x="3812098" y="2900295"/>
                  <a:pt x="3813270" y="2899353"/>
                  <a:pt x="3813519" y="2898019"/>
                </a:cubicBezTo>
                <a:cubicBezTo>
                  <a:pt x="3813822" y="2896509"/>
                  <a:pt x="3812826" y="2895050"/>
                  <a:pt x="3811315" y="2894766"/>
                </a:cubicBezTo>
                <a:cubicBezTo>
                  <a:pt x="3809803" y="2894482"/>
                  <a:pt x="3808345" y="2895460"/>
                  <a:pt x="3808060" y="2896971"/>
                </a:cubicBezTo>
                <a:cubicBezTo>
                  <a:pt x="3807760" y="2898482"/>
                  <a:pt x="3808754" y="2899940"/>
                  <a:pt x="3810266" y="2900242"/>
                </a:cubicBezTo>
                <a:cubicBezTo>
                  <a:pt x="3810442" y="2900295"/>
                  <a:pt x="3810621" y="2900295"/>
                  <a:pt x="3810799" y="2900295"/>
                </a:cubicBezTo>
                <a:close/>
                <a:moveTo>
                  <a:pt x="4538650" y="2634074"/>
                </a:moveTo>
                <a:cubicBezTo>
                  <a:pt x="4541512" y="2634074"/>
                  <a:pt x="4544304" y="2632634"/>
                  <a:pt x="4545903" y="2630020"/>
                </a:cubicBezTo>
                <a:cubicBezTo>
                  <a:pt x="4548339" y="2626020"/>
                  <a:pt x="4547059" y="2620794"/>
                  <a:pt x="4543079" y="2618375"/>
                </a:cubicBezTo>
                <a:cubicBezTo>
                  <a:pt x="4539077" y="2615922"/>
                  <a:pt x="4533850" y="2617202"/>
                  <a:pt x="4531432" y="2621202"/>
                </a:cubicBezTo>
                <a:cubicBezTo>
                  <a:pt x="4528997" y="2625202"/>
                  <a:pt x="4530259" y="2630411"/>
                  <a:pt x="4534259" y="2632848"/>
                </a:cubicBezTo>
                <a:cubicBezTo>
                  <a:pt x="4535627" y="2633683"/>
                  <a:pt x="4537159" y="2634074"/>
                  <a:pt x="4538650" y="2634074"/>
                </a:cubicBezTo>
                <a:close/>
                <a:moveTo>
                  <a:pt x="5453181" y="2300489"/>
                </a:moveTo>
                <a:cubicBezTo>
                  <a:pt x="5459831" y="2299191"/>
                  <a:pt x="5464150" y="2292737"/>
                  <a:pt x="5462835" y="2286088"/>
                </a:cubicBezTo>
                <a:cubicBezTo>
                  <a:pt x="5461538" y="2279438"/>
                  <a:pt x="5455083" y="2275118"/>
                  <a:pt x="5448434" y="2276434"/>
                </a:cubicBezTo>
                <a:cubicBezTo>
                  <a:pt x="5441782" y="2277732"/>
                  <a:pt x="5437464" y="2284186"/>
                  <a:pt x="5438780" y="2290835"/>
                </a:cubicBezTo>
                <a:cubicBezTo>
                  <a:pt x="5439917" y="2296684"/>
                  <a:pt x="5445056" y="2300738"/>
                  <a:pt x="5450798" y="2300737"/>
                </a:cubicBezTo>
                <a:cubicBezTo>
                  <a:pt x="5451579" y="2300738"/>
                  <a:pt x="5452380" y="2300649"/>
                  <a:pt x="5453181" y="2300489"/>
                </a:cubicBezTo>
                <a:close/>
                <a:moveTo>
                  <a:pt x="3488556" y="3023806"/>
                </a:moveTo>
                <a:cubicBezTo>
                  <a:pt x="3489035" y="3023788"/>
                  <a:pt x="3489427" y="3023379"/>
                  <a:pt x="3489409" y="3022881"/>
                </a:cubicBezTo>
                <a:cubicBezTo>
                  <a:pt x="3489391" y="3022401"/>
                  <a:pt x="3488983" y="3022010"/>
                  <a:pt x="3488501" y="3022028"/>
                </a:cubicBezTo>
                <a:cubicBezTo>
                  <a:pt x="3488004" y="3022046"/>
                  <a:pt x="3487630" y="3022454"/>
                  <a:pt x="3487630" y="3022935"/>
                </a:cubicBezTo>
                <a:lnTo>
                  <a:pt x="3487648" y="3022935"/>
                </a:lnTo>
                <a:cubicBezTo>
                  <a:pt x="3487666" y="3023432"/>
                  <a:pt x="3488076" y="3023806"/>
                  <a:pt x="3488556" y="3023806"/>
                </a:cubicBezTo>
                <a:close/>
                <a:moveTo>
                  <a:pt x="2418248" y="3417786"/>
                </a:moveTo>
                <a:cubicBezTo>
                  <a:pt x="2419102" y="3417235"/>
                  <a:pt x="2419368" y="3416097"/>
                  <a:pt x="2418817" y="3415244"/>
                </a:cubicBezTo>
                <a:cubicBezTo>
                  <a:pt x="2418284" y="3414390"/>
                  <a:pt x="2417147" y="3414141"/>
                  <a:pt x="2416292" y="3414675"/>
                </a:cubicBezTo>
                <a:cubicBezTo>
                  <a:pt x="2415439" y="3415226"/>
                  <a:pt x="2415172" y="3416346"/>
                  <a:pt x="2415724" y="3417217"/>
                </a:cubicBezTo>
                <a:cubicBezTo>
                  <a:pt x="2416062" y="3417769"/>
                  <a:pt x="2416667" y="3418070"/>
                  <a:pt x="2417270" y="3418070"/>
                </a:cubicBezTo>
                <a:cubicBezTo>
                  <a:pt x="2417608" y="3418070"/>
                  <a:pt x="2417946" y="3417963"/>
                  <a:pt x="2418248" y="3417786"/>
                </a:cubicBezTo>
                <a:close/>
                <a:moveTo>
                  <a:pt x="7932926" y="1398139"/>
                </a:moveTo>
                <a:cubicBezTo>
                  <a:pt x="7939700" y="1398139"/>
                  <a:pt x="7945993" y="1393818"/>
                  <a:pt x="7948199" y="1387045"/>
                </a:cubicBezTo>
                <a:cubicBezTo>
                  <a:pt x="7950937" y="1378599"/>
                  <a:pt x="7946314" y="1369550"/>
                  <a:pt x="7937886" y="1366794"/>
                </a:cubicBezTo>
                <a:cubicBezTo>
                  <a:pt x="7929442" y="1364074"/>
                  <a:pt x="7920374" y="1368679"/>
                  <a:pt x="7917654" y="1377124"/>
                </a:cubicBezTo>
                <a:cubicBezTo>
                  <a:pt x="7914899" y="1385569"/>
                  <a:pt x="7919521" y="1394618"/>
                  <a:pt x="7927965" y="1397356"/>
                </a:cubicBezTo>
                <a:cubicBezTo>
                  <a:pt x="7929619" y="1397890"/>
                  <a:pt x="7931291" y="1398139"/>
                  <a:pt x="7932926" y="1398139"/>
                </a:cubicBezTo>
                <a:close/>
                <a:moveTo>
                  <a:pt x="4841656" y="2535135"/>
                </a:moveTo>
                <a:cubicBezTo>
                  <a:pt x="4846013" y="2535135"/>
                  <a:pt x="4850068" y="2532361"/>
                  <a:pt x="4851507" y="2527988"/>
                </a:cubicBezTo>
                <a:cubicBezTo>
                  <a:pt x="4853285" y="2522547"/>
                  <a:pt x="4850333" y="2516680"/>
                  <a:pt x="4844876" y="2514902"/>
                </a:cubicBezTo>
                <a:cubicBezTo>
                  <a:pt x="4839436" y="2513124"/>
                  <a:pt x="4833586" y="2516076"/>
                  <a:pt x="4831790" y="2521535"/>
                </a:cubicBezTo>
                <a:cubicBezTo>
                  <a:pt x="4830012" y="2526975"/>
                  <a:pt x="4832983" y="2532824"/>
                  <a:pt x="4838422" y="2534619"/>
                </a:cubicBezTo>
                <a:cubicBezTo>
                  <a:pt x="4839488" y="2534957"/>
                  <a:pt x="4840575" y="2535135"/>
                  <a:pt x="4841656" y="2535135"/>
                </a:cubicBezTo>
                <a:close/>
                <a:moveTo>
                  <a:pt x="3967929" y="2856223"/>
                </a:moveTo>
                <a:cubicBezTo>
                  <a:pt x="3969512" y="2856222"/>
                  <a:pt x="3970970" y="2855209"/>
                  <a:pt x="3971486" y="2853627"/>
                </a:cubicBezTo>
                <a:cubicBezTo>
                  <a:pt x="3972125" y="2851671"/>
                  <a:pt x="3971040" y="2849555"/>
                  <a:pt x="3969085" y="2848933"/>
                </a:cubicBezTo>
                <a:cubicBezTo>
                  <a:pt x="3967129" y="2848293"/>
                  <a:pt x="3965014" y="2849377"/>
                  <a:pt x="3964391" y="2851333"/>
                </a:cubicBezTo>
                <a:cubicBezTo>
                  <a:pt x="3963750" y="2853288"/>
                  <a:pt x="3964818" y="2855405"/>
                  <a:pt x="3966792" y="2856026"/>
                </a:cubicBezTo>
                <a:cubicBezTo>
                  <a:pt x="3967166" y="2856151"/>
                  <a:pt x="3967556" y="2856223"/>
                  <a:pt x="3967929" y="2856223"/>
                </a:cubicBezTo>
                <a:close/>
                <a:moveTo>
                  <a:pt x="4686358" y="2594961"/>
                </a:moveTo>
                <a:cubicBezTo>
                  <a:pt x="4689807" y="2594961"/>
                  <a:pt x="4693134" y="2593058"/>
                  <a:pt x="4694785" y="2589770"/>
                </a:cubicBezTo>
                <a:cubicBezTo>
                  <a:pt x="4697132" y="2585128"/>
                  <a:pt x="4695266" y="2579458"/>
                  <a:pt x="4690625" y="2577128"/>
                </a:cubicBezTo>
                <a:cubicBezTo>
                  <a:pt x="4685969" y="2574782"/>
                  <a:pt x="4680313" y="2576649"/>
                  <a:pt x="4677967" y="2581288"/>
                </a:cubicBezTo>
                <a:cubicBezTo>
                  <a:pt x="4675619" y="2585928"/>
                  <a:pt x="4677487" y="2591600"/>
                  <a:pt x="4682127" y="2593947"/>
                </a:cubicBezTo>
                <a:cubicBezTo>
                  <a:pt x="4683498" y="2594622"/>
                  <a:pt x="4684936" y="2594961"/>
                  <a:pt x="4686358" y="2594961"/>
                </a:cubicBezTo>
                <a:close/>
                <a:moveTo>
                  <a:pt x="5547408" y="2279812"/>
                </a:moveTo>
                <a:cubicBezTo>
                  <a:pt x="5554005" y="2278230"/>
                  <a:pt x="5558056" y="2271598"/>
                  <a:pt x="5556456" y="2265019"/>
                </a:cubicBezTo>
                <a:cubicBezTo>
                  <a:pt x="5554874" y="2258424"/>
                  <a:pt x="5548244" y="2254370"/>
                  <a:pt x="5541665" y="2255953"/>
                </a:cubicBezTo>
                <a:cubicBezTo>
                  <a:pt x="5535071" y="2257553"/>
                  <a:pt x="5531018" y="2264184"/>
                  <a:pt x="5532616" y="2270762"/>
                </a:cubicBezTo>
                <a:cubicBezTo>
                  <a:pt x="5533967" y="2276380"/>
                  <a:pt x="5538980" y="2280149"/>
                  <a:pt x="5544527" y="2280149"/>
                </a:cubicBezTo>
                <a:cubicBezTo>
                  <a:pt x="5545489" y="2280150"/>
                  <a:pt x="5546448" y="2280043"/>
                  <a:pt x="5547408" y="2279812"/>
                </a:cubicBezTo>
                <a:close/>
                <a:moveTo>
                  <a:pt x="7527995" y="1555037"/>
                </a:moveTo>
                <a:cubicBezTo>
                  <a:pt x="7534750" y="1555037"/>
                  <a:pt x="7540742" y="1550183"/>
                  <a:pt x="7541932" y="1543285"/>
                </a:cubicBezTo>
                <a:cubicBezTo>
                  <a:pt x="7543266" y="1535587"/>
                  <a:pt x="7538092" y="1528245"/>
                  <a:pt x="7530376" y="1526911"/>
                </a:cubicBezTo>
                <a:cubicBezTo>
                  <a:pt x="7522678" y="1525577"/>
                  <a:pt x="7515354" y="1530751"/>
                  <a:pt x="7514020" y="1538468"/>
                </a:cubicBezTo>
                <a:cubicBezTo>
                  <a:pt x="7512687" y="1546166"/>
                  <a:pt x="7517860" y="1553491"/>
                  <a:pt x="7525558" y="1554824"/>
                </a:cubicBezTo>
                <a:cubicBezTo>
                  <a:pt x="7526377" y="1554966"/>
                  <a:pt x="7527194" y="1555037"/>
                  <a:pt x="7527995" y="1555037"/>
                </a:cubicBezTo>
                <a:close/>
                <a:moveTo>
                  <a:pt x="2587752" y="3368182"/>
                </a:moveTo>
                <a:cubicBezTo>
                  <a:pt x="2588178" y="3367916"/>
                  <a:pt x="2588285" y="3367365"/>
                  <a:pt x="2588018" y="3366956"/>
                </a:cubicBezTo>
                <a:cubicBezTo>
                  <a:pt x="2587751" y="3366547"/>
                  <a:pt x="2587201" y="3366423"/>
                  <a:pt x="2586791" y="3366690"/>
                </a:cubicBezTo>
                <a:cubicBezTo>
                  <a:pt x="2586383" y="3366956"/>
                  <a:pt x="2586259" y="3367507"/>
                  <a:pt x="2586524" y="3367934"/>
                </a:cubicBezTo>
                <a:cubicBezTo>
                  <a:pt x="2586703" y="3368183"/>
                  <a:pt x="2586987" y="3368325"/>
                  <a:pt x="2587271" y="3368325"/>
                </a:cubicBezTo>
                <a:cubicBezTo>
                  <a:pt x="2587449" y="3368325"/>
                  <a:pt x="2587610" y="3368289"/>
                  <a:pt x="2587752" y="3368182"/>
                </a:cubicBezTo>
                <a:close/>
                <a:moveTo>
                  <a:pt x="6541478" y="1922029"/>
                </a:moveTo>
                <a:cubicBezTo>
                  <a:pt x="6547861" y="1919753"/>
                  <a:pt x="6551186" y="1912731"/>
                  <a:pt x="6548909" y="1906348"/>
                </a:cubicBezTo>
                <a:cubicBezTo>
                  <a:pt x="6546634" y="1899965"/>
                  <a:pt x="6539610" y="1896641"/>
                  <a:pt x="6533229" y="1898935"/>
                </a:cubicBezTo>
                <a:cubicBezTo>
                  <a:pt x="6526846" y="1901210"/>
                  <a:pt x="6523521" y="1908233"/>
                  <a:pt x="6525796" y="1914615"/>
                </a:cubicBezTo>
                <a:cubicBezTo>
                  <a:pt x="6527592" y="1919629"/>
                  <a:pt x="6532304" y="1922740"/>
                  <a:pt x="6537353" y="1922741"/>
                </a:cubicBezTo>
                <a:cubicBezTo>
                  <a:pt x="6538721" y="1922740"/>
                  <a:pt x="6540110" y="1922527"/>
                  <a:pt x="6541478" y="1922029"/>
                </a:cubicBezTo>
                <a:close/>
                <a:moveTo>
                  <a:pt x="6451676" y="1955240"/>
                </a:moveTo>
                <a:cubicBezTo>
                  <a:pt x="6457989" y="1952822"/>
                  <a:pt x="6461170" y="1945729"/>
                  <a:pt x="6458753" y="1939417"/>
                </a:cubicBezTo>
                <a:cubicBezTo>
                  <a:pt x="6456353" y="1933070"/>
                  <a:pt x="6449259" y="1929906"/>
                  <a:pt x="6442930" y="1932306"/>
                </a:cubicBezTo>
                <a:cubicBezTo>
                  <a:pt x="6436600" y="1934723"/>
                  <a:pt x="6433417" y="1941817"/>
                  <a:pt x="6435835" y="1948146"/>
                </a:cubicBezTo>
                <a:lnTo>
                  <a:pt x="6435853" y="1948146"/>
                </a:lnTo>
                <a:cubicBezTo>
                  <a:pt x="6437719" y="1953036"/>
                  <a:pt x="6442378" y="1956041"/>
                  <a:pt x="6447321" y="1956040"/>
                </a:cubicBezTo>
                <a:cubicBezTo>
                  <a:pt x="6448760" y="1956040"/>
                  <a:pt x="6450237" y="1955791"/>
                  <a:pt x="6451676" y="1955240"/>
                </a:cubicBezTo>
                <a:close/>
                <a:moveTo>
                  <a:pt x="4331065" y="2734027"/>
                </a:moveTo>
                <a:cubicBezTo>
                  <a:pt x="4333233" y="2734027"/>
                  <a:pt x="4335384" y="2732942"/>
                  <a:pt x="4336631" y="2730969"/>
                </a:cubicBezTo>
                <a:cubicBezTo>
                  <a:pt x="4338568" y="2727893"/>
                  <a:pt x="4337643" y="2723822"/>
                  <a:pt x="4334567" y="2721885"/>
                </a:cubicBezTo>
                <a:cubicBezTo>
                  <a:pt x="4331509" y="2719946"/>
                  <a:pt x="4327436" y="2720871"/>
                  <a:pt x="4325500" y="2723946"/>
                </a:cubicBezTo>
                <a:cubicBezTo>
                  <a:pt x="4323562" y="2727022"/>
                  <a:pt x="4324486" y="2731076"/>
                  <a:pt x="4327562" y="2733014"/>
                </a:cubicBezTo>
                <a:cubicBezTo>
                  <a:pt x="4328647" y="2733707"/>
                  <a:pt x="4329855" y="2734027"/>
                  <a:pt x="4331065" y="2734027"/>
                </a:cubicBezTo>
                <a:close/>
                <a:moveTo>
                  <a:pt x="8313662" y="1273064"/>
                </a:moveTo>
                <a:cubicBezTo>
                  <a:pt x="8320951" y="1273064"/>
                  <a:pt x="8327831" y="1268583"/>
                  <a:pt x="8330498" y="1261330"/>
                </a:cubicBezTo>
                <a:cubicBezTo>
                  <a:pt x="8333947" y="1252031"/>
                  <a:pt x="8329183" y="1241702"/>
                  <a:pt x="8319884" y="1238253"/>
                </a:cubicBezTo>
                <a:cubicBezTo>
                  <a:pt x="8310585" y="1234821"/>
                  <a:pt x="8300257" y="1239568"/>
                  <a:pt x="8296825" y="1248885"/>
                </a:cubicBezTo>
                <a:cubicBezTo>
                  <a:pt x="8293376" y="1258183"/>
                  <a:pt x="8298123" y="1268513"/>
                  <a:pt x="8307439" y="1271944"/>
                </a:cubicBezTo>
                <a:cubicBezTo>
                  <a:pt x="8309484" y="1272708"/>
                  <a:pt x="8311581" y="1273064"/>
                  <a:pt x="8313662" y="1273064"/>
                </a:cubicBezTo>
                <a:close/>
                <a:moveTo>
                  <a:pt x="6632008" y="1891059"/>
                </a:moveTo>
                <a:cubicBezTo>
                  <a:pt x="6638444" y="1888961"/>
                  <a:pt x="6641965" y="1882027"/>
                  <a:pt x="6639867" y="1875591"/>
                </a:cubicBezTo>
                <a:cubicBezTo>
                  <a:pt x="6637768" y="1869137"/>
                  <a:pt x="6630834" y="1865635"/>
                  <a:pt x="6624398" y="1867732"/>
                </a:cubicBezTo>
                <a:cubicBezTo>
                  <a:pt x="6617945" y="1869830"/>
                  <a:pt x="6614424" y="1876746"/>
                  <a:pt x="6616541" y="1883200"/>
                </a:cubicBezTo>
                <a:cubicBezTo>
                  <a:pt x="6618230" y="1888374"/>
                  <a:pt x="6623030" y="1891662"/>
                  <a:pt x="6628186" y="1891663"/>
                </a:cubicBezTo>
                <a:cubicBezTo>
                  <a:pt x="6629449" y="1891662"/>
                  <a:pt x="6630747" y="1891467"/>
                  <a:pt x="6632008" y="1891059"/>
                </a:cubicBezTo>
                <a:close/>
                <a:moveTo>
                  <a:pt x="6362427" y="1990122"/>
                </a:moveTo>
                <a:cubicBezTo>
                  <a:pt x="6368702" y="1987599"/>
                  <a:pt x="6371778" y="1980469"/>
                  <a:pt x="6369271" y="1974174"/>
                </a:cubicBezTo>
                <a:cubicBezTo>
                  <a:pt x="6366747" y="1967881"/>
                  <a:pt x="6359618" y="1964823"/>
                  <a:pt x="6353324" y="1967329"/>
                </a:cubicBezTo>
                <a:cubicBezTo>
                  <a:pt x="6347029" y="1969837"/>
                  <a:pt x="6343972" y="1976984"/>
                  <a:pt x="6346479" y="1983260"/>
                </a:cubicBezTo>
                <a:cubicBezTo>
                  <a:pt x="6348399" y="1988078"/>
                  <a:pt x="6353003" y="1990993"/>
                  <a:pt x="6357875" y="1990994"/>
                </a:cubicBezTo>
                <a:cubicBezTo>
                  <a:pt x="6359386" y="1990993"/>
                  <a:pt x="6360933" y="1990709"/>
                  <a:pt x="6362427" y="1990122"/>
                </a:cubicBezTo>
                <a:close/>
                <a:moveTo>
                  <a:pt x="2342439" y="3465363"/>
                </a:moveTo>
                <a:cubicBezTo>
                  <a:pt x="2343310" y="3464829"/>
                  <a:pt x="2343576" y="3463692"/>
                  <a:pt x="2343044" y="3462838"/>
                </a:cubicBezTo>
                <a:cubicBezTo>
                  <a:pt x="2342510" y="3461967"/>
                  <a:pt x="2341372" y="3461700"/>
                  <a:pt x="2340501" y="3462233"/>
                </a:cubicBezTo>
                <a:cubicBezTo>
                  <a:pt x="2339648" y="3462767"/>
                  <a:pt x="2339381" y="3463905"/>
                  <a:pt x="2339914" y="3464776"/>
                </a:cubicBezTo>
                <a:cubicBezTo>
                  <a:pt x="2340270" y="3465327"/>
                  <a:pt x="2340875" y="3465630"/>
                  <a:pt x="2341480" y="3465629"/>
                </a:cubicBezTo>
                <a:cubicBezTo>
                  <a:pt x="2341816" y="3465630"/>
                  <a:pt x="2342155" y="3465540"/>
                  <a:pt x="2342439" y="3465363"/>
                </a:cubicBezTo>
                <a:close/>
                <a:moveTo>
                  <a:pt x="5640713" y="2255508"/>
                </a:moveTo>
                <a:cubicBezTo>
                  <a:pt x="5647236" y="2253695"/>
                  <a:pt x="5651058" y="2246921"/>
                  <a:pt x="5649228" y="2240396"/>
                </a:cubicBezTo>
                <a:cubicBezTo>
                  <a:pt x="5647414" y="2233871"/>
                  <a:pt x="5640640" y="2230067"/>
                  <a:pt x="5634115" y="2231880"/>
                </a:cubicBezTo>
                <a:cubicBezTo>
                  <a:pt x="5627589" y="2233711"/>
                  <a:pt x="5623785" y="2240467"/>
                  <a:pt x="5625600" y="2246992"/>
                </a:cubicBezTo>
                <a:cubicBezTo>
                  <a:pt x="5627111" y="2252415"/>
                  <a:pt x="5632053" y="2255971"/>
                  <a:pt x="5637422" y="2255971"/>
                </a:cubicBezTo>
                <a:cubicBezTo>
                  <a:pt x="5638507" y="2255971"/>
                  <a:pt x="5639609" y="2255828"/>
                  <a:pt x="5640713" y="2255508"/>
                </a:cubicBezTo>
                <a:close/>
                <a:moveTo>
                  <a:pt x="7266555" y="1659133"/>
                </a:moveTo>
                <a:cubicBezTo>
                  <a:pt x="7273685" y="1659133"/>
                  <a:pt x="7279552" y="1653443"/>
                  <a:pt x="7279747" y="1646262"/>
                </a:cubicBezTo>
                <a:cubicBezTo>
                  <a:pt x="7279960" y="1638972"/>
                  <a:pt x="7274200" y="1632891"/>
                  <a:pt x="7266911" y="1632696"/>
                </a:cubicBezTo>
                <a:cubicBezTo>
                  <a:pt x="7259604" y="1632500"/>
                  <a:pt x="7253541" y="1638260"/>
                  <a:pt x="7253346" y="1645550"/>
                </a:cubicBezTo>
                <a:cubicBezTo>
                  <a:pt x="7253132" y="1652839"/>
                  <a:pt x="7258893" y="1658920"/>
                  <a:pt x="7266182" y="1659116"/>
                </a:cubicBezTo>
                <a:cubicBezTo>
                  <a:pt x="7266307" y="1659115"/>
                  <a:pt x="7266430" y="1659133"/>
                  <a:pt x="7266555" y="1659133"/>
                </a:cubicBezTo>
                <a:close/>
                <a:moveTo>
                  <a:pt x="5097905" y="2456054"/>
                </a:moveTo>
                <a:cubicBezTo>
                  <a:pt x="5103931" y="2456054"/>
                  <a:pt x="5108946" y="2451307"/>
                  <a:pt x="5109212" y="2445227"/>
                </a:cubicBezTo>
                <a:cubicBezTo>
                  <a:pt x="5109478" y="2438969"/>
                  <a:pt x="5104625" y="2433688"/>
                  <a:pt x="5098385" y="2433440"/>
                </a:cubicBezTo>
                <a:cubicBezTo>
                  <a:pt x="5092127" y="2433172"/>
                  <a:pt x="5086864" y="2438008"/>
                  <a:pt x="5086597" y="2444267"/>
                </a:cubicBezTo>
                <a:cubicBezTo>
                  <a:pt x="5086329" y="2450507"/>
                  <a:pt x="5091166" y="2455788"/>
                  <a:pt x="5097424" y="2456054"/>
                </a:cubicBezTo>
                <a:close/>
                <a:moveTo>
                  <a:pt x="6273407" y="2025965"/>
                </a:moveTo>
                <a:cubicBezTo>
                  <a:pt x="6279683" y="2023440"/>
                  <a:pt x="6282724" y="2016276"/>
                  <a:pt x="6280181" y="2009999"/>
                </a:cubicBezTo>
                <a:cubicBezTo>
                  <a:pt x="6277638" y="2003724"/>
                  <a:pt x="6270491" y="2000683"/>
                  <a:pt x="6264215" y="2003226"/>
                </a:cubicBezTo>
                <a:cubicBezTo>
                  <a:pt x="6257940" y="2005750"/>
                  <a:pt x="6254899" y="2012915"/>
                  <a:pt x="6257442" y="2019191"/>
                </a:cubicBezTo>
                <a:cubicBezTo>
                  <a:pt x="6259363" y="2023956"/>
                  <a:pt x="6263967" y="2026871"/>
                  <a:pt x="6268802" y="2026871"/>
                </a:cubicBezTo>
                <a:cubicBezTo>
                  <a:pt x="6270350" y="2026871"/>
                  <a:pt x="6271896" y="2026570"/>
                  <a:pt x="6273407" y="2025965"/>
                </a:cubicBezTo>
                <a:close/>
                <a:moveTo>
                  <a:pt x="6723356" y="1862915"/>
                </a:moveTo>
                <a:cubicBezTo>
                  <a:pt x="6729881" y="1861048"/>
                  <a:pt x="6733632" y="1854238"/>
                  <a:pt x="6731749" y="1847731"/>
                </a:cubicBezTo>
                <a:cubicBezTo>
                  <a:pt x="6729864" y="1841224"/>
                  <a:pt x="6723071" y="1837473"/>
                  <a:pt x="6716565" y="1839339"/>
                </a:cubicBezTo>
                <a:cubicBezTo>
                  <a:pt x="6710057" y="1841224"/>
                  <a:pt x="6706307" y="1848033"/>
                  <a:pt x="6708173" y="1854540"/>
                </a:cubicBezTo>
                <a:cubicBezTo>
                  <a:pt x="6709719" y="1859909"/>
                  <a:pt x="6714626" y="1863412"/>
                  <a:pt x="6719960" y="1863412"/>
                </a:cubicBezTo>
                <a:cubicBezTo>
                  <a:pt x="6721081" y="1863412"/>
                  <a:pt x="6722237" y="1863252"/>
                  <a:pt x="6723356" y="1862915"/>
                </a:cubicBezTo>
                <a:close/>
                <a:moveTo>
                  <a:pt x="6184300" y="2061860"/>
                </a:moveTo>
                <a:cubicBezTo>
                  <a:pt x="6190592" y="2059335"/>
                  <a:pt x="6193634" y="2052188"/>
                  <a:pt x="6191128" y="2045894"/>
                </a:cubicBezTo>
                <a:cubicBezTo>
                  <a:pt x="6188602" y="2039619"/>
                  <a:pt x="6181456" y="2036561"/>
                  <a:pt x="6175161" y="2039086"/>
                </a:cubicBezTo>
                <a:cubicBezTo>
                  <a:pt x="6168885" y="2041593"/>
                  <a:pt x="6165828" y="2048740"/>
                  <a:pt x="6168352" y="2055033"/>
                </a:cubicBezTo>
                <a:cubicBezTo>
                  <a:pt x="6170273" y="2059816"/>
                  <a:pt x="6174877" y="2062731"/>
                  <a:pt x="6179750" y="2062732"/>
                </a:cubicBezTo>
                <a:cubicBezTo>
                  <a:pt x="6181260" y="2062731"/>
                  <a:pt x="6182806" y="2062447"/>
                  <a:pt x="6184300" y="2061860"/>
                </a:cubicBezTo>
                <a:close/>
                <a:moveTo>
                  <a:pt x="8692802" y="1142296"/>
                </a:moveTo>
                <a:cubicBezTo>
                  <a:pt x="8696131" y="1139923"/>
                  <a:pt x="8698762" y="1136505"/>
                  <a:pt x="8700140" y="1132327"/>
                </a:cubicBezTo>
                <a:cubicBezTo>
                  <a:pt x="8703554" y="1121908"/>
                  <a:pt x="8697882" y="1110690"/>
                  <a:pt x="8687464" y="1107276"/>
                </a:cubicBezTo>
                <a:cubicBezTo>
                  <a:pt x="8677045" y="1103845"/>
                  <a:pt x="8665826" y="1109516"/>
                  <a:pt x="8662413" y="1119935"/>
                </a:cubicBezTo>
                <a:cubicBezTo>
                  <a:pt x="8658982" y="1130353"/>
                  <a:pt x="8664671" y="1141572"/>
                  <a:pt x="8675072" y="1144985"/>
                </a:cubicBezTo>
                <a:cubicBezTo>
                  <a:pt x="8677134" y="1145661"/>
                  <a:pt x="8679214" y="1145998"/>
                  <a:pt x="8681276" y="1145999"/>
                </a:cubicBezTo>
                <a:cubicBezTo>
                  <a:pt x="8685446" y="1145999"/>
                  <a:pt x="8689472" y="1144670"/>
                  <a:pt x="8692802" y="1142296"/>
                </a:cubicBezTo>
                <a:close/>
                <a:moveTo>
                  <a:pt x="5733107" y="2228146"/>
                </a:moveTo>
                <a:cubicBezTo>
                  <a:pt x="5739578" y="2226137"/>
                  <a:pt x="5743187" y="2219257"/>
                  <a:pt x="5741161" y="2212785"/>
                </a:cubicBezTo>
                <a:cubicBezTo>
                  <a:pt x="5739134" y="2206314"/>
                  <a:pt x="5732253" y="2202705"/>
                  <a:pt x="5725799" y="2204732"/>
                </a:cubicBezTo>
                <a:cubicBezTo>
                  <a:pt x="5719328" y="2206758"/>
                  <a:pt x="5715718" y="2213639"/>
                  <a:pt x="5717746" y="2220092"/>
                </a:cubicBezTo>
                <a:cubicBezTo>
                  <a:pt x="5719381" y="2225355"/>
                  <a:pt x="5724234" y="2228715"/>
                  <a:pt x="5729445" y="2228715"/>
                </a:cubicBezTo>
                <a:cubicBezTo>
                  <a:pt x="5730671" y="2228715"/>
                  <a:pt x="5731898" y="2228538"/>
                  <a:pt x="5733107" y="2228146"/>
                </a:cubicBezTo>
                <a:close/>
                <a:moveTo>
                  <a:pt x="6095014" y="2097365"/>
                </a:moveTo>
                <a:cubicBezTo>
                  <a:pt x="6101308" y="2094875"/>
                  <a:pt x="6104401" y="2087764"/>
                  <a:pt x="6101930" y="2081453"/>
                </a:cubicBezTo>
                <a:cubicBezTo>
                  <a:pt x="6099441" y="2075159"/>
                  <a:pt x="6092312" y="2072065"/>
                  <a:pt x="6086018" y="2074537"/>
                </a:cubicBezTo>
                <a:cubicBezTo>
                  <a:pt x="6079706" y="2077026"/>
                  <a:pt x="6076613" y="2084137"/>
                  <a:pt x="6079102" y="2090449"/>
                </a:cubicBezTo>
                <a:cubicBezTo>
                  <a:pt x="6081005" y="2095267"/>
                  <a:pt x="6085627" y="2098218"/>
                  <a:pt x="6090517" y="2098217"/>
                </a:cubicBezTo>
                <a:cubicBezTo>
                  <a:pt x="6092009" y="2098217"/>
                  <a:pt x="6093538" y="2097952"/>
                  <a:pt x="6095014" y="2097365"/>
                </a:cubicBezTo>
                <a:close/>
                <a:moveTo>
                  <a:pt x="5824650" y="2198118"/>
                </a:moveTo>
                <a:cubicBezTo>
                  <a:pt x="5831051" y="2195913"/>
                  <a:pt x="5834465" y="2188944"/>
                  <a:pt x="5832259" y="2182526"/>
                </a:cubicBezTo>
                <a:cubicBezTo>
                  <a:pt x="5830037" y="2176125"/>
                  <a:pt x="5823068" y="2172729"/>
                  <a:pt x="5816668" y="2174934"/>
                </a:cubicBezTo>
                <a:cubicBezTo>
                  <a:pt x="5810250" y="2177139"/>
                  <a:pt x="5806854" y="2184108"/>
                  <a:pt x="5809058" y="2190526"/>
                </a:cubicBezTo>
                <a:cubicBezTo>
                  <a:pt x="5810800" y="2195612"/>
                  <a:pt x="5815565" y="2198794"/>
                  <a:pt x="5820651" y="2198794"/>
                </a:cubicBezTo>
                <a:cubicBezTo>
                  <a:pt x="5821983" y="2198794"/>
                  <a:pt x="5823335" y="2198580"/>
                  <a:pt x="5824650" y="2198118"/>
                </a:cubicBezTo>
                <a:close/>
                <a:moveTo>
                  <a:pt x="6005390" y="2132158"/>
                </a:moveTo>
                <a:cubicBezTo>
                  <a:pt x="6011720" y="2129741"/>
                  <a:pt x="6014884" y="2122664"/>
                  <a:pt x="6012466" y="2116335"/>
                </a:cubicBezTo>
                <a:cubicBezTo>
                  <a:pt x="6010049" y="2110005"/>
                  <a:pt x="6002973" y="2106823"/>
                  <a:pt x="5996644" y="2109241"/>
                </a:cubicBezTo>
                <a:lnTo>
                  <a:pt x="5996626" y="2109241"/>
                </a:lnTo>
                <a:cubicBezTo>
                  <a:pt x="5990313" y="2111660"/>
                  <a:pt x="5987132" y="2118753"/>
                  <a:pt x="5989549" y="2125082"/>
                </a:cubicBezTo>
                <a:cubicBezTo>
                  <a:pt x="5991417" y="2129971"/>
                  <a:pt x="5996074" y="2132976"/>
                  <a:pt x="6001016" y="2132976"/>
                </a:cubicBezTo>
                <a:cubicBezTo>
                  <a:pt x="6002475" y="2132976"/>
                  <a:pt x="6003951" y="2132709"/>
                  <a:pt x="6005390" y="2132158"/>
                </a:cubicBezTo>
                <a:close/>
                <a:moveTo>
                  <a:pt x="4120170" y="2824042"/>
                </a:moveTo>
                <a:cubicBezTo>
                  <a:pt x="4121911" y="2824042"/>
                  <a:pt x="4123584" y="2823064"/>
                  <a:pt x="4124383" y="2821393"/>
                </a:cubicBezTo>
                <a:cubicBezTo>
                  <a:pt x="4125504" y="2819064"/>
                  <a:pt x="4124544" y="2816273"/>
                  <a:pt x="4122197" y="2815152"/>
                </a:cubicBezTo>
                <a:cubicBezTo>
                  <a:pt x="4119851" y="2814015"/>
                  <a:pt x="4117059" y="2814993"/>
                  <a:pt x="4115937" y="2817321"/>
                </a:cubicBezTo>
                <a:cubicBezTo>
                  <a:pt x="4114819" y="2819650"/>
                  <a:pt x="4115796" y="2822460"/>
                  <a:pt x="4118126" y="2823580"/>
                </a:cubicBezTo>
                <a:lnTo>
                  <a:pt x="4118143" y="2823580"/>
                </a:lnTo>
                <a:cubicBezTo>
                  <a:pt x="4118801" y="2823900"/>
                  <a:pt x="4119495" y="2824042"/>
                  <a:pt x="4120170" y="2824042"/>
                </a:cubicBezTo>
                <a:close/>
                <a:moveTo>
                  <a:pt x="5915305" y="2165884"/>
                </a:moveTo>
                <a:cubicBezTo>
                  <a:pt x="5921670" y="2163556"/>
                  <a:pt x="5924941" y="2156497"/>
                  <a:pt x="5922630" y="2150150"/>
                </a:cubicBezTo>
                <a:cubicBezTo>
                  <a:pt x="5920283" y="2143786"/>
                  <a:pt x="5913243" y="2140514"/>
                  <a:pt x="5906878" y="2142843"/>
                </a:cubicBezTo>
                <a:cubicBezTo>
                  <a:pt x="5900530" y="2145173"/>
                  <a:pt x="5897259" y="2152213"/>
                  <a:pt x="5899588" y="2158577"/>
                </a:cubicBezTo>
                <a:cubicBezTo>
                  <a:pt x="5901402" y="2163556"/>
                  <a:pt x="5906095" y="2166631"/>
                  <a:pt x="5911091" y="2166631"/>
                </a:cubicBezTo>
                <a:cubicBezTo>
                  <a:pt x="5912496" y="2166632"/>
                  <a:pt x="5913918" y="2166383"/>
                  <a:pt x="5915305" y="2165884"/>
                </a:cubicBezTo>
                <a:close/>
                <a:moveTo>
                  <a:pt x="7781059" y="1482464"/>
                </a:moveTo>
                <a:cubicBezTo>
                  <a:pt x="7787656" y="1482464"/>
                  <a:pt x="7793718" y="1478126"/>
                  <a:pt x="7795603" y="1471459"/>
                </a:cubicBezTo>
                <a:cubicBezTo>
                  <a:pt x="7797861" y="1463422"/>
                  <a:pt x="7793185" y="1455067"/>
                  <a:pt x="7785166" y="1452809"/>
                </a:cubicBezTo>
                <a:cubicBezTo>
                  <a:pt x="7777130" y="1450533"/>
                  <a:pt x="7768774" y="1455208"/>
                  <a:pt x="7766517" y="1463245"/>
                </a:cubicBezTo>
                <a:cubicBezTo>
                  <a:pt x="7764240" y="1471281"/>
                  <a:pt x="7768916" y="1479619"/>
                  <a:pt x="7776953" y="1481895"/>
                </a:cubicBezTo>
                <a:cubicBezTo>
                  <a:pt x="7778321" y="1482286"/>
                  <a:pt x="7779709" y="1482464"/>
                  <a:pt x="7781059" y="1482464"/>
                </a:cubicBezTo>
                <a:close/>
                <a:moveTo>
                  <a:pt x="3577398" y="3024730"/>
                </a:moveTo>
                <a:cubicBezTo>
                  <a:pt x="3577877" y="3024730"/>
                  <a:pt x="3578268" y="3024374"/>
                  <a:pt x="3578286" y="3023894"/>
                </a:cubicBezTo>
                <a:cubicBezTo>
                  <a:pt x="3578322" y="3023397"/>
                  <a:pt x="3577947" y="3022988"/>
                  <a:pt x="3577451" y="3022969"/>
                </a:cubicBezTo>
                <a:cubicBezTo>
                  <a:pt x="3576952" y="3022935"/>
                  <a:pt x="3576543" y="3023308"/>
                  <a:pt x="3576508" y="3023806"/>
                </a:cubicBezTo>
                <a:cubicBezTo>
                  <a:pt x="3576491" y="3024286"/>
                  <a:pt x="3576864" y="3024730"/>
                  <a:pt x="3577361" y="3024730"/>
                </a:cubicBezTo>
                <a:close/>
                <a:moveTo>
                  <a:pt x="6815646" y="1838291"/>
                </a:moveTo>
                <a:cubicBezTo>
                  <a:pt x="6822224" y="1836691"/>
                  <a:pt x="6826261" y="1830059"/>
                  <a:pt x="6824643" y="1823481"/>
                </a:cubicBezTo>
                <a:cubicBezTo>
                  <a:pt x="6823042" y="1816885"/>
                  <a:pt x="6816394" y="1812849"/>
                  <a:pt x="6809815" y="1814467"/>
                </a:cubicBezTo>
                <a:cubicBezTo>
                  <a:pt x="6803237" y="1816067"/>
                  <a:pt x="6799201" y="1822698"/>
                  <a:pt x="6800801" y="1829295"/>
                </a:cubicBezTo>
                <a:cubicBezTo>
                  <a:pt x="6802169" y="1834895"/>
                  <a:pt x="6807202" y="1838646"/>
                  <a:pt x="6812712" y="1838646"/>
                </a:cubicBezTo>
                <a:cubicBezTo>
                  <a:pt x="6813691" y="1838646"/>
                  <a:pt x="6814668" y="1838539"/>
                  <a:pt x="6815646" y="1838291"/>
                </a:cubicBezTo>
                <a:close/>
                <a:moveTo>
                  <a:pt x="3739311" y="2967020"/>
                </a:moveTo>
                <a:cubicBezTo>
                  <a:pt x="3740181" y="2967020"/>
                  <a:pt x="3740962" y="2966379"/>
                  <a:pt x="3741124" y="2965472"/>
                </a:cubicBezTo>
                <a:cubicBezTo>
                  <a:pt x="3741283" y="2964478"/>
                  <a:pt x="3740626" y="2963535"/>
                  <a:pt x="3739612" y="2963357"/>
                </a:cubicBezTo>
                <a:cubicBezTo>
                  <a:pt x="3738616" y="2963198"/>
                  <a:pt x="3737675" y="2963855"/>
                  <a:pt x="3737496" y="2964869"/>
                </a:cubicBezTo>
                <a:cubicBezTo>
                  <a:pt x="3737318" y="2965864"/>
                  <a:pt x="3737995" y="2966806"/>
                  <a:pt x="3739008" y="2966984"/>
                </a:cubicBezTo>
                <a:cubicBezTo>
                  <a:pt x="3739095" y="2967020"/>
                  <a:pt x="3739203" y="2967020"/>
                  <a:pt x="3739311" y="2967020"/>
                </a:cubicBezTo>
                <a:close/>
                <a:moveTo>
                  <a:pt x="2513490" y="3417039"/>
                </a:moveTo>
                <a:cubicBezTo>
                  <a:pt x="2513899" y="3416772"/>
                  <a:pt x="2514022" y="3416221"/>
                  <a:pt x="2513738" y="3415812"/>
                </a:cubicBezTo>
                <a:cubicBezTo>
                  <a:pt x="2513471" y="3415404"/>
                  <a:pt x="2512921" y="3415297"/>
                  <a:pt x="2512511" y="3415564"/>
                </a:cubicBezTo>
                <a:cubicBezTo>
                  <a:pt x="2512103" y="3415830"/>
                  <a:pt x="2511996" y="3416381"/>
                  <a:pt x="2512262" y="3416790"/>
                </a:cubicBezTo>
                <a:cubicBezTo>
                  <a:pt x="2512440" y="3417057"/>
                  <a:pt x="2512707" y="3417199"/>
                  <a:pt x="2513009" y="3417199"/>
                </a:cubicBezTo>
                <a:cubicBezTo>
                  <a:pt x="2513169" y="3417199"/>
                  <a:pt x="2513346" y="3417146"/>
                  <a:pt x="2513490" y="3417039"/>
                </a:cubicBezTo>
                <a:close/>
                <a:moveTo>
                  <a:pt x="8172249" y="1350971"/>
                </a:moveTo>
                <a:cubicBezTo>
                  <a:pt x="8179200" y="1350971"/>
                  <a:pt x="8185725" y="1346669"/>
                  <a:pt x="8188232" y="1339770"/>
                </a:cubicBezTo>
                <a:cubicBezTo>
                  <a:pt x="8191432" y="1330935"/>
                  <a:pt x="8186881" y="1321191"/>
                  <a:pt x="8178062" y="1317973"/>
                </a:cubicBezTo>
                <a:cubicBezTo>
                  <a:pt x="8169226" y="1314755"/>
                  <a:pt x="8159465" y="1319324"/>
                  <a:pt x="8156265" y="1328143"/>
                </a:cubicBezTo>
                <a:cubicBezTo>
                  <a:pt x="8153047" y="1336979"/>
                  <a:pt x="8157599" y="1346722"/>
                  <a:pt x="8166435" y="1349939"/>
                </a:cubicBezTo>
                <a:cubicBezTo>
                  <a:pt x="8168354" y="1350634"/>
                  <a:pt x="8170310" y="1350971"/>
                  <a:pt x="8172249" y="1350971"/>
                </a:cubicBezTo>
                <a:close/>
                <a:moveTo>
                  <a:pt x="3898217" y="2921790"/>
                </a:moveTo>
                <a:cubicBezTo>
                  <a:pt x="3899426" y="2921790"/>
                  <a:pt x="3900529" y="2921008"/>
                  <a:pt x="3900902" y="2919817"/>
                </a:cubicBezTo>
                <a:cubicBezTo>
                  <a:pt x="3901347" y="2918341"/>
                  <a:pt x="3900511" y="2916795"/>
                  <a:pt x="3899036" y="2916332"/>
                </a:cubicBezTo>
                <a:cubicBezTo>
                  <a:pt x="3897559" y="2915888"/>
                  <a:pt x="3896013" y="2916723"/>
                  <a:pt x="3895568" y="2918198"/>
                </a:cubicBezTo>
                <a:cubicBezTo>
                  <a:pt x="3895106" y="2919674"/>
                  <a:pt x="3895941" y="2921221"/>
                  <a:pt x="3897417" y="2921665"/>
                </a:cubicBezTo>
                <a:cubicBezTo>
                  <a:pt x="3897684" y="2921755"/>
                  <a:pt x="3897952" y="2921790"/>
                  <a:pt x="3898217" y="2921790"/>
                </a:cubicBezTo>
                <a:close/>
                <a:moveTo>
                  <a:pt x="6908844" y="1817916"/>
                </a:moveTo>
                <a:cubicBezTo>
                  <a:pt x="6915492" y="1816636"/>
                  <a:pt x="6919849" y="1810200"/>
                  <a:pt x="6918568" y="1803551"/>
                </a:cubicBezTo>
                <a:cubicBezTo>
                  <a:pt x="6917289" y="1796883"/>
                  <a:pt x="6910852" y="1792545"/>
                  <a:pt x="6904203" y="1793825"/>
                </a:cubicBezTo>
                <a:cubicBezTo>
                  <a:pt x="6897553" y="1795105"/>
                  <a:pt x="6893198" y="1801523"/>
                  <a:pt x="6894478" y="1808173"/>
                </a:cubicBezTo>
                <a:cubicBezTo>
                  <a:pt x="6895599" y="1814040"/>
                  <a:pt x="6900736" y="1818130"/>
                  <a:pt x="6906515" y="1818130"/>
                </a:cubicBezTo>
                <a:cubicBezTo>
                  <a:pt x="6907279" y="1818130"/>
                  <a:pt x="6908062" y="1818058"/>
                  <a:pt x="6908844" y="1817916"/>
                </a:cubicBezTo>
                <a:close/>
                <a:moveTo>
                  <a:pt x="4473349" y="2712285"/>
                </a:moveTo>
                <a:cubicBezTo>
                  <a:pt x="4475784" y="2712284"/>
                  <a:pt x="4478150" y="2711128"/>
                  <a:pt x="4479608" y="2708959"/>
                </a:cubicBezTo>
                <a:cubicBezTo>
                  <a:pt x="4481936" y="2705511"/>
                  <a:pt x="4481011" y="2700834"/>
                  <a:pt x="4477562" y="2698524"/>
                </a:cubicBezTo>
                <a:cubicBezTo>
                  <a:pt x="4474112" y="2696212"/>
                  <a:pt x="4469438" y="2697119"/>
                  <a:pt x="4467127" y="2700568"/>
                </a:cubicBezTo>
                <a:cubicBezTo>
                  <a:pt x="4464797" y="2704017"/>
                  <a:pt x="4465722" y="2708693"/>
                  <a:pt x="4469171" y="2711022"/>
                </a:cubicBezTo>
                <a:cubicBezTo>
                  <a:pt x="4470450" y="2711876"/>
                  <a:pt x="4471908" y="2712284"/>
                  <a:pt x="4473349" y="2712285"/>
                </a:cubicBezTo>
                <a:close/>
                <a:moveTo>
                  <a:pt x="2439583" y="3466447"/>
                </a:moveTo>
                <a:cubicBezTo>
                  <a:pt x="2439991" y="3466162"/>
                  <a:pt x="2440098" y="3465611"/>
                  <a:pt x="2439831" y="3465202"/>
                </a:cubicBezTo>
                <a:cubicBezTo>
                  <a:pt x="2439547" y="3464794"/>
                  <a:pt x="2438995" y="3464705"/>
                  <a:pt x="2438587" y="3464971"/>
                </a:cubicBezTo>
                <a:cubicBezTo>
                  <a:pt x="2438177" y="3465237"/>
                  <a:pt x="2438071" y="3465789"/>
                  <a:pt x="2438355" y="3466198"/>
                </a:cubicBezTo>
                <a:cubicBezTo>
                  <a:pt x="2438516" y="3466447"/>
                  <a:pt x="2438800" y="3466589"/>
                  <a:pt x="2439085" y="3466589"/>
                </a:cubicBezTo>
                <a:cubicBezTo>
                  <a:pt x="2439262" y="3466589"/>
                  <a:pt x="2439440" y="3466536"/>
                  <a:pt x="2439583" y="3466447"/>
                </a:cubicBezTo>
                <a:close/>
                <a:moveTo>
                  <a:pt x="5193680" y="2456321"/>
                </a:moveTo>
                <a:cubicBezTo>
                  <a:pt x="5199920" y="2456108"/>
                  <a:pt x="5204808" y="2450863"/>
                  <a:pt x="5204596" y="2444605"/>
                </a:cubicBezTo>
                <a:cubicBezTo>
                  <a:pt x="5204382" y="2438364"/>
                  <a:pt x="5199139" y="2433475"/>
                  <a:pt x="5192897" y="2433688"/>
                </a:cubicBezTo>
                <a:cubicBezTo>
                  <a:pt x="5186639" y="2433901"/>
                  <a:pt x="5181767" y="2439147"/>
                  <a:pt x="5181982" y="2445405"/>
                </a:cubicBezTo>
                <a:cubicBezTo>
                  <a:pt x="5182194" y="2451503"/>
                  <a:pt x="5187208" y="2456321"/>
                  <a:pt x="5193270" y="2456321"/>
                </a:cubicBezTo>
                <a:close/>
                <a:moveTo>
                  <a:pt x="8545712" y="1227923"/>
                </a:moveTo>
                <a:cubicBezTo>
                  <a:pt x="8553537" y="1227923"/>
                  <a:pt x="8560843" y="1223034"/>
                  <a:pt x="8563562" y="1215229"/>
                </a:cubicBezTo>
                <a:cubicBezTo>
                  <a:pt x="8567012" y="1205380"/>
                  <a:pt x="8561802" y="1194588"/>
                  <a:pt x="8551934" y="1191157"/>
                </a:cubicBezTo>
                <a:cubicBezTo>
                  <a:pt x="8542086" y="1187725"/>
                  <a:pt x="8531312" y="1192935"/>
                  <a:pt x="8527863" y="1202784"/>
                </a:cubicBezTo>
                <a:cubicBezTo>
                  <a:pt x="8524431" y="1212651"/>
                  <a:pt x="8529641" y="1223424"/>
                  <a:pt x="8539489" y="1226874"/>
                </a:cubicBezTo>
                <a:cubicBezTo>
                  <a:pt x="8541552" y="1227585"/>
                  <a:pt x="8543651" y="1227923"/>
                  <a:pt x="8545712" y="1227923"/>
                </a:cubicBezTo>
                <a:close/>
                <a:moveTo>
                  <a:pt x="7363006" y="1664467"/>
                </a:moveTo>
                <a:cubicBezTo>
                  <a:pt x="7369798" y="1664467"/>
                  <a:pt x="7375575" y="1659240"/>
                  <a:pt x="7376144" y="1652342"/>
                </a:cubicBezTo>
                <a:cubicBezTo>
                  <a:pt x="7376749" y="1645070"/>
                  <a:pt x="7371344" y="1638687"/>
                  <a:pt x="7364072" y="1638082"/>
                </a:cubicBezTo>
                <a:cubicBezTo>
                  <a:pt x="7356801" y="1637479"/>
                  <a:pt x="7350401" y="1642883"/>
                  <a:pt x="7349813" y="1650155"/>
                </a:cubicBezTo>
                <a:cubicBezTo>
                  <a:pt x="7349210" y="1657426"/>
                  <a:pt x="7354614" y="1663826"/>
                  <a:pt x="7361885" y="1664413"/>
                </a:cubicBezTo>
                <a:cubicBezTo>
                  <a:pt x="7362259" y="1664449"/>
                  <a:pt x="7362633" y="1664467"/>
                  <a:pt x="7363006" y="1664467"/>
                </a:cubicBezTo>
                <a:close/>
                <a:moveTo>
                  <a:pt x="4265959" y="2802797"/>
                </a:moveTo>
                <a:cubicBezTo>
                  <a:pt x="4267809" y="2802797"/>
                  <a:pt x="4269602" y="2801890"/>
                  <a:pt x="4270687" y="2800219"/>
                </a:cubicBezTo>
                <a:cubicBezTo>
                  <a:pt x="4272376" y="2797605"/>
                  <a:pt x="4271611" y="2794120"/>
                  <a:pt x="4268997" y="2792431"/>
                </a:cubicBezTo>
                <a:cubicBezTo>
                  <a:pt x="4266385" y="2790760"/>
                  <a:pt x="4262900" y="2791507"/>
                  <a:pt x="4261229" y="2794120"/>
                </a:cubicBezTo>
                <a:cubicBezTo>
                  <a:pt x="4259540" y="2796734"/>
                  <a:pt x="4260286" y="2800219"/>
                  <a:pt x="4262900" y="2801908"/>
                </a:cubicBezTo>
                <a:cubicBezTo>
                  <a:pt x="4263843" y="2802512"/>
                  <a:pt x="4264910" y="2802797"/>
                  <a:pt x="4265959" y="2802797"/>
                </a:cubicBezTo>
                <a:close/>
                <a:moveTo>
                  <a:pt x="4933058" y="2560168"/>
                </a:moveTo>
                <a:cubicBezTo>
                  <a:pt x="4937823" y="2560168"/>
                  <a:pt x="4942128" y="2556843"/>
                  <a:pt x="4943173" y="2551990"/>
                </a:cubicBezTo>
                <a:cubicBezTo>
                  <a:pt x="4944401" y="2546389"/>
                  <a:pt x="4940844" y="2540860"/>
                  <a:pt x="4935228" y="2539650"/>
                </a:cubicBezTo>
                <a:cubicBezTo>
                  <a:pt x="4929645" y="2538441"/>
                  <a:pt x="4924117" y="2541998"/>
                  <a:pt x="4922907" y="2547598"/>
                </a:cubicBezTo>
                <a:cubicBezTo>
                  <a:pt x="4921698" y="2553198"/>
                  <a:pt x="4925254" y="2558710"/>
                  <a:pt x="4930854" y="2559919"/>
                </a:cubicBezTo>
                <a:cubicBezTo>
                  <a:pt x="4931584" y="2560079"/>
                  <a:pt x="4932330" y="2560167"/>
                  <a:pt x="4933058" y="2560168"/>
                </a:cubicBezTo>
                <a:close/>
                <a:moveTo>
                  <a:pt x="7623342" y="1573670"/>
                </a:moveTo>
                <a:cubicBezTo>
                  <a:pt x="7629867" y="1573669"/>
                  <a:pt x="7635735" y="1569136"/>
                  <a:pt x="7637175" y="1562504"/>
                </a:cubicBezTo>
                <a:cubicBezTo>
                  <a:pt x="7638828" y="1554859"/>
                  <a:pt x="7633974" y="1547321"/>
                  <a:pt x="7626330" y="1545650"/>
                </a:cubicBezTo>
                <a:cubicBezTo>
                  <a:pt x="7618684" y="1543997"/>
                  <a:pt x="7611146" y="1548850"/>
                  <a:pt x="7609492" y="1556495"/>
                </a:cubicBezTo>
                <a:cubicBezTo>
                  <a:pt x="7607821" y="1564140"/>
                  <a:pt x="7612675" y="1571678"/>
                  <a:pt x="7620320" y="1573331"/>
                </a:cubicBezTo>
                <a:cubicBezTo>
                  <a:pt x="7621334" y="1573562"/>
                  <a:pt x="7622346" y="1573670"/>
                  <a:pt x="7623342" y="1573670"/>
                </a:cubicBezTo>
                <a:close/>
                <a:moveTo>
                  <a:pt x="7002876" y="1802555"/>
                </a:moveTo>
                <a:cubicBezTo>
                  <a:pt x="7009596" y="1801648"/>
                  <a:pt x="7014308" y="1795479"/>
                  <a:pt x="7013419" y="1788776"/>
                </a:cubicBezTo>
                <a:cubicBezTo>
                  <a:pt x="7012530" y="1782056"/>
                  <a:pt x="7006342" y="1777327"/>
                  <a:pt x="6999640" y="1778234"/>
                </a:cubicBezTo>
                <a:cubicBezTo>
                  <a:pt x="6992920" y="1779123"/>
                  <a:pt x="6988191" y="1785292"/>
                  <a:pt x="6989097" y="1792012"/>
                </a:cubicBezTo>
                <a:cubicBezTo>
                  <a:pt x="6989916" y="1798181"/>
                  <a:pt x="6995178" y="1802662"/>
                  <a:pt x="7001240" y="1802662"/>
                </a:cubicBezTo>
                <a:cubicBezTo>
                  <a:pt x="7001774" y="1802662"/>
                  <a:pt x="7002325" y="1802626"/>
                  <a:pt x="7002876" y="1802555"/>
                </a:cubicBezTo>
                <a:close/>
                <a:moveTo>
                  <a:pt x="8026194" y="1429322"/>
                </a:moveTo>
                <a:cubicBezTo>
                  <a:pt x="8032861" y="1429322"/>
                  <a:pt x="8039102" y="1425144"/>
                  <a:pt x="8041377" y="1418478"/>
                </a:cubicBezTo>
                <a:cubicBezTo>
                  <a:pt x="8044258" y="1410086"/>
                  <a:pt x="8039777" y="1400948"/>
                  <a:pt x="8031404" y="1398067"/>
                </a:cubicBezTo>
                <a:cubicBezTo>
                  <a:pt x="8023012" y="1395205"/>
                  <a:pt x="8013874" y="1399667"/>
                  <a:pt x="8010993" y="1408059"/>
                </a:cubicBezTo>
                <a:cubicBezTo>
                  <a:pt x="8008113" y="1416451"/>
                  <a:pt x="8012593" y="1425571"/>
                  <a:pt x="8020967" y="1428451"/>
                </a:cubicBezTo>
                <a:cubicBezTo>
                  <a:pt x="8022692" y="1429056"/>
                  <a:pt x="8024452" y="1429323"/>
                  <a:pt x="8026194" y="1429322"/>
                </a:cubicBezTo>
                <a:close/>
                <a:moveTo>
                  <a:pt x="4052361" y="2889131"/>
                </a:moveTo>
                <a:cubicBezTo>
                  <a:pt x="4053765" y="2889131"/>
                  <a:pt x="4055134" y="2888331"/>
                  <a:pt x="4055757" y="2886962"/>
                </a:cubicBezTo>
                <a:cubicBezTo>
                  <a:pt x="4056611" y="2885096"/>
                  <a:pt x="4055793" y="2882872"/>
                  <a:pt x="4053926" y="2882002"/>
                </a:cubicBezTo>
                <a:cubicBezTo>
                  <a:pt x="4052060" y="2881148"/>
                  <a:pt x="4049837" y="2881966"/>
                  <a:pt x="4048966" y="2883832"/>
                </a:cubicBezTo>
                <a:cubicBezTo>
                  <a:pt x="4048111" y="2885717"/>
                  <a:pt x="4048931" y="2887922"/>
                  <a:pt x="4050796" y="2888793"/>
                </a:cubicBezTo>
                <a:cubicBezTo>
                  <a:pt x="4051312" y="2889024"/>
                  <a:pt x="4051847" y="2889131"/>
                  <a:pt x="4052361" y="2889131"/>
                </a:cubicBezTo>
                <a:close/>
                <a:moveTo>
                  <a:pt x="4618692" y="2682646"/>
                </a:moveTo>
                <a:cubicBezTo>
                  <a:pt x="4621571" y="2682646"/>
                  <a:pt x="4624397" y="2681170"/>
                  <a:pt x="4625981" y="2678503"/>
                </a:cubicBezTo>
                <a:cubicBezTo>
                  <a:pt x="4628380" y="2674486"/>
                  <a:pt x="4627048" y="2669294"/>
                  <a:pt x="4623029" y="2666893"/>
                </a:cubicBezTo>
                <a:cubicBezTo>
                  <a:pt x="4619012" y="2664494"/>
                  <a:pt x="4613803" y="2665809"/>
                  <a:pt x="4611420" y="2669846"/>
                </a:cubicBezTo>
                <a:cubicBezTo>
                  <a:pt x="4609021" y="2673863"/>
                  <a:pt x="4610335" y="2679055"/>
                  <a:pt x="4614352" y="2681454"/>
                </a:cubicBezTo>
                <a:cubicBezTo>
                  <a:pt x="4615721" y="2682273"/>
                  <a:pt x="4617216" y="2682645"/>
                  <a:pt x="4618692" y="2682646"/>
                </a:cubicBezTo>
                <a:close/>
                <a:moveTo>
                  <a:pt x="3665848" y="3033442"/>
                </a:moveTo>
                <a:cubicBezTo>
                  <a:pt x="3666292" y="3033442"/>
                  <a:pt x="3666664" y="3033122"/>
                  <a:pt x="3666737" y="3032677"/>
                </a:cubicBezTo>
                <a:cubicBezTo>
                  <a:pt x="3666806" y="3032179"/>
                  <a:pt x="3666470" y="3031734"/>
                  <a:pt x="3665990" y="3031664"/>
                </a:cubicBezTo>
                <a:cubicBezTo>
                  <a:pt x="3665491" y="3031593"/>
                  <a:pt x="3665047" y="3031931"/>
                  <a:pt x="3664977" y="3032411"/>
                </a:cubicBezTo>
                <a:cubicBezTo>
                  <a:pt x="3664904" y="3032908"/>
                  <a:pt x="3665243" y="3033352"/>
                  <a:pt x="3665723" y="3033424"/>
                </a:cubicBezTo>
                <a:cubicBezTo>
                  <a:pt x="3665759" y="3033442"/>
                  <a:pt x="3665848" y="3033442"/>
                  <a:pt x="3665848" y="3033442"/>
                </a:cubicBezTo>
                <a:close/>
                <a:moveTo>
                  <a:pt x="4771699" y="2634839"/>
                </a:moveTo>
                <a:cubicBezTo>
                  <a:pt x="4775360" y="2634839"/>
                  <a:pt x="4778864" y="2632670"/>
                  <a:pt x="4780373" y="2629078"/>
                </a:cubicBezTo>
                <a:cubicBezTo>
                  <a:pt x="4782420" y="2624295"/>
                  <a:pt x="4780178" y="2618766"/>
                  <a:pt x="4775378" y="2616722"/>
                </a:cubicBezTo>
                <a:cubicBezTo>
                  <a:pt x="4770595" y="2614695"/>
                  <a:pt x="4765065" y="2616935"/>
                  <a:pt x="4763039" y="2621736"/>
                </a:cubicBezTo>
                <a:cubicBezTo>
                  <a:pt x="4760995" y="2626518"/>
                  <a:pt x="4763236" y="2632047"/>
                  <a:pt x="4768033" y="2634092"/>
                </a:cubicBezTo>
                <a:cubicBezTo>
                  <a:pt x="4769226" y="2634589"/>
                  <a:pt x="4770471" y="2634839"/>
                  <a:pt x="4771699" y="2634839"/>
                </a:cubicBezTo>
                <a:close/>
                <a:moveTo>
                  <a:pt x="5289598" y="2449743"/>
                </a:moveTo>
                <a:cubicBezTo>
                  <a:pt x="5295819" y="2449102"/>
                  <a:pt x="5300352" y="2443555"/>
                  <a:pt x="5299730" y="2437333"/>
                </a:cubicBezTo>
                <a:cubicBezTo>
                  <a:pt x="5299109" y="2431110"/>
                  <a:pt x="5293543" y="2426577"/>
                  <a:pt x="5287321" y="2427217"/>
                </a:cubicBezTo>
                <a:cubicBezTo>
                  <a:pt x="5281100" y="2427839"/>
                  <a:pt x="5276583" y="2433386"/>
                  <a:pt x="5277206" y="2439608"/>
                </a:cubicBezTo>
                <a:cubicBezTo>
                  <a:pt x="5277791" y="2445440"/>
                  <a:pt x="5282697" y="2449796"/>
                  <a:pt x="5288441" y="2449796"/>
                </a:cubicBezTo>
                <a:cubicBezTo>
                  <a:pt x="5288833" y="2449796"/>
                  <a:pt x="5289207" y="2449779"/>
                  <a:pt x="5289598" y="2449743"/>
                </a:cubicBezTo>
                <a:close/>
                <a:moveTo>
                  <a:pt x="3826605" y="2986488"/>
                </a:moveTo>
                <a:cubicBezTo>
                  <a:pt x="3827404" y="2986487"/>
                  <a:pt x="3828151" y="2985972"/>
                  <a:pt x="3828382" y="2985155"/>
                </a:cubicBezTo>
                <a:cubicBezTo>
                  <a:pt x="3828649" y="2984176"/>
                  <a:pt x="3828080" y="2983163"/>
                  <a:pt x="3827103" y="2982896"/>
                </a:cubicBezTo>
                <a:cubicBezTo>
                  <a:pt x="3826124" y="2982612"/>
                  <a:pt x="3825111" y="2983181"/>
                  <a:pt x="3824844" y="2984159"/>
                </a:cubicBezTo>
                <a:cubicBezTo>
                  <a:pt x="3824560" y="2985136"/>
                  <a:pt x="3825148" y="2986150"/>
                  <a:pt x="3826107" y="2986435"/>
                </a:cubicBezTo>
                <a:cubicBezTo>
                  <a:pt x="3826285" y="2986487"/>
                  <a:pt x="3826445" y="2986488"/>
                  <a:pt x="3826605" y="2986488"/>
                </a:cubicBezTo>
                <a:close/>
                <a:moveTo>
                  <a:pt x="8407142" y="1307288"/>
                </a:moveTo>
                <a:cubicBezTo>
                  <a:pt x="8414486" y="1307288"/>
                  <a:pt x="8421384" y="1302737"/>
                  <a:pt x="8424033" y="1295430"/>
                </a:cubicBezTo>
                <a:cubicBezTo>
                  <a:pt x="8427411" y="1286114"/>
                  <a:pt x="8422575" y="1275802"/>
                  <a:pt x="8413258" y="1272442"/>
                </a:cubicBezTo>
                <a:cubicBezTo>
                  <a:pt x="8403925" y="1269063"/>
                  <a:pt x="8393632" y="1273899"/>
                  <a:pt x="8390271" y="1283215"/>
                </a:cubicBezTo>
                <a:cubicBezTo>
                  <a:pt x="8386893" y="1292550"/>
                  <a:pt x="8391711" y="1302844"/>
                  <a:pt x="8401045" y="1306204"/>
                </a:cubicBezTo>
                <a:cubicBezTo>
                  <a:pt x="8403054" y="1306932"/>
                  <a:pt x="8405117" y="1307289"/>
                  <a:pt x="8407142" y="1307288"/>
                </a:cubicBezTo>
                <a:close/>
                <a:moveTo>
                  <a:pt x="7097655" y="1792776"/>
                </a:moveTo>
                <a:cubicBezTo>
                  <a:pt x="7104411" y="1792279"/>
                  <a:pt x="7109479" y="1786394"/>
                  <a:pt x="7108981" y="1779638"/>
                </a:cubicBezTo>
                <a:cubicBezTo>
                  <a:pt x="7108483" y="1772882"/>
                  <a:pt x="7102598" y="1767797"/>
                  <a:pt x="7095841" y="1768313"/>
                </a:cubicBezTo>
                <a:cubicBezTo>
                  <a:pt x="7089086" y="1768810"/>
                  <a:pt x="7084019" y="1774678"/>
                  <a:pt x="7084517" y="1781452"/>
                </a:cubicBezTo>
                <a:cubicBezTo>
                  <a:pt x="7084978" y="1787887"/>
                  <a:pt x="7090366" y="1792813"/>
                  <a:pt x="7096730" y="1792813"/>
                </a:cubicBezTo>
                <a:cubicBezTo>
                  <a:pt x="7097034" y="1792812"/>
                  <a:pt x="7097336" y="1792776"/>
                  <a:pt x="7097655" y="1792776"/>
                </a:cubicBezTo>
                <a:close/>
                <a:moveTo>
                  <a:pt x="7874790" y="1510216"/>
                </a:moveTo>
                <a:cubicBezTo>
                  <a:pt x="7881244" y="1510216"/>
                  <a:pt x="7887235" y="1506056"/>
                  <a:pt x="7889226" y="1499567"/>
                </a:cubicBezTo>
                <a:cubicBezTo>
                  <a:pt x="7891698" y="1491601"/>
                  <a:pt x="7887235" y="1483121"/>
                  <a:pt x="7879252" y="1480668"/>
                </a:cubicBezTo>
                <a:cubicBezTo>
                  <a:pt x="7871270" y="1478215"/>
                  <a:pt x="7862825" y="1482677"/>
                  <a:pt x="7860353" y="1490659"/>
                </a:cubicBezTo>
                <a:cubicBezTo>
                  <a:pt x="7857900" y="1498624"/>
                  <a:pt x="7862362" y="1507088"/>
                  <a:pt x="7870327" y="1509541"/>
                </a:cubicBezTo>
                <a:cubicBezTo>
                  <a:pt x="7871821" y="1510003"/>
                  <a:pt x="7873314" y="1510216"/>
                  <a:pt x="7874790" y="1510216"/>
                </a:cubicBezTo>
                <a:close/>
                <a:moveTo>
                  <a:pt x="4407441" y="2786084"/>
                </a:moveTo>
                <a:cubicBezTo>
                  <a:pt x="4409488" y="2786084"/>
                  <a:pt x="4411496" y="2785141"/>
                  <a:pt x="4412777" y="2783381"/>
                </a:cubicBezTo>
                <a:cubicBezTo>
                  <a:pt x="4414910" y="2780430"/>
                  <a:pt x="4414252" y="2776323"/>
                  <a:pt x="4411319" y="2774190"/>
                </a:cubicBezTo>
                <a:cubicBezTo>
                  <a:pt x="4408367" y="2772056"/>
                  <a:pt x="4404261" y="2772714"/>
                  <a:pt x="4402126" y="2775647"/>
                </a:cubicBezTo>
                <a:cubicBezTo>
                  <a:pt x="4399992" y="2778581"/>
                  <a:pt x="4400651" y="2782706"/>
                  <a:pt x="4403586" y="2784839"/>
                </a:cubicBezTo>
                <a:cubicBezTo>
                  <a:pt x="4404758" y="2785675"/>
                  <a:pt x="4406109" y="2786084"/>
                  <a:pt x="4407441" y="2786084"/>
                </a:cubicBezTo>
                <a:close/>
                <a:moveTo>
                  <a:pt x="4199695" y="2868684"/>
                </a:moveTo>
                <a:cubicBezTo>
                  <a:pt x="4201241" y="2868684"/>
                  <a:pt x="4202752" y="2867938"/>
                  <a:pt x="4203641" y="2866534"/>
                </a:cubicBezTo>
                <a:cubicBezTo>
                  <a:pt x="4205046" y="2864365"/>
                  <a:pt x="4204406" y="2861466"/>
                  <a:pt x="4202238" y="2860062"/>
                </a:cubicBezTo>
                <a:cubicBezTo>
                  <a:pt x="4200051" y="2858675"/>
                  <a:pt x="4197171" y="2859315"/>
                  <a:pt x="4195766" y="2861485"/>
                </a:cubicBezTo>
                <a:cubicBezTo>
                  <a:pt x="4194361" y="2863653"/>
                  <a:pt x="4195000" y="2866552"/>
                  <a:pt x="4197189" y="2867956"/>
                </a:cubicBezTo>
                <a:cubicBezTo>
                  <a:pt x="4197969" y="2868454"/>
                  <a:pt x="4198843" y="2868685"/>
                  <a:pt x="4199695" y="2868684"/>
                </a:cubicBezTo>
                <a:close/>
                <a:moveTo>
                  <a:pt x="7458994" y="1674939"/>
                </a:moveTo>
                <a:cubicBezTo>
                  <a:pt x="7465519" y="1674939"/>
                  <a:pt x="7471190" y="1670121"/>
                  <a:pt x="7472079" y="1663489"/>
                </a:cubicBezTo>
                <a:cubicBezTo>
                  <a:pt x="7473058" y="1656253"/>
                  <a:pt x="7467990" y="1649604"/>
                  <a:pt x="7460754" y="1648626"/>
                </a:cubicBezTo>
                <a:cubicBezTo>
                  <a:pt x="7453518" y="1647648"/>
                  <a:pt x="7446869" y="1652732"/>
                  <a:pt x="7445891" y="1659968"/>
                </a:cubicBezTo>
                <a:cubicBezTo>
                  <a:pt x="7444913" y="1667187"/>
                  <a:pt x="7449980" y="1673854"/>
                  <a:pt x="7457216" y="1674814"/>
                </a:cubicBezTo>
                <a:cubicBezTo>
                  <a:pt x="7457821" y="1674903"/>
                  <a:pt x="7458408" y="1674939"/>
                  <a:pt x="7458994" y="1674939"/>
                </a:cubicBezTo>
                <a:close/>
                <a:moveTo>
                  <a:pt x="5384821" y="2437386"/>
                </a:moveTo>
                <a:cubicBezTo>
                  <a:pt x="5391008" y="2436427"/>
                  <a:pt x="5395223" y="2430630"/>
                  <a:pt x="5394243" y="2424444"/>
                </a:cubicBezTo>
                <a:cubicBezTo>
                  <a:pt x="5393282" y="2418274"/>
                  <a:pt x="5387488" y="2414061"/>
                  <a:pt x="5381318" y="2415020"/>
                </a:cubicBezTo>
                <a:cubicBezTo>
                  <a:pt x="5375130" y="2415998"/>
                  <a:pt x="5370918" y="2421793"/>
                  <a:pt x="5371896" y="2427964"/>
                </a:cubicBezTo>
                <a:cubicBezTo>
                  <a:pt x="5372767" y="2433546"/>
                  <a:pt x="5377583" y="2437529"/>
                  <a:pt x="5383062" y="2437529"/>
                </a:cubicBezTo>
                <a:cubicBezTo>
                  <a:pt x="5383647" y="2437529"/>
                  <a:pt x="5384234" y="2437493"/>
                  <a:pt x="5384821" y="2437386"/>
                </a:cubicBezTo>
                <a:close/>
                <a:moveTo>
                  <a:pt x="3982738" y="2952779"/>
                </a:moveTo>
                <a:cubicBezTo>
                  <a:pt x="3983823" y="2952779"/>
                  <a:pt x="3984855" y="2952156"/>
                  <a:pt x="3985316" y="2951108"/>
                </a:cubicBezTo>
                <a:cubicBezTo>
                  <a:pt x="3985921" y="2949685"/>
                  <a:pt x="3985281" y="2948050"/>
                  <a:pt x="3983858" y="2947445"/>
                </a:cubicBezTo>
                <a:cubicBezTo>
                  <a:pt x="3982454" y="2946823"/>
                  <a:pt x="3980818" y="2947480"/>
                  <a:pt x="3980197" y="2948885"/>
                </a:cubicBezTo>
                <a:cubicBezTo>
                  <a:pt x="3979591" y="2950290"/>
                  <a:pt x="3980233" y="2951926"/>
                  <a:pt x="3981636" y="2952548"/>
                </a:cubicBezTo>
                <a:cubicBezTo>
                  <a:pt x="3982010" y="2952707"/>
                  <a:pt x="3982384" y="2952779"/>
                  <a:pt x="3982738" y="2952779"/>
                </a:cubicBezTo>
                <a:close/>
                <a:moveTo>
                  <a:pt x="8265214" y="1384875"/>
                </a:moveTo>
                <a:cubicBezTo>
                  <a:pt x="8272148" y="1384875"/>
                  <a:pt x="8278673" y="1380591"/>
                  <a:pt x="8281197" y="1373693"/>
                </a:cubicBezTo>
                <a:cubicBezTo>
                  <a:pt x="8284416" y="1364874"/>
                  <a:pt x="8279864" y="1355095"/>
                  <a:pt x="8271046" y="1351877"/>
                </a:cubicBezTo>
                <a:cubicBezTo>
                  <a:pt x="8262210" y="1348659"/>
                  <a:pt x="8252449" y="1353211"/>
                  <a:pt x="8249231" y="1362029"/>
                </a:cubicBezTo>
                <a:cubicBezTo>
                  <a:pt x="8246013" y="1370865"/>
                  <a:pt x="8250565" y="1380626"/>
                  <a:pt x="8259383" y="1383844"/>
                </a:cubicBezTo>
                <a:cubicBezTo>
                  <a:pt x="8261303" y="1384537"/>
                  <a:pt x="8263276" y="1384875"/>
                  <a:pt x="8265214" y="1384875"/>
                </a:cubicBezTo>
                <a:close/>
                <a:moveTo>
                  <a:pt x="5026595" y="2575404"/>
                </a:moveTo>
                <a:cubicBezTo>
                  <a:pt x="5031802" y="2575404"/>
                  <a:pt x="5036284" y="2571493"/>
                  <a:pt x="5036887" y="2566195"/>
                </a:cubicBezTo>
                <a:cubicBezTo>
                  <a:pt x="5037527" y="2560506"/>
                  <a:pt x="5033438" y="2555367"/>
                  <a:pt x="5027750" y="2554727"/>
                </a:cubicBezTo>
                <a:cubicBezTo>
                  <a:pt x="5022043" y="2554087"/>
                  <a:pt x="5016921" y="2558176"/>
                  <a:pt x="5016283" y="2563866"/>
                </a:cubicBezTo>
                <a:cubicBezTo>
                  <a:pt x="5015642" y="2569573"/>
                  <a:pt x="5019732" y="2574693"/>
                  <a:pt x="5025421" y="2575333"/>
                </a:cubicBezTo>
                <a:cubicBezTo>
                  <a:pt x="5025810" y="2575387"/>
                  <a:pt x="5026203" y="2575404"/>
                  <a:pt x="5026595" y="2575404"/>
                </a:cubicBezTo>
                <a:close/>
                <a:moveTo>
                  <a:pt x="7192843" y="1788492"/>
                </a:moveTo>
                <a:cubicBezTo>
                  <a:pt x="7199617" y="1788386"/>
                  <a:pt x="7205023" y="1782803"/>
                  <a:pt x="7204915" y="1776029"/>
                </a:cubicBezTo>
                <a:cubicBezTo>
                  <a:pt x="7204791" y="1769255"/>
                  <a:pt x="7199208" y="1763850"/>
                  <a:pt x="7192434" y="1763957"/>
                </a:cubicBezTo>
                <a:cubicBezTo>
                  <a:pt x="7185661" y="1764064"/>
                  <a:pt x="7180257" y="1769647"/>
                  <a:pt x="7180380" y="1776420"/>
                </a:cubicBezTo>
                <a:cubicBezTo>
                  <a:pt x="7180487" y="1783123"/>
                  <a:pt x="7185963" y="1788492"/>
                  <a:pt x="7192648" y="1788492"/>
                </a:cubicBezTo>
                <a:close/>
                <a:moveTo>
                  <a:pt x="7717873" y="1596018"/>
                </a:moveTo>
                <a:cubicBezTo>
                  <a:pt x="7724202" y="1596017"/>
                  <a:pt x="7729963" y="1591751"/>
                  <a:pt x="7731597" y="1585350"/>
                </a:cubicBezTo>
                <a:cubicBezTo>
                  <a:pt x="7733537" y="1577759"/>
                  <a:pt x="7728949" y="1570060"/>
                  <a:pt x="7721376" y="1568123"/>
                </a:cubicBezTo>
                <a:cubicBezTo>
                  <a:pt x="7713784" y="1566202"/>
                  <a:pt x="7706085" y="1570771"/>
                  <a:pt x="7704148" y="1578345"/>
                </a:cubicBezTo>
                <a:cubicBezTo>
                  <a:pt x="7702209" y="1585937"/>
                  <a:pt x="7706797" y="1593635"/>
                  <a:pt x="7714371" y="1595574"/>
                </a:cubicBezTo>
                <a:cubicBezTo>
                  <a:pt x="7715543" y="1595876"/>
                  <a:pt x="7716718" y="1596017"/>
                  <a:pt x="7717873" y="1596018"/>
                </a:cubicBezTo>
                <a:close/>
                <a:moveTo>
                  <a:pt x="3753035" y="3050598"/>
                </a:moveTo>
                <a:cubicBezTo>
                  <a:pt x="3753444" y="3050599"/>
                  <a:pt x="3753799" y="3050332"/>
                  <a:pt x="3753906" y="3049940"/>
                </a:cubicBezTo>
                <a:cubicBezTo>
                  <a:pt x="3754031" y="3049461"/>
                  <a:pt x="3753729" y="3048963"/>
                  <a:pt x="3753247" y="3048856"/>
                </a:cubicBezTo>
                <a:cubicBezTo>
                  <a:pt x="3752786" y="3048732"/>
                  <a:pt x="3752288" y="3049016"/>
                  <a:pt x="3752181" y="3049496"/>
                </a:cubicBezTo>
                <a:cubicBezTo>
                  <a:pt x="3752057" y="3049976"/>
                  <a:pt x="3752341" y="3050456"/>
                  <a:pt x="3752821" y="3050580"/>
                </a:cubicBezTo>
                <a:lnTo>
                  <a:pt x="3752820" y="3050598"/>
                </a:lnTo>
                <a:cubicBezTo>
                  <a:pt x="3752892" y="3050599"/>
                  <a:pt x="3753035" y="3050598"/>
                  <a:pt x="3753035" y="3050598"/>
                </a:cubicBezTo>
                <a:close/>
                <a:moveTo>
                  <a:pt x="8640581" y="1260067"/>
                </a:moveTo>
                <a:cubicBezTo>
                  <a:pt x="8648528" y="1260067"/>
                  <a:pt x="8655924" y="1255018"/>
                  <a:pt x="8658538" y="1247071"/>
                </a:cubicBezTo>
                <a:cubicBezTo>
                  <a:pt x="8661791" y="1237151"/>
                  <a:pt x="8656385" y="1226465"/>
                  <a:pt x="8646466" y="1223212"/>
                </a:cubicBezTo>
                <a:cubicBezTo>
                  <a:pt x="8636545" y="1219940"/>
                  <a:pt x="8625878" y="1225345"/>
                  <a:pt x="8622624" y="1235266"/>
                </a:cubicBezTo>
                <a:cubicBezTo>
                  <a:pt x="8619353" y="1245186"/>
                  <a:pt x="8624758" y="1255871"/>
                  <a:pt x="8634678" y="1259125"/>
                </a:cubicBezTo>
                <a:cubicBezTo>
                  <a:pt x="8636633" y="1259765"/>
                  <a:pt x="8638626" y="1260067"/>
                  <a:pt x="8640581" y="1260067"/>
                </a:cubicBezTo>
                <a:close/>
                <a:moveTo>
                  <a:pt x="5479174" y="2420212"/>
                </a:moveTo>
                <a:cubicBezTo>
                  <a:pt x="5485289" y="2418950"/>
                  <a:pt x="5489237" y="2412958"/>
                  <a:pt x="5487974" y="2406843"/>
                </a:cubicBezTo>
                <a:cubicBezTo>
                  <a:pt x="5486711" y="2400709"/>
                  <a:pt x="5480738" y="2396779"/>
                  <a:pt x="5474606" y="2398042"/>
                </a:cubicBezTo>
                <a:cubicBezTo>
                  <a:pt x="5468488" y="2399304"/>
                  <a:pt x="5464541" y="2405278"/>
                  <a:pt x="5465803" y="2411411"/>
                </a:cubicBezTo>
                <a:cubicBezTo>
                  <a:pt x="5466906" y="2416762"/>
                  <a:pt x="5471617" y="2420443"/>
                  <a:pt x="5476881" y="2420443"/>
                </a:cubicBezTo>
                <a:cubicBezTo>
                  <a:pt x="5477628" y="2420443"/>
                  <a:pt x="5478409" y="2420372"/>
                  <a:pt x="5479174" y="2420212"/>
                </a:cubicBezTo>
                <a:close/>
                <a:moveTo>
                  <a:pt x="4550171" y="2764786"/>
                </a:moveTo>
                <a:cubicBezTo>
                  <a:pt x="4552572" y="2764785"/>
                  <a:pt x="4554918" y="2763647"/>
                  <a:pt x="4556393" y="2761514"/>
                </a:cubicBezTo>
                <a:cubicBezTo>
                  <a:pt x="4558724" y="2758083"/>
                  <a:pt x="4557853" y="2753389"/>
                  <a:pt x="4554421" y="2751043"/>
                </a:cubicBezTo>
                <a:cubicBezTo>
                  <a:pt x="4550988" y="2748695"/>
                  <a:pt x="4546313" y="2749584"/>
                  <a:pt x="4543965" y="2753016"/>
                </a:cubicBezTo>
                <a:cubicBezTo>
                  <a:pt x="4541620" y="2756447"/>
                  <a:pt x="4542491" y="2761123"/>
                  <a:pt x="4545922" y="2763469"/>
                </a:cubicBezTo>
                <a:cubicBezTo>
                  <a:pt x="4547220" y="2764358"/>
                  <a:pt x="4548697" y="2764785"/>
                  <a:pt x="4550171" y="2764786"/>
                </a:cubicBezTo>
                <a:close/>
                <a:moveTo>
                  <a:pt x="8119001" y="1461769"/>
                </a:moveTo>
                <a:cubicBezTo>
                  <a:pt x="8125614" y="1461769"/>
                  <a:pt x="8131819" y="1457662"/>
                  <a:pt x="8134148" y="1451084"/>
                </a:cubicBezTo>
                <a:cubicBezTo>
                  <a:pt x="8137117" y="1442728"/>
                  <a:pt x="8132744" y="1433536"/>
                  <a:pt x="8124387" y="1430567"/>
                </a:cubicBezTo>
                <a:cubicBezTo>
                  <a:pt x="8116013" y="1427616"/>
                  <a:pt x="8106840" y="1431989"/>
                  <a:pt x="8103871" y="1440346"/>
                </a:cubicBezTo>
                <a:cubicBezTo>
                  <a:pt x="8100920" y="1448701"/>
                  <a:pt x="8105293" y="1457876"/>
                  <a:pt x="8113649" y="1460845"/>
                </a:cubicBezTo>
                <a:lnTo>
                  <a:pt x="8113631" y="1460845"/>
                </a:lnTo>
                <a:cubicBezTo>
                  <a:pt x="8115409" y="1461466"/>
                  <a:pt x="8117223" y="1461769"/>
                  <a:pt x="8119001" y="1461769"/>
                </a:cubicBezTo>
                <a:close/>
                <a:moveTo>
                  <a:pt x="5572620" y="2398931"/>
                </a:moveTo>
                <a:cubicBezTo>
                  <a:pt x="5578681" y="2397437"/>
                  <a:pt x="5582380" y="2391285"/>
                  <a:pt x="5580869" y="2385223"/>
                </a:cubicBezTo>
                <a:cubicBezTo>
                  <a:pt x="5579358" y="2379160"/>
                  <a:pt x="5573224" y="2375463"/>
                  <a:pt x="5567162" y="2376974"/>
                </a:cubicBezTo>
                <a:cubicBezTo>
                  <a:pt x="5561081" y="2378484"/>
                  <a:pt x="5557402" y="2384618"/>
                  <a:pt x="5558895" y="2390681"/>
                </a:cubicBezTo>
                <a:cubicBezTo>
                  <a:pt x="5560173" y="2395837"/>
                  <a:pt x="5564797" y="2399268"/>
                  <a:pt x="5569881" y="2399268"/>
                </a:cubicBezTo>
                <a:cubicBezTo>
                  <a:pt x="5570788" y="2399268"/>
                  <a:pt x="5571694" y="2399162"/>
                  <a:pt x="5572620" y="2398931"/>
                </a:cubicBezTo>
                <a:close/>
                <a:moveTo>
                  <a:pt x="4132099" y="2932156"/>
                </a:moveTo>
                <a:cubicBezTo>
                  <a:pt x="4133344" y="2932156"/>
                  <a:pt x="4134571" y="2931533"/>
                  <a:pt x="4135263" y="2930396"/>
                </a:cubicBezTo>
                <a:cubicBezTo>
                  <a:pt x="4136366" y="2928653"/>
                  <a:pt x="4135833" y="2926360"/>
                  <a:pt x="4134073" y="2925258"/>
                </a:cubicBezTo>
                <a:cubicBezTo>
                  <a:pt x="4132331" y="2924174"/>
                  <a:pt x="4130019" y="2924706"/>
                  <a:pt x="4128934" y="2926449"/>
                </a:cubicBezTo>
                <a:cubicBezTo>
                  <a:pt x="4127833" y="2928209"/>
                  <a:pt x="4128384" y="2930503"/>
                  <a:pt x="4130126" y="2931604"/>
                </a:cubicBezTo>
                <a:cubicBezTo>
                  <a:pt x="4130749" y="2931978"/>
                  <a:pt x="4131423" y="2932156"/>
                  <a:pt x="4132099" y="2932156"/>
                </a:cubicBezTo>
                <a:close/>
                <a:moveTo>
                  <a:pt x="6470451" y="2074430"/>
                </a:moveTo>
                <a:cubicBezTo>
                  <a:pt x="6476318" y="2072225"/>
                  <a:pt x="6479288" y="2065701"/>
                  <a:pt x="6477083" y="2059851"/>
                </a:cubicBezTo>
                <a:cubicBezTo>
                  <a:pt x="6474896" y="2054002"/>
                  <a:pt x="6468371" y="2051033"/>
                  <a:pt x="6462522" y="2053220"/>
                </a:cubicBezTo>
                <a:cubicBezTo>
                  <a:pt x="6456673" y="2055424"/>
                  <a:pt x="6453685" y="2061949"/>
                  <a:pt x="6455891" y="2067798"/>
                </a:cubicBezTo>
                <a:cubicBezTo>
                  <a:pt x="6457598" y="2072350"/>
                  <a:pt x="6461918" y="2075141"/>
                  <a:pt x="6466486" y="2075160"/>
                </a:cubicBezTo>
                <a:cubicBezTo>
                  <a:pt x="6467821" y="2075160"/>
                  <a:pt x="6469153" y="2074910"/>
                  <a:pt x="6470451" y="2074430"/>
                </a:cubicBezTo>
                <a:close/>
                <a:moveTo>
                  <a:pt x="4340932" y="2855813"/>
                </a:moveTo>
                <a:cubicBezTo>
                  <a:pt x="4342639" y="2855813"/>
                  <a:pt x="4344310" y="2855048"/>
                  <a:pt x="4345412" y="2853609"/>
                </a:cubicBezTo>
                <a:cubicBezTo>
                  <a:pt x="4347297" y="2851137"/>
                  <a:pt x="4346834" y="2847599"/>
                  <a:pt x="4344362" y="2845715"/>
                </a:cubicBezTo>
                <a:cubicBezTo>
                  <a:pt x="4341893" y="2843830"/>
                  <a:pt x="4338355" y="2844292"/>
                  <a:pt x="4336470" y="2846764"/>
                </a:cubicBezTo>
                <a:cubicBezTo>
                  <a:pt x="4334584" y="2849235"/>
                  <a:pt x="4335048" y="2852772"/>
                  <a:pt x="4337518" y="2854658"/>
                </a:cubicBezTo>
                <a:cubicBezTo>
                  <a:pt x="4338549" y="2855439"/>
                  <a:pt x="4339739" y="2855813"/>
                  <a:pt x="4340932" y="2855813"/>
                </a:cubicBezTo>
                <a:close/>
                <a:moveTo>
                  <a:pt x="6559933" y="2042019"/>
                </a:moveTo>
                <a:cubicBezTo>
                  <a:pt x="6565835" y="2039974"/>
                  <a:pt x="6568965" y="2033503"/>
                  <a:pt x="6566902" y="2027618"/>
                </a:cubicBezTo>
                <a:cubicBezTo>
                  <a:pt x="6564840" y="2021698"/>
                  <a:pt x="6558386" y="2018587"/>
                  <a:pt x="6552484" y="2020649"/>
                </a:cubicBezTo>
                <a:cubicBezTo>
                  <a:pt x="6546581" y="2022711"/>
                  <a:pt x="6543470" y="2029164"/>
                  <a:pt x="6545531" y="2035068"/>
                </a:cubicBezTo>
                <a:cubicBezTo>
                  <a:pt x="6547150" y="2039725"/>
                  <a:pt x="6551523" y="2042659"/>
                  <a:pt x="6556217" y="2042659"/>
                </a:cubicBezTo>
                <a:cubicBezTo>
                  <a:pt x="6557444" y="2042659"/>
                  <a:pt x="6558706" y="2042464"/>
                  <a:pt x="6559933" y="2042019"/>
                </a:cubicBezTo>
                <a:close/>
                <a:moveTo>
                  <a:pt x="6381575" y="2108619"/>
                </a:moveTo>
                <a:cubicBezTo>
                  <a:pt x="6387388" y="2106326"/>
                  <a:pt x="6390251" y="2099747"/>
                  <a:pt x="6387958" y="2093934"/>
                </a:cubicBezTo>
                <a:cubicBezTo>
                  <a:pt x="6385663" y="2088120"/>
                  <a:pt x="6379104" y="2085258"/>
                  <a:pt x="6373271" y="2087551"/>
                </a:cubicBezTo>
                <a:cubicBezTo>
                  <a:pt x="6367476" y="2089844"/>
                  <a:pt x="6364614" y="2096423"/>
                  <a:pt x="6366889" y="2102236"/>
                </a:cubicBezTo>
                <a:cubicBezTo>
                  <a:pt x="6368650" y="2106681"/>
                  <a:pt x="6372916" y="2109401"/>
                  <a:pt x="6377433" y="2109401"/>
                </a:cubicBezTo>
                <a:cubicBezTo>
                  <a:pt x="6378818" y="2109401"/>
                  <a:pt x="6380224" y="2109152"/>
                  <a:pt x="6381575" y="2108619"/>
                </a:cubicBezTo>
                <a:close/>
                <a:moveTo>
                  <a:pt x="3911286" y="3015272"/>
                </a:moveTo>
                <a:cubicBezTo>
                  <a:pt x="3912014" y="3015271"/>
                  <a:pt x="3912708" y="3014827"/>
                  <a:pt x="3912993" y="3014116"/>
                </a:cubicBezTo>
                <a:cubicBezTo>
                  <a:pt x="3913365" y="3013174"/>
                  <a:pt x="3912921" y="3012108"/>
                  <a:pt x="3911979" y="3011734"/>
                </a:cubicBezTo>
                <a:cubicBezTo>
                  <a:pt x="3911036" y="3011342"/>
                  <a:pt x="3909970" y="3011805"/>
                  <a:pt x="3909597" y="3012748"/>
                </a:cubicBezTo>
                <a:cubicBezTo>
                  <a:pt x="3909205" y="3013671"/>
                  <a:pt x="3909668" y="3014757"/>
                  <a:pt x="3910610" y="3015130"/>
                </a:cubicBezTo>
                <a:cubicBezTo>
                  <a:pt x="3910824" y="3015219"/>
                  <a:pt x="3911054" y="3015272"/>
                  <a:pt x="3911286" y="3015272"/>
                </a:cubicBezTo>
                <a:close/>
                <a:moveTo>
                  <a:pt x="4860022" y="2667481"/>
                </a:moveTo>
                <a:cubicBezTo>
                  <a:pt x="4864041" y="2667481"/>
                  <a:pt x="4867756" y="2664885"/>
                  <a:pt x="4869021" y="2660867"/>
                </a:cubicBezTo>
                <a:cubicBezTo>
                  <a:pt x="4870567" y="2655889"/>
                  <a:pt x="4867793" y="2650608"/>
                  <a:pt x="4862831" y="2649062"/>
                </a:cubicBezTo>
                <a:cubicBezTo>
                  <a:pt x="4857854" y="2647515"/>
                  <a:pt x="4852574" y="2650289"/>
                  <a:pt x="4851025" y="2655249"/>
                </a:cubicBezTo>
                <a:cubicBezTo>
                  <a:pt x="4849480" y="2660209"/>
                  <a:pt x="4852252" y="2665508"/>
                  <a:pt x="4857215" y="2667054"/>
                </a:cubicBezTo>
                <a:cubicBezTo>
                  <a:pt x="4858156" y="2667338"/>
                  <a:pt x="4859098" y="2667481"/>
                  <a:pt x="4860022" y="2667481"/>
                </a:cubicBezTo>
                <a:close/>
                <a:moveTo>
                  <a:pt x="6650161" y="2011991"/>
                </a:moveTo>
                <a:cubicBezTo>
                  <a:pt x="6656118" y="2010106"/>
                  <a:pt x="6659424" y="2003759"/>
                  <a:pt x="6657540" y="1997786"/>
                </a:cubicBezTo>
                <a:cubicBezTo>
                  <a:pt x="6655655" y="1991829"/>
                  <a:pt x="6649308" y="1988522"/>
                  <a:pt x="6643334" y="1990407"/>
                </a:cubicBezTo>
                <a:cubicBezTo>
                  <a:pt x="6637378" y="1992291"/>
                  <a:pt x="6634071" y="1998656"/>
                  <a:pt x="6635955" y="2004613"/>
                </a:cubicBezTo>
                <a:cubicBezTo>
                  <a:pt x="6637484" y="2009430"/>
                  <a:pt x="6641947" y="2012524"/>
                  <a:pt x="6646747" y="2012524"/>
                </a:cubicBezTo>
                <a:cubicBezTo>
                  <a:pt x="6647885" y="2012524"/>
                  <a:pt x="6649023" y="2012346"/>
                  <a:pt x="6650161" y="2011991"/>
                </a:cubicBezTo>
                <a:close/>
                <a:moveTo>
                  <a:pt x="5665139" y="2374183"/>
                </a:moveTo>
                <a:cubicBezTo>
                  <a:pt x="5671148" y="2372458"/>
                  <a:pt x="5674632" y="2366200"/>
                  <a:pt x="5672908" y="2360191"/>
                </a:cubicBezTo>
                <a:cubicBezTo>
                  <a:pt x="5671183" y="2354181"/>
                  <a:pt x="5664925" y="2350696"/>
                  <a:pt x="5658915" y="2352421"/>
                </a:cubicBezTo>
                <a:cubicBezTo>
                  <a:pt x="5652908" y="2354128"/>
                  <a:pt x="5649422" y="2360404"/>
                  <a:pt x="5651148" y="2366413"/>
                </a:cubicBezTo>
                <a:cubicBezTo>
                  <a:pt x="5652569" y="2371391"/>
                  <a:pt x="5657104" y="2374627"/>
                  <a:pt x="5662028" y="2374627"/>
                </a:cubicBezTo>
                <a:cubicBezTo>
                  <a:pt x="5663059" y="2374627"/>
                  <a:pt x="5664090" y="2374485"/>
                  <a:pt x="5665139" y="2374183"/>
                </a:cubicBezTo>
                <a:close/>
                <a:moveTo>
                  <a:pt x="6293124" y="2144070"/>
                </a:moveTo>
                <a:cubicBezTo>
                  <a:pt x="6298920" y="2141723"/>
                  <a:pt x="6301694" y="2135109"/>
                  <a:pt x="6299347" y="2129331"/>
                </a:cubicBezTo>
                <a:cubicBezTo>
                  <a:pt x="6297000" y="2123535"/>
                  <a:pt x="6290404" y="2120744"/>
                  <a:pt x="6284609" y="2123091"/>
                </a:cubicBezTo>
                <a:cubicBezTo>
                  <a:pt x="6278813" y="2125438"/>
                  <a:pt x="6276022" y="2132034"/>
                  <a:pt x="6278368" y="2137847"/>
                </a:cubicBezTo>
                <a:lnTo>
                  <a:pt x="6278386" y="2137847"/>
                </a:lnTo>
                <a:cubicBezTo>
                  <a:pt x="6280182" y="2142238"/>
                  <a:pt x="6284413" y="2144905"/>
                  <a:pt x="6288876" y="2144905"/>
                </a:cubicBezTo>
                <a:cubicBezTo>
                  <a:pt x="6290298" y="2144905"/>
                  <a:pt x="6291738" y="2144639"/>
                  <a:pt x="6293124" y="2144070"/>
                </a:cubicBezTo>
                <a:close/>
                <a:moveTo>
                  <a:pt x="4700173" y="2728675"/>
                </a:moveTo>
                <a:cubicBezTo>
                  <a:pt x="4703214" y="2728676"/>
                  <a:pt x="4706145" y="2727022"/>
                  <a:pt x="4707674" y="2724143"/>
                </a:cubicBezTo>
                <a:cubicBezTo>
                  <a:pt x="4709842" y="2720000"/>
                  <a:pt x="4708261" y="2714880"/>
                  <a:pt x="4704119" y="2712692"/>
                </a:cubicBezTo>
                <a:cubicBezTo>
                  <a:pt x="4699975" y="2710523"/>
                  <a:pt x="4694856" y="2712106"/>
                  <a:pt x="4692669" y="2716249"/>
                </a:cubicBezTo>
                <a:cubicBezTo>
                  <a:pt x="4690502" y="2720391"/>
                  <a:pt x="4692084" y="2725511"/>
                  <a:pt x="4696227" y="2727698"/>
                </a:cubicBezTo>
                <a:cubicBezTo>
                  <a:pt x="4697486" y="2728355"/>
                  <a:pt x="4698838" y="2728676"/>
                  <a:pt x="4700173" y="2728675"/>
                </a:cubicBezTo>
                <a:close/>
                <a:moveTo>
                  <a:pt x="6204640" y="2179895"/>
                </a:moveTo>
                <a:cubicBezTo>
                  <a:pt x="6210435" y="2177566"/>
                  <a:pt x="6213244" y="2170970"/>
                  <a:pt x="6210897" y="2165156"/>
                </a:cubicBezTo>
                <a:cubicBezTo>
                  <a:pt x="6208569" y="2159360"/>
                  <a:pt x="6201973" y="2156569"/>
                  <a:pt x="6196177" y="2158898"/>
                </a:cubicBezTo>
                <a:cubicBezTo>
                  <a:pt x="6190362" y="2161227"/>
                  <a:pt x="6187571" y="2167823"/>
                  <a:pt x="6189901" y="2173636"/>
                </a:cubicBezTo>
                <a:cubicBezTo>
                  <a:pt x="6191679" y="2178045"/>
                  <a:pt x="6195927" y="2180713"/>
                  <a:pt x="6200408" y="2180713"/>
                </a:cubicBezTo>
                <a:cubicBezTo>
                  <a:pt x="6201813" y="2180713"/>
                  <a:pt x="6203252" y="2180446"/>
                  <a:pt x="6204640" y="2179895"/>
                </a:cubicBezTo>
                <a:close/>
                <a:moveTo>
                  <a:pt x="6741242" y="1984949"/>
                </a:moveTo>
                <a:cubicBezTo>
                  <a:pt x="6747269" y="1983277"/>
                  <a:pt x="6750807" y="1977055"/>
                  <a:pt x="6749136" y="1971028"/>
                </a:cubicBezTo>
                <a:cubicBezTo>
                  <a:pt x="6747465" y="1965001"/>
                  <a:pt x="6741243" y="1961463"/>
                  <a:pt x="6735215" y="1963134"/>
                </a:cubicBezTo>
                <a:cubicBezTo>
                  <a:pt x="6729187" y="1964805"/>
                  <a:pt x="6725650" y="1971028"/>
                  <a:pt x="6727321" y="1977055"/>
                </a:cubicBezTo>
                <a:cubicBezTo>
                  <a:pt x="6728707" y="1982086"/>
                  <a:pt x="6733259" y="1985375"/>
                  <a:pt x="6738219" y="1985376"/>
                </a:cubicBezTo>
                <a:cubicBezTo>
                  <a:pt x="6739215" y="1985376"/>
                  <a:pt x="6740228" y="1985234"/>
                  <a:pt x="6741242" y="1984949"/>
                </a:cubicBezTo>
                <a:close/>
                <a:moveTo>
                  <a:pt x="5756771" y="2346447"/>
                </a:moveTo>
                <a:cubicBezTo>
                  <a:pt x="5762727" y="2344562"/>
                  <a:pt x="5766017" y="2338180"/>
                  <a:pt x="5764131" y="2332224"/>
                </a:cubicBezTo>
                <a:cubicBezTo>
                  <a:pt x="5762229" y="2326268"/>
                  <a:pt x="5755864" y="2322979"/>
                  <a:pt x="5749908" y="2324881"/>
                </a:cubicBezTo>
                <a:cubicBezTo>
                  <a:pt x="5743952" y="2326784"/>
                  <a:pt x="5740664" y="2333149"/>
                  <a:pt x="5742566" y="2339104"/>
                </a:cubicBezTo>
                <a:cubicBezTo>
                  <a:pt x="5744094" y="2343923"/>
                  <a:pt x="5748539" y="2346981"/>
                  <a:pt x="5753339" y="2346981"/>
                </a:cubicBezTo>
                <a:cubicBezTo>
                  <a:pt x="5754478" y="2346981"/>
                  <a:pt x="5755632" y="2346820"/>
                  <a:pt x="5756771" y="2346447"/>
                </a:cubicBezTo>
                <a:close/>
                <a:moveTo>
                  <a:pt x="6115958" y="2215346"/>
                </a:moveTo>
                <a:cubicBezTo>
                  <a:pt x="6121754" y="2213034"/>
                  <a:pt x="6124616" y="2206456"/>
                  <a:pt x="6122305" y="2200660"/>
                </a:cubicBezTo>
                <a:cubicBezTo>
                  <a:pt x="6120011" y="2194847"/>
                  <a:pt x="6113433" y="2192002"/>
                  <a:pt x="6107619" y="2194296"/>
                </a:cubicBezTo>
                <a:cubicBezTo>
                  <a:pt x="6101806" y="2196589"/>
                  <a:pt x="6098962" y="2203167"/>
                  <a:pt x="6101255" y="2208981"/>
                </a:cubicBezTo>
                <a:cubicBezTo>
                  <a:pt x="6103016" y="2213426"/>
                  <a:pt x="6107283" y="2216146"/>
                  <a:pt x="6111798" y="2216146"/>
                </a:cubicBezTo>
                <a:cubicBezTo>
                  <a:pt x="6113185" y="2216146"/>
                  <a:pt x="6114590" y="2215879"/>
                  <a:pt x="6115958" y="2215346"/>
                </a:cubicBezTo>
                <a:close/>
                <a:moveTo>
                  <a:pt x="8500945" y="1340624"/>
                </a:moveTo>
                <a:cubicBezTo>
                  <a:pt x="8508376" y="1340624"/>
                  <a:pt x="8515328" y="1335984"/>
                  <a:pt x="8517924" y="1328570"/>
                </a:cubicBezTo>
                <a:cubicBezTo>
                  <a:pt x="8521177" y="1319218"/>
                  <a:pt x="8516234" y="1308977"/>
                  <a:pt x="8506865" y="1305706"/>
                </a:cubicBezTo>
                <a:cubicBezTo>
                  <a:pt x="8497496" y="1302453"/>
                  <a:pt x="8487255" y="1307395"/>
                  <a:pt x="8484001" y="1316764"/>
                </a:cubicBezTo>
                <a:cubicBezTo>
                  <a:pt x="8480730" y="1326134"/>
                  <a:pt x="8485691" y="1336357"/>
                  <a:pt x="8495060" y="1339628"/>
                </a:cubicBezTo>
                <a:cubicBezTo>
                  <a:pt x="8496997" y="1340304"/>
                  <a:pt x="8498989" y="1340624"/>
                  <a:pt x="8500945" y="1340624"/>
                </a:cubicBezTo>
                <a:close/>
                <a:moveTo>
                  <a:pt x="5120885" y="2581801"/>
                </a:moveTo>
                <a:lnTo>
                  <a:pt x="5128284" y="2578956"/>
                </a:lnTo>
                <a:cubicBezTo>
                  <a:pt x="5130211" y="2577128"/>
                  <a:pt x="5131437" y="2574568"/>
                  <a:pt x="5131507" y="2571706"/>
                </a:cubicBezTo>
                <a:cubicBezTo>
                  <a:pt x="5131651" y="2565981"/>
                  <a:pt x="5127134" y="2561216"/>
                  <a:pt x="5121409" y="2561074"/>
                </a:cubicBezTo>
                <a:cubicBezTo>
                  <a:pt x="5115685" y="2560932"/>
                  <a:pt x="5110919" y="2565448"/>
                  <a:pt x="5110777" y="2571173"/>
                </a:cubicBezTo>
                <a:cubicBezTo>
                  <a:pt x="5110705" y="2574036"/>
                  <a:pt x="5111800" y="2576657"/>
                  <a:pt x="5113628" y="2578583"/>
                </a:cubicBezTo>
                <a:close/>
                <a:moveTo>
                  <a:pt x="5120893" y="2581805"/>
                </a:moveTo>
                <a:lnTo>
                  <a:pt x="5120885" y="2581801"/>
                </a:lnTo>
                <a:lnTo>
                  <a:pt x="5120877" y="2581804"/>
                </a:lnTo>
                <a:close/>
                <a:moveTo>
                  <a:pt x="6026957" y="2250085"/>
                </a:moveTo>
                <a:cubicBezTo>
                  <a:pt x="6032789" y="2247845"/>
                  <a:pt x="6035704" y="2241285"/>
                  <a:pt x="6033464" y="2235453"/>
                </a:cubicBezTo>
                <a:cubicBezTo>
                  <a:pt x="6031224" y="2229622"/>
                  <a:pt x="6024663" y="2226707"/>
                  <a:pt x="6018832" y="2228946"/>
                </a:cubicBezTo>
                <a:cubicBezTo>
                  <a:pt x="6013001" y="2231186"/>
                  <a:pt x="6010085" y="2237747"/>
                  <a:pt x="6012325" y="2243578"/>
                </a:cubicBezTo>
                <a:cubicBezTo>
                  <a:pt x="6014049" y="2248077"/>
                  <a:pt x="6018352" y="2250851"/>
                  <a:pt x="6022904" y="2250851"/>
                </a:cubicBezTo>
                <a:cubicBezTo>
                  <a:pt x="6024255" y="2250850"/>
                  <a:pt x="6025623" y="2250601"/>
                  <a:pt x="6026957" y="2250085"/>
                </a:cubicBezTo>
                <a:close/>
                <a:moveTo>
                  <a:pt x="5847514" y="2316045"/>
                </a:moveTo>
                <a:cubicBezTo>
                  <a:pt x="5853417" y="2313983"/>
                  <a:pt x="5856546" y="2307530"/>
                  <a:pt x="5854484" y="2301644"/>
                </a:cubicBezTo>
                <a:cubicBezTo>
                  <a:pt x="5852439" y="2295742"/>
                  <a:pt x="5845985" y="2292613"/>
                  <a:pt x="5840083" y="2294658"/>
                </a:cubicBezTo>
                <a:cubicBezTo>
                  <a:pt x="5834163" y="2296720"/>
                  <a:pt x="5831051" y="2303173"/>
                  <a:pt x="5833113" y="2309076"/>
                </a:cubicBezTo>
                <a:cubicBezTo>
                  <a:pt x="5834731" y="2313752"/>
                  <a:pt x="5839104" y="2316668"/>
                  <a:pt x="5843798" y="2316667"/>
                </a:cubicBezTo>
                <a:cubicBezTo>
                  <a:pt x="5845025" y="2316668"/>
                  <a:pt x="5846287" y="2316472"/>
                  <a:pt x="5847514" y="2316045"/>
                </a:cubicBezTo>
                <a:close/>
                <a:moveTo>
                  <a:pt x="7554378" y="1690068"/>
                </a:moveTo>
                <a:cubicBezTo>
                  <a:pt x="7560636" y="1690068"/>
                  <a:pt x="7566201" y="1685588"/>
                  <a:pt x="7567357" y="1679206"/>
                </a:cubicBezTo>
                <a:cubicBezTo>
                  <a:pt x="7568672" y="1672023"/>
                  <a:pt x="7563907" y="1665143"/>
                  <a:pt x="7556725" y="1663844"/>
                </a:cubicBezTo>
                <a:cubicBezTo>
                  <a:pt x="7549543" y="1662546"/>
                  <a:pt x="7542662" y="1667293"/>
                  <a:pt x="7541364" y="1674476"/>
                </a:cubicBezTo>
                <a:cubicBezTo>
                  <a:pt x="7540048" y="1681659"/>
                  <a:pt x="7544813" y="1688540"/>
                  <a:pt x="7551996" y="1689855"/>
                </a:cubicBezTo>
                <a:cubicBezTo>
                  <a:pt x="7552795" y="1689997"/>
                  <a:pt x="7553596" y="1690069"/>
                  <a:pt x="7554378" y="1690068"/>
                </a:cubicBezTo>
                <a:close/>
                <a:moveTo>
                  <a:pt x="5937512" y="2283777"/>
                </a:moveTo>
                <a:cubicBezTo>
                  <a:pt x="5943379" y="2281608"/>
                  <a:pt x="5946383" y="2275100"/>
                  <a:pt x="5944231" y="2269234"/>
                </a:cubicBezTo>
                <a:cubicBezTo>
                  <a:pt x="5942063" y="2263367"/>
                  <a:pt x="5935555" y="2260362"/>
                  <a:pt x="5929689" y="2262531"/>
                </a:cubicBezTo>
                <a:cubicBezTo>
                  <a:pt x="5923821" y="2264683"/>
                  <a:pt x="5920817" y="2271189"/>
                  <a:pt x="5922986" y="2277075"/>
                </a:cubicBezTo>
                <a:cubicBezTo>
                  <a:pt x="5924675" y="2281643"/>
                  <a:pt x="5928995" y="2284470"/>
                  <a:pt x="5933599" y="2284471"/>
                </a:cubicBezTo>
                <a:cubicBezTo>
                  <a:pt x="5934898" y="2284470"/>
                  <a:pt x="5936231" y="2284239"/>
                  <a:pt x="5937512" y="2283777"/>
                </a:cubicBezTo>
                <a:close/>
                <a:moveTo>
                  <a:pt x="7967987" y="1539782"/>
                </a:moveTo>
                <a:cubicBezTo>
                  <a:pt x="7974333" y="1539782"/>
                  <a:pt x="7980237" y="1535747"/>
                  <a:pt x="7982335" y="1529383"/>
                </a:cubicBezTo>
                <a:cubicBezTo>
                  <a:pt x="7984930" y="1521453"/>
                  <a:pt x="7980611" y="1512901"/>
                  <a:pt x="7972681" y="1510305"/>
                </a:cubicBezTo>
                <a:cubicBezTo>
                  <a:pt x="7964751" y="1507710"/>
                  <a:pt x="7956217" y="1512030"/>
                  <a:pt x="7953621" y="1519960"/>
                </a:cubicBezTo>
                <a:cubicBezTo>
                  <a:pt x="7951008" y="1527889"/>
                  <a:pt x="7955328" y="1536423"/>
                  <a:pt x="7963276" y="1539036"/>
                </a:cubicBezTo>
                <a:cubicBezTo>
                  <a:pt x="7964822" y="1539552"/>
                  <a:pt x="7966423" y="1539783"/>
                  <a:pt x="7967987" y="1539782"/>
                </a:cubicBezTo>
                <a:close/>
                <a:moveTo>
                  <a:pt x="7288637" y="1789630"/>
                </a:moveTo>
                <a:cubicBezTo>
                  <a:pt x="7295179" y="1789630"/>
                  <a:pt x="7300619" y="1784438"/>
                  <a:pt x="7300885" y="1777842"/>
                </a:cubicBezTo>
                <a:cubicBezTo>
                  <a:pt x="7301154" y="1771068"/>
                  <a:pt x="7295873" y="1765361"/>
                  <a:pt x="7289117" y="1765095"/>
                </a:cubicBezTo>
                <a:cubicBezTo>
                  <a:pt x="7282343" y="1764828"/>
                  <a:pt x="7276636" y="1770108"/>
                  <a:pt x="7276368" y="1776865"/>
                </a:cubicBezTo>
                <a:cubicBezTo>
                  <a:pt x="7276102" y="1783638"/>
                  <a:pt x="7281365" y="1789345"/>
                  <a:pt x="7288139" y="1789612"/>
                </a:cubicBezTo>
                <a:lnTo>
                  <a:pt x="7288139" y="1789630"/>
                </a:lnTo>
                <a:cubicBezTo>
                  <a:pt x="7288299" y="1789630"/>
                  <a:pt x="7288459" y="1789630"/>
                  <a:pt x="7288637" y="1789630"/>
                </a:cubicBezTo>
                <a:close/>
                <a:moveTo>
                  <a:pt x="6833248" y="1961588"/>
                </a:moveTo>
                <a:cubicBezTo>
                  <a:pt x="6839346" y="1960183"/>
                  <a:pt x="6843133" y="1954102"/>
                  <a:pt x="6841745" y="1948022"/>
                </a:cubicBezTo>
                <a:cubicBezTo>
                  <a:pt x="6840342" y="1941924"/>
                  <a:pt x="6834261" y="1938119"/>
                  <a:pt x="6828163" y="1939524"/>
                </a:cubicBezTo>
                <a:cubicBezTo>
                  <a:pt x="6822082" y="1940928"/>
                  <a:pt x="6818278" y="1947009"/>
                  <a:pt x="6819683" y="1953106"/>
                </a:cubicBezTo>
                <a:cubicBezTo>
                  <a:pt x="6820891" y="1958334"/>
                  <a:pt x="6825549" y="1961872"/>
                  <a:pt x="6830705" y="1961872"/>
                </a:cubicBezTo>
                <a:cubicBezTo>
                  <a:pt x="6831541" y="1961872"/>
                  <a:pt x="6832394" y="1961783"/>
                  <a:pt x="6833248" y="1961588"/>
                </a:cubicBezTo>
                <a:close/>
                <a:moveTo>
                  <a:pt x="5205574" y="2570746"/>
                </a:moveTo>
                <a:lnTo>
                  <a:pt x="5205577" y="2570736"/>
                </a:lnTo>
                <a:lnTo>
                  <a:pt x="5205574" y="2570728"/>
                </a:lnTo>
                <a:close/>
                <a:moveTo>
                  <a:pt x="6926178" y="1942635"/>
                </a:moveTo>
                <a:cubicBezTo>
                  <a:pt x="6932330" y="1941550"/>
                  <a:pt x="6936437" y="1935684"/>
                  <a:pt x="6935352" y="1929514"/>
                </a:cubicBezTo>
                <a:cubicBezTo>
                  <a:pt x="6934268" y="1923363"/>
                  <a:pt x="6928383" y="1919256"/>
                  <a:pt x="6922232" y="1920341"/>
                </a:cubicBezTo>
                <a:cubicBezTo>
                  <a:pt x="6916080" y="1921425"/>
                  <a:pt x="6911972" y="1927291"/>
                  <a:pt x="6913058" y="1933461"/>
                </a:cubicBezTo>
                <a:cubicBezTo>
                  <a:pt x="6914018" y="1938955"/>
                  <a:pt x="6918800" y="1942813"/>
                  <a:pt x="6924187" y="1942813"/>
                </a:cubicBezTo>
                <a:cubicBezTo>
                  <a:pt x="6924845" y="1942813"/>
                  <a:pt x="6925503" y="1942760"/>
                  <a:pt x="6926178" y="1942635"/>
                </a:cubicBezTo>
                <a:close/>
                <a:moveTo>
                  <a:pt x="4062922" y="2993706"/>
                </a:moveTo>
                <a:cubicBezTo>
                  <a:pt x="4063881" y="2993706"/>
                  <a:pt x="4064805" y="2993226"/>
                  <a:pt x="4065322" y="2992337"/>
                </a:cubicBezTo>
                <a:cubicBezTo>
                  <a:pt x="4066103" y="2991021"/>
                  <a:pt x="4065677" y="2989315"/>
                  <a:pt x="4064344" y="2988533"/>
                </a:cubicBezTo>
                <a:cubicBezTo>
                  <a:pt x="4063027" y="2987750"/>
                  <a:pt x="4061321" y="2988177"/>
                  <a:pt x="4060540" y="2989492"/>
                </a:cubicBezTo>
                <a:cubicBezTo>
                  <a:pt x="4059757" y="2990825"/>
                  <a:pt x="4060183" y="2992532"/>
                  <a:pt x="4061500" y="2993315"/>
                </a:cubicBezTo>
                <a:cubicBezTo>
                  <a:pt x="4061961" y="2993581"/>
                  <a:pt x="4062440" y="2993706"/>
                  <a:pt x="4062922" y="2993706"/>
                </a:cubicBezTo>
                <a:close/>
                <a:moveTo>
                  <a:pt x="8358234" y="1418620"/>
                </a:moveTo>
                <a:cubicBezTo>
                  <a:pt x="8365203" y="1418620"/>
                  <a:pt x="8371746" y="1414300"/>
                  <a:pt x="8374252" y="1407366"/>
                </a:cubicBezTo>
                <a:cubicBezTo>
                  <a:pt x="8377417" y="1398529"/>
                  <a:pt x="8372830" y="1388787"/>
                  <a:pt x="8363994" y="1385604"/>
                </a:cubicBezTo>
                <a:cubicBezTo>
                  <a:pt x="8355158" y="1382422"/>
                  <a:pt x="8345415" y="1387009"/>
                  <a:pt x="8342232" y="1395845"/>
                </a:cubicBezTo>
                <a:cubicBezTo>
                  <a:pt x="8339050" y="1404681"/>
                  <a:pt x="8343637" y="1414442"/>
                  <a:pt x="8352473" y="1417607"/>
                </a:cubicBezTo>
                <a:cubicBezTo>
                  <a:pt x="8354376" y="1418300"/>
                  <a:pt x="8356331" y="1418620"/>
                  <a:pt x="8358234" y="1418620"/>
                </a:cubicBezTo>
                <a:close/>
                <a:moveTo>
                  <a:pt x="3837910" y="3076875"/>
                </a:moveTo>
                <a:cubicBezTo>
                  <a:pt x="3838268" y="3076875"/>
                  <a:pt x="3838605" y="3076662"/>
                  <a:pt x="3838747" y="3076307"/>
                </a:cubicBezTo>
                <a:cubicBezTo>
                  <a:pt x="3838925" y="3075845"/>
                  <a:pt x="3838675" y="3075329"/>
                  <a:pt x="3838213" y="3075169"/>
                </a:cubicBezTo>
                <a:cubicBezTo>
                  <a:pt x="3837751" y="3074991"/>
                  <a:pt x="3837253" y="3075222"/>
                  <a:pt x="3837075" y="3075685"/>
                </a:cubicBezTo>
                <a:cubicBezTo>
                  <a:pt x="3836915" y="3076147"/>
                  <a:pt x="3837148" y="3076662"/>
                  <a:pt x="3837592" y="3076823"/>
                </a:cubicBezTo>
                <a:cubicBezTo>
                  <a:pt x="3837697" y="3076875"/>
                  <a:pt x="3837804" y="3076875"/>
                  <a:pt x="3837910" y="3076875"/>
                </a:cubicBezTo>
                <a:close/>
                <a:moveTo>
                  <a:pt x="4481384" y="2841572"/>
                </a:moveTo>
                <a:cubicBezTo>
                  <a:pt x="4483357" y="2841572"/>
                  <a:pt x="4485315" y="2840683"/>
                  <a:pt x="4486611" y="2838994"/>
                </a:cubicBezTo>
                <a:cubicBezTo>
                  <a:pt x="4488818" y="2836114"/>
                  <a:pt x="4488266" y="2831989"/>
                  <a:pt x="4485386" y="2829766"/>
                </a:cubicBezTo>
                <a:cubicBezTo>
                  <a:pt x="4482505" y="2827563"/>
                  <a:pt x="4478363" y="2828113"/>
                  <a:pt x="4476158" y="2830994"/>
                </a:cubicBezTo>
                <a:cubicBezTo>
                  <a:pt x="4473953" y="2833890"/>
                  <a:pt x="4474505" y="2838016"/>
                  <a:pt x="4477386" y="2840221"/>
                </a:cubicBezTo>
                <a:cubicBezTo>
                  <a:pt x="4478594" y="2841145"/>
                  <a:pt x="4479998" y="2841572"/>
                  <a:pt x="4481384" y="2841572"/>
                </a:cubicBezTo>
                <a:close/>
                <a:moveTo>
                  <a:pt x="7811639" y="1621424"/>
                </a:moveTo>
                <a:cubicBezTo>
                  <a:pt x="7817808" y="1621423"/>
                  <a:pt x="7823479" y="1617370"/>
                  <a:pt x="7825257" y="1611166"/>
                </a:cubicBezTo>
                <a:cubicBezTo>
                  <a:pt x="7827409" y="1603645"/>
                  <a:pt x="7823053" y="1595786"/>
                  <a:pt x="7815533" y="1593635"/>
                </a:cubicBezTo>
                <a:cubicBezTo>
                  <a:pt x="7808012" y="1591484"/>
                  <a:pt x="7800172" y="1595840"/>
                  <a:pt x="7798020" y="1603360"/>
                </a:cubicBezTo>
                <a:cubicBezTo>
                  <a:pt x="7795869" y="1610881"/>
                  <a:pt x="7800225" y="1618722"/>
                  <a:pt x="7807746" y="1620873"/>
                </a:cubicBezTo>
                <a:cubicBezTo>
                  <a:pt x="7809044" y="1621246"/>
                  <a:pt x="7810359" y="1621423"/>
                  <a:pt x="7811639" y="1621424"/>
                </a:cubicBezTo>
                <a:close/>
                <a:moveTo>
                  <a:pt x="4273924" y="2921755"/>
                </a:moveTo>
                <a:cubicBezTo>
                  <a:pt x="4275309" y="2921755"/>
                  <a:pt x="4276679" y="2921132"/>
                  <a:pt x="4277603" y="2919960"/>
                </a:cubicBezTo>
                <a:cubicBezTo>
                  <a:pt x="4279184" y="2917932"/>
                  <a:pt x="4278847" y="2914981"/>
                  <a:pt x="4276820" y="2913381"/>
                </a:cubicBezTo>
                <a:cubicBezTo>
                  <a:pt x="4274775" y="2911781"/>
                  <a:pt x="4271843" y="2912136"/>
                  <a:pt x="4270241" y="2914181"/>
                </a:cubicBezTo>
                <a:cubicBezTo>
                  <a:pt x="4268642" y="2916208"/>
                  <a:pt x="4268997" y="2919141"/>
                  <a:pt x="4271023" y="2920741"/>
                </a:cubicBezTo>
                <a:cubicBezTo>
                  <a:pt x="4271877" y="2921417"/>
                  <a:pt x="4272909" y="2921755"/>
                  <a:pt x="4273924" y="2921755"/>
                </a:cubicBezTo>
                <a:close/>
                <a:moveTo>
                  <a:pt x="5216437" y="2580613"/>
                </a:moveTo>
                <a:cubicBezTo>
                  <a:pt x="5222162" y="2580329"/>
                  <a:pt x="5226570" y="2575475"/>
                  <a:pt x="5226306" y="2569751"/>
                </a:cubicBezTo>
                <a:cubicBezTo>
                  <a:pt x="5226021" y="2564026"/>
                  <a:pt x="5221148" y="2559617"/>
                  <a:pt x="5215442" y="2559901"/>
                </a:cubicBezTo>
                <a:cubicBezTo>
                  <a:pt x="5212580" y="2560034"/>
                  <a:pt x="5210041" y="2561320"/>
                  <a:pt x="5208254" y="2563284"/>
                </a:cubicBezTo>
                <a:lnTo>
                  <a:pt x="5205577" y="2570736"/>
                </a:lnTo>
                <a:lnTo>
                  <a:pt x="5208790" y="2577751"/>
                </a:lnTo>
                <a:cubicBezTo>
                  <a:pt x="5210658" y="2579529"/>
                  <a:pt x="5213182" y="2580613"/>
                  <a:pt x="5215939" y="2580613"/>
                </a:cubicBezTo>
                <a:cubicBezTo>
                  <a:pt x="5216098" y="2580613"/>
                  <a:pt x="5216277" y="2580613"/>
                  <a:pt x="5216437" y="2580613"/>
                </a:cubicBezTo>
                <a:close/>
                <a:moveTo>
                  <a:pt x="8747226" y="1286640"/>
                </a:moveTo>
                <a:cubicBezTo>
                  <a:pt x="8750424" y="1284304"/>
                  <a:pt x="8752917" y="1280949"/>
                  <a:pt x="8754153" y="1276868"/>
                </a:cubicBezTo>
                <a:cubicBezTo>
                  <a:pt x="8757193" y="1266877"/>
                  <a:pt x="8751557" y="1256334"/>
                  <a:pt x="8741565" y="1253293"/>
                </a:cubicBezTo>
                <a:cubicBezTo>
                  <a:pt x="8731572" y="1250253"/>
                  <a:pt x="8721012" y="1255907"/>
                  <a:pt x="8717971" y="1265881"/>
                </a:cubicBezTo>
                <a:cubicBezTo>
                  <a:pt x="8714950" y="1275873"/>
                  <a:pt x="8720586" y="1286433"/>
                  <a:pt x="8730578" y="1289474"/>
                </a:cubicBezTo>
                <a:cubicBezTo>
                  <a:pt x="8732408" y="1290025"/>
                  <a:pt x="8734258" y="1290292"/>
                  <a:pt x="8736072" y="1290292"/>
                </a:cubicBezTo>
                <a:cubicBezTo>
                  <a:pt x="8740126" y="1290292"/>
                  <a:pt x="8744027" y="1288976"/>
                  <a:pt x="8747226" y="1286640"/>
                </a:cubicBezTo>
                <a:close/>
                <a:moveTo>
                  <a:pt x="7019927" y="1928839"/>
                </a:moveTo>
                <a:cubicBezTo>
                  <a:pt x="7026130" y="1928092"/>
                  <a:pt x="7030558" y="1922474"/>
                  <a:pt x="7029829" y="1916251"/>
                </a:cubicBezTo>
                <a:cubicBezTo>
                  <a:pt x="7029100" y="1910047"/>
                  <a:pt x="7023464" y="1905619"/>
                  <a:pt x="7017260" y="1906348"/>
                </a:cubicBezTo>
                <a:cubicBezTo>
                  <a:pt x="7011036" y="1907095"/>
                  <a:pt x="7006610" y="1912732"/>
                  <a:pt x="7007339" y="1918936"/>
                </a:cubicBezTo>
                <a:cubicBezTo>
                  <a:pt x="7008032" y="1924679"/>
                  <a:pt x="7012922" y="1928910"/>
                  <a:pt x="7018575" y="1928910"/>
                </a:cubicBezTo>
                <a:cubicBezTo>
                  <a:pt x="7019019" y="1928910"/>
                  <a:pt x="7019464" y="1928892"/>
                  <a:pt x="7019927" y="1928839"/>
                </a:cubicBezTo>
                <a:close/>
                <a:moveTo>
                  <a:pt x="7384411" y="1795977"/>
                </a:moveTo>
                <a:cubicBezTo>
                  <a:pt x="7390669" y="1795977"/>
                  <a:pt x="7396021" y="1791194"/>
                  <a:pt x="7396608" y="1784847"/>
                </a:cubicBezTo>
                <a:cubicBezTo>
                  <a:pt x="7397248" y="1778091"/>
                  <a:pt x="7392270" y="1772118"/>
                  <a:pt x="7385532" y="1771495"/>
                </a:cubicBezTo>
                <a:cubicBezTo>
                  <a:pt x="7378775" y="1770873"/>
                  <a:pt x="7372801" y="1775833"/>
                  <a:pt x="7372179" y="1782572"/>
                </a:cubicBezTo>
                <a:cubicBezTo>
                  <a:pt x="7371557" y="1789328"/>
                  <a:pt x="7376517" y="1795301"/>
                  <a:pt x="7383274" y="1795923"/>
                </a:cubicBezTo>
                <a:cubicBezTo>
                  <a:pt x="7383647" y="1795977"/>
                  <a:pt x="7384038" y="1795977"/>
                  <a:pt x="7384411" y="1795977"/>
                </a:cubicBezTo>
                <a:close/>
                <a:moveTo>
                  <a:pt x="4951389" y="2690379"/>
                </a:moveTo>
                <a:cubicBezTo>
                  <a:pt x="4955817" y="2690379"/>
                  <a:pt x="4959761" y="2687251"/>
                  <a:pt x="4960634" y="2682735"/>
                </a:cubicBezTo>
                <a:cubicBezTo>
                  <a:pt x="4961611" y="2677632"/>
                  <a:pt x="4958269" y="2672690"/>
                  <a:pt x="4953167" y="2671694"/>
                </a:cubicBezTo>
                <a:cubicBezTo>
                  <a:pt x="4948062" y="2670699"/>
                  <a:pt x="4943121" y="2674058"/>
                  <a:pt x="4942128" y="2679162"/>
                </a:cubicBezTo>
                <a:cubicBezTo>
                  <a:pt x="4941131" y="2684264"/>
                  <a:pt x="4944472" y="2689206"/>
                  <a:pt x="4949593" y="2690202"/>
                </a:cubicBezTo>
                <a:cubicBezTo>
                  <a:pt x="4950197" y="2690327"/>
                  <a:pt x="4950802" y="2690380"/>
                  <a:pt x="4951389" y="2690379"/>
                </a:cubicBezTo>
                <a:close/>
                <a:moveTo>
                  <a:pt x="8211646" y="1494909"/>
                </a:moveTo>
                <a:cubicBezTo>
                  <a:pt x="8218225" y="1494909"/>
                  <a:pt x="8224394" y="1490820"/>
                  <a:pt x="8226758" y="1484260"/>
                </a:cubicBezTo>
                <a:cubicBezTo>
                  <a:pt x="8229762" y="1475921"/>
                  <a:pt x="8225424" y="1466712"/>
                  <a:pt x="8217069" y="1463724"/>
                </a:cubicBezTo>
                <a:cubicBezTo>
                  <a:pt x="8208731" y="1460720"/>
                  <a:pt x="8199521" y="1465058"/>
                  <a:pt x="8196533" y="1473397"/>
                </a:cubicBezTo>
                <a:cubicBezTo>
                  <a:pt x="8193529" y="1481752"/>
                  <a:pt x="8197867" y="1490944"/>
                  <a:pt x="8206206" y="1493949"/>
                </a:cubicBezTo>
                <a:cubicBezTo>
                  <a:pt x="8208002" y="1494590"/>
                  <a:pt x="8209832" y="1494909"/>
                  <a:pt x="8211646" y="1494909"/>
                </a:cubicBezTo>
                <a:close/>
                <a:moveTo>
                  <a:pt x="4627689" y="2816202"/>
                </a:moveTo>
                <a:cubicBezTo>
                  <a:pt x="4630176" y="2816202"/>
                  <a:pt x="4632611" y="2814958"/>
                  <a:pt x="4634053" y="2812699"/>
                </a:cubicBezTo>
                <a:cubicBezTo>
                  <a:pt x="4636257" y="2809179"/>
                  <a:pt x="4635224" y="2804521"/>
                  <a:pt x="4631706" y="2802299"/>
                </a:cubicBezTo>
                <a:cubicBezTo>
                  <a:pt x="4628203" y="2800094"/>
                  <a:pt x="4623545" y="2801125"/>
                  <a:pt x="4621323" y="2804646"/>
                </a:cubicBezTo>
                <a:cubicBezTo>
                  <a:pt x="4619100" y="2808149"/>
                  <a:pt x="4620149" y="2812806"/>
                  <a:pt x="4623652" y="2815029"/>
                </a:cubicBezTo>
                <a:cubicBezTo>
                  <a:pt x="4624914" y="2815811"/>
                  <a:pt x="4626300" y="2816202"/>
                  <a:pt x="4627689" y="2816202"/>
                </a:cubicBezTo>
                <a:close/>
                <a:moveTo>
                  <a:pt x="7649015" y="1709270"/>
                </a:moveTo>
                <a:cubicBezTo>
                  <a:pt x="7655060" y="1709270"/>
                  <a:pt x="7660518" y="1705092"/>
                  <a:pt x="7661887" y="1698940"/>
                </a:cubicBezTo>
                <a:cubicBezTo>
                  <a:pt x="7663488" y="1691810"/>
                  <a:pt x="7658989" y="1684753"/>
                  <a:pt x="7651878" y="1683152"/>
                </a:cubicBezTo>
                <a:cubicBezTo>
                  <a:pt x="7644748" y="1681570"/>
                  <a:pt x="7637690" y="1686050"/>
                  <a:pt x="7636089" y="1693179"/>
                </a:cubicBezTo>
                <a:cubicBezTo>
                  <a:pt x="7634508" y="1700291"/>
                  <a:pt x="7638988" y="1707367"/>
                  <a:pt x="7646117" y="1708949"/>
                </a:cubicBezTo>
                <a:cubicBezTo>
                  <a:pt x="7647078" y="1709163"/>
                  <a:pt x="7648055" y="1709270"/>
                  <a:pt x="7649015" y="1709270"/>
                </a:cubicBezTo>
                <a:close/>
                <a:moveTo>
                  <a:pt x="3991984" y="3053781"/>
                </a:moveTo>
                <a:cubicBezTo>
                  <a:pt x="3992641" y="3053781"/>
                  <a:pt x="3993264" y="3053443"/>
                  <a:pt x="3993603" y="3052839"/>
                </a:cubicBezTo>
                <a:cubicBezTo>
                  <a:pt x="3994098" y="3051950"/>
                  <a:pt x="3993779" y="3050830"/>
                  <a:pt x="3992891" y="3050350"/>
                </a:cubicBezTo>
                <a:cubicBezTo>
                  <a:pt x="3992001" y="3049852"/>
                  <a:pt x="3990881" y="3050172"/>
                  <a:pt x="3990401" y="3051061"/>
                </a:cubicBezTo>
                <a:cubicBezTo>
                  <a:pt x="3989904" y="3051932"/>
                  <a:pt x="3990224" y="3053070"/>
                  <a:pt x="3991113" y="3053549"/>
                </a:cubicBezTo>
                <a:cubicBezTo>
                  <a:pt x="3991380" y="3053710"/>
                  <a:pt x="3991700" y="3053781"/>
                  <a:pt x="3991984" y="3053781"/>
                </a:cubicBezTo>
                <a:close/>
                <a:moveTo>
                  <a:pt x="5311554" y="2572933"/>
                </a:moveTo>
                <a:cubicBezTo>
                  <a:pt x="5317245" y="2572292"/>
                  <a:pt x="5321331" y="2567155"/>
                  <a:pt x="5320710" y="2561466"/>
                </a:cubicBezTo>
                <a:cubicBezTo>
                  <a:pt x="5320072" y="2555776"/>
                  <a:pt x="5314931" y="2551688"/>
                  <a:pt x="5309243" y="2552309"/>
                </a:cubicBezTo>
                <a:cubicBezTo>
                  <a:pt x="5303553" y="2552949"/>
                  <a:pt x="5299465" y="2558069"/>
                  <a:pt x="5300086" y="2563776"/>
                </a:cubicBezTo>
                <a:cubicBezTo>
                  <a:pt x="5300673" y="2569075"/>
                  <a:pt x="5305172" y="2572986"/>
                  <a:pt x="5310380" y="2572986"/>
                </a:cubicBezTo>
                <a:cubicBezTo>
                  <a:pt x="5310770" y="2572986"/>
                  <a:pt x="5311164" y="2572969"/>
                  <a:pt x="5311554" y="2572933"/>
                </a:cubicBezTo>
                <a:close/>
                <a:moveTo>
                  <a:pt x="4784728" y="2768731"/>
                </a:moveTo>
                <a:cubicBezTo>
                  <a:pt x="4788052" y="2768732"/>
                  <a:pt x="4791199" y="2766776"/>
                  <a:pt x="4792569" y="2763523"/>
                </a:cubicBezTo>
                <a:cubicBezTo>
                  <a:pt x="4794363" y="2759202"/>
                  <a:pt x="4792322" y="2754241"/>
                  <a:pt x="4787999" y="2752428"/>
                </a:cubicBezTo>
                <a:cubicBezTo>
                  <a:pt x="4783679" y="2750632"/>
                  <a:pt x="4778720" y="2752677"/>
                  <a:pt x="4776924" y="2756998"/>
                </a:cubicBezTo>
                <a:cubicBezTo>
                  <a:pt x="4775110" y="2761318"/>
                  <a:pt x="4777155" y="2766278"/>
                  <a:pt x="4781475" y="2768074"/>
                </a:cubicBezTo>
                <a:cubicBezTo>
                  <a:pt x="4782542" y="2768518"/>
                  <a:pt x="4783643" y="2768731"/>
                  <a:pt x="4784728" y="2768731"/>
                </a:cubicBezTo>
                <a:close/>
                <a:moveTo>
                  <a:pt x="8595244" y="1372643"/>
                </a:moveTo>
                <a:cubicBezTo>
                  <a:pt x="8602782" y="1372643"/>
                  <a:pt x="8609805" y="1367844"/>
                  <a:pt x="8612294" y="1360305"/>
                </a:cubicBezTo>
                <a:cubicBezTo>
                  <a:pt x="8615388" y="1350882"/>
                  <a:pt x="8610285" y="1340731"/>
                  <a:pt x="8600862" y="1337619"/>
                </a:cubicBezTo>
                <a:cubicBezTo>
                  <a:pt x="8591439" y="1334508"/>
                  <a:pt x="8581287" y="1339628"/>
                  <a:pt x="8578176" y="1349051"/>
                </a:cubicBezTo>
                <a:cubicBezTo>
                  <a:pt x="8575083" y="1358474"/>
                  <a:pt x="8580204" y="1368625"/>
                  <a:pt x="8589609" y="1371736"/>
                </a:cubicBezTo>
                <a:cubicBezTo>
                  <a:pt x="8591474" y="1372341"/>
                  <a:pt x="8593377" y="1372644"/>
                  <a:pt x="8595244" y="1372643"/>
                </a:cubicBezTo>
                <a:close/>
                <a:moveTo>
                  <a:pt x="4206131" y="2984408"/>
                </a:moveTo>
                <a:cubicBezTo>
                  <a:pt x="4207234" y="2984408"/>
                  <a:pt x="4208335" y="2983928"/>
                  <a:pt x="4209064" y="2982986"/>
                </a:cubicBezTo>
                <a:cubicBezTo>
                  <a:pt x="4210345" y="2981369"/>
                  <a:pt x="4210060" y="2979021"/>
                  <a:pt x="4208443" y="2977741"/>
                </a:cubicBezTo>
                <a:cubicBezTo>
                  <a:pt x="4206824" y="2976479"/>
                  <a:pt x="4204478" y="2976745"/>
                  <a:pt x="4203198" y="2978363"/>
                </a:cubicBezTo>
                <a:cubicBezTo>
                  <a:pt x="4201918" y="2979999"/>
                  <a:pt x="4202203" y="2982346"/>
                  <a:pt x="4203819" y="2983608"/>
                </a:cubicBezTo>
                <a:cubicBezTo>
                  <a:pt x="4204512" y="2984159"/>
                  <a:pt x="4205331" y="2984408"/>
                  <a:pt x="4206131" y="2984408"/>
                </a:cubicBezTo>
                <a:close/>
                <a:moveTo>
                  <a:pt x="8060615" y="1570967"/>
                </a:moveTo>
                <a:cubicBezTo>
                  <a:pt x="8066891" y="1570967"/>
                  <a:pt x="8072758" y="1567038"/>
                  <a:pt x="8074909" y="1560780"/>
                </a:cubicBezTo>
                <a:cubicBezTo>
                  <a:pt x="8077629" y="1552886"/>
                  <a:pt x="8073434" y="1544281"/>
                  <a:pt x="8065540" y="1541578"/>
                </a:cubicBezTo>
                <a:cubicBezTo>
                  <a:pt x="8057646" y="1538858"/>
                  <a:pt x="8049039" y="1543054"/>
                  <a:pt x="8046339" y="1550948"/>
                </a:cubicBezTo>
                <a:cubicBezTo>
                  <a:pt x="8043619" y="1558842"/>
                  <a:pt x="8047797" y="1567429"/>
                  <a:pt x="8055708" y="1570150"/>
                </a:cubicBezTo>
                <a:cubicBezTo>
                  <a:pt x="8057326" y="1570718"/>
                  <a:pt x="8058980" y="1570967"/>
                  <a:pt x="8060615" y="1570967"/>
                </a:cubicBezTo>
                <a:close/>
                <a:moveTo>
                  <a:pt x="7114315" y="1920269"/>
                </a:moveTo>
                <a:cubicBezTo>
                  <a:pt x="7120556" y="1919878"/>
                  <a:pt x="7125284" y="1914509"/>
                  <a:pt x="7124894" y="1908268"/>
                </a:cubicBezTo>
                <a:cubicBezTo>
                  <a:pt x="7124502" y="1902028"/>
                  <a:pt x="7119132" y="1897299"/>
                  <a:pt x="7112893" y="1897690"/>
                </a:cubicBezTo>
                <a:cubicBezTo>
                  <a:pt x="7106651" y="1898081"/>
                  <a:pt x="7101905" y="1903450"/>
                  <a:pt x="7102313" y="1909691"/>
                </a:cubicBezTo>
                <a:cubicBezTo>
                  <a:pt x="7102670" y="1915700"/>
                  <a:pt x="7107665" y="1920305"/>
                  <a:pt x="7113605" y="1920305"/>
                </a:cubicBezTo>
                <a:cubicBezTo>
                  <a:pt x="7113835" y="1920305"/>
                  <a:pt x="7114065" y="1920305"/>
                  <a:pt x="7114315" y="1920269"/>
                </a:cubicBezTo>
                <a:close/>
                <a:moveTo>
                  <a:pt x="4412492" y="2913398"/>
                </a:moveTo>
                <a:cubicBezTo>
                  <a:pt x="4414109" y="2913399"/>
                  <a:pt x="4415691" y="2912723"/>
                  <a:pt x="4416812" y="2911390"/>
                </a:cubicBezTo>
                <a:cubicBezTo>
                  <a:pt x="4418803" y="2908990"/>
                  <a:pt x="4418484" y="2905434"/>
                  <a:pt x="4416100" y="2903461"/>
                </a:cubicBezTo>
                <a:cubicBezTo>
                  <a:pt x="4413717" y="2901451"/>
                  <a:pt x="4410162" y="2901772"/>
                  <a:pt x="4408171" y="2904172"/>
                </a:cubicBezTo>
                <a:cubicBezTo>
                  <a:pt x="4406179" y="2906554"/>
                  <a:pt x="4406500" y="2910092"/>
                  <a:pt x="4408883" y="2912102"/>
                </a:cubicBezTo>
                <a:cubicBezTo>
                  <a:pt x="4409932" y="2912972"/>
                  <a:pt x="4411211" y="2913399"/>
                  <a:pt x="4412492" y="2913398"/>
                </a:cubicBezTo>
                <a:close/>
                <a:moveTo>
                  <a:pt x="5405961" y="2559759"/>
                </a:moveTo>
                <a:cubicBezTo>
                  <a:pt x="5411613" y="2558817"/>
                  <a:pt x="5415435" y="2553483"/>
                  <a:pt x="5414492" y="2547829"/>
                </a:cubicBezTo>
                <a:cubicBezTo>
                  <a:pt x="5413551" y="2542175"/>
                  <a:pt x="5408216" y="2538354"/>
                  <a:pt x="5402564" y="2539295"/>
                </a:cubicBezTo>
                <a:cubicBezTo>
                  <a:pt x="5396910" y="2540237"/>
                  <a:pt x="5393088" y="2545571"/>
                  <a:pt x="5394030" y="2551224"/>
                </a:cubicBezTo>
                <a:cubicBezTo>
                  <a:pt x="5394866" y="2556310"/>
                  <a:pt x="5399258" y="2559901"/>
                  <a:pt x="5404254" y="2559901"/>
                </a:cubicBezTo>
                <a:cubicBezTo>
                  <a:pt x="5404823" y="2559901"/>
                  <a:pt x="5405391" y="2559848"/>
                  <a:pt x="5405961" y="2559759"/>
                </a:cubicBezTo>
                <a:close/>
                <a:moveTo>
                  <a:pt x="7904782" y="1649141"/>
                </a:moveTo>
                <a:cubicBezTo>
                  <a:pt x="7910828" y="1649141"/>
                  <a:pt x="7916428" y="1645248"/>
                  <a:pt x="7918313" y="1639167"/>
                </a:cubicBezTo>
                <a:cubicBezTo>
                  <a:pt x="7920623" y="1631699"/>
                  <a:pt x="7916446" y="1623753"/>
                  <a:pt x="7908978" y="1621442"/>
                </a:cubicBezTo>
                <a:cubicBezTo>
                  <a:pt x="7901494" y="1619130"/>
                  <a:pt x="7893564" y="1623308"/>
                  <a:pt x="7891253" y="1630775"/>
                </a:cubicBezTo>
                <a:cubicBezTo>
                  <a:pt x="7888924" y="1638260"/>
                  <a:pt x="7893101" y="1646190"/>
                  <a:pt x="7900587" y="1648501"/>
                </a:cubicBezTo>
                <a:cubicBezTo>
                  <a:pt x="7901974" y="1648927"/>
                  <a:pt x="7903395" y="1649141"/>
                  <a:pt x="7904782" y="1649141"/>
                </a:cubicBezTo>
                <a:close/>
                <a:moveTo>
                  <a:pt x="3919179" y="3112700"/>
                </a:moveTo>
                <a:cubicBezTo>
                  <a:pt x="3919498" y="3112700"/>
                  <a:pt x="3919820" y="3112522"/>
                  <a:pt x="3919980" y="3112220"/>
                </a:cubicBezTo>
                <a:cubicBezTo>
                  <a:pt x="3920210" y="3111793"/>
                  <a:pt x="3920033" y="3111242"/>
                  <a:pt x="3919589" y="3111029"/>
                </a:cubicBezTo>
                <a:cubicBezTo>
                  <a:pt x="3919162" y="3110798"/>
                  <a:pt x="3918627" y="3110976"/>
                  <a:pt x="3918397" y="3111402"/>
                </a:cubicBezTo>
                <a:cubicBezTo>
                  <a:pt x="3918166" y="3111847"/>
                  <a:pt x="3918342" y="3112380"/>
                  <a:pt x="3918787" y="3112611"/>
                </a:cubicBezTo>
                <a:cubicBezTo>
                  <a:pt x="3918912" y="3112664"/>
                  <a:pt x="3919054" y="3112700"/>
                  <a:pt x="3919179" y="3112700"/>
                </a:cubicBezTo>
                <a:close/>
                <a:moveTo>
                  <a:pt x="7479742" y="1807195"/>
                </a:moveTo>
                <a:cubicBezTo>
                  <a:pt x="7485751" y="1807195"/>
                  <a:pt x="7490996" y="1802786"/>
                  <a:pt x="7491867" y="1796670"/>
                </a:cubicBezTo>
                <a:cubicBezTo>
                  <a:pt x="7492827" y="1789949"/>
                  <a:pt x="7488152" y="1783745"/>
                  <a:pt x="7481448" y="1782785"/>
                </a:cubicBezTo>
                <a:cubicBezTo>
                  <a:pt x="7474746" y="1781825"/>
                  <a:pt x="7468541" y="1786500"/>
                  <a:pt x="7467581" y="1793203"/>
                </a:cubicBezTo>
                <a:cubicBezTo>
                  <a:pt x="7466622" y="1799906"/>
                  <a:pt x="7471280" y="1806129"/>
                  <a:pt x="7477999" y="1807071"/>
                </a:cubicBezTo>
                <a:cubicBezTo>
                  <a:pt x="7478587" y="1807160"/>
                  <a:pt x="7479155" y="1807195"/>
                  <a:pt x="7479742" y="1807195"/>
                </a:cubicBezTo>
                <a:close/>
                <a:moveTo>
                  <a:pt x="8451519" y="1451706"/>
                </a:moveTo>
                <a:cubicBezTo>
                  <a:pt x="8458542" y="1451706"/>
                  <a:pt x="8465120" y="1447314"/>
                  <a:pt x="8467574" y="1440292"/>
                </a:cubicBezTo>
                <a:cubicBezTo>
                  <a:pt x="8470667" y="1431420"/>
                  <a:pt x="8465974" y="1421731"/>
                  <a:pt x="8457120" y="1418637"/>
                </a:cubicBezTo>
                <a:cubicBezTo>
                  <a:pt x="8448248" y="1415543"/>
                  <a:pt x="8438541" y="1420220"/>
                  <a:pt x="8435447" y="1429091"/>
                </a:cubicBezTo>
                <a:cubicBezTo>
                  <a:pt x="8432354" y="1437963"/>
                  <a:pt x="8437048" y="1447652"/>
                  <a:pt x="8445919" y="1450747"/>
                </a:cubicBezTo>
                <a:cubicBezTo>
                  <a:pt x="8447768" y="1451404"/>
                  <a:pt x="8449652" y="1451706"/>
                  <a:pt x="8451519" y="1451706"/>
                </a:cubicBezTo>
                <a:close/>
                <a:moveTo>
                  <a:pt x="5044620" y="2703697"/>
                </a:moveTo>
                <a:cubicBezTo>
                  <a:pt x="5049422" y="2703697"/>
                  <a:pt x="5053528" y="2700034"/>
                  <a:pt x="5053990" y="2695162"/>
                </a:cubicBezTo>
                <a:cubicBezTo>
                  <a:pt x="5054490" y="2689971"/>
                  <a:pt x="5050684" y="2685384"/>
                  <a:pt x="5045510" y="2684886"/>
                </a:cubicBezTo>
                <a:cubicBezTo>
                  <a:pt x="5040318" y="2684389"/>
                  <a:pt x="5035732" y="2688194"/>
                  <a:pt x="5035234" y="2693367"/>
                </a:cubicBezTo>
                <a:cubicBezTo>
                  <a:pt x="5034736" y="2698559"/>
                  <a:pt x="5038541" y="2703145"/>
                  <a:pt x="5043732" y="2703643"/>
                </a:cubicBezTo>
                <a:cubicBezTo>
                  <a:pt x="5044033" y="2703697"/>
                  <a:pt x="5044319" y="2703696"/>
                  <a:pt x="5044620" y="2703697"/>
                </a:cubicBezTo>
                <a:close/>
                <a:moveTo>
                  <a:pt x="5499530" y="2541962"/>
                </a:moveTo>
                <a:cubicBezTo>
                  <a:pt x="5505131" y="2540753"/>
                  <a:pt x="5508707" y="2535242"/>
                  <a:pt x="5507514" y="2529641"/>
                </a:cubicBezTo>
                <a:cubicBezTo>
                  <a:pt x="5506321" y="2524041"/>
                  <a:pt x="5500811" y="2520467"/>
                  <a:pt x="5495208" y="2521658"/>
                </a:cubicBezTo>
                <a:cubicBezTo>
                  <a:pt x="5489610" y="2522868"/>
                  <a:pt x="5486034" y="2528379"/>
                  <a:pt x="5487227" y="2533980"/>
                </a:cubicBezTo>
                <a:cubicBezTo>
                  <a:pt x="5488259" y="2538851"/>
                  <a:pt x="5492578" y="2542176"/>
                  <a:pt x="5497362" y="2542176"/>
                </a:cubicBezTo>
                <a:cubicBezTo>
                  <a:pt x="5498074" y="2542175"/>
                  <a:pt x="5498801" y="2542104"/>
                  <a:pt x="5499530" y="2541962"/>
                </a:cubicBezTo>
                <a:close/>
                <a:moveTo>
                  <a:pt x="7209023" y="1916981"/>
                </a:moveTo>
                <a:cubicBezTo>
                  <a:pt x="7215282" y="1916945"/>
                  <a:pt x="7220313" y="1911824"/>
                  <a:pt x="7220259" y="1905584"/>
                </a:cubicBezTo>
                <a:cubicBezTo>
                  <a:pt x="7220224" y="1899326"/>
                  <a:pt x="7215121" y="1894294"/>
                  <a:pt x="7208863" y="1894347"/>
                </a:cubicBezTo>
                <a:cubicBezTo>
                  <a:pt x="7202605" y="1894383"/>
                  <a:pt x="7197573" y="1899486"/>
                  <a:pt x="7197627" y="1905743"/>
                </a:cubicBezTo>
                <a:cubicBezTo>
                  <a:pt x="7197661" y="1911966"/>
                  <a:pt x="7202729" y="1916980"/>
                  <a:pt x="7208951" y="1916981"/>
                </a:cubicBezTo>
                <a:close/>
                <a:moveTo>
                  <a:pt x="4137362" y="3044340"/>
                </a:moveTo>
                <a:cubicBezTo>
                  <a:pt x="4138198" y="3044340"/>
                  <a:pt x="4139033" y="3043967"/>
                  <a:pt x="4139583" y="3043255"/>
                </a:cubicBezTo>
                <a:cubicBezTo>
                  <a:pt x="4140509" y="3042029"/>
                  <a:pt x="4140296" y="3040286"/>
                  <a:pt x="4139069" y="3039344"/>
                </a:cubicBezTo>
                <a:cubicBezTo>
                  <a:pt x="4137860" y="3038419"/>
                  <a:pt x="4136100" y="3038633"/>
                  <a:pt x="4135175" y="3039860"/>
                </a:cubicBezTo>
                <a:cubicBezTo>
                  <a:pt x="4134234" y="3041068"/>
                  <a:pt x="4134447" y="3042829"/>
                  <a:pt x="4135672" y="3043771"/>
                </a:cubicBezTo>
                <a:cubicBezTo>
                  <a:pt x="4136172" y="3044162"/>
                  <a:pt x="4136775" y="3044340"/>
                  <a:pt x="4137362" y="3044340"/>
                </a:cubicBezTo>
                <a:close/>
                <a:moveTo>
                  <a:pt x="4555061" y="2897397"/>
                </a:moveTo>
                <a:cubicBezTo>
                  <a:pt x="4557070" y="2897397"/>
                  <a:pt x="4559061" y="2896491"/>
                  <a:pt x="4560341" y="2894730"/>
                </a:cubicBezTo>
                <a:cubicBezTo>
                  <a:pt x="4562510" y="2891815"/>
                  <a:pt x="4561887" y="2887690"/>
                  <a:pt x="4558972" y="2885539"/>
                </a:cubicBezTo>
                <a:cubicBezTo>
                  <a:pt x="4556055" y="2883370"/>
                  <a:pt x="4551932" y="2883992"/>
                  <a:pt x="4549780" y="2886908"/>
                </a:cubicBezTo>
                <a:cubicBezTo>
                  <a:pt x="4547613" y="2889841"/>
                  <a:pt x="4548235" y="2893948"/>
                  <a:pt x="4551149" y="2896117"/>
                </a:cubicBezTo>
                <a:cubicBezTo>
                  <a:pt x="4552323" y="2896989"/>
                  <a:pt x="4553692" y="2897397"/>
                  <a:pt x="4555061" y="2897397"/>
                </a:cubicBezTo>
                <a:close/>
                <a:moveTo>
                  <a:pt x="5592211" y="2520183"/>
                </a:moveTo>
                <a:cubicBezTo>
                  <a:pt x="5597760" y="2518778"/>
                  <a:pt x="5601119" y="2513124"/>
                  <a:pt x="5599696" y="2507578"/>
                </a:cubicBezTo>
                <a:cubicBezTo>
                  <a:pt x="5598273" y="2502031"/>
                  <a:pt x="5592639" y="2498671"/>
                  <a:pt x="5587073" y="2500093"/>
                </a:cubicBezTo>
                <a:cubicBezTo>
                  <a:pt x="5581527" y="2501515"/>
                  <a:pt x="5578184" y="2507151"/>
                  <a:pt x="5579606" y="2512698"/>
                </a:cubicBezTo>
                <a:cubicBezTo>
                  <a:pt x="5580798" y="2517391"/>
                  <a:pt x="5585010" y="2520521"/>
                  <a:pt x="5589651" y="2520521"/>
                </a:cubicBezTo>
                <a:cubicBezTo>
                  <a:pt x="5590488" y="2520521"/>
                  <a:pt x="5591359" y="2520414"/>
                  <a:pt x="5592211" y="2520183"/>
                </a:cubicBezTo>
                <a:close/>
                <a:moveTo>
                  <a:pt x="7742870" y="1731991"/>
                </a:moveTo>
                <a:cubicBezTo>
                  <a:pt x="7748755" y="1731991"/>
                  <a:pt x="7754106" y="1728044"/>
                  <a:pt x="7755653" y="1722088"/>
                </a:cubicBezTo>
                <a:cubicBezTo>
                  <a:pt x="7757485" y="1715031"/>
                  <a:pt x="7753253" y="1707811"/>
                  <a:pt x="7746176" y="1705981"/>
                </a:cubicBezTo>
                <a:cubicBezTo>
                  <a:pt x="7739119" y="1704150"/>
                  <a:pt x="7731900" y="1708381"/>
                  <a:pt x="7730070" y="1715457"/>
                </a:cubicBezTo>
                <a:cubicBezTo>
                  <a:pt x="7728238" y="1722515"/>
                  <a:pt x="7732469" y="1729715"/>
                  <a:pt x="7739528" y="1731564"/>
                </a:cubicBezTo>
                <a:lnTo>
                  <a:pt x="7739545" y="1731564"/>
                </a:lnTo>
                <a:cubicBezTo>
                  <a:pt x="7740648" y="1731849"/>
                  <a:pt x="7741767" y="1731991"/>
                  <a:pt x="7742870" y="1731991"/>
                </a:cubicBezTo>
                <a:close/>
                <a:moveTo>
                  <a:pt x="4343757" y="2980478"/>
                </a:moveTo>
                <a:cubicBezTo>
                  <a:pt x="4345039" y="2980478"/>
                  <a:pt x="4346336" y="2979945"/>
                  <a:pt x="4347261" y="2978896"/>
                </a:cubicBezTo>
                <a:cubicBezTo>
                  <a:pt x="4348967" y="2976959"/>
                  <a:pt x="4348806" y="2974007"/>
                  <a:pt x="4346870" y="2972300"/>
                </a:cubicBezTo>
                <a:cubicBezTo>
                  <a:pt x="4344932" y="2970576"/>
                  <a:pt x="4341979" y="2970754"/>
                  <a:pt x="4340256" y="2972674"/>
                </a:cubicBezTo>
                <a:cubicBezTo>
                  <a:pt x="4338531" y="2974611"/>
                  <a:pt x="4338708" y="2977563"/>
                  <a:pt x="4340646" y="2979287"/>
                </a:cubicBezTo>
                <a:cubicBezTo>
                  <a:pt x="4341536" y="2980087"/>
                  <a:pt x="4342656" y="2980478"/>
                  <a:pt x="4343757" y="2980478"/>
                </a:cubicBezTo>
                <a:close/>
                <a:moveTo>
                  <a:pt x="6483591" y="2195611"/>
                </a:moveTo>
                <a:cubicBezTo>
                  <a:pt x="6488960" y="2193620"/>
                  <a:pt x="6491697" y="2187646"/>
                  <a:pt x="6489724" y="2182277"/>
                </a:cubicBezTo>
                <a:cubicBezTo>
                  <a:pt x="6487733" y="2176908"/>
                  <a:pt x="6481759" y="2174170"/>
                  <a:pt x="6476389" y="2176143"/>
                </a:cubicBezTo>
                <a:cubicBezTo>
                  <a:pt x="6471020" y="2178135"/>
                  <a:pt x="6468283" y="2184109"/>
                  <a:pt x="6470256" y="2189478"/>
                </a:cubicBezTo>
                <a:cubicBezTo>
                  <a:pt x="6471821" y="2193656"/>
                  <a:pt x="6475768" y="2196252"/>
                  <a:pt x="6479999" y="2196251"/>
                </a:cubicBezTo>
                <a:cubicBezTo>
                  <a:pt x="6481190" y="2196252"/>
                  <a:pt x="6482400" y="2196038"/>
                  <a:pt x="6483591" y="2195611"/>
                </a:cubicBezTo>
                <a:close/>
                <a:moveTo>
                  <a:pt x="8304222" y="1528156"/>
                </a:moveTo>
                <a:cubicBezTo>
                  <a:pt x="8310817" y="1528155"/>
                  <a:pt x="8316986" y="1524067"/>
                  <a:pt x="8319334" y="1517506"/>
                </a:cubicBezTo>
                <a:cubicBezTo>
                  <a:pt x="8322320" y="1509150"/>
                  <a:pt x="8317982" y="1499958"/>
                  <a:pt x="8309626" y="1496971"/>
                </a:cubicBezTo>
                <a:cubicBezTo>
                  <a:pt x="8301270" y="1493985"/>
                  <a:pt x="8292078" y="1498322"/>
                  <a:pt x="8289091" y="1506678"/>
                </a:cubicBezTo>
                <a:cubicBezTo>
                  <a:pt x="8286105" y="1515035"/>
                  <a:pt x="8290460" y="1524227"/>
                  <a:pt x="8298798" y="1527213"/>
                </a:cubicBezTo>
                <a:cubicBezTo>
                  <a:pt x="8300594" y="1527853"/>
                  <a:pt x="8302425" y="1528156"/>
                  <a:pt x="8304222" y="1528156"/>
                </a:cubicBezTo>
                <a:close/>
                <a:moveTo>
                  <a:pt x="6572664" y="2163823"/>
                </a:moveTo>
                <a:cubicBezTo>
                  <a:pt x="6578085" y="2161973"/>
                  <a:pt x="6580983" y="2156071"/>
                  <a:pt x="6579117" y="2150649"/>
                </a:cubicBezTo>
                <a:cubicBezTo>
                  <a:pt x="6577268" y="2145243"/>
                  <a:pt x="6571365" y="2142346"/>
                  <a:pt x="6565942" y="2144213"/>
                </a:cubicBezTo>
                <a:cubicBezTo>
                  <a:pt x="6560537" y="2146062"/>
                  <a:pt x="6557640" y="2151964"/>
                  <a:pt x="6559506" y="2157387"/>
                </a:cubicBezTo>
                <a:cubicBezTo>
                  <a:pt x="6560964" y="2161689"/>
                  <a:pt x="6565000" y="2164392"/>
                  <a:pt x="6569302" y="2164392"/>
                </a:cubicBezTo>
                <a:cubicBezTo>
                  <a:pt x="6570423" y="2164392"/>
                  <a:pt x="6571561" y="2164213"/>
                  <a:pt x="6572664" y="2163823"/>
                </a:cubicBezTo>
                <a:close/>
                <a:moveTo>
                  <a:pt x="6395122" y="2229267"/>
                </a:moveTo>
                <a:cubicBezTo>
                  <a:pt x="6400474" y="2227186"/>
                  <a:pt x="6403106" y="2221177"/>
                  <a:pt x="6401026" y="2215844"/>
                </a:cubicBezTo>
                <a:cubicBezTo>
                  <a:pt x="6398945" y="2210493"/>
                  <a:pt x="6392918" y="2207861"/>
                  <a:pt x="6387584" y="2209941"/>
                </a:cubicBezTo>
                <a:cubicBezTo>
                  <a:pt x="6382251" y="2212039"/>
                  <a:pt x="6379619" y="2218048"/>
                  <a:pt x="6381700" y="2223381"/>
                </a:cubicBezTo>
                <a:cubicBezTo>
                  <a:pt x="6383299" y="2227471"/>
                  <a:pt x="6387211" y="2229978"/>
                  <a:pt x="6391372" y="2229978"/>
                </a:cubicBezTo>
                <a:cubicBezTo>
                  <a:pt x="6392617" y="2229978"/>
                  <a:pt x="6393896" y="2229747"/>
                  <a:pt x="6395122" y="2229267"/>
                </a:cubicBezTo>
                <a:close/>
                <a:moveTo>
                  <a:pt x="6307136" y="2264273"/>
                </a:moveTo>
                <a:cubicBezTo>
                  <a:pt x="6312450" y="2262122"/>
                  <a:pt x="6315010" y="2256077"/>
                  <a:pt x="6312859" y="2250780"/>
                </a:cubicBezTo>
                <a:cubicBezTo>
                  <a:pt x="6310726" y="2245463"/>
                  <a:pt x="6304681" y="2242903"/>
                  <a:pt x="6299366" y="2245055"/>
                </a:cubicBezTo>
                <a:cubicBezTo>
                  <a:pt x="6294049" y="2247206"/>
                  <a:pt x="6291489" y="2253251"/>
                  <a:pt x="6293640" y="2258549"/>
                </a:cubicBezTo>
                <a:cubicBezTo>
                  <a:pt x="6295277" y="2262585"/>
                  <a:pt x="6299152" y="2265038"/>
                  <a:pt x="6303260" y="2265037"/>
                </a:cubicBezTo>
                <a:cubicBezTo>
                  <a:pt x="6304556" y="2265038"/>
                  <a:pt x="6305854" y="2264789"/>
                  <a:pt x="6307136" y="2264273"/>
                </a:cubicBezTo>
                <a:close/>
                <a:moveTo>
                  <a:pt x="6662516" y="2134523"/>
                </a:moveTo>
                <a:cubicBezTo>
                  <a:pt x="6667993" y="2132834"/>
                  <a:pt x="6671068" y="2127021"/>
                  <a:pt x="6669380" y="2121563"/>
                </a:cubicBezTo>
                <a:cubicBezTo>
                  <a:pt x="6667691" y="2116086"/>
                  <a:pt x="6661877" y="2113010"/>
                  <a:pt x="6656401" y="2114700"/>
                </a:cubicBezTo>
                <a:cubicBezTo>
                  <a:pt x="6650943" y="2116388"/>
                  <a:pt x="6647867" y="2122202"/>
                  <a:pt x="6649557" y="2127678"/>
                </a:cubicBezTo>
                <a:lnTo>
                  <a:pt x="6649539" y="2127678"/>
                </a:lnTo>
                <a:cubicBezTo>
                  <a:pt x="6650907" y="2132123"/>
                  <a:pt x="6655015" y="2134985"/>
                  <a:pt x="6659441" y="2134985"/>
                </a:cubicBezTo>
                <a:cubicBezTo>
                  <a:pt x="6660455" y="2134985"/>
                  <a:pt x="6661487" y="2134844"/>
                  <a:pt x="6662516" y="2134523"/>
                </a:cubicBezTo>
                <a:close/>
                <a:moveTo>
                  <a:pt x="5683966" y="2495043"/>
                </a:moveTo>
                <a:cubicBezTo>
                  <a:pt x="5689478" y="2493444"/>
                  <a:pt x="5692625" y="2487683"/>
                  <a:pt x="5691025" y="2482189"/>
                </a:cubicBezTo>
                <a:cubicBezTo>
                  <a:pt x="5689424" y="2476678"/>
                  <a:pt x="5683664" y="2473531"/>
                  <a:pt x="5678170" y="2475132"/>
                </a:cubicBezTo>
                <a:cubicBezTo>
                  <a:pt x="5672659" y="2476749"/>
                  <a:pt x="5669512" y="2482491"/>
                  <a:pt x="5671112" y="2488002"/>
                </a:cubicBezTo>
                <a:lnTo>
                  <a:pt x="5671094" y="2488003"/>
                </a:lnTo>
                <a:cubicBezTo>
                  <a:pt x="5672428" y="2492519"/>
                  <a:pt x="5676553" y="2495452"/>
                  <a:pt x="5681051" y="2495470"/>
                </a:cubicBezTo>
                <a:cubicBezTo>
                  <a:pt x="5682011" y="2495470"/>
                  <a:pt x="5682989" y="2495328"/>
                  <a:pt x="5683966" y="2495043"/>
                </a:cubicBezTo>
                <a:close/>
                <a:moveTo>
                  <a:pt x="6219342" y="2300044"/>
                </a:moveTo>
                <a:cubicBezTo>
                  <a:pt x="6224641" y="2297893"/>
                  <a:pt x="6227201" y="2291848"/>
                  <a:pt x="6225050" y="2286532"/>
                </a:cubicBezTo>
                <a:cubicBezTo>
                  <a:pt x="6222881" y="2281234"/>
                  <a:pt x="6216835" y="2278674"/>
                  <a:pt x="6211538" y="2280844"/>
                </a:cubicBezTo>
                <a:cubicBezTo>
                  <a:pt x="6206221" y="2282995"/>
                  <a:pt x="6203680" y="2289058"/>
                  <a:pt x="6205831" y="2294356"/>
                </a:cubicBezTo>
                <a:cubicBezTo>
                  <a:pt x="6207466" y="2298373"/>
                  <a:pt x="6211342" y="2300827"/>
                  <a:pt x="6215449" y="2300827"/>
                </a:cubicBezTo>
                <a:cubicBezTo>
                  <a:pt x="6216746" y="2300827"/>
                  <a:pt x="6218063" y="2300578"/>
                  <a:pt x="6219342" y="2300044"/>
                </a:cubicBezTo>
                <a:close/>
                <a:moveTo>
                  <a:pt x="6131319" y="2335550"/>
                </a:moveTo>
                <a:cubicBezTo>
                  <a:pt x="6136636" y="2333433"/>
                  <a:pt x="6139231" y="2327406"/>
                  <a:pt x="6137115" y="2322091"/>
                </a:cubicBezTo>
                <a:cubicBezTo>
                  <a:pt x="6134982" y="2316757"/>
                  <a:pt x="6128955" y="2314179"/>
                  <a:pt x="6123639" y="2316294"/>
                </a:cubicBezTo>
                <a:cubicBezTo>
                  <a:pt x="6118323" y="2318410"/>
                  <a:pt x="6115728" y="2324455"/>
                  <a:pt x="6117843" y="2329771"/>
                </a:cubicBezTo>
                <a:cubicBezTo>
                  <a:pt x="6119461" y="2333843"/>
                  <a:pt x="6123355" y="2336296"/>
                  <a:pt x="6127478" y="2336296"/>
                </a:cubicBezTo>
                <a:cubicBezTo>
                  <a:pt x="6128760" y="2336296"/>
                  <a:pt x="6130057" y="2336064"/>
                  <a:pt x="6131319" y="2335550"/>
                </a:cubicBezTo>
                <a:close/>
                <a:moveTo>
                  <a:pt x="5774835" y="2466900"/>
                </a:moveTo>
                <a:cubicBezTo>
                  <a:pt x="5780293" y="2465104"/>
                  <a:pt x="5783261" y="2459255"/>
                  <a:pt x="5781484" y="2453814"/>
                </a:cubicBezTo>
                <a:cubicBezTo>
                  <a:pt x="5779706" y="2448374"/>
                  <a:pt x="5773856" y="2445387"/>
                  <a:pt x="5768416" y="2447164"/>
                </a:cubicBezTo>
                <a:cubicBezTo>
                  <a:pt x="5762959" y="2448942"/>
                  <a:pt x="5759990" y="2454810"/>
                  <a:pt x="5761767" y="2460250"/>
                </a:cubicBezTo>
                <a:cubicBezTo>
                  <a:pt x="5763189" y="2464624"/>
                  <a:pt x="5767261" y="2467397"/>
                  <a:pt x="5771616" y="2467398"/>
                </a:cubicBezTo>
                <a:cubicBezTo>
                  <a:pt x="5772683" y="2467397"/>
                  <a:pt x="5773768" y="2467237"/>
                  <a:pt x="5774835" y="2466900"/>
                </a:cubicBezTo>
                <a:close/>
                <a:moveTo>
                  <a:pt x="6753260" y="2108318"/>
                </a:moveTo>
                <a:cubicBezTo>
                  <a:pt x="6758790" y="2106842"/>
                  <a:pt x="6762079" y="2101152"/>
                  <a:pt x="6760585" y="2095623"/>
                </a:cubicBezTo>
                <a:cubicBezTo>
                  <a:pt x="6759110" y="2090094"/>
                  <a:pt x="6753421" y="2086804"/>
                  <a:pt x="6747891" y="2088280"/>
                </a:cubicBezTo>
                <a:cubicBezTo>
                  <a:pt x="6742363" y="2089774"/>
                  <a:pt x="6739073" y="2095463"/>
                  <a:pt x="6740549" y="2100992"/>
                </a:cubicBezTo>
                <a:cubicBezTo>
                  <a:pt x="6741794" y="2105615"/>
                  <a:pt x="6745990" y="2108672"/>
                  <a:pt x="6750558" y="2108672"/>
                </a:cubicBezTo>
                <a:cubicBezTo>
                  <a:pt x="6751446" y="2108672"/>
                  <a:pt x="6752354" y="2108566"/>
                  <a:pt x="6753260" y="2108318"/>
                </a:cubicBezTo>
                <a:close/>
                <a:moveTo>
                  <a:pt x="6042975" y="2370342"/>
                </a:moveTo>
                <a:cubicBezTo>
                  <a:pt x="6048327" y="2368262"/>
                  <a:pt x="6050976" y="2362253"/>
                  <a:pt x="6048896" y="2356920"/>
                </a:cubicBezTo>
                <a:cubicBezTo>
                  <a:pt x="6046834" y="2351568"/>
                  <a:pt x="6040825" y="2348919"/>
                  <a:pt x="6035492" y="2350999"/>
                </a:cubicBezTo>
                <a:cubicBezTo>
                  <a:pt x="6030140" y="2353061"/>
                  <a:pt x="6027491" y="2359071"/>
                  <a:pt x="6029553" y="2364404"/>
                </a:cubicBezTo>
                <a:cubicBezTo>
                  <a:pt x="6031153" y="2368529"/>
                  <a:pt x="6035082" y="2371036"/>
                  <a:pt x="6039243" y="2371035"/>
                </a:cubicBezTo>
                <a:cubicBezTo>
                  <a:pt x="6040487" y="2371036"/>
                  <a:pt x="6041750" y="2370804"/>
                  <a:pt x="6042975" y="2370342"/>
                </a:cubicBezTo>
                <a:close/>
                <a:moveTo>
                  <a:pt x="4873000" y="2799809"/>
                </a:moveTo>
                <a:cubicBezTo>
                  <a:pt x="4876679" y="2799809"/>
                  <a:pt x="4880076" y="2797391"/>
                  <a:pt x="4881143" y="2793675"/>
                </a:cubicBezTo>
                <a:cubicBezTo>
                  <a:pt x="4882441" y="2789177"/>
                  <a:pt x="4879846" y="2784484"/>
                  <a:pt x="4875347" y="2783186"/>
                </a:cubicBezTo>
                <a:cubicBezTo>
                  <a:pt x="4870850" y="2781888"/>
                  <a:pt x="4866155" y="2784484"/>
                  <a:pt x="4864858" y="2788981"/>
                </a:cubicBezTo>
                <a:cubicBezTo>
                  <a:pt x="4863560" y="2793480"/>
                  <a:pt x="4866155" y="2798174"/>
                  <a:pt x="4870655" y="2799471"/>
                </a:cubicBezTo>
                <a:cubicBezTo>
                  <a:pt x="4871436" y="2799702"/>
                  <a:pt x="4872217" y="2799809"/>
                  <a:pt x="4873000" y="2799809"/>
                </a:cubicBezTo>
                <a:close/>
                <a:moveTo>
                  <a:pt x="5864849" y="2436356"/>
                </a:moveTo>
                <a:cubicBezTo>
                  <a:pt x="5870254" y="2434471"/>
                  <a:pt x="5873098" y="2428550"/>
                  <a:pt x="5871196" y="2423146"/>
                </a:cubicBezTo>
                <a:cubicBezTo>
                  <a:pt x="5869294" y="2417741"/>
                  <a:pt x="5863391" y="2414896"/>
                  <a:pt x="5857969" y="2416798"/>
                </a:cubicBezTo>
                <a:cubicBezTo>
                  <a:pt x="5852582" y="2418683"/>
                  <a:pt x="5849737" y="2424621"/>
                  <a:pt x="5851621" y="2430008"/>
                </a:cubicBezTo>
                <a:cubicBezTo>
                  <a:pt x="5853132" y="2434276"/>
                  <a:pt x="5857133" y="2436960"/>
                  <a:pt x="5861417" y="2436959"/>
                </a:cubicBezTo>
                <a:cubicBezTo>
                  <a:pt x="5862556" y="2436959"/>
                  <a:pt x="5863711" y="2436764"/>
                  <a:pt x="5864849" y="2436356"/>
                </a:cubicBezTo>
                <a:close/>
                <a:moveTo>
                  <a:pt x="5954189" y="2404051"/>
                </a:moveTo>
                <a:cubicBezTo>
                  <a:pt x="5959557" y="2402060"/>
                  <a:pt x="5962295" y="2396087"/>
                  <a:pt x="5960305" y="2390717"/>
                </a:cubicBezTo>
                <a:cubicBezTo>
                  <a:pt x="5958313" y="2385347"/>
                  <a:pt x="5952339" y="2382610"/>
                  <a:pt x="5946971" y="2384601"/>
                </a:cubicBezTo>
                <a:cubicBezTo>
                  <a:pt x="5941602" y="2386611"/>
                  <a:pt x="5938863" y="2392566"/>
                  <a:pt x="5940854" y="2397935"/>
                </a:cubicBezTo>
                <a:cubicBezTo>
                  <a:pt x="5942419" y="2402114"/>
                  <a:pt x="5946366" y="2404691"/>
                  <a:pt x="5950579" y="2404691"/>
                </a:cubicBezTo>
                <a:cubicBezTo>
                  <a:pt x="5951788" y="2404692"/>
                  <a:pt x="5952997" y="2404496"/>
                  <a:pt x="5954189" y="2404051"/>
                </a:cubicBezTo>
                <a:close/>
                <a:moveTo>
                  <a:pt x="4707940" y="2863173"/>
                </a:moveTo>
                <a:cubicBezTo>
                  <a:pt x="4710626" y="2863173"/>
                  <a:pt x="4713240" y="2861716"/>
                  <a:pt x="4714589" y="2859174"/>
                </a:cubicBezTo>
                <a:cubicBezTo>
                  <a:pt x="4716546" y="2855511"/>
                  <a:pt x="4715142" y="2850960"/>
                  <a:pt x="4711478" y="2849005"/>
                </a:cubicBezTo>
                <a:cubicBezTo>
                  <a:pt x="4707800" y="2847048"/>
                  <a:pt x="4703249" y="2848435"/>
                  <a:pt x="4701292" y="2852115"/>
                </a:cubicBezTo>
                <a:cubicBezTo>
                  <a:pt x="4699355" y="2855778"/>
                  <a:pt x="4700740" y="2860347"/>
                  <a:pt x="4704421" y="2862284"/>
                </a:cubicBezTo>
                <a:cubicBezTo>
                  <a:pt x="4705541" y="2862889"/>
                  <a:pt x="4706750" y="2863173"/>
                  <a:pt x="4707940" y="2863173"/>
                </a:cubicBezTo>
                <a:close/>
                <a:moveTo>
                  <a:pt x="8690131" y="1402832"/>
                </a:moveTo>
                <a:cubicBezTo>
                  <a:pt x="8697811" y="1402832"/>
                  <a:pt x="8704922" y="1397854"/>
                  <a:pt x="8707287" y="1390120"/>
                </a:cubicBezTo>
                <a:cubicBezTo>
                  <a:pt x="8710184" y="1380626"/>
                  <a:pt x="8704851" y="1370599"/>
                  <a:pt x="8695375" y="1367701"/>
                </a:cubicBezTo>
                <a:cubicBezTo>
                  <a:pt x="8685881" y="1364785"/>
                  <a:pt x="8675853" y="1370137"/>
                  <a:pt x="8672956" y="1379613"/>
                </a:cubicBezTo>
                <a:cubicBezTo>
                  <a:pt x="8670040" y="1389089"/>
                  <a:pt x="8675391" y="1399134"/>
                  <a:pt x="8684867" y="1402032"/>
                </a:cubicBezTo>
                <a:cubicBezTo>
                  <a:pt x="8686609" y="1402566"/>
                  <a:pt x="8688387" y="1402832"/>
                  <a:pt x="8690131" y="1402832"/>
                </a:cubicBezTo>
                <a:close/>
                <a:moveTo>
                  <a:pt x="5138671" y="2708603"/>
                </a:moveTo>
                <a:cubicBezTo>
                  <a:pt x="5143827" y="2708603"/>
                  <a:pt x="5148040" y="2704461"/>
                  <a:pt x="5148094" y="2699287"/>
                </a:cubicBezTo>
                <a:cubicBezTo>
                  <a:pt x="5148165" y="2694078"/>
                  <a:pt x="5143988" y="2689811"/>
                  <a:pt x="5138796" y="2689758"/>
                </a:cubicBezTo>
                <a:cubicBezTo>
                  <a:pt x="5133586" y="2689686"/>
                  <a:pt x="5129319" y="2693865"/>
                  <a:pt x="5129249" y="2699074"/>
                </a:cubicBezTo>
                <a:cubicBezTo>
                  <a:pt x="5129196" y="2704265"/>
                  <a:pt x="5133355" y="2708533"/>
                  <a:pt x="5138565" y="2708603"/>
                </a:cubicBezTo>
                <a:close/>
                <a:moveTo>
                  <a:pt x="8152905" y="1603218"/>
                </a:moveTo>
                <a:cubicBezTo>
                  <a:pt x="8159146" y="1603218"/>
                  <a:pt x="8164977" y="1599342"/>
                  <a:pt x="8167164" y="1593137"/>
                </a:cubicBezTo>
                <a:cubicBezTo>
                  <a:pt x="8169937" y="1585262"/>
                  <a:pt x="8165813" y="1576638"/>
                  <a:pt x="8157955" y="1573847"/>
                </a:cubicBezTo>
                <a:cubicBezTo>
                  <a:pt x="8150078" y="1571074"/>
                  <a:pt x="8141438" y="1575198"/>
                  <a:pt x="8138665" y="1583074"/>
                </a:cubicBezTo>
                <a:cubicBezTo>
                  <a:pt x="8135873" y="1590950"/>
                  <a:pt x="8140016" y="1599573"/>
                  <a:pt x="8147874" y="1602365"/>
                </a:cubicBezTo>
                <a:cubicBezTo>
                  <a:pt x="8149546" y="1602952"/>
                  <a:pt x="8151234" y="1603218"/>
                  <a:pt x="8152905" y="1603218"/>
                </a:cubicBezTo>
                <a:close/>
                <a:moveTo>
                  <a:pt x="4067296" y="3102086"/>
                </a:moveTo>
                <a:cubicBezTo>
                  <a:pt x="4067864" y="3102087"/>
                  <a:pt x="4068415" y="3101820"/>
                  <a:pt x="4068769" y="3101322"/>
                </a:cubicBezTo>
                <a:cubicBezTo>
                  <a:pt x="4069376" y="3100504"/>
                  <a:pt x="4069197" y="3099366"/>
                  <a:pt x="4068379" y="3098762"/>
                </a:cubicBezTo>
                <a:cubicBezTo>
                  <a:pt x="4067562" y="3098157"/>
                  <a:pt x="4066424" y="3098335"/>
                  <a:pt x="4065819" y="3099153"/>
                </a:cubicBezTo>
                <a:cubicBezTo>
                  <a:pt x="4065214" y="3099971"/>
                  <a:pt x="4065393" y="3101126"/>
                  <a:pt x="4066209" y="3101713"/>
                </a:cubicBezTo>
                <a:cubicBezTo>
                  <a:pt x="4066531" y="3101962"/>
                  <a:pt x="4066923" y="3102086"/>
                  <a:pt x="4067296" y="3102086"/>
                </a:cubicBezTo>
                <a:close/>
                <a:moveTo>
                  <a:pt x="6844911" y="2085915"/>
                </a:moveTo>
                <a:cubicBezTo>
                  <a:pt x="6850511" y="2084688"/>
                  <a:pt x="6854049" y="2079159"/>
                  <a:pt x="6852822" y="2073559"/>
                </a:cubicBezTo>
                <a:cubicBezTo>
                  <a:pt x="6851579" y="2067959"/>
                  <a:pt x="6846049" y="2064421"/>
                  <a:pt x="6840448" y="2065647"/>
                </a:cubicBezTo>
                <a:cubicBezTo>
                  <a:pt x="6834866" y="2066874"/>
                  <a:pt x="6831328" y="2072421"/>
                  <a:pt x="6832555" y="2078022"/>
                </a:cubicBezTo>
                <a:cubicBezTo>
                  <a:pt x="6833622" y="2082857"/>
                  <a:pt x="6837906" y="2086165"/>
                  <a:pt x="6842671" y="2086165"/>
                </a:cubicBezTo>
                <a:cubicBezTo>
                  <a:pt x="6843417" y="2086165"/>
                  <a:pt x="6844165" y="2086075"/>
                  <a:pt x="6844911" y="2085915"/>
                </a:cubicBezTo>
                <a:close/>
                <a:moveTo>
                  <a:pt x="7304318" y="1918882"/>
                </a:moveTo>
                <a:cubicBezTo>
                  <a:pt x="7310327" y="1918882"/>
                  <a:pt x="7315341" y="1914153"/>
                  <a:pt x="7315625" y="1908090"/>
                </a:cubicBezTo>
                <a:cubicBezTo>
                  <a:pt x="7315927" y="1901850"/>
                  <a:pt x="7311091" y="1896552"/>
                  <a:pt x="7304851" y="1896250"/>
                </a:cubicBezTo>
                <a:cubicBezTo>
                  <a:pt x="7298611" y="1895966"/>
                  <a:pt x="7293313" y="1900801"/>
                  <a:pt x="7293011" y="1907042"/>
                </a:cubicBezTo>
                <a:cubicBezTo>
                  <a:pt x="7292726" y="1913282"/>
                  <a:pt x="7297544" y="1918580"/>
                  <a:pt x="7303784" y="1918882"/>
                </a:cubicBezTo>
                <a:close/>
                <a:moveTo>
                  <a:pt x="7574433" y="1822859"/>
                </a:moveTo>
                <a:cubicBezTo>
                  <a:pt x="7580211" y="1822858"/>
                  <a:pt x="7585366" y="1818734"/>
                  <a:pt x="7586469" y="1812849"/>
                </a:cubicBezTo>
                <a:cubicBezTo>
                  <a:pt x="7587731" y="1806182"/>
                  <a:pt x="7583339" y="1799781"/>
                  <a:pt x="7576673" y="1798519"/>
                </a:cubicBezTo>
                <a:cubicBezTo>
                  <a:pt x="7570024" y="1797275"/>
                  <a:pt x="7563623" y="1801666"/>
                  <a:pt x="7562361" y="1808333"/>
                </a:cubicBezTo>
                <a:cubicBezTo>
                  <a:pt x="7561116" y="1814983"/>
                  <a:pt x="7565508" y="1821401"/>
                  <a:pt x="7572156" y="1822645"/>
                </a:cubicBezTo>
                <a:cubicBezTo>
                  <a:pt x="7572921" y="1822788"/>
                  <a:pt x="7573686" y="1822858"/>
                  <a:pt x="7574433" y="1822859"/>
                </a:cubicBezTo>
                <a:close/>
                <a:moveTo>
                  <a:pt x="4274954" y="3043398"/>
                </a:moveTo>
                <a:cubicBezTo>
                  <a:pt x="4275966" y="3043398"/>
                  <a:pt x="4276981" y="3042989"/>
                  <a:pt x="4277708" y="3042190"/>
                </a:cubicBezTo>
                <a:cubicBezTo>
                  <a:pt x="4279114" y="3040679"/>
                  <a:pt x="4279006" y="3038314"/>
                  <a:pt x="4277496" y="3036909"/>
                </a:cubicBezTo>
                <a:cubicBezTo>
                  <a:pt x="4275984" y="3035522"/>
                  <a:pt x="4273620" y="3035611"/>
                  <a:pt x="4272216" y="3037123"/>
                </a:cubicBezTo>
                <a:cubicBezTo>
                  <a:pt x="4270810" y="3038651"/>
                  <a:pt x="4270917" y="3041017"/>
                  <a:pt x="4272429" y="3042403"/>
                </a:cubicBezTo>
                <a:cubicBezTo>
                  <a:pt x="4273157" y="3043061"/>
                  <a:pt x="4274064" y="3043398"/>
                  <a:pt x="4274954" y="3043398"/>
                </a:cubicBezTo>
                <a:close/>
                <a:moveTo>
                  <a:pt x="7997268" y="1678867"/>
                </a:moveTo>
                <a:cubicBezTo>
                  <a:pt x="8003224" y="1678867"/>
                  <a:pt x="8008754" y="1675098"/>
                  <a:pt x="8010728" y="1669142"/>
                </a:cubicBezTo>
                <a:cubicBezTo>
                  <a:pt x="8013181" y="1661728"/>
                  <a:pt x="8009163" y="1653710"/>
                  <a:pt x="8001731" y="1651257"/>
                </a:cubicBezTo>
                <a:cubicBezTo>
                  <a:pt x="7994318" y="1648786"/>
                  <a:pt x="7986299" y="1652803"/>
                  <a:pt x="7983828" y="1660235"/>
                </a:cubicBezTo>
                <a:cubicBezTo>
                  <a:pt x="7981374" y="1667667"/>
                  <a:pt x="7985393" y="1675667"/>
                  <a:pt x="7992823" y="1678138"/>
                </a:cubicBezTo>
                <a:cubicBezTo>
                  <a:pt x="7994299" y="1678636"/>
                  <a:pt x="7995793" y="1678867"/>
                  <a:pt x="7997268" y="1678867"/>
                </a:cubicBezTo>
                <a:close/>
                <a:moveTo>
                  <a:pt x="6937468" y="2068048"/>
                </a:moveTo>
                <a:cubicBezTo>
                  <a:pt x="6943122" y="2067123"/>
                  <a:pt x="6946944" y="2061790"/>
                  <a:pt x="6946020" y="2056136"/>
                </a:cubicBezTo>
                <a:cubicBezTo>
                  <a:pt x="6945077" y="2050482"/>
                  <a:pt x="6939744" y="2046660"/>
                  <a:pt x="6934089" y="2047585"/>
                </a:cubicBezTo>
                <a:cubicBezTo>
                  <a:pt x="6928437" y="2048526"/>
                  <a:pt x="6924615" y="2053860"/>
                  <a:pt x="6925557" y="2059514"/>
                </a:cubicBezTo>
                <a:cubicBezTo>
                  <a:pt x="6926393" y="2064581"/>
                  <a:pt x="6930783" y="2068190"/>
                  <a:pt x="6935762" y="2068190"/>
                </a:cubicBezTo>
                <a:cubicBezTo>
                  <a:pt x="6936331" y="2068190"/>
                  <a:pt x="6936900" y="2068155"/>
                  <a:pt x="6937468" y="2068048"/>
                </a:cubicBezTo>
                <a:close/>
                <a:moveTo>
                  <a:pt x="4482682" y="2972638"/>
                </a:moveTo>
                <a:cubicBezTo>
                  <a:pt x="4484283" y="2972638"/>
                  <a:pt x="4485883" y="2971963"/>
                  <a:pt x="4487002" y="2970629"/>
                </a:cubicBezTo>
                <a:cubicBezTo>
                  <a:pt x="4488994" y="2968265"/>
                  <a:pt x="4488691" y="2964709"/>
                  <a:pt x="4486309" y="2962700"/>
                </a:cubicBezTo>
                <a:cubicBezTo>
                  <a:pt x="4483928" y="2960708"/>
                  <a:pt x="4480389" y="2961010"/>
                  <a:pt x="4478380" y="2963393"/>
                </a:cubicBezTo>
                <a:cubicBezTo>
                  <a:pt x="4476389" y="2965776"/>
                  <a:pt x="4476691" y="2969314"/>
                  <a:pt x="4479074" y="2971323"/>
                </a:cubicBezTo>
                <a:cubicBezTo>
                  <a:pt x="4480122" y="2972212"/>
                  <a:pt x="4481404" y="2972638"/>
                  <a:pt x="4482682" y="2972638"/>
                </a:cubicBezTo>
                <a:close/>
                <a:moveTo>
                  <a:pt x="8545197" y="1483637"/>
                </a:moveTo>
                <a:cubicBezTo>
                  <a:pt x="8552326" y="1483637"/>
                  <a:pt x="8558976" y="1479121"/>
                  <a:pt x="8561340" y="1471974"/>
                </a:cubicBezTo>
                <a:cubicBezTo>
                  <a:pt x="8564291" y="1463067"/>
                  <a:pt x="8559473" y="1453431"/>
                  <a:pt x="8550548" y="1450479"/>
                </a:cubicBezTo>
                <a:cubicBezTo>
                  <a:pt x="8541641" y="1447510"/>
                  <a:pt x="8532004" y="1452347"/>
                  <a:pt x="8529054" y="1461254"/>
                </a:cubicBezTo>
                <a:cubicBezTo>
                  <a:pt x="8526102" y="1470179"/>
                  <a:pt x="8530919" y="1479797"/>
                  <a:pt x="8539828" y="1482766"/>
                </a:cubicBezTo>
                <a:cubicBezTo>
                  <a:pt x="8541605" y="1483353"/>
                  <a:pt x="8543419" y="1483637"/>
                  <a:pt x="8545197" y="1483637"/>
                </a:cubicBezTo>
                <a:close/>
                <a:moveTo>
                  <a:pt x="3995468" y="3158161"/>
                </a:moveTo>
                <a:cubicBezTo>
                  <a:pt x="3995753" y="3158161"/>
                  <a:pt x="3996036" y="3158019"/>
                  <a:pt x="3996215" y="3157770"/>
                </a:cubicBezTo>
                <a:cubicBezTo>
                  <a:pt x="3996481" y="3157361"/>
                  <a:pt x="3996374" y="3156809"/>
                  <a:pt x="3995984" y="3156543"/>
                </a:cubicBezTo>
                <a:lnTo>
                  <a:pt x="3995965" y="3156543"/>
                </a:lnTo>
                <a:cubicBezTo>
                  <a:pt x="3995575" y="3156259"/>
                  <a:pt x="3995023" y="3156365"/>
                  <a:pt x="3994738" y="3156774"/>
                </a:cubicBezTo>
                <a:cubicBezTo>
                  <a:pt x="3994454" y="3157165"/>
                  <a:pt x="3994563" y="3157734"/>
                  <a:pt x="3994969" y="3158001"/>
                </a:cubicBezTo>
                <a:cubicBezTo>
                  <a:pt x="3995130" y="3158107"/>
                  <a:pt x="3995290" y="3158161"/>
                  <a:pt x="3995468" y="3158161"/>
                </a:cubicBezTo>
                <a:close/>
                <a:moveTo>
                  <a:pt x="5233380" y="2706275"/>
                </a:moveTo>
                <a:cubicBezTo>
                  <a:pt x="5238572" y="2705955"/>
                  <a:pt x="5242537" y="2701492"/>
                  <a:pt x="5242234" y="2696300"/>
                </a:cubicBezTo>
                <a:cubicBezTo>
                  <a:pt x="5241912" y="2691109"/>
                  <a:pt x="5237452" y="2687144"/>
                  <a:pt x="5232262" y="2687464"/>
                </a:cubicBezTo>
                <a:cubicBezTo>
                  <a:pt x="5227067" y="2687767"/>
                  <a:pt x="5223104" y="2692211"/>
                  <a:pt x="5223424" y="2697420"/>
                </a:cubicBezTo>
                <a:cubicBezTo>
                  <a:pt x="5223708" y="2702417"/>
                  <a:pt x="5227870" y="2706275"/>
                  <a:pt x="5232810" y="2706275"/>
                </a:cubicBezTo>
                <a:close/>
                <a:moveTo>
                  <a:pt x="7835960" y="1757539"/>
                </a:moveTo>
                <a:cubicBezTo>
                  <a:pt x="7841703" y="1757540"/>
                  <a:pt x="7846984" y="1753752"/>
                  <a:pt x="7848655" y="1747974"/>
                </a:cubicBezTo>
                <a:cubicBezTo>
                  <a:pt x="7850682" y="1740951"/>
                  <a:pt x="7846627" y="1733626"/>
                  <a:pt x="7839606" y="1731618"/>
                </a:cubicBezTo>
                <a:cubicBezTo>
                  <a:pt x="7832600" y="1729591"/>
                  <a:pt x="7825275" y="1733644"/>
                  <a:pt x="7823267" y="1740667"/>
                </a:cubicBezTo>
                <a:cubicBezTo>
                  <a:pt x="7821240" y="1747672"/>
                  <a:pt x="7825293" y="1754979"/>
                  <a:pt x="7832299" y="1757006"/>
                </a:cubicBezTo>
                <a:cubicBezTo>
                  <a:pt x="7833525" y="1757361"/>
                  <a:pt x="7834752" y="1757539"/>
                  <a:pt x="7835960" y="1757539"/>
                </a:cubicBezTo>
                <a:close/>
                <a:moveTo>
                  <a:pt x="7030844" y="2055158"/>
                </a:moveTo>
                <a:cubicBezTo>
                  <a:pt x="7036532" y="2054535"/>
                  <a:pt x="7040639" y="2049398"/>
                  <a:pt x="7040016" y="2043709"/>
                </a:cubicBezTo>
                <a:cubicBezTo>
                  <a:pt x="7039377" y="2038019"/>
                  <a:pt x="7034257" y="2033913"/>
                  <a:pt x="7028550" y="2034552"/>
                </a:cubicBezTo>
                <a:cubicBezTo>
                  <a:pt x="7022860" y="2035175"/>
                  <a:pt x="7018753" y="2040295"/>
                  <a:pt x="7019393" y="2046002"/>
                </a:cubicBezTo>
                <a:cubicBezTo>
                  <a:pt x="7019980" y="2051300"/>
                  <a:pt x="7024479" y="2055229"/>
                  <a:pt x="7029687" y="2055229"/>
                </a:cubicBezTo>
                <a:cubicBezTo>
                  <a:pt x="7030060" y="2055229"/>
                  <a:pt x="7030451" y="2055212"/>
                  <a:pt x="7030844" y="2055158"/>
                </a:cubicBezTo>
                <a:close/>
                <a:moveTo>
                  <a:pt x="7399471" y="1925816"/>
                </a:moveTo>
                <a:cubicBezTo>
                  <a:pt x="7405231" y="1925816"/>
                  <a:pt x="7410155" y="1921442"/>
                  <a:pt x="7410725" y="1915611"/>
                </a:cubicBezTo>
                <a:cubicBezTo>
                  <a:pt x="7411347" y="1909388"/>
                  <a:pt x="7406796" y="1903841"/>
                  <a:pt x="7400573" y="1903220"/>
                </a:cubicBezTo>
                <a:cubicBezTo>
                  <a:pt x="7394351" y="1902615"/>
                  <a:pt x="7388821" y="1907166"/>
                  <a:pt x="7388199" y="1913389"/>
                </a:cubicBezTo>
                <a:cubicBezTo>
                  <a:pt x="7387594" y="1919612"/>
                  <a:pt x="7392128" y="1925141"/>
                  <a:pt x="7398350" y="1925763"/>
                </a:cubicBezTo>
                <a:cubicBezTo>
                  <a:pt x="7398724" y="1925798"/>
                  <a:pt x="7399098" y="1925816"/>
                  <a:pt x="7399471" y="1925816"/>
                </a:cubicBezTo>
                <a:close/>
                <a:moveTo>
                  <a:pt x="8396955" y="1560993"/>
                </a:moveTo>
                <a:cubicBezTo>
                  <a:pt x="8403587" y="1560993"/>
                  <a:pt x="8409792" y="1556851"/>
                  <a:pt x="8412122" y="1550237"/>
                </a:cubicBezTo>
                <a:cubicBezTo>
                  <a:pt x="8415036" y="1541863"/>
                  <a:pt x="8410627" y="1532689"/>
                  <a:pt x="8402254" y="1529773"/>
                </a:cubicBezTo>
                <a:cubicBezTo>
                  <a:pt x="8393880" y="1526839"/>
                  <a:pt x="8384724" y="1531267"/>
                  <a:pt x="8381790" y="1539641"/>
                </a:cubicBezTo>
                <a:cubicBezTo>
                  <a:pt x="8378857" y="1548014"/>
                  <a:pt x="8383266" y="1557171"/>
                  <a:pt x="8391657" y="1560086"/>
                </a:cubicBezTo>
                <a:cubicBezTo>
                  <a:pt x="8393399" y="1560709"/>
                  <a:pt x="8395196" y="1560993"/>
                  <a:pt x="8396955" y="1560993"/>
                </a:cubicBezTo>
                <a:close/>
                <a:moveTo>
                  <a:pt x="4964188" y="2820806"/>
                </a:moveTo>
                <a:cubicBezTo>
                  <a:pt x="4968243" y="2820806"/>
                  <a:pt x="4971816" y="2817908"/>
                  <a:pt x="4972526" y="2813801"/>
                </a:cubicBezTo>
                <a:cubicBezTo>
                  <a:pt x="4973344" y="2809196"/>
                  <a:pt x="4970268" y="2804805"/>
                  <a:pt x="4965664" y="2803987"/>
                </a:cubicBezTo>
                <a:cubicBezTo>
                  <a:pt x="4961042" y="2803169"/>
                  <a:pt x="4956650" y="2806245"/>
                  <a:pt x="4955850" y="2810868"/>
                </a:cubicBezTo>
                <a:cubicBezTo>
                  <a:pt x="4955032" y="2815473"/>
                  <a:pt x="4958108" y="2819863"/>
                  <a:pt x="4962713" y="2820681"/>
                </a:cubicBezTo>
                <a:cubicBezTo>
                  <a:pt x="4963212" y="2820770"/>
                  <a:pt x="4963709" y="2820806"/>
                  <a:pt x="4964188" y="2820806"/>
                </a:cubicBezTo>
                <a:close/>
                <a:moveTo>
                  <a:pt x="4205917" y="3102726"/>
                </a:moveTo>
                <a:cubicBezTo>
                  <a:pt x="4206664" y="3102726"/>
                  <a:pt x="4207393" y="3102424"/>
                  <a:pt x="4207943" y="3101837"/>
                </a:cubicBezTo>
                <a:cubicBezTo>
                  <a:pt x="4208992" y="3100699"/>
                  <a:pt x="4208940" y="3098939"/>
                  <a:pt x="4207802" y="3097908"/>
                </a:cubicBezTo>
                <a:cubicBezTo>
                  <a:pt x="4206681" y="3096842"/>
                  <a:pt x="4204921" y="3096913"/>
                  <a:pt x="4203873" y="3098032"/>
                </a:cubicBezTo>
                <a:cubicBezTo>
                  <a:pt x="4202823" y="3099171"/>
                  <a:pt x="4202878" y="3100930"/>
                  <a:pt x="4204014" y="3101979"/>
                </a:cubicBezTo>
                <a:cubicBezTo>
                  <a:pt x="4204549" y="3102477"/>
                  <a:pt x="4205224" y="3102726"/>
                  <a:pt x="4205917" y="3102726"/>
                </a:cubicBezTo>
                <a:close/>
                <a:moveTo>
                  <a:pt x="4630728" y="2950431"/>
                </a:moveTo>
                <a:cubicBezTo>
                  <a:pt x="4632861" y="2950431"/>
                  <a:pt x="4634978" y="2949383"/>
                  <a:pt x="4636239" y="2947462"/>
                </a:cubicBezTo>
                <a:cubicBezTo>
                  <a:pt x="4638213" y="2944422"/>
                  <a:pt x="4637359" y="2940333"/>
                  <a:pt x="4634319" y="2938343"/>
                </a:cubicBezTo>
                <a:cubicBezTo>
                  <a:pt x="4631280" y="2936369"/>
                  <a:pt x="4627209" y="2937204"/>
                  <a:pt x="4625216" y="2940244"/>
                </a:cubicBezTo>
                <a:cubicBezTo>
                  <a:pt x="4623224" y="2943284"/>
                  <a:pt x="4624080" y="2947374"/>
                  <a:pt x="4627119" y="2949365"/>
                </a:cubicBezTo>
                <a:cubicBezTo>
                  <a:pt x="4628239" y="2950076"/>
                  <a:pt x="4629482" y="2950432"/>
                  <a:pt x="4630728" y="2950431"/>
                </a:cubicBezTo>
                <a:close/>
                <a:moveTo>
                  <a:pt x="5327768" y="2697741"/>
                </a:moveTo>
                <a:cubicBezTo>
                  <a:pt x="5332923" y="2697101"/>
                  <a:pt x="5336621" y="2692407"/>
                  <a:pt x="5335983" y="2687251"/>
                </a:cubicBezTo>
                <a:cubicBezTo>
                  <a:pt x="5335360" y="2682077"/>
                  <a:pt x="5330665" y="2678397"/>
                  <a:pt x="5325509" y="2679019"/>
                </a:cubicBezTo>
                <a:cubicBezTo>
                  <a:pt x="5320355" y="2679642"/>
                  <a:pt x="5316655" y="2684335"/>
                  <a:pt x="5317279" y="2689509"/>
                </a:cubicBezTo>
                <a:lnTo>
                  <a:pt x="5317297" y="2689509"/>
                </a:lnTo>
                <a:cubicBezTo>
                  <a:pt x="5317865" y="2694292"/>
                  <a:pt x="5321936" y="2697794"/>
                  <a:pt x="5326648" y="2697794"/>
                </a:cubicBezTo>
                <a:cubicBezTo>
                  <a:pt x="5327023" y="2697794"/>
                  <a:pt x="5327394" y="2697776"/>
                  <a:pt x="5327768" y="2697741"/>
                </a:cubicBezTo>
                <a:close/>
                <a:moveTo>
                  <a:pt x="8796486" y="1427109"/>
                </a:moveTo>
                <a:cubicBezTo>
                  <a:pt x="8799550" y="1424811"/>
                  <a:pt x="8801906" y="1421518"/>
                  <a:pt x="8803008" y="1417535"/>
                </a:cubicBezTo>
                <a:cubicBezTo>
                  <a:pt x="8805658" y="1407988"/>
                  <a:pt x="8800056" y="1398085"/>
                  <a:pt x="8790491" y="1395454"/>
                </a:cubicBezTo>
                <a:cubicBezTo>
                  <a:pt x="8780927" y="1392804"/>
                  <a:pt x="8771042" y="1398405"/>
                  <a:pt x="8768392" y="1407952"/>
                </a:cubicBezTo>
                <a:cubicBezTo>
                  <a:pt x="8765744" y="1417517"/>
                  <a:pt x="8771344" y="1427403"/>
                  <a:pt x="8780909" y="1430052"/>
                </a:cubicBezTo>
                <a:cubicBezTo>
                  <a:pt x="8782510" y="1430496"/>
                  <a:pt x="8784127" y="1430709"/>
                  <a:pt x="8785709" y="1430709"/>
                </a:cubicBezTo>
                <a:cubicBezTo>
                  <a:pt x="8789648" y="1430709"/>
                  <a:pt x="8793421" y="1429407"/>
                  <a:pt x="8796486" y="1427109"/>
                </a:cubicBezTo>
                <a:close/>
                <a:moveTo>
                  <a:pt x="7668393" y="1842451"/>
                </a:moveTo>
                <a:cubicBezTo>
                  <a:pt x="7673994" y="1842451"/>
                  <a:pt x="7679043" y="1838593"/>
                  <a:pt x="7680341" y="1832903"/>
                </a:cubicBezTo>
                <a:cubicBezTo>
                  <a:pt x="7681853" y="1826290"/>
                  <a:pt x="7677710" y="1819729"/>
                  <a:pt x="7671114" y="1818218"/>
                </a:cubicBezTo>
                <a:cubicBezTo>
                  <a:pt x="7664500" y="1816707"/>
                  <a:pt x="7657922" y="1820832"/>
                  <a:pt x="7656428" y="1827446"/>
                </a:cubicBezTo>
                <a:cubicBezTo>
                  <a:pt x="7654918" y="1834041"/>
                  <a:pt x="7659042" y="1840620"/>
                  <a:pt x="7665656" y="1842131"/>
                </a:cubicBezTo>
                <a:cubicBezTo>
                  <a:pt x="7666562" y="1842344"/>
                  <a:pt x="7667487" y="1842451"/>
                  <a:pt x="7668393" y="1842451"/>
                </a:cubicBezTo>
                <a:close/>
                <a:moveTo>
                  <a:pt x="4411086" y="3042082"/>
                </a:moveTo>
                <a:cubicBezTo>
                  <a:pt x="4412350" y="3042082"/>
                  <a:pt x="4413592" y="3041566"/>
                  <a:pt x="4414518" y="3040588"/>
                </a:cubicBezTo>
                <a:cubicBezTo>
                  <a:pt x="4416278" y="3038687"/>
                  <a:pt x="4416172" y="3035717"/>
                  <a:pt x="4414286" y="3033957"/>
                </a:cubicBezTo>
                <a:cubicBezTo>
                  <a:pt x="4412385" y="3032215"/>
                  <a:pt x="4409414" y="3032304"/>
                  <a:pt x="4407655" y="3034207"/>
                </a:cubicBezTo>
                <a:cubicBezTo>
                  <a:pt x="4405893" y="3036091"/>
                  <a:pt x="4406019" y="3039060"/>
                  <a:pt x="4407904" y="3040820"/>
                </a:cubicBezTo>
                <a:cubicBezTo>
                  <a:pt x="4408810" y="3041656"/>
                  <a:pt x="4409948" y="3042082"/>
                  <a:pt x="4411086" y="3042082"/>
                </a:cubicBezTo>
                <a:close/>
                <a:moveTo>
                  <a:pt x="4792231" y="2902501"/>
                </a:moveTo>
                <a:cubicBezTo>
                  <a:pt x="4795217" y="2902501"/>
                  <a:pt x="4798046" y="2900723"/>
                  <a:pt x="4799218" y="2897772"/>
                </a:cubicBezTo>
                <a:cubicBezTo>
                  <a:pt x="4800749" y="2893914"/>
                  <a:pt x="4798879" y="2889540"/>
                  <a:pt x="4795004" y="2887994"/>
                </a:cubicBezTo>
                <a:cubicBezTo>
                  <a:pt x="4791148" y="2886446"/>
                  <a:pt x="4786756" y="2888331"/>
                  <a:pt x="4785209" y="2892189"/>
                </a:cubicBezTo>
                <a:cubicBezTo>
                  <a:pt x="4783680" y="2896047"/>
                  <a:pt x="4785546" y="2900421"/>
                  <a:pt x="4789405" y="2901967"/>
                </a:cubicBezTo>
                <a:lnTo>
                  <a:pt x="4789439" y="2901968"/>
                </a:lnTo>
                <a:cubicBezTo>
                  <a:pt x="4790347" y="2902340"/>
                  <a:pt x="4791289" y="2902501"/>
                  <a:pt x="4792231" y="2902501"/>
                </a:cubicBezTo>
                <a:close/>
                <a:moveTo>
                  <a:pt x="8245036" y="1635913"/>
                </a:moveTo>
                <a:cubicBezTo>
                  <a:pt x="8251259" y="1635914"/>
                  <a:pt x="8257072" y="1632056"/>
                  <a:pt x="8259276" y="1625868"/>
                </a:cubicBezTo>
                <a:cubicBezTo>
                  <a:pt x="8262068" y="1617992"/>
                  <a:pt x="8257961" y="1609352"/>
                  <a:pt x="8250103" y="1606560"/>
                </a:cubicBezTo>
                <a:cubicBezTo>
                  <a:pt x="8242244" y="1603769"/>
                  <a:pt x="8233604" y="1607876"/>
                  <a:pt x="8230812" y="1615752"/>
                </a:cubicBezTo>
                <a:cubicBezTo>
                  <a:pt x="8228021" y="1623610"/>
                  <a:pt x="8232128" y="1632251"/>
                  <a:pt x="8240004" y="1635043"/>
                </a:cubicBezTo>
                <a:lnTo>
                  <a:pt x="8239986" y="1635042"/>
                </a:lnTo>
                <a:cubicBezTo>
                  <a:pt x="8241658" y="1635647"/>
                  <a:pt x="8243365" y="1635913"/>
                  <a:pt x="8245036" y="1635913"/>
                </a:cubicBezTo>
                <a:close/>
                <a:moveTo>
                  <a:pt x="7124769" y="2047282"/>
                </a:moveTo>
                <a:cubicBezTo>
                  <a:pt x="7130477" y="2046944"/>
                  <a:pt x="7134850" y="2042054"/>
                  <a:pt x="7134529" y="2036330"/>
                </a:cubicBezTo>
                <a:cubicBezTo>
                  <a:pt x="7134192" y="2030623"/>
                  <a:pt x="7129303" y="2026249"/>
                  <a:pt x="7123578" y="2026569"/>
                </a:cubicBezTo>
                <a:cubicBezTo>
                  <a:pt x="7117871" y="2026890"/>
                  <a:pt x="7113497" y="2031796"/>
                  <a:pt x="7113818" y="2037504"/>
                </a:cubicBezTo>
                <a:cubicBezTo>
                  <a:pt x="7114136" y="2043033"/>
                  <a:pt x="7118707" y="2047299"/>
                  <a:pt x="7124164" y="2047300"/>
                </a:cubicBezTo>
                <a:cubicBezTo>
                  <a:pt x="7124360" y="2047299"/>
                  <a:pt x="7124573" y="2047282"/>
                  <a:pt x="7124769" y="2047282"/>
                </a:cubicBezTo>
                <a:close/>
                <a:moveTo>
                  <a:pt x="5421410" y="2683927"/>
                </a:moveTo>
                <a:cubicBezTo>
                  <a:pt x="5426548" y="2683037"/>
                  <a:pt x="5429979" y="2678166"/>
                  <a:pt x="5429091" y="2673028"/>
                </a:cubicBezTo>
                <a:cubicBezTo>
                  <a:pt x="5428201" y="2667890"/>
                  <a:pt x="5423331" y="2664458"/>
                  <a:pt x="5418210" y="2665347"/>
                </a:cubicBezTo>
                <a:cubicBezTo>
                  <a:pt x="5413089" y="2666236"/>
                  <a:pt x="5409659" y="2671126"/>
                  <a:pt x="5410547" y="2676246"/>
                </a:cubicBezTo>
                <a:lnTo>
                  <a:pt x="5410511" y="2676246"/>
                </a:lnTo>
                <a:cubicBezTo>
                  <a:pt x="5411294" y="2680833"/>
                  <a:pt x="5415276" y="2684069"/>
                  <a:pt x="5419774" y="2684068"/>
                </a:cubicBezTo>
                <a:cubicBezTo>
                  <a:pt x="5420307" y="2684068"/>
                  <a:pt x="5420858" y="2684016"/>
                  <a:pt x="5421410" y="2683927"/>
                </a:cubicBezTo>
                <a:close/>
                <a:moveTo>
                  <a:pt x="4136242" y="3159014"/>
                </a:moveTo>
                <a:cubicBezTo>
                  <a:pt x="4136740" y="3159014"/>
                  <a:pt x="4137237" y="3158801"/>
                  <a:pt x="4137611" y="3158410"/>
                </a:cubicBezTo>
                <a:cubicBezTo>
                  <a:pt x="4138285" y="3157663"/>
                  <a:pt x="4138251" y="3156508"/>
                  <a:pt x="4137486" y="3155814"/>
                </a:cubicBezTo>
                <a:cubicBezTo>
                  <a:pt x="4136740" y="3155139"/>
                  <a:pt x="4135583" y="3155174"/>
                  <a:pt x="4134889" y="3155938"/>
                </a:cubicBezTo>
                <a:cubicBezTo>
                  <a:pt x="4134215" y="3156685"/>
                  <a:pt x="4134269" y="3157841"/>
                  <a:pt x="4135015" y="3158534"/>
                </a:cubicBezTo>
                <a:cubicBezTo>
                  <a:pt x="4135371" y="3158855"/>
                  <a:pt x="4135814" y="3159014"/>
                  <a:pt x="4136242" y="3159014"/>
                </a:cubicBezTo>
                <a:close/>
                <a:moveTo>
                  <a:pt x="8089311" y="1710051"/>
                </a:moveTo>
                <a:cubicBezTo>
                  <a:pt x="8095177" y="1710051"/>
                  <a:pt x="8100670" y="1706371"/>
                  <a:pt x="8102698" y="1700522"/>
                </a:cubicBezTo>
                <a:cubicBezTo>
                  <a:pt x="8105240" y="1693126"/>
                  <a:pt x="8101329" y="1685054"/>
                  <a:pt x="8093932" y="1682494"/>
                </a:cubicBezTo>
                <a:cubicBezTo>
                  <a:pt x="8086536" y="1679951"/>
                  <a:pt x="8078465" y="1683881"/>
                  <a:pt x="8075923" y="1691277"/>
                </a:cubicBezTo>
                <a:cubicBezTo>
                  <a:pt x="8073363" y="1698655"/>
                  <a:pt x="8077273" y="1706726"/>
                  <a:pt x="8084670" y="1709269"/>
                </a:cubicBezTo>
                <a:cubicBezTo>
                  <a:pt x="8086217" y="1709803"/>
                  <a:pt x="8087763" y="1710051"/>
                  <a:pt x="8089311" y="1710051"/>
                </a:cubicBezTo>
                <a:close/>
                <a:moveTo>
                  <a:pt x="8639443" y="1513897"/>
                </a:moveTo>
                <a:cubicBezTo>
                  <a:pt x="8646697" y="1513897"/>
                  <a:pt x="8653416" y="1509204"/>
                  <a:pt x="8655674" y="1501896"/>
                </a:cubicBezTo>
                <a:cubicBezTo>
                  <a:pt x="8658448" y="1492935"/>
                  <a:pt x="8653435" y="1483406"/>
                  <a:pt x="8644456" y="1480632"/>
                </a:cubicBezTo>
                <a:cubicBezTo>
                  <a:pt x="8635478" y="1477859"/>
                  <a:pt x="8625966" y="1482873"/>
                  <a:pt x="8623175" y="1491851"/>
                </a:cubicBezTo>
                <a:cubicBezTo>
                  <a:pt x="8620401" y="1500812"/>
                  <a:pt x="8625433" y="1510341"/>
                  <a:pt x="8634411" y="1513133"/>
                </a:cubicBezTo>
                <a:cubicBezTo>
                  <a:pt x="8636082" y="1513648"/>
                  <a:pt x="8637772" y="1513897"/>
                  <a:pt x="8639443" y="1513897"/>
                </a:cubicBezTo>
                <a:close/>
                <a:moveTo>
                  <a:pt x="7494161" y="1937462"/>
                </a:moveTo>
                <a:cubicBezTo>
                  <a:pt x="7499691" y="1937462"/>
                  <a:pt x="7504526" y="1933408"/>
                  <a:pt x="7505344" y="1927772"/>
                </a:cubicBezTo>
                <a:cubicBezTo>
                  <a:pt x="7506250" y="1921585"/>
                  <a:pt x="7501984" y="1915842"/>
                  <a:pt x="7495797" y="1914935"/>
                </a:cubicBezTo>
                <a:cubicBezTo>
                  <a:pt x="7489610" y="1914029"/>
                  <a:pt x="7483867" y="1918296"/>
                  <a:pt x="7482943" y="1924483"/>
                </a:cubicBezTo>
                <a:cubicBezTo>
                  <a:pt x="7482036" y="1930670"/>
                  <a:pt x="7486321" y="1936412"/>
                  <a:pt x="7492507" y="1937337"/>
                </a:cubicBezTo>
                <a:cubicBezTo>
                  <a:pt x="7493059" y="1937408"/>
                  <a:pt x="7493611" y="1937462"/>
                  <a:pt x="7494161" y="1937462"/>
                </a:cubicBezTo>
                <a:close/>
                <a:moveTo>
                  <a:pt x="5057031" y="2832647"/>
                </a:moveTo>
                <a:cubicBezTo>
                  <a:pt x="5061404" y="2832647"/>
                  <a:pt x="5065119" y="2829286"/>
                  <a:pt x="5065475" y="2824860"/>
                </a:cubicBezTo>
                <a:cubicBezTo>
                  <a:pt x="5065849" y="2820184"/>
                  <a:pt x="5062383" y="2816094"/>
                  <a:pt x="5057723" y="2815721"/>
                </a:cubicBezTo>
                <a:cubicBezTo>
                  <a:pt x="5053048" y="2815330"/>
                  <a:pt x="5048959" y="2818815"/>
                  <a:pt x="5048586" y="2823473"/>
                </a:cubicBezTo>
                <a:cubicBezTo>
                  <a:pt x="5048193" y="2828149"/>
                  <a:pt x="5051679" y="2832238"/>
                  <a:pt x="5056336" y="2832611"/>
                </a:cubicBezTo>
                <a:cubicBezTo>
                  <a:pt x="5056569" y="2832647"/>
                  <a:pt x="5056800" y="2832646"/>
                  <a:pt x="5057031" y="2832647"/>
                </a:cubicBezTo>
                <a:close/>
                <a:moveTo>
                  <a:pt x="5514269" y="2665614"/>
                </a:moveTo>
                <a:cubicBezTo>
                  <a:pt x="5519354" y="2664512"/>
                  <a:pt x="5522573" y="2659480"/>
                  <a:pt x="5521452" y="2654396"/>
                </a:cubicBezTo>
                <a:cubicBezTo>
                  <a:pt x="5520331" y="2649311"/>
                  <a:pt x="5515300" y="2646093"/>
                  <a:pt x="5510233" y="2647213"/>
                </a:cubicBezTo>
                <a:cubicBezTo>
                  <a:pt x="5505131" y="2648333"/>
                  <a:pt x="5501930" y="2653364"/>
                  <a:pt x="5503051" y="2658449"/>
                </a:cubicBezTo>
                <a:cubicBezTo>
                  <a:pt x="5504010" y="2662841"/>
                  <a:pt x="5507904" y="2665845"/>
                  <a:pt x="5512244" y="2665845"/>
                </a:cubicBezTo>
                <a:cubicBezTo>
                  <a:pt x="5512917" y="2665845"/>
                  <a:pt x="5513593" y="2665774"/>
                  <a:pt x="5514269" y="2665614"/>
                </a:cubicBezTo>
                <a:close/>
                <a:moveTo>
                  <a:pt x="7218979" y="2044473"/>
                </a:moveTo>
                <a:cubicBezTo>
                  <a:pt x="7224704" y="2044455"/>
                  <a:pt x="7229327" y="2039797"/>
                  <a:pt x="7229309" y="2034072"/>
                </a:cubicBezTo>
                <a:cubicBezTo>
                  <a:pt x="7229291" y="2028347"/>
                  <a:pt x="7224633" y="2023725"/>
                  <a:pt x="7218908" y="2023725"/>
                </a:cubicBezTo>
                <a:cubicBezTo>
                  <a:pt x="7213184" y="2023742"/>
                  <a:pt x="7208543" y="2028401"/>
                  <a:pt x="7208579" y="2034126"/>
                </a:cubicBezTo>
                <a:cubicBezTo>
                  <a:pt x="7208579" y="2039851"/>
                  <a:pt x="7213219" y="2044473"/>
                  <a:pt x="7218944" y="2044473"/>
                </a:cubicBezTo>
                <a:close/>
                <a:moveTo>
                  <a:pt x="7928393" y="1785469"/>
                </a:moveTo>
                <a:cubicBezTo>
                  <a:pt x="7934011" y="1785470"/>
                  <a:pt x="7939220" y="1781861"/>
                  <a:pt x="7940998" y="1776225"/>
                </a:cubicBezTo>
                <a:cubicBezTo>
                  <a:pt x="7943185" y="1769255"/>
                  <a:pt x="7939327" y="1761842"/>
                  <a:pt x="7932358" y="1759655"/>
                </a:cubicBezTo>
                <a:cubicBezTo>
                  <a:pt x="7925406" y="1757451"/>
                  <a:pt x="7917974" y="1761309"/>
                  <a:pt x="7915788" y="1768277"/>
                </a:cubicBezTo>
                <a:cubicBezTo>
                  <a:pt x="7913583" y="1775229"/>
                  <a:pt x="7917460" y="1782661"/>
                  <a:pt x="7924410" y="1784848"/>
                </a:cubicBezTo>
                <a:cubicBezTo>
                  <a:pt x="7925743" y="1785274"/>
                  <a:pt x="7927077" y="1785470"/>
                  <a:pt x="7928393" y="1785469"/>
                </a:cubicBezTo>
                <a:close/>
                <a:moveTo>
                  <a:pt x="4340167" y="3106388"/>
                </a:moveTo>
                <a:cubicBezTo>
                  <a:pt x="4341126" y="3106389"/>
                  <a:pt x="4342087" y="3106015"/>
                  <a:pt x="4342814" y="3105287"/>
                </a:cubicBezTo>
                <a:cubicBezTo>
                  <a:pt x="4344274" y="3103828"/>
                  <a:pt x="4344273" y="3101465"/>
                  <a:pt x="4342815" y="3100006"/>
                </a:cubicBezTo>
                <a:cubicBezTo>
                  <a:pt x="4341359" y="3098549"/>
                  <a:pt x="4338992" y="3098549"/>
                  <a:pt x="4337535" y="3100007"/>
                </a:cubicBezTo>
                <a:cubicBezTo>
                  <a:pt x="4336077" y="3101465"/>
                  <a:pt x="4336078" y="3103828"/>
                  <a:pt x="4337535" y="3105287"/>
                </a:cubicBezTo>
                <a:cubicBezTo>
                  <a:pt x="4338264" y="3106015"/>
                  <a:pt x="4339205" y="3106389"/>
                  <a:pt x="4340167" y="3106388"/>
                </a:cubicBezTo>
                <a:close/>
                <a:moveTo>
                  <a:pt x="6491058" y="2318570"/>
                </a:moveTo>
                <a:cubicBezTo>
                  <a:pt x="6495929" y="2316774"/>
                  <a:pt x="6498436" y="2311370"/>
                  <a:pt x="6496641" y="2306480"/>
                </a:cubicBezTo>
                <a:cubicBezTo>
                  <a:pt x="6494845" y="2301591"/>
                  <a:pt x="6489440" y="2299084"/>
                  <a:pt x="6484551" y="2300880"/>
                </a:cubicBezTo>
                <a:cubicBezTo>
                  <a:pt x="6479662" y="2302675"/>
                  <a:pt x="6477154" y="2308098"/>
                  <a:pt x="6478950" y="2312987"/>
                </a:cubicBezTo>
                <a:cubicBezTo>
                  <a:pt x="6480355" y="2316792"/>
                  <a:pt x="6483964" y="2319157"/>
                  <a:pt x="6487803" y="2319157"/>
                </a:cubicBezTo>
                <a:cubicBezTo>
                  <a:pt x="6488888" y="2319157"/>
                  <a:pt x="6489973" y="2318979"/>
                  <a:pt x="6491058" y="2318570"/>
                </a:cubicBezTo>
                <a:close/>
                <a:moveTo>
                  <a:pt x="5606221" y="2643480"/>
                </a:moveTo>
                <a:cubicBezTo>
                  <a:pt x="5611252" y="2642164"/>
                  <a:pt x="5614256" y="2637008"/>
                  <a:pt x="5612942" y="2631976"/>
                </a:cubicBezTo>
                <a:cubicBezTo>
                  <a:pt x="5611626" y="2626945"/>
                  <a:pt x="5606485" y="2623923"/>
                  <a:pt x="5601456" y="2625238"/>
                </a:cubicBezTo>
                <a:cubicBezTo>
                  <a:pt x="5596425" y="2626554"/>
                  <a:pt x="5593401" y="2631709"/>
                  <a:pt x="5594719" y="2636741"/>
                </a:cubicBezTo>
                <a:cubicBezTo>
                  <a:pt x="5595820" y="2640973"/>
                  <a:pt x="5599642" y="2643781"/>
                  <a:pt x="5603820" y="2643782"/>
                </a:cubicBezTo>
                <a:cubicBezTo>
                  <a:pt x="5604603" y="2643781"/>
                  <a:pt x="5605420" y="2643674"/>
                  <a:pt x="5606221" y="2643480"/>
                </a:cubicBezTo>
                <a:close/>
                <a:moveTo>
                  <a:pt x="6403087" y="2351888"/>
                </a:moveTo>
                <a:cubicBezTo>
                  <a:pt x="6407941" y="2349985"/>
                  <a:pt x="6410341" y="2344528"/>
                  <a:pt x="6408457" y="2339674"/>
                </a:cubicBezTo>
                <a:cubicBezTo>
                  <a:pt x="6406554" y="2334838"/>
                  <a:pt x="6401096" y="2332420"/>
                  <a:pt x="6396260" y="2334322"/>
                </a:cubicBezTo>
                <a:cubicBezTo>
                  <a:pt x="6391407" y="2336206"/>
                  <a:pt x="6389006" y="2341664"/>
                  <a:pt x="6390892" y="2346501"/>
                </a:cubicBezTo>
                <a:cubicBezTo>
                  <a:pt x="6392331" y="2350234"/>
                  <a:pt x="6395905" y="2352528"/>
                  <a:pt x="6399674" y="2352528"/>
                </a:cubicBezTo>
                <a:cubicBezTo>
                  <a:pt x="6400811" y="2352528"/>
                  <a:pt x="6401949" y="2352315"/>
                  <a:pt x="6403087" y="2351888"/>
                </a:cubicBezTo>
                <a:close/>
                <a:moveTo>
                  <a:pt x="6579668" y="2287226"/>
                </a:moveTo>
                <a:cubicBezTo>
                  <a:pt x="6584593" y="2285537"/>
                  <a:pt x="6587242" y="2280203"/>
                  <a:pt x="6585570" y="2275261"/>
                </a:cubicBezTo>
                <a:cubicBezTo>
                  <a:pt x="6583881" y="2270336"/>
                  <a:pt x="6578547" y="2267704"/>
                  <a:pt x="6573605" y="2269375"/>
                </a:cubicBezTo>
                <a:cubicBezTo>
                  <a:pt x="6568680" y="2271047"/>
                  <a:pt x="6566049" y="2276399"/>
                  <a:pt x="6567720" y="2281323"/>
                </a:cubicBezTo>
                <a:cubicBezTo>
                  <a:pt x="6569053" y="2285253"/>
                  <a:pt x="6572716" y="2287724"/>
                  <a:pt x="6576646" y="2287724"/>
                </a:cubicBezTo>
                <a:cubicBezTo>
                  <a:pt x="6577641" y="2287723"/>
                  <a:pt x="6578672" y="2287563"/>
                  <a:pt x="6579668" y="2287226"/>
                </a:cubicBezTo>
                <a:close/>
                <a:moveTo>
                  <a:pt x="4553869" y="3030651"/>
                </a:moveTo>
                <a:cubicBezTo>
                  <a:pt x="4555559" y="3030650"/>
                  <a:pt x="4557212" y="3029904"/>
                  <a:pt x="4558314" y="3028482"/>
                </a:cubicBezTo>
                <a:cubicBezTo>
                  <a:pt x="4560235" y="3026029"/>
                  <a:pt x="4559790" y="3022491"/>
                  <a:pt x="4557336" y="3020588"/>
                </a:cubicBezTo>
                <a:cubicBezTo>
                  <a:pt x="4554883" y="3018668"/>
                  <a:pt x="4551345" y="3019113"/>
                  <a:pt x="4549443" y="3021566"/>
                </a:cubicBezTo>
                <a:cubicBezTo>
                  <a:pt x="4547523" y="3024019"/>
                  <a:pt x="4547969" y="3027558"/>
                  <a:pt x="4550420" y="3029459"/>
                </a:cubicBezTo>
                <a:cubicBezTo>
                  <a:pt x="4551451" y="3030260"/>
                  <a:pt x="4552660" y="3030651"/>
                  <a:pt x="4553869" y="3030651"/>
                </a:cubicBezTo>
                <a:close/>
                <a:moveTo>
                  <a:pt x="6315596" y="2386592"/>
                </a:moveTo>
                <a:cubicBezTo>
                  <a:pt x="6320434" y="2384636"/>
                  <a:pt x="6322763" y="2379143"/>
                  <a:pt x="6320824" y="2374324"/>
                </a:cubicBezTo>
                <a:cubicBezTo>
                  <a:pt x="6318869" y="2369488"/>
                  <a:pt x="6313375" y="2367160"/>
                  <a:pt x="6308557" y="2369115"/>
                </a:cubicBezTo>
                <a:cubicBezTo>
                  <a:pt x="6303721" y="2371053"/>
                  <a:pt x="6301392" y="2376547"/>
                  <a:pt x="6303347" y="2381365"/>
                </a:cubicBezTo>
                <a:cubicBezTo>
                  <a:pt x="6304823" y="2385046"/>
                  <a:pt x="6308344" y="2387268"/>
                  <a:pt x="6312077" y="2387268"/>
                </a:cubicBezTo>
                <a:cubicBezTo>
                  <a:pt x="6313251" y="2387268"/>
                  <a:pt x="6314441" y="2387054"/>
                  <a:pt x="6315596" y="2386592"/>
                </a:cubicBezTo>
                <a:close/>
                <a:moveTo>
                  <a:pt x="4065518" y="3212795"/>
                </a:moveTo>
                <a:cubicBezTo>
                  <a:pt x="4065748" y="3212795"/>
                  <a:pt x="4065997" y="3212688"/>
                  <a:pt x="4066175" y="3212493"/>
                </a:cubicBezTo>
                <a:cubicBezTo>
                  <a:pt x="4066496" y="3212119"/>
                  <a:pt x="4066459" y="3211551"/>
                  <a:pt x="4066085" y="3211231"/>
                </a:cubicBezTo>
                <a:cubicBezTo>
                  <a:pt x="4065730" y="3210910"/>
                  <a:pt x="4065161" y="3210946"/>
                  <a:pt x="4064842" y="3211320"/>
                </a:cubicBezTo>
                <a:cubicBezTo>
                  <a:pt x="4064521" y="3211676"/>
                  <a:pt x="4064557" y="3212244"/>
                  <a:pt x="4064911" y="3212565"/>
                </a:cubicBezTo>
                <a:cubicBezTo>
                  <a:pt x="4065091" y="3212724"/>
                  <a:pt x="4065303" y="3212795"/>
                  <a:pt x="4065518" y="3212795"/>
                </a:cubicBezTo>
                <a:close/>
                <a:moveTo>
                  <a:pt x="6669078" y="2258406"/>
                </a:moveTo>
                <a:cubicBezTo>
                  <a:pt x="6674055" y="2256877"/>
                  <a:pt x="6676865" y="2251633"/>
                  <a:pt x="6675354" y="2246654"/>
                </a:cubicBezTo>
                <a:cubicBezTo>
                  <a:pt x="6673825" y="2241658"/>
                  <a:pt x="6668562" y="2238867"/>
                  <a:pt x="6663584" y="2240378"/>
                </a:cubicBezTo>
                <a:cubicBezTo>
                  <a:pt x="6658605" y="2241890"/>
                  <a:pt x="6655797" y="2247152"/>
                  <a:pt x="6657325" y="2252131"/>
                </a:cubicBezTo>
                <a:cubicBezTo>
                  <a:pt x="6658552" y="2256201"/>
                  <a:pt x="6662286" y="2258815"/>
                  <a:pt x="6666340" y="2258815"/>
                </a:cubicBezTo>
                <a:cubicBezTo>
                  <a:pt x="6667246" y="2258815"/>
                  <a:pt x="6668170" y="2258672"/>
                  <a:pt x="6669078" y="2258406"/>
                </a:cubicBezTo>
                <a:close/>
                <a:moveTo>
                  <a:pt x="6228427" y="2422186"/>
                </a:moveTo>
                <a:cubicBezTo>
                  <a:pt x="6233227" y="2420195"/>
                  <a:pt x="6235521" y="2414682"/>
                  <a:pt x="6233547" y="2409883"/>
                </a:cubicBezTo>
                <a:cubicBezTo>
                  <a:pt x="6231556" y="2405065"/>
                  <a:pt x="6226063" y="2402771"/>
                  <a:pt x="6221245" y="2404762"/>
                </a:cubicBezTo>
                <a:cubicBezTo>
                  <a:pt x="6216426" y="2406736"/>
                  <a:pt x="6214133" y="2412247"/>
                  <a:pt x="6216125" y="2417065"/>
                </a:cubicBezTo>
                <a:cubicBezTo>
                  <a:pt x="6217617" y="2420691"/>
                  <a:pt x="6221138" y="2422896"/>
                  <a:pt x="6224836" y="2422896"/>
                </a:cubicBezTo>
                <a:cubicBezTo>
                  <a:pt x="6226027" y="2422896"/>
                  <a:pt x="6227254" y="2422666"/>
                  <a:pt x="6228427" y="2422186"/>
                </a:cubicBezTo>
                <a:close/>
                <a:moveTo>
                  <a:pt x="8490011" y="1592889"/>
                </a:moveTo>
                <a:cubicBezTo>
                  <a:pt x="8496731" y="1592889"/>
                  <a:pt x="8502989" y="1588640"/>
                  <a:pt x="8505247" y="1581920"/>
                </a:cubicBezTo>
                <a:cubicBezTo>
                  <a:pt x="8508056" y="1573509"/>
                  <a:pt x="8503522" y="1564424"/>
                  <a:pt x="8495113" y="1561597"/>
                </a:cubicBezTo>
                <a:cubicBezTo>
                  <a:pt x="8486703" y="1558789"/>
                  <a:pt x="8477601" y="1563304"/>
                  <a:pt x="8474792" y="1571732"/>
                </a:cubicBezTo>
                <a:cubicBezTo>
                  <a:pt x="8471965" y="1580141"/>
                  <a:pt x="8476499" y="1589244"/>
                  <a:pt x="8484908" y="1592052"/>
                </a:cubicBezTo>
                <a:cubicBezTo>
                  <a:pt x="8486597" y="1592621"/>
                  <a:pt x="8488321" y="1592889"/>
                  <a:pt x="8490011" y="1592889"/>
                </a:cubicBezTo>
                <a:close/>
                <a:moveTo>
                  <a:pt x="5697266" y="2618002"/>
                </a:moveTo>
                <a:cubicBezTo>
                  <a:pt x="5702261" y="2616491"/>
                  <a:pt x="5705088" y="2611246"/>
                  <a:pt x="5703576" y="2606250"/>
                </a:cubicBezTo>
                <a:cubicBezTo>
                  <a:pt x="5702083" y="2601272"/>
                  <a:pt x="5696838" y="2598446"/>
                  <a:pt x="5691843" y="2599939"/>
                </a:cubicBezTo>
                <a:cubicBezTo>
                  <a:pt x="5686864" y="2601432"/>
                  <a:pt x="5684037" y="2606694"/>
                  <a:pt x="5685531" y="2611673"/>
                </a:cubicBezTo>
                <a:cubicBezTo>
                  <a:pt x="5686758" y="2615762"/>
                  <a:pt x="5690509" y="2618393"/>
                  <a:pt x="5694563" y="2618393"/>
                </a:cubicBezTo>
                <a:cubicBezTo>
                  <a:pt x="5695451" y="2618393"/>
                  <a:pt x="5696377" y="2618269"/>
                  <a:pt x="5697266" y="2618002"/>
                </a:cubicBezTo>
                <a:close/>
                <a:moveTo>
                  <a:pt x="6141134" y="2457868"/>
                </a:moveTo>
                <a:cubicBezTo>
                  <a:pt x="6145969" y="2455913"/>
                  <a:pt x="6148298" y="2450419"/>
                  <a:pt x="6146343" y="2445600"/>
                </a:cubicBezTo>
                <a:cubicBezTo>
                  <a:pt x="6144404" y="2440765"/>
                  <a:pt x="6138911" y="2438435"/>
                  <a:pt x="6134075" y="2440391"/>
                </a:cubicBezTo>
                <a:cubicBezTo>
                  <a:pt x="6129257" y="2442347"/>
                  <a:pt x="6126927" y="2447822"/>
                  <a:pt x="6128866" y="2452658"/>
                </a:cubicBezTo>
                <a:cubicBezTo>
                  <a:pt x="6130359" y="2456320"/>
                  <a:pt x="6133880" y="2458543"/>
                  <a:pt x="6137613" y="2458543"/>
                </a:cubicBezTo>
                <a:cubicBezTo>
                  <a:pt x="6138787" y="2458543"/>
                  <a:pt x="6139978" y="2458330"/>
                  <a:pt x="6141134" y="2457868"/>
                </a:cubicBezTo>
                <a:close/>
                <a:moveTo>
                  <a:pt x="6759376" y="2232751"/>
                </a:moveTo>
                <a:cubicBezTo>
                  <a:pt x="6764408" y="2231436"/>
                  <a:pt x="6767413" y="2226280"/>
                  <a:pt x="6766098" y="2221249"/>
                </a:cubicBezTo>
                <a:cubicBezTo>
                  <a:pt x="6764782" y="2216216"/>
                  <a:pt x="6759626" y="2213212"/>
                  <a:pt x="6754594" y="2214528"/>
                </a:cubicBezTo>
                <a:cubicBezTo>
                  <a:pt x="6749563" y="2215843"/>
                  <a:pt x="6746540" y="2220999"/>
                  <a:pt x="6747874" y="2226031"/>
                </a:cubicBezTo>
                <a:cubicBezTo>
                  <a:pt x="6748977" y="2230262"/>
                  <a:pt x="6752799" y="2233071"/>
                  <a:pt x="6756976" y="2233071"/>
                </a:cubicBezTo>
                <a:cubicBezTo>
                  <a:pt x="6757776" y="2233071"/>
                  <a:pt x="6758577" y="2232964"/>
                  <a:pt x="6759376" y="2232751"/>
                </a:cubicBezTo>
                <a:close/>
                <a:moveTo>
                  <a:pt x="5787369" y="2589573"/>
                </a:moveTo>
                <a:cubicBezTo>
                  <a:pt x="5792311" y="2587938"/>
                  <a:pt x="5794978" y="2582604"/>
                  <a:pt x="5793360" y="2577662"/>
                </a:cubicBezTo>
                <a:cubicBezTo>
                  <a:pt x="5791724" y="2572720"/>
                  <a:pt x="5786391" y="2570035"/>
                  <a:pt x="5781449" y="2571670"/>
                </a:cubicBezTo>
                <a:cubicBezTo>
                  <a:pt x="5776505" y="2573306"/>
                  <a:pt x="5773821" y="2578621"/>
                  <a:pt x="5775457" y="2583564"/>
                </a:cubicBezTo>
                <a:lnTo>
                  <a:pt x="5775475" y="2583564"/>
                </a:lnTo>
                <a:cubicBezTo>
                  <a:pt x="5776791" y="2587529"/>
                  <a:pt x="5780470" y="2590036"/>
                  <a:pt x="5784417" y="2590036"/>
                </a:cubicBezTo>
                <a:cubicBezTo>
                  <a:pt x="5785395" y="2590036"/>
                  <a:pt x="5786391" y="2589893"/>
                  <a:pt x="5787369" y="2589573"/>
                </a:cubicBezTo>
                <a:close/>
                <a:moveTo>
                  <a:pt x="7761591" y="1865439"/>
                </a:moveTo>
                <a:cubicBezTo>
                  <a:pt x="7767031" y="1865439"/>
                  <a:pt x="7772009" y="1861794"/>
                  <a:pt x="7773450" y="1856283"/>
                </a:cubicBezTo>
                <a:cubicBezTo>
                  <a:pt x="7775157" y="1849722"/>
                  <a:pt x="7771227" y="1843019"/>
                  <a:pt x="7764667" y="1841295"/>
                </a:cubicBezTo>
                <a:cubicBezTo>
                  <a:pt x="7758124" y="1839589"/>
                  <a:pt x="7751421" y="1843518"/>
                  <a:pt x="7749696" y="1850078"/>
                </a:cubicBezTo>
                <a:cubicBezTo>
                  <a:pt x="7747990" y="1856638"/>
                  <a:pt x="7751919" y="1863341"/>
                  <a:pt x="7758480" y="1865048"/>
                </a:cubicBezTo>
                <a:cubicBezTo>
                  <a:pt x="7759510" y="1865315"/>
                  <a:pt x="7760560" y="1865439"/>
                  <a:pt x="7761591" y="1865439"/>
                </a:cubicBezTo>
                <a:close/>
                <a:moveTo>
                  <a:pt x="6053483" y="2492768"/>
                </a:moveTo>
                <a:cubicBezTo>
                  <a:pt x="6058337" y="2490865"/>
                  <a:pt x="6060720" y="2485389"/>
                  <a:pt x="6058817" y="2480553"/>
                </a:cubicBezTo>
                <a:cubicBezTo>
                  <a:pt x="6056932" y="2475700"/>
                  <a:pt x="6051457" y="2473318"/>
                  <a:pt x="6046603" y="2475219"/>
                </a:cubicBezTo>
                <a:cubicBezTo>
                  <a:pt x="6041767" y="2477104"/>
                  <a:pt x="6039366" y="2482580"/>
                  <a:pt x="6041269" y="2487416"/>
                </a:cubicBezTo>
                <a:cubicBezTo>
                  <a:pt x="6042727" y="2491150"/>
                  <a:pt x="6046283" y="2493407"/>
                  <a:pt x="6050051" y="2493407"/>
                </a:cubicBezTo>
                <a:cubicBezTo>
                  <a:pt x="6051190" y="2493407"/>
                  <a:pt x="6052363" y="2493212"/>
                  <a:pt x="6053483" y="2492768"/>
                </a:cubicBezTo>
                <a:close/>
                <a:moveTo>
                  <a:pt x="5876690" y="2558959"/>
                </a:moveTo>
                <a:cubicBezTo>
                  <a:pt x="5881596" y="2557216"/>
                  <a:pt x="5884156" y="2551829"/>
                  <a:pt x="5882414" y="2546922"/>
                </a:cubicBezTo>
                <a:cubicBezTo>
                  <a:pt x="5880673" y="2542015"/>
                  <a:pt x="5875303" y="2539455"/>
                  <a:pt x="5870396" y="2541197"/>
                </a:cubicBezTo>
                <a:cubicBezTo>
                  <a:pt x="5865489" y="2542922"/>
                  <a:pt x="5862929" y="2548309"/>
                  <a:pt x="5864671" y="2553216"/>
                </a:cubicBezTo>
                <a:cubicBezTo>
                  <a:pt x="5866022" y="2557092"/>
                  <a:pt x="5869667" y="2559492"/>
                  <a:pt x="5873543" y="2559492"/>
                </a:cubicBezTo>
                <a:cubicBezTo>
                  <a:pt x="5874592" y="2559492"/>
                  <a:pt x="5875659" y="2559314"/>
                  <a:pt x="5876690" y="2558959"/>
                </a:cubicBezTo>
                <a:close/>
                <a:moveTo>
                  <a:pt x="5965370" y="2526565"/>
                </a:moveTo>
                <a:cubicBezTo>
                  <a:pt x="5970242" y="2524734"/>
                  <a:pt x="5972714" y="2519312"/>
                  <a:pt x="5970883" y="2514440"/>
                </a:cubicBezTo>
                <a:cubicBezTo>
                  <a:pt x="5969051" y="2509569"/>
                  <a:pt x="5963628" y="2507097"/>
                  <a:pt x="5958757" y="2508929"/>
                </a:cubicBezTo>
                <a:cubicBezTo>
                  <a:pt x="5953868" y="2510742"/>
                  <a:pt x="5951415" y="2516182"/>
                  <a:pt x="5953246" y="2521054"/>
                </a:cubicBezTo>
                <a:cubicBezTo>
                  <a:pt x="5954650" y="2524841"/>
                  <a:pt x="5958240" y="2527169"/>
                  <a:pt x="5962064" y="2527170"/>
                </a:cubicBezTo>
                <a:cubicBezTo>
                  <a:pt x="5963166" y="2527170"/>
                  <a:pt x="5964269" y="2526974"/>
                  <a:pt x="5965370" y="2526565"/>
                </a:cubicBezTo>
                <a:close/>
                <a:moveTo>
                  <a:pt x="4880414" y="2931871"/>
                </a:moveTo>
                <a:cubicBezTo>
                  <a:pt x="4883721" y="2931871"/>
                  <a:pt x="4886761" y="2929685"/>
                  <a:pt x="4887670" y="2926324"/>
                </a:cubicBezTo>
                <a:cubicBezTo>
                  <a:pt x="4888772" y="2922307"/>
                  <a:pt x="4886388" y="2918182"/>
                  <a:pt x="4882389" y="2917097"/>
                </a:cubicBezTo>
                <a:cubicBezTo>
                  <a:pt x="4878370" y="2915995"/>
                  <a:pt x="4874227" y="2918377"/>
                  <a:pt x="4873144" y="2922378"/>
                </a:cubicBezTo>
                <a:cubicBezTo>
                  <a:pt x="4872059" y="2926395"/>
                  <a:pt x="4874423" y="2930520"/>
                  <a:pt x="4878441" y="2931622"/>
                </a:cubicBezTo>
                <a:cubicBezTo>
                  <a:pt x="4879100" y="2931800"/>
                  <a:pt x="4879757" y="2931871"/>
                  <a:pt x="4880414" y="2931871"/>
                </a:cubicBezTo>
                <a:close/>
                <a:moveTo>
                  <a:pt x="6850618" y="2210972"/>
                </a:moveTo>
                <a:cubicBezTo>
                  <a:pt x="6855703" y="2209888"/>
                  <a:pt x="6858939" y="2204874"/>
                  <a:pt x="6857854" y="2199789"/>
                </a:cubicBezTo>
                <a:cubicBezTo>
                  <a:pt x="6856770" y="2194704"/>
                  <a:pt x="6851756" y="2191469"/>
                  <a:pt x="6846671" y="2192553"/>
                </a:cubicBezTo>
                <a:cubicBezTo>
                  <a:pt x="6841586" y="2193638"/>
                  <a:pt x="6838332" y="2198651"/>
                  <a:pt x="6839435" y="2203736"/>
                </a:cubicBezTo>
                <a:cubicBezTo>
                  <a:pt x="6840377" y="2208163"/>
                  <a:pt x="6844288" y="2211185"/>
                  <a:pt x="6848627" y="2211185"/>
                </a:cubicBezTo>
                <a:cubicBezTo>
                  <a:pt x="6849285" y="2211185"/>
                  <a:pt x="6849943" y="2211114"/>
                  <a:pt x="6850618" y="2210972"/>
                </a:cubicBezTo>
                <a:close/>
                <a:moveTo>
                  <a:pt x="4710218" y="2997492"/>
                </a:moveTo>
                <a:cubicBezTo>
                  <a:pt x="4712582" y="2997492"/>
                  <a:pt x="4714877" y="2996230"/>
                  <a:pt x="4716049" y="2993990"/>
                </a:cubicBezTo>
                <a:cubicBezTo>
                  <a:pt x="4717738" y="2990772"/>
                  <a:pt x="4716511" y="2986790"/>
                  <a:pt x="4713293" y="2985100"/>
                </a:cubicBezTo>
                <a:cubicBezTo>
                  <a:pt x="4710075" y="2983412"/>
                  <a:pt x="4706093" y="2984638"/>
                  <a:pt x="4704405" y="2987856"/>
                </a:cubicBezTo>
                <a:cubicBezTo>
                  <a:pt x="4702715" y="2991075"/>
                  <a:pt x="4703942" y="2995057"/>
                  <a:pt x="4707159" y="2996746"/>
                </a:cubicBezTo>
                <a:cubicBezTo>
                  <a:pt x="4708137" y="2997262"/>
                  <a:pt x="4709188" y="2997492"/>
                  <a:pt x="4710218" y="2997492"/>
                </a:cubicBezTo>
                <a:close/>
                <a:moveTo>
                  <a:pt x="5150565" y="2836416"/>
                </a:moveTo>
                <a:cubicBezTo>
                  <a:pt x="5155223" y="2836416"/>
                  <a:pt x="5159028" y="2832647"/>
                  <a:pt x="5159028" y="2827971"/>
                </a:cubicBezTo>
                <a:cubicBezTo>
                  <a:pt x="5159045" y="2823277"/>
                  <a:pt x="5155259" y="2819490"/>
                  <a:pt x="5150565" y="2819472"/>
                </a:cubicBezTo>
                <a:cubicBezTo>
                  <a:pt x="5145889" y="2819472"/>
                  <a:pt x="5142085" y="2823259"/>
                  <a:pt x="5142085" y="2827936"/>
                </a:cubicBezTo>
                <a:cubicBezTo>
                  <a:pt x="5142066" y="2832610"/>
                  <a:pt x="5145872" y="2836416"/>
                  <a:pt x="5150547" y="2836416"/>
                </a:cubicBezTo>
                <a:close/>
                <a:moveTo>
                  <a:pt x="8337237" y="1668502"/>
                </a:moveTo>
                <a:cubicBezTo>
                  <a:pt x="8343495" y="1668502"/>
                  <a:pt x="8349327" y="1664591"/>
                  <a:pt x="8351513" y="1658368"/>
                </a:cubicBezTo>
                <a:cubicBezTo>
                  <a:pt x="8354269" y="1650492"/>
                  <a:pt x="8350127" y="1641870"/>
                  <a:pt x="8342251" y="1639113"/>
                </a:cubicBezTo>
                <a:cubicBezTo>
                  <a:pt x="8334375" y="1636358"/>
                  <a:pt x="8325752" y="1640500"/>
                  <a:pt x="8322978" y="1648376"/>
                </a:cubicBezTo>
                <a:cubicBezTo>
                  <a:pt x="8320223" y="1656253"/>
                  <a:pt x="8324365" y="1664876"/>
                  <a:pt x="8332259" y="1667649"/>
                </a:cubicBezTo>
                <a:cubicBezTo>
                  <a:pt x="8333913" y="1668218"/>
                  <a:pt x="8335584" y="1668502"/>
                  <a:pt x="8337237" y="1668502"/>
                </a:cubicBezTo>
                <a:close/>
                <a:moveTo>
                  <a:pt x="7313740" y="2046731"/>
                </a:moveTo>
                <a:cubicBezTo>
                  <a:pt x="7319217" y="2046731"/>
                  <a:pt x="7323804" y="2042411"/>
                  <a:pt x="7324070" y="2036881"/>
                </a:cubicBezTo>
                <a:cubicBezTo>
                  <a:pt x="7324355" y="2031157"/>
                  <a:pt x="7319963" y="2026285"/>
                  <a:pt x="7314239" y="2026001"/>
                </a:cubicBezTo>
                <a:cubicBezTo>
                  <a:pt x="7308513" y="2025717"/>
                  <a:pt x="7303643" y="2030107"/>
                  <a:pt x="7303358" y="2035832"/>
                </a:cubicBezTo>
                <a:cubicBezTo>
                  <a:pt x="7303073" y="2041557"/>
                  <a:pt x="7307483" y="2046428"/>
                  <a:pt x="7313208" y="2046713"/>
                </a:cubicBezTo>
                <a:lnTo>
                  <a:pt x="7313208" y="2046731"/>
                </a:lnTo>
                <a:cubicBezTo>
                  <a:pt x="7313386" y="2046730"/>
                  <a:pt x="7313564" y="2046731"/>
                  <a:pt x="7313740" y="2046731"/>
                </a:cubicBezTo>
                <a:close/>
                <a:moveTo>
                  <a:pt x="4269796" y="3166197"/>
                </a:moveTo>
                <a:cubicBezTo>
                  <a:pt x="4270490" y="3166197"/>
                  <a:pt x="4271184" y="3165948"/>
                  <a:pt x="4271717" y="3165432"/>
                </a:cubicBezTo>
                <a:cubicBezTo>
                  <a:pt x="4272836" y="3164366"/>
                  <a:pt x="4272874" y="3162606"/>
                  <a:pt x="4271805" y="3161485"/>
                </a:cubicBezTo>
                <a:cubicBezTo>
                  <a:pt x="4270756" y="3160383"/>
                  <a:pt x="4268977" y="3160330"/>
                  <a:pt x="4267876" y="3161396"/>
                </a:cubicBezTo>
                <a:cubicBezTo>
                  <a:pt x="4266757" y="3162463"/>
                  <a:pt x="4266721" y="3164223"/>
                  <a:pt x="4267788" y="3165343"/>
                </a:cubicBezTo>
                <a:cubicBezTo>
                  <a:pt x="4268322" y="3165913"/>
                  <a:pt x="4269069" y="3166197"/>
                  <a:pt x="4269796" y="3166197"/>
                </a:cubicBezTo>
                <a:close/>
                <a:moveTo>
                  <a:pt x="7588212" y="1953427"/>
                </a:moveTo>
                <a:cubicBezTo>
                  <a:pt x="7593527" y="1953427"/>
                  <a:pt x="7598274" y="1949657"/>
                  <a:pt x="7599324" y="1944235"/>
                </a:cubicBezTo>
                <a:cubicBezTo>
                  <a:pt x="7600496" y="1938102"/>
                  <a:pt x="7596478" y="1932163"/>
                  <a:pt x="7590345" y="1930990"/>
                </a:cubicBezTo>
                <a:cubicBezTo>
                  <a:pt x="7584193" y="1929817"/>
                  <a:pt x="7578272" y="1933834"/>
                  <a:pt x="7577082" y="1939968"/>
                </a:cubicBezTo>
                <a:cubicBezTo>
                  <a:pt x="7575908" y="1946102"/>
                  <a:pt x="7579927" y="1952040"/>
                  <a:pt x="7586061" y="1953213"/>
                </a:cubicBezTo>
                <a:cubicBezTo>
                  <a:pt x="7586789" y="1953356"/>
                  <a:pt x="7587500" y="1953427"/>
                  <a:pt x="7588212" y="1953427"/>
                </a:cubicBezTo>
                <a:close/>
                <a:moveTo>
                  <a:pt x="6942766" y="2193745"/>
                </a:moveTo>
                <a:cubicBezTo>
                  <a:pt x="6947886" y="2192908"/>
                  <a:pt x="6951389" y="2188091"/>
                  <a:pt x="6950554" y="2182953"/>
                </a:cubicBezTo>
                <a:cubicBezTo>
                  <a:pt x="6949735" y="2177797"/>
                  <a:pt x="6944899" y="2174312"/>
                  <a:pt x="6939762" y="2175148"/>
                </a:cubicBezTo>
                <a:cubicBezTo>
                  <a:pt x="6934623" y="2175966"/>
                  <a:pt x="6931120" y="2180801"/>
                  <a:pt x="6931957" y="2185940"/>
                </a:cubicBezTo>
                <a:cubicBezTo>
                  <a:pt x="6932703" y="2190562"/>
                  <a:pt x="6936704" y="2193868"/>
                  <a:pt x="6941237" y="2193868"/>
                </a:cubicBezTo>
                <a:cubicBezTo>
                  <a:pt x="6941735" y="2193868"/>
                  <a:pt x="6942250" y="2193833"/>
                  <a:pt x="6942766" y="2193745"/>
                </a:cubicBezTo>
                <a:close/>
                <a:moveTo>
                  <a:pt x="8181049" y="1742089"/>
                </a:moveTo>
                <a:cubicBezTo>
                  <a:pt x="8186899" y="1742089"/>
                  <a:pt x="8192356" y="1738444"/>
                  <a:pt x="8194418" y="1732613"/>
                </a:cubicBezTo>
                <a:cubicBezTo>
                  <a:pt x="8197014" y="1725235"/>
                  <a:pt x="8193121" y="1717146"/>
                  <a:pt x="8185742" y="1714550"/>
                </a:cubicBezTo>
                <a:cubicBezTo>
                  <a:pt x="8178365" y="1711954"/>
                  <a:pt x="8170274" y="1715830"/>
                  <a:pt x="8167697" y="1723226"/>
                </a:cubicBezTo>
                <a:cubicBezTo>
                  <a:pt x="8165083" y="1730604"/>
                  <a:pt x="8168977" y="1738675"/>
                  <a:pt x="8176355" y="1741271"/>
                </a:cubicBezTo>
                <a:cubicBezTo>
                  <a:pt x="8177902" y="1741822"/>
                  <a:pt x="8179502" y="1742089"/>
                  <a:pt x="8181049" y="1742089"/>
                </a:cubicBezTo>
                <a:close/>
                <a:moveTo>
                  <a:pt x="5235673" y="2825357"/>
                </a:moveTo>
                <a:lnTo>
                  <a:pt x="5235681" y="2825348"/>
                </a:lnTo>
                <a:lnTo>
                  <a:pt x="5235673" y="2825340"/>
                </a:lnTo>
                <a:close/>
                <a:moveTo>
                  <a:pt x="8734346" y="1541951"/>
                </a:moveTo>
                <a:cubicBezTo>
                  <a:pt x="8741778" y="1541951"/>
                  <a:pt x="8748605" y="1537045"/>
                  <a:pt x="8750720" y="1529542"/>
                </a:cubicBezTo>
                <a:cubicBezTo>
                  <a:pt x="8753263" y="1520493"/>
                  <a:pt x="8748000" y="1511105"/>
                  <a:pt x="8738951" y="1508563"/>
                </a:cubicBezTo>
                <a:cubicBezTo>
                  <a:pt x="8729901" y="1506021"/>
                  <a:pt x="8720514" y="1511301"/>
                  <a:pt x="8717972" y="1520333"/>
                </a:cubicBezTo>
                <a:cubicBezTo>
                  <a:pt x="8715430" y="1529382"/>
                  <a:pt x="8720693" y="1538770"/>
                  <a:pt x="8729742" y="1541312"/>
                </a:cubicBezTo>
                <a:cubicBezTo>
                  <a:pt x="8731270" y="1541757"/>
                  <a:pt x="8732817" y="1541952"/>
                  <a:pt x="8734346" y="1541951"/>
                </a:cubicBezTo>
                <a:close/>
                <a:moveTo>
                  <a:pt x="4478219" y="3103900"/>
                </a:moveTo>
                <a:cubicBezTo>
                  <a:pt x="4479499" y="3103900"/>
                  <a:pt x="4480762" y="3103385"/>
                  <a:pt x="4481705" y="3102353"/>
                </a:cubicBezTo>
                <a:cubicBezTo>
                  <a:pt x="4483428" y="3100433"/>
                  <a:pt x="4483269" y="3097464"/>
                  <a:pt x="4481348" y="3095739"/>
                </a:cubicBezTo>
                <a:cubicBezTo>
                  <a:pt x="4479427" y="3094014"/>
                  <a:pt x="4476460" y="3094175"/>
                  <a:pt x="4474736" y="3096094"/>
                </a:cubicBezTo>
                <a:cubicBezTo>
                  <a:pt x="4473011" y="3098015"/>
                  <a:pt x="4473171" y="3100966"/>
                  <a:pt x="4475090" y="3102709"/>
                </a:cubicBezTo>
                <a:cubicBezTo>
                  <a:pt x="4475980" y="3103508"/>
                  <a:pt x="4477099" y="3103899"/>
                  <a:pt x="4478219" y="3103900"/>
                </a:cubicBezTo>
                <a:close/>
                <a:moveTo>
                  <a:pt x="5244686" y="2833233"/>
                </a:moveTo>
                <a:cubicBezTo>
                  <a:pt x="5249363" y="2832931"/>
                  <a:pt x="5252883" y="2828878"/>
                  <a:pt x="5252580" y="2824219"/>
                </a:cubicBezTo>
                <a:cubicBezTo>
                  <a:pt x="5252260" y="2819544"/>
                  <a:pt x="5248208" y="2816023"/>
                  <a:pt x="5243548" y="2816326"/>
                </a:cubicBezTo>
                <a:lnTo>
                  <a:pt x="5235681" y="2825348"/>
                </a:lnTo>
                <a:lnTo>
                  <a:pt x="5244100" y="2833233"/>
                </a:lnTo>
                <a:cubicBezTo>
                  <a:pt x="5244296" y="2833233"/>
                  <a:pt x="5244491" y="2833233"/>
                  <a:pt x="5244686" y="2833233"/>
                </a:cubicBezTo>
                <a:close/>
                <a:moveTo>
                  <a:pt x="8020221" y="1815374"/>
                </a:moveTo>
                <a:cubicBezTo>
                  <a:pt x="8025733" y="1815374"/>
                  <a:pt x="8030889" y="1811889"/>
                  <a:pt x="8032737" y="1806360"/>
                </a:cubicBezTo>
                <a:cubicBezTo>
                  <a:pt x="8035048" y="1799426"/>
                  <a:pt x="8031333" y="1791942"/>
                  <a:pt x="8024399" y="1789630"/>
                </a:cubicBezTo>
                <a:cubicBezTo>
                  <a:pt x="8017483" y="1787301"/>
                  <a:pt x="8009998" y="1791034"/>
                  <a:pt x="8007670" y="1797969"/>
                </a:cubicBezTo>
                <a:cubicBezTo>
                  <a:pt x="8005358" y="1804885"/>
                  <a:pt x="8009091" y="1812370"/>
                  <a:pt x="8016025" y="1814698"/>
                </a:cubicBezTo>
                <a:cubicBezTo>
                  <a:pt x="8017412" y="1815160"/>
                  <a:pt x="8018817" y="1815374"/>
                  <a:pt x="8020221" y="1815374"/>
                </a:cubicBezTo>
                <a:close/>
                <a:moveTo>
                  <a:pt x="7035643" y="2181210"/>
                </a:moveTo>
                <a:cubicBezTo>
                  <a:pt x="7040817" y="2180641"/>
                  <a:pt x="7044567" y="2176001"/>
                  <a:pt x="7044001" y="2170827"/>
                </a:cubicBezTo>
                <a:cubicBezTo>
                  <a:pt x="7043430" y="2165654"/>
                  <a:pt x="7038790" y="2161903"/>
                  <a:pt x="7033616" y="2162471"/>
                </a:cubicBezTo>
                <a:cubicBezTo>
                  <a:pt x="7028443" y="2163040"/>
                  <a:pt x="7024691" y="2167680"/>
                  <a:pt x="7025260" y="2172854"/>
                </a:cubicBezTo>
                <a:cubicBezTo>
                  <a:pt x="7025793" y="2177690"/>
                  <a:pt x="7029865" y="2181264"/>
                  <a:pt x="7034629" y="2181263"/>
                </a:cubicBezTo>
                <a:cubicBezTo>
                  <a:pt x="7034968" y="2181263"/>
                  <a:pt x="7035305" y="2181246"/>
                  <a:pt x="7035643" y="2181210"/>
                </a:cubicBezTo>
                <a:close/>
                <a:moveTo>
                  <a:pt x="4199660" y="3222111"/>
                </a:moveTo>
                <a:cubicBezTo>
                  <a:pt x="4200104" y="3222111"/>
                  <a:pt x="4200548" y="3221952"/>
                  <a:pt x="4200904" y="3221631"/>
                </a:cubicBezTo>
                <a:cubicBezTo>
                  <a:pt x="4201632" y="3220921"/>
                  <a:pt x="4201686" y="3219765"/>
                  <a:pt x="4200993" y="3219019"/>
                </a:cubicBezTo>
                <a:cubicBezTo>
                  <a:pt x="4200299" y="3218289"/>
                  <a:pt x="4199145" y="3218236"/>
                  <a:pt x="4198396" y="3218947"/>
                </a:cubicBezTo>
                <a:cubicBezTo>
                  <a:pt x="4197650" y="3219641"/>
                  <a:pt x="4197615" y="3220796"/>
                  <a:pt x="4198308" y="3221543"/>
                </a:cubicBezTo>
                <a:cubicBezTo>
                  <a:pt x="4198663" y="3221917"/>
                  <a:pt x="4199162" y="3222111"/>
                  <a:pt x="4199660" y="3222111"/>
                </a:cubicBezTo>
                <a:close/>
                <a:moveTo>
                  <a:pt x="7408253" y="2053896"/>
                </a:moveTo>
                <a:cubicBezTo>
                  <a:pt x="7413516" y="2053896"/>
                  <a:pt x="7418015" y="2049913"/>
                  <a:pt x="7418565" y="2044580"/>
                </a:cubicBezTo>
                <a:cubicBezTo>
                  <a:pt x="7419134" y="2038873"/>
                  <a:pt x="7414992" y="2033788"/>
                  <a:pt x="7409285" y="2033201"/>
                </a:cubicBezTo>
                <a:cubicBezTo>
                  <a:pt x="7403595" y="2032632"/>
                  <a:pt x="7398493" y="2036775"/>
                  <a:pt x="7397924" y="2042481"/>
                </a:cubicBezTo>
                <a:cubicBezTo>
                  <a:pt x="7397356" y="2048171"/>
                  <a:pt x="7401498" y="2053273"/>
                  <a:pt x="7407205" y="2053842"/>
                </a:cubicBezTo>
                <a:cubicBezTo>
                  <a:pt x="7407543" y="2053878"/>
                  <a:pt x="7407897" y="2053896"/>
                  <a:pt x="7408253" y="2053896"/>
                </a:cubicBezTo>
                <a:close/>
                <a:moveTo>
                  <a:pt x="8583563" y="1623290"/>
                </a:moveTo>
                <a:cubicBezTo>
                  <a:pt x="8590391" y="1623290"/>
                  <a:pt x="8596737" y="1618899"/>
                  <a:pt x="8598888" y="1612054"/>
                </a:cubicBezTo>
                <a:cubicBezTo>
                  <a:pt x="8601538" y="1603574"/>
                  <a:pt x="8596844" y="1594578"/>
                  <a:pt x="8588381" y="1591911"/>
                </a:cubicBezTo>
                <a:cubicBezTo>
                  <a:pt x="8579918" y="1589262"/>
                  <a:pt x="8570922" y="1593955"/>
                  <a:pt x="8568255" y="1602418"/>
                </a:cubicBezTo>
                <a:cubicBezTo>
                  <a:pt x="8565607" y="1610881"/>
                  <a:pt x="8570300" y="1619895"/>
                  <a:pt x="8578763" y="1622562"/>
                </a:cubicBezTo>
                <a:lnTo>
                  <a:pt x="8578745" y="1622562"/>
                </a:lnTo>
                <a:cubicBezTo>
                  <a:pt x="8580345" y="1623060"/>
                  <a:pt x="8581981" y="1623290"/>
                  <a:pt x="8583563" y="1623290"/>
                </a:cubicBezTo>
                <a:close/>
                <a:moveTo>
                  <a:pt x="7854023" y="1891201"/>
                </a:moveTo>
                <a:cubicBezTo>
                  <a:pt x="7859321" y="1891200"/>
                  <a:pt x="7864211" y="1887734"/>
                  <a:pt x="7865793" y="1882400"/>
                </a:cubicBezTo>
                <a:cubicBezTo>
                  <a:pt x="7867713" y="1875893"/>
                  <a:pt x="7863997" y="1869084"/>
                  <a:pt x="7857490" y="1867164"/>
                </a:cubicBezTo>
                <a:cubicBezTo>
                  <a:pt x="7851000" y="1865244"/>
                  <a:pt x="7844174" y="1868959"/>
                  <a:pt x="7842254" y="1875466"/>
                </a:cubicBezTo>
                <a:cubicBezTo>
                  <a:pt x="7840333" y="1881955"/>
                  <a:pt x="7844067" y="1888765"/>
                  <a:pt x="7850556" y="1890685"/>
                </a:cubicBezTo>
                <a:cubicBezTo>
                  <a:pt x="7851713" y="1891041"/>
                  <a:pt x="7852885" y="1891200"/>
                  <a:pt x="7854023" y="1891201"/>
                </a:cubicBezTo>
                <a:close/>
                <a:moveTo>
                  <a:pt x="4971319" y="2951482"/>
                </a:moveTo>
                <a:cubicBezTo>
                  <a:pt x="4974944" y="2951482"/>
                  <a:pt x="4978128" y="2948850"/>
                  <a:pt x="4978749" y="2945170"/>
                </a:cubicBezTo>
                <a:cubicBezTo>
                  <a:pt x="4979407" y="2941063"/>
                  <a:pt x="4976634" y="2937187"/>
                  <a:pt x="4972528" y="2936530"/>
                </a:cubicBezTo>
                <a:cubicBezTo>
                  <a:pt x="4968421" y="2935854"/>
                  <a:pt x="4964562" y="2938627"/>
                  <a:pt x="4963887" y="2942734"/>
                </a:cubicBezTo>
                <a:cubicBezTo>
                  <a:pt x="4963212" y="2946841"/>
                  <a:pt x="4966004" y="2950699"/>
                  <a:pt x="4970108" y="2951375"/>
                </a:cubicBezTo>
                <a:cubicBezTo>
                  <a:pt x="4970519" y="2951446"/>
                  <a:pt x="4970927" y="2951482"/>
                  <a:pt x="4971319" y="2951482"/>
                </a:cubicBezTo>
                <a:close/>
                <a:moveTo>
                  <a:pt x="7119115" y="2164658"/>
                </a:moveTo>
                <a:lnTo>
                  <a:pt x="7119124" y="2164649"/>
                </a:lnTo>
                <a:lnTo>
                  <a:pt x="7119115" y="2164640"/>
                </a:lnTo>
                <a:close/>
                <a:moveTo>
                  <a:pt x="4628239" y="3084449"/>
                </a:moveTo>
                <a:cubicBezTo>
                  <a:pt x="4630070" y="3084450"/>
                  <a:pt x="4631848" y="3083561"/>
                  <a:pt x="4632931" y="3081925"/>
                </a:cubicBezTo>
                <a:cubicBezTo>
                  <a:pt x="4634657" y="3079348"/>
                  <a:pt x="4633946" y="3075844"/>
                  <a:pt x="4631351" y="3074138"/>
                </a:cubicBezTo>
                <a:cubicBezTo>
                  <a:pt x="4628754" y="3072414"/>
                  <a:pt x="4625268" y="3073125"/>
                  <a:pt x="4623545" y="3075720"/>
                </a:cubicBezTo>
                <a:cubicBezTo>
                  <a:pt x="4621837" y="3078317"/>
                  <a:pt x="4622550" y="3081801"/>
                  <a:pt x="4625146" y="3083526"/>
                </a:cubicBezTo>
                <a:cubicBezTo>
                  <a:pt x="4626105" y="3084147"/>
                  <a:pt x="4627171" y="3084450"/>
                  <a:pt x="4628239" y="3084449"/>
                </a:cubicBezTo>
                <a:close/>
                <a:moveTo>
                  <a:pt x="5338363" y="2824077"/>
                </a:moveTo>
                <a:cubicBezTo>
                  <a:pt x="5343003" y="2823491"/>
                  <a:pt x="5346294" y="2819242"/>
                  <a:pt x="5345707" y="2814601"/>
                </a:cubicBezTo>
                <a:cubicBezTo>
                  <a:pt x="5345103" y="2809961"/>
                  <a:pt x="5340871" y="2806672"/>
                  <a:pt x="5336230" y="2807259"/>
                </a:cubicBezTo>
                <a:cubicBezTo>
                  <a:pt x="5331588" y="2807845"/>
                  <a:pt x="5328301" y="2812094"/>
                  <a:pt x="5328887" y="2816735"/>
                </a:cubicBezTo>
                <a:cubicBezTo>
                  <a:pt x="5329422" y="2821020"/>
                  <a:pt x="5333084" y="2824148"/>
                  <a:pt x="5337279" y="2824149"/>
                </a:cubicBezTo>
                <a:cubicBezTo>
                  <a:pt x="5337635" y="2824148"/>
                  <a:pt x="5337989" y="2824131"/>
                  <a:pt x="5338363" y="2824077"/>
                </a:cubicBezTo>
                <a:close/>
                <a:moveTo>
                  <a:pt x="4403921" y="3170891"/>
                </a:moveTo>
                <a:cubicBezTo>
                  <a:pt x="4404863" y="3170891"/>
                  <a:pt x="4405823" y="3170535"/>
                  <a:pt x="4406552" y="3169807"/>
                </a:cubicBezTo>
                <a:cubicBezTo>
                  <a:pt x="4407993" y="3168348"/>
                  <a:pt x="4408010" y="3165984"/>
                  <a:pt x="4406553" y="3164526"/>
                </a:cubicBezTo>
                <a:cubicBezTo>
                  <a:pt x="4405094" y="3163051"/>
                  <a:pt x="4402747" y="3163051"/>
                  <a:pt x="4401271" y="3164490"/>
                </a:cubicBezTo>
                <a:cubicBezTo>
                  <a:pt x="4399815" y="3165948"/>
                  <a:pt x="4399796" y="3168313"/>
                  <a:pt x="4401254" y="3169789"/>
                </a:cubicBezTo>
                <a:lnTo>
                  <a:pt x="4401272" y="3169789"/>
                </a:lnTo>
                <a:cubicBezTo>
                  <a:pt x="4402001" y="3170517"/>
                  <a:pt x="4402963" y="3170891"/>
                  <a:pt x="4403921" y="3170891"/>
                </a:cubicBezTo>
                <a:close/>
                <a:moveTo>
                  <a:pt x="7129053" y="2173529"/>
                </a:moveTo>
                <a:cubicBezTo>
                  <a:pt x="7134245" y="2173245"/>
                  <a:pt x="7138227" y="2168801"/>
                  <a:pt x="7137944" y="2163609"/>
                </a:cubicBezTo>
                <a:cubicBezTo>
                  <a:pt x="7137658" y="2158400"/>
                  <a:pt x="7133214" y="2154435"/>
                  <a:pt x="7128004" y="2154720"/>
                </a:cubicBezTo>
                <a:lnTo>
                  <a:pt x="7119124" y="2164649"/>
                </a:lnTo>
                <a:lnTo>
                  <a:pt x="7128520" y="2173530"/>
                </a:lnTo>
                <a:cubicBezTo>
                  <a:pt x="7128699" y="2173530"/>
                  <a:pt x="7128876" y="2173530"/>
                  <a:pt x="7129053" y="2173529"/>
                </a:cubicBezTo>
                <a:close/>
                <a:moveTo>
                  <a:pt x="4129236" y="3274684"/>
                </a:moveTo>
                <a:cubicBezTo>
                  <a:pt x="4129468" y="3274684"/>
                  <a:pt x="4129680" y="3274613"/>
                  <a:pt x="4129859" y="3274453"/>
                </a:cubicBezTo>
                <a:cubicBezTo>
                  <a:pt x="4130215" y="3274097"/>
                  <a:pt x="4130233" y="3273546"/>
                  <a:pt x="4129896" y="3273190"/>
                </a:cubicBezTo>
                <a:cubicBezTo>
                  <a:pt x="4129556" y="3272834"/>
                  <a:pt x="4128988" y="3272817"/>
                  <a:pt x="4128633" y="3273154"/>
                </a:cubicBezTo>
                <a:cubicBezTo>
                  <a:pt x="4128276" y="3273493"/>
                  <a:pt x="4128258" y="3274043"/>
                  <a:pt x="4128597" y="3274417"/>
                </a:cubicBezTo>
                <a:cubicBezTo>
                  <a:pt x="4128774" y="3274595"/>
                  <a:pt x="4129006" y="3274684"/>
                  <a:pt x="4129236" y="3274684"/>
                </a:cubicBezTo>
                <a:close/>
                <a:moveTo>
                  <a:pt x="7681516" y="1973304"/>
                </a:moveTo>
                <a:cubicBezTo>
                  <a:pt x="7686672" y="1973303"/>
                  <a:pt x="7691311" y="1969766"/>
                  <a:pt x="7692537" y="1964557"/>
                </a:cubicBezTo>
                <a:cubicBezTo>
                  <a:pt x="7693961" y="1958458"/>
                  <a:pt x="7690173" y="1952379"/>
                  <a:pt x="7684076" y="1950956"/>
                </a:cubicBezTo>
                <a:cubicBezTo>
                  <a:pt x="7677996" y="1949533"/>
                  <a:pt x="7671914" y="1953320"/>
                  <a:pt x="7670492" y="1959401"/>
                </a:cubicBezTo>
                <a:cubicBezTo>
                  <a:pt x="7669070" y="1965499"/>
                  <a:pt x="7672857" y="1971580"/>
                  <a:pt x="7678938" y="1973001"/>
                </a:cubicBezTo>
                <a:cubicBezTo>
                  <a:pt x="7679809" y="1973197"/>
                  <a:pt x="7680662" y="1973304"/>
                  <a:pt x="7681516" y="1973304"/>
                </a:cubicBezTo>
                <a:close/>
                <a:moveTo>
                  <a:pt x="8429688" y="1700380"/>
                </a:moveTo>
                <a:cubicBezTo>
                  <a:pt x="8435998" y="1700380"/>
                  <a:pt x="8441883" y="1696397"/>
                  <a:pt x="8443999" y="1690103"/>
                </a:cubicBezTo>
                <a:cubicBezTo>
                  <a:pt x="8446684" y="1682192"/>
                  <a:pt x="8442435" y="1673623"/>
                  <a:pt x="8434541" y="1670938"/>
                </a:cubicBezTo>
                <a:cubicBezTo>
                  <a:pt x="8426629" y="1668271"/>
                  <a:pt x="8418060" y="1672502"/>
                  <a:pt x="8415376" y="1680414"/>
                </a:cubicBezTo>
                <a:cubicBezTo>
                  <a:pt x="8412709" y="1688326"/>
                  <a:pt x="8416940" y="1696895"/>
                  <a:pt x="8424851" y="1699579"/>
                </a:cubicBezTo>
                <a:cubicBezTo>
                  <a:pt x="8426452" y="1700113"/>
                  <a:pt x="8428087" y="1700380"/>
                  <a:pt x="8429688" y="1700380"/>
                </a:cubicBezTo>
                <a:close/>
                <a:moveTo>
                  <a:pt x="4794364" y="3035664"/>
                </a:moveTo>
                <a:cubicBezTo>
                  <a:pt x="4796997" y="3035664"/>
                  <a:pt x="4799504" y="3034046"/>
                  <a:pt x="4800518" y="3031432"/>
                </a:cubicBezTo>
                <a:cubicBezTo>
                  <a:pt x="4801813" y="3028037"/>
                  <a:pt x="4800106" y="3024232"/>
                  <a:pt x="4796712" y="3022934"/>
                </a:cubicBezTo>
                <a:cubicBezTo>
                  <a:pt x="4793334" y="3021636"/>
                  <a:pt x="4789529" y="3023325"/>
                  <a:pt x="4788231" y="3026721"/>
                </a:cubicBezTo>
                <a:cubicBezTo>
                  <a:pt x="4786916" y="3030117"/>
                  <a:pt x="4788623" y="3033921"/>
                  <a:pt x="4792001" y="3035219"/>
                </a:cubicBezTo>
                <a:cubicBezTo>
                  <a:pt x="4792784" y="3035522"/>
                  <a:pt x="4793582" y="3035664"/>
                  <a:pt x="4794364" y="3035664"/>
                </a:cubicBezTo>
                <a:close/>
                <a:moveTo>
                  <a:pt x="5431330" y="2809801"/>
                </a:moveTo>
                <a:cubicBezTo>
                  <a:pt x="5435934" y="2808965"/>
                  <a:pt x="5438991" y="2804574"/>
                  <a:pt x="5438175" y="2799969"/>
                </a:cubicBezTo>
                <a:cubicBezTo>
                  <a:pt x="5437338" y="2795365"/>
                  <a:pt x="5432947" y="2792288"/>
                  <a:pt x="5428343" y="2793124"/>
                </a:cubicBezTo>
                <a:cubicBezTo>
                  <a:pt x="5423737" y="2793942"/>
                  <a:pt x="5420661" y="2798352"/>
                  <a:pt x="5421480" y="2802956"/>
                </a:cubicBezTo>
                <a:cubicBezTo>
                  <a:pt x="5422226" y="2807063"/>
                  <a:pt x="5425801" y="2809944"/>
                  <a:pt x="5429819" y="2809944"/>
                </a:cubicBezTo>
                <a:cubicBezTo>
                  <a:pt x="5430316" y="2809944"/>
                  <a:pt x="5430813" y="2809890"/>
                  <a:pt x="5431330" y="2809801"/>
                </a:cubicBezTo>
                <a:close/>
                <a:moveTo>
                  <a:pt x="8840420" y="1563731"/>
                </a:moveTo>
                <a:cubicBezTo>
                  <a:pt x="8843353" y="1561469"/>
                  <a:pt x="8845571" y="1558237"/>
                  <a:pt x="8846531" y="1554361"/>
                </a:cubicBezTo>
                <a:cubicBezTo>
                  <a:pt x="8848772" y="1545241"/>
                  <a:pt x="8843225" y="1536014"/>
                  <a:pt x="8834104" y="1533756"/>
                </a:cubicBezTo>
                <a:cubicBezTo>
                  <a:pt x="8824983" y="1531498"/>
                  <a:pt x="8815756" y="1537063"/>
                  <a:pt x="8813498" y="1546184"/>
                </a:cubicBezTo>
                <a:cubicBezTo>
                  <a:pt x="8811240" y="1555304"/>
                  <a:pt x="8816805" y="1564531"/>
                  <a:pt x="8825926" y="1566790"/>
                </a:cubicBezTo>
                <a:cubicBezTo>
                  <a:pt x="8827295" y="1567127"/>
                  <a:pt x="8828664" y="1567286"/>
                  <a:pt x="8830014" y="1567287"/>
                </a:cubicBezTo>
                <a:cubicBezTo>
                  <a:pt x="8833837" y="1567286"/>
                  <a:pt x="8837486" y="1565994"/>
                  <a:pt x="8840420" y="1563731"/>
                </a:cubicBezTo>
                <a:close/>
                <a:moveTo>
                  <a:pt x="8272736" y="1774323"/>
                </a:moveTo>
                <a:cubicBezTo>
                  <a:pt x="8278583" y="1774323"/>
                  <a:pt x="8284060" y="1770660"/>
                  <a:pt x="8286105" y="1764828"/>
                </a:cubicBezTo>
                <a:cubicBezTo>
                  <a:pt x="8288683" y="1757450"/>
                  <a:pt x="8284789" y="1749378"/>
                  <a:pt x="8277411" y="1746783"/>
                </a:cubicBezTo>
                <a:cubicBezTo>
                  <a:pt x="8270033" y="1744187"/>
                  <a:pt x="8261943" y="1748081"/>
                  <a:pt x="8259365" y="1755458"/>
                </a:cubicBezTo>
                <a:cubicBezTo>
                  <a:pt x="8256770" y="1762854"/>
                  <a:pt x="8260663" y="1770926"/>
                  <a:pt x="8268042" y="1773523"/>
                </a:cubicBezTo>
                <a:cubicBezTo>
                  <a:pt x="8269605" y="1774055"/>
                  <a:pt x="8271189" y="1774323"/>
                  <a:pt x="8272736" y="1774323"/>
                </a:cubicBezTo>
                <a:close/>
                <a:moveTo>
                  <a:pt x="5523441" y="2791150"/>
                </a:moveTo>
                <a:cubicBezTo>
                  <a:pt x="5528010" y="2790120"/>
                  <a:pt x="5530892" y="2785586"/>
                  <a:pt x="5529860" y="2781017"/>
                </a:cubicBezTo>
                <a:cubicBezTo>
                  <a:pt x="5528829" y="2776448"/>
                  <a:pt x="5524296" y="2773585"/>
                  <a:pt x="5519727" y="2774617"/>
                </a:cubicBezTo>
                <a:cubicBezTo>
                  <a:pt x="5515157" y="2775647"/>
                  <a:pt x="5512296" y="2780181"/>
                  <a:pt x="5513326" y="2784732"/>
                </a:cubicBezTo>
                <a:lnTo>
                  <a:pt x="5513308" y="2784732"/>
                </a:lnTo>
                <a:cubicBezTo>
                  <a:pt x="5514197" y="2788679"/>
                  <a:pt x="5517701" y="2791364"/>
                  <a:pt x="5521557" y="2791364"/>
                </a:cubicBezTo>
                <a:cubicBezTo>
                  <a:pt x="5522181" y="2791364"/>
                  <a:pt x="5522802" y="2791293"/>
                  <a:pt x="5523441" y="2791150"/>
                </a:cubicBezTo>
                <a:close/>
                <a:moveTo>
                  <a:pt x="7502304" y="2065719"/>
                </a:moveTo>
                <a:cubicBezTo>
                  <a:pt x="7507354" y="2065719"/>
                  <a:pt x="7511780" y="2062038"/>
                  <a:pt x="7512563" y="2056900"/>
                </a:cubicBezTo>
                <a:cubicBezTo>
                  <a:pt x="7513399" y="2051229"/>
                  <a:pt x="7509505" y="2045949"/>
                  <a:pt x="7503834" y="2045095"/>
                </a:cubicBezTo>
                <a:cubicBezTo>
                  <a:pt x="7498179" y="2044242"/>
                  <a:pt x="7492881" y="2048153"/>
                  <a:pt x="7492045" y="2053824"/>
                </a:cubicBezTo>
                <a:cubicBezTo>
                  <a:pt x="7491192" y="2059478"/>
                  <a:pt x="7495103" y="2064758"/>
                  <a:pt x="7500757" y="2065612"/>
                </a:cubicBezTo>
                <a:cubicBezTo>
                  <a:pt x="7501273" y="2065683"/>
                  <a:pt x="7501807" y="2065718"/>
                  <a:pt x="7502304" y="2065719"/>
                </a:cubicBezTo>
                <a:close/>
                <a:moveTo>
                  <a:pt x="5063697" y="2962238"/>
                </a:moveTo>
                <a:cubicBezTo>
                  <a:pt x="5067608" y="2962238"/>
                  <a:pt x="5070916" y="2959234"/>
                  <a:pt x="5071199" y="2955268"/>
                </a:cubicBezTo>
                <a:cubicBezTo>
                  <a:pt x="5071484" y="2951109"/>
                  <a:pt x="5068372" y="2947517"/>
                  <a:pt x="5064232" y="2947215"/>
                </a:cubicBezTo>
                <a:cubicBezTo>
                  <a:pt x="5060087" y="2946913"/>
                  <a:pt x="5056479" y="2950023"/>
                  <a:pt x="5056176" y="2954184"/>
                </a:cubicBezTo>
                <a:cubicBezTo>
                  <a:pt x="5055874" y="2958327"/>
                  <a:pt x="5059003" y="2961918"/>
                  <a:pt x="5063145" y="2962220"/>
                </a:cubicBezTo>
                <a:cubicBezTo>
                  <a:pt x="5063324" y="2962238"/>
                  <a:pt x="5063501" y="2962238"/>
                  <a:pt x="5063697" y="2962238"/>
                </a:cubicBezTo>
                <a:close/>
                <a:moveTo>
                  <a:pt x="7222730" y="2170827"/>
                </a:moveTo>
                <a:cubicBezTo>
                  <a:pt x="7227940" y="2170810"/>
                  <a:pt x="7232135" y="2166578"/>
                  <a:pt x="7232135" y="2161387"/>
                </a:cubicBezTo>
                <a:cubicBezTo>
                  <a:pt x="7232118" y="2156178"/>
                  <a:pt x="7227886" y="2151982"/>
                  <a:pt x="7222677" y="2151982"/>
                </a:cubicBezTo>
                <a:cubicBezTo>
                  <a:pt x="7217486" y="2152000"/>
                  <a:pt x="7213290" y="2156213"/>
                  <a:pt x="7213290" y="2161422"/>
                </a:cubicBezTo>
                <a:cubicBezTo>
                  <a:pt x="7213290" y="2166632"/>
                  <a:pt x="7217522" y="2170827"/>
                  <a:pt x="7222730" y="2170827"/>
                </a:cubicBezTo>
                <a:close/>
                <a:moveTo>
                  <a:pt x="4330957" y="3232335"/>
                </a:moveTo>
                <a:cubicBezTo>
                  <a:pt x="4331632" y="3232334"/>
                  <a:pt x="4332291" y="3232086"/>
                  <a:pt x="4332823" y="3231605"/>
                </a:cubicBezTo>
                <a:cubicBezTo>
                  <a:pt x="4333961" y="3230575"/>
                  <a:pt x="4334050" y="3228814"/>
                  <a:pt x="4333019" y="3227676"/>
                </a:cubicBezTo>
                <a:cubicBezTo>
                  <a:pt x="4331987" y="3226538"/>
                  <a:pt x="4330226" y="3226449"/>
                  <a:pt x="4329089" y="3227481"/>
                </a:cubicBezTo>
                <a:cubicBezTo>
                  <a:pt x="4327952" y="3228512"/>
                  <a:pt x="4327863" y="3230272"/>
                  <a:pt x="4328894" y="3231427"/>
                </a:cubicBezTo>
                <a:cubicBezTo>
                  <a:pt x="4329445" y="3232032"/>
                  <a:pt x="4330192" y="3232334"/>
                  <a:pt x="4330957" y="3232335"/>
                </a:cubicBezTo>
                <a:close/>
                <a:moveTo>
                  <a:pt x="8111623" y="1846541"/>
                </a:moveTo>
                <a:cubicBezTo>
                  <a:pt x="8117099" y="1846540"/>
                  <a:pt x="8122219" y="1843109"/>
                  <a:pt x="8124104" y="1837651"/>
                </a:cubicBezTo>
                <a:cubicBezTo>
                  <a:pt x="8126504" y="1830753"/>
                  <a:pt x="8122841" y="1823232"/>
                  <a:pt x="8115942" y="1820832"/>
                </a:cubicBezTo>
                <a:cubicBezTo>
                  <a:pt x="8109044" y="1818450"/>
                  <a:pt x="8101523" y="1822112"/>
                  <a:pt x="8099142" y="1829010"/>
                </a:cubicBezTo>
                <a:cubicBezTo>
                  <a:pt x="8096741" y="1835909"/>
                  <a:pt x="8100404" y="1843430"/>
                  <a:pt x="8107302" y="1845811"/>
                </a:cubicBezTo>
                <a:cubicBezTo>
                  <a:pt x="8108743" y="1846309"/>
                  <a:pt x="8110200" y="1846540"/>
                  <a:pt x="8111623" y="1846541"/>
                </a:cubicBezTo>
                <a:close/>
                <a:moveTo>
                  <a:pt x="6492871" y="2443164"/>
                </a:moveTo>
                <a:cubicBezTo>
                  <a:pt x="6497262" y="2441564"/>
                  <a:pt x="6499520" y="2436693"/>
                  <a:pt x="6497901" y="2432301"/>
                </a:cubicBezTo>
                <a:cubicBezTo>
                  <a:pt x="6496283" y="2427892"/>
                  <a:pt x="6491412" y="2425652"/>
                  <a:pt x="6487021" y="2427252"/>
                </a:cubicBezTo>
                <a:cubicBezTo>
                  <a:pt x="6482630" y="2428870"/>
                  <a:pt x="6480372" y="2433742"/>
                  <a:pt x="6481990" y="2438133"/>
                </a:cubicBezTo>
                <a:cubicBezTo>
                  <a:pt x="6483252" y="2441564"/>
                  <a:pt x="6486505" y="2443698"/>
                  <a:pt x="6489955" y="2443698"/>
                </a:cubicBezTo>
                <a:cubicBezTo>
                  <a:pt x="6490914" y="2443698"/>
                  <a:pt x="6491910" y="2443520"/>
                  <a:pt x="6492871" y="2443164"/>
                </a:cubicBezTo>
                <a:close/>
                <a:moveTo>
                  <a:pt x="6405452" y="2476286"/>
                </a:moveTo>
                <a:cubicBezTo>
                  <a:pt x="6409808" y="2474597"/>
                  <a:pt x="6411976" y="2469672"/>
                  <a:pt x="6410270" y="2465317"/>
                </a:cubicBezTo>
                <a:cubicBezTo>
                  <a:pt x="6408581" y="2460961"/>
                  <a:pt x="6403656" y="2458792"/>
                  <a:pt x="6399300" y="2460499"/>
                </a:cubicBezTo>
                <a:cubicBezTo>
                  <a:pt x="6394944" y="2462188"/>
                  <a:pt x="6392775" y="2467112"/>
                  <a:pt x="6394482" y="2471468"/>
                </a:cubicBezTo>
                <a:cubicBezTo>
                  <a:pt x="6395780" y="2474811"/>
                  <a:pt x="6398980" y="2476873"/>
                  <a:pt x="6402376" y="2476874"/>
                </a:cubicBezTo>
                <a:cubicBezTo>
                  <a:pt x="6403407" y="2476874"/>
                  <a:pt x="6404438" y="2476677"/>
                  <a:pt x="6405452" y="2476286"/>
                </a:cubicBezTo>
                <a:close/>
                <a:moveTo>
                  <a:pt x="6580947" y="2412033"/>
                </a:moveTo>
                <a:cubicBezTo>
                  <a:pt x="6585392" y="2410522"/>
                  <a:pt x="6587774" y="2405704"/>
                  <a:pt x="6586263" y="2401277"/>
                </a:cubicBezTo>
                <a:cubicBezTo>
                  <a:pt x="6584769" y="2396850"/>
                  <a:pt x="6579951" y="2394468"/>
                  <a:pt x="6575525" y="2395961"/>
                </a:cubicBezTo>
                <a:cubicBezTo>
                  <a:pt x="6571080" y="2397473"/>
                  <a:pt x="6568715" y="2402273"/>
                  <a:pt x="6570209" y="2406718"/>
                </a:cubicBezTo>
                <a:cubicBezTo>
                  <a:pt x="6571399" y="2410256"/>
                  <a:pt x="6574707" y="2412478"/>
                  <a:pt x="6578226" y="2412478"/>
                </a:cubicBezTo>
                <a:cubicBezTo>
                  <a:pt x="6579134" y="2412477"/>
                  <a:pt x="6580057" y="2412336"/>
                  <a:pt x="6580947" y="2412033"/>
                </a:cubicBezTo>
                <a:close/>
                <a:moveTo>
                  <a:pt x="5614683" y="2768714"/>
                </a:moveTo>
                <a:cubicBezTo>
                  <a:pt x="5619197" y="2767505"/>
                  <a:pt x="5621900" y="2762865"/>
                  <a:pt x="5620692" y="2758348"/>
                </a:cubicBezTo>
                <a:cubicBezTo>
                  <a:pt x="5619500" y="2753833"/>
                  <a:pt x="5614860" y="2751131"/>
                  <a:pt x="5610327" y="2752340"/>
                </a:cubicBezTo>
                <a:cubicBezTo>
                  <a:pt x="5605795" y="2753549"/>
                  <a:pt x="5603108" y="2758189"/>
                  <a:pt x="5604319" y="2762705"/>
                </a:cubicBezTo>
                <a:cubicBezTo>
                  <a:pt x="5605330" y="2766510"/>
                  <a:pt x="5608763" y="2768998"/>
                  <a:pt x="5612495" y="2768998"/>
                </a:cubicBezTo>
                <a:cubicBezTo>
                  <a:pt x="5613225" y="2768998"/>
                  <a:pt x="5613954" y="2768909"/>
                  <a:pt x="5614683" y="2768714"/>
                </a:cubicBezTo>
                <a:close/>
                <a:moveTo>
                  <a:pt x="6318530" y="2510849"/>
                </a:moveTo>
                <a:cubicBezTo>
                  <a:pt x="6322869" y="2509088"/>
                  <a:pt x="6324966" y="2504146"/>
                  <a:pt x="6323224" y="2499809"/>
                </a:cubicBezTo>
                <a:cubicBezTo>
                  <a:pt x="6321464" y="2495470"/>
                  <a:pt x="6316522" y="2493372"/>
                  <a:pt x="6312184" y="2495132"/>
                </a:cubicBezTo>
                <a:cubicBezTo>
                  <a:pt x="6307845" y="2496892"/>
                  <a:pt x="6305747" y="2501834"/>
                  <a:pt x="6307507" y="2506156"/>
                </a:cubicBezTo>
                <a:cubicBezTo>
                  <a:pt x="6308841" y="2509462"/>
                  <a:pt x="6312005" y="2511453"/>
                  <a:pt x="6315365" y="2511453"/>
                </a:cubicBezTo>
                <a:cubicBezTo>
                  <a:pt x="6316415" y="2511453"/>
                  <a:pt x="6317499" y="2511257"/>
                  <a:pt x="6318530" y="2510849"/>
                </a:cubicBezTo>
                <a:close/>
                <a:moveTo>
                  <a:pt x="6669841" y="2383445"/>
                </a:moveTo>
                <a:cubicBezTo>
                  <a:pt x="6674322" y="2382076"/>
                  <a:pt x="6676846" y="2377346"/>
                  <a:pt x="6675496" y="2372867"/>
                </a:cubicBezTo>
                <a:cubicBezTo>
                  <a:pt x="6674127" y="2368386"/>
                  <a:pt x="6669396" y="2365862"/>
                  <a:pt x="6664917" y="2367213"/>
                </a:cubicBezTo>
                <a:cubicBezTo>
                  <a:pt x="6660437" y="2368582"/>
                  <a:pt x="6657912" y="2373311"/>
                  <a:pt x="6659281" y="2377792"/>
                </a:cubicBezTo>
                <a:cubicBezTo>
                  <a:pt x="6660384" y="2381454"/>
                  <a:pt x="6663743" y="2383800"/>
                  <a:pt x="6667388" y="2383800"/>
                </a:cubicBezTo>
                <a:cubicBezTo>
                  <a:pt x="6668188" y="2383800"/>
                  <a:pt x="6669023" y="2383693"/>
                  <a:pt x="6669841" y="2383445"/>
                </a:cubicBezTo>
                <a:close/>
                <a:moveTo>
                  <a:pt x="4547467" y="3163299"/>
                </a:moveTo>
                <a:cubicBezTo>
                  <a:pt x="4548837" y="3163299"/>
                  <a:pt x="4550188" y="3162695"/>
                  <a:pt x="4551113" y="3161556"/>
                </a:cubicBezTo>
                <a:cubicBezTo>
                  <a:pt x="4552731" y="3159530"/>
                  <a:pt x="4552411" y="3156596"/>
                  <a:pt x="4550402" y="3154979"/>
                </a:cubicBezTo>
                <a:cubicBezTo>
                  <a:pt x="4548393" y="3153343"/>
                  <a:pt x="4545442" y="3153663"/>
                  <a:pt x="4543823" y="3155690"/>
                </a:cubicBezTo>
                <a:cubicBezTo>
                  <a:pt x="4542206" y="3157699"/>
                  <a:pt x="4542527" y="3160632"/>
                  <a:pt x="4544535" y="3162268"/>
                </a:cubicBezTo>
                <a:cubicBezTo>
                  <a:pt x="4545389" y="3162961"/>
                  <a:pt x="4546437" y="3163299"/>
                  <a:pt x="4547467" y="3163299"/>
                </a:cubicBezTo>
                <a:close/>
                <a:moveTo>
                  <a:pt x="6231947" y="2546317"/>
                </a:moveTo>
                <a:cubicBezTo>
                  <a:pt x="6236267" y="2544522"/>
                  <a:pt x="6238329" y="2539562"/>
                  <a:pt x="6236534" y="2535241"/>
                </a:cubicBezTo>
                <a:cubicBezTo>
                  <a:pt x="6234756" y="2530921"/>
                  <a:pt x="6229797" y="2528859"/>
                  <a:pt x="6225475" y="2530654"/>
                </a:cubicBezTo>
                <a:cubicBezTo>
                  <a:pt x="6221138" y="2532432"/>
                  <a:pt x="6219075" y="2537393"/>
                  <a:pt x="6220871" y="2541713"/>
                </a:cubicBezTo>
                <a:cubicBezTo>
                  <a:pt x="6222222" y="2544984"/>
                  <a:pt x="6225386" y="2546957"/>
                  <a:pt x="6228711" y="2546957"/>
                </a:cubicBezTo>
                <a:cubicBezTo>
                  <a:pt x="6229796" y="2546958"/>
                  <a:pt x="6230880" y="2546744"/>
                  <a:pt x="6231947" y="2546317"/>
                </a:cubicBezTo>
                <a:close/>
                <a:moveTo>
                  <a:pt x="7945744" y="1919469"/>
                </a:moveTo>
                <a:cubicBezTo>
                  <a:pt x="7950937" y="1919469"/>
                  <a:pt x="7955755" y="1916162"/>
                  <a:pt x="7957426" y="1910953"/>
                </a:cubicBezTo>
                <a:cubicBezTo>
                  <a:pt x="7959488" y="1904500"/>
                  <a:pt x="7955932" y="1897583"/>
                  <a:pt x="7949478" y="1895520"/>
                </a:cubicBezTo>
                <a:cubicBezTo>
                  <a:pt x="7943024" y="1893458"/>
                  <a:pt x="7936126" y="1897014"/>
                  <a:pt x="7934047" y="1903468"/>
                </a:cubicBezTo>
                <a:cubicBezTo>
                  <a:pt x="7931984" y="1909922"/>
                  <a:pt x="7935540" y="1916820"/>
                  <a:pt x="7941994" y="1918882"/>
                </a:cubicBezTo>
                <a:cubicBezTo>
                  <a:pt x="7943239" y="1919291"/>
                  <a:pt x="7944501" y="1919469"/>
                  <a:pt x="7945744" y="1919469"/>
                </a:cubicBezTo>
                <a:close/>
                <a:moveTo>
                  <a:pt x="8677791" y="1651666"/>
                </a:moveTo>
                <a:cubicBezTo>
                  <a:pt x="8684778" y="1651666"/>
                  <a:pt x="8691196" y="1647079"/>
                  <a:pt x="8693224" y="1640020"/>
                </a:cubicBezTo>
                <a:cubicBezTo>
                  <a:pt x="8695677" y="1631504"/>
                  <a:pt x="8690734" y="1622615"/>
                  <a:pt x="8682218" y="1620161"/>
                </a:cubicBezTo>
                <a:cubicBezTo>
                  <a:pt x="8673685" y="1617708"/>
                  <a:pt x="8664796" y="1622633"/>
                  <a:pt x="8662342" y="1631167"/>
                </a:cubicBezTo>
                <a:cubicBezTo>
                  <a:pt x="8659906" y="1639701"/>
                  <a:pt x="8664830" y="1648590"/>
                  <a:pt x="8673346" y="1651025"/>
                </a:cubicBezTo>
                <a:cubicBezTo>
                  <a:pt x="8674840" y="1651453"/>
                  <a:pt x="8676316" y="1651666"/>
                  <a:pt x="8677791" y="1651666"/>
                </a:cubicBezTo>
                <a:close/>
                <a:moveTo>
                  <a:pt x="5704981" y="2742916"/>
                </a:moveTo>
                <a:cubicBezTo>
                  <a:pt x="5709461" y="2741566"/>
                  <a:pt x="5711985" y="2736837"/>
                  <a:pt x="5710635" y="2732356"/>
                </a:cubicBezTo>
                <a:cubicBezTo>
                  <a:pt x="5709266" y="2727875"/>
                  <a:pt x="5704535" y="2725351"/>
                  <a:pt x="5700056" y="2726702"/>
                </a:cubicBezTo>
                <a:cubicBezTo>
                  <a:pt x="5695576" y="2728071"/>
                  <a:pt x="5693051" y="2732800"/>
                  <a:pt x="5694401" y="2737281"/>
                </a:cubicBezTo>
                <a:cubicBezTo>
                  <a:pt x="5695521" y="2740925"/>
                  <a:pt x="5698882" y="2743290"/>
                  <a:pt x="5702527" y="2743290"/>
                </a:cubicBezTo>
                <a:cubicBezTo>
                  <a:pt x="5703327" y="2743290"/>
                  <a:pt x="5704162" y="2743165"/>
                  <a:pt x="5704981" y="2742916"/>
                </a:cubicBezTo>
                <a:close/>
                <a:moveTo>
                  <a:pt x="6145399" y="2582142"/>
                </a:moveTo>
                <a:cubicBezTo>
                  <a:pt x="6149737" y="2580364"/>
                  <a:pt x="6151800" y="2575403"/>
                  <a:pt x="6150022" y="2571084"/>
                </a:cubicBezTo>
                <a:cubicBezTo>
                  <a:pt x="6148244" y="2566745"/>
                  <a:pt x="6143301" y="2564684"/>
                  <a:pt x="6138963" y="2566461"/>
                </a:cubicBezTo>
                <a:cubicBezTo>
                  <a:pt x="6134643" y="2568239"/>
                  <a:pt x="6132563" y="2573182"/>
                  <a:pt x="6134342" y="2577519"/>
                </a:cubicBezTo>
                <a:cubicBezTo>
                  <a:pt x="6135692" y="2580791"/>
                  <a:pt x="6138857" y="2582782"/>
                  <a:pt x="6142181" y="2582783"/>
                </a:cubicBezTo>
                <a:cubicBezTo>
                  <a:pt x="6143266" y="2582782"/>
                  <a:pt x="6144350" y="2582569"/>
                  <a:pt x="6145399" y="2582142"/>
                </a:cubicBezTo>
                <a:close/>
                <a:moveTo>
                  <a:pt x="6759625" y="2358056"/>
                </a:moveTo>
                <a:cubicBezTo>
                  <a:pt x="6764159" y="2356866"/>
                  <a:pt x="6766879" y="2352242"/>
                  <a:pt x="6765687" y="2347709"/>
                </a:cubicBezTo>
                <a:cubicBezTo>
                  <a:pt x="6764514" y="2343176"/>
                  <a:pt x="6759891" y="2340473"/>
                  <a:pt x="6755358" y="2341647"/>
                </a:cubicBezTo>
                <a:cubicBezTo>
                  <a:pt x="6750825" y="2342838"/>
                  <a:pt x="6748105" y="2347461"/>
                  <a:pt x="6749295" y="2351994"/>
                </a:cubicBezTo>
                <a:cubicBezTo>
                  <a:pt x="6750291" y="2355798"/>
                  <a:pt x="6753723" y="2358324"/>
                  <a:pt x="6757491" y="2358324"/>
                </a:cubicBezTo>
                <a:cubicBezTo>
                  <a:pt x="6758203" y="2358324"/>
                  <a:pt x="6758914" y="2358235"/>
                  <a:pt x="6759625" y="2358056"/>
                </a:cubicBezTo>
                <a:close/>
                <a:moveTo>
                  <a:pt x="6058479" y="2617255"/>
                </a:moveTo>
                <a:cubicBezTo>
                  <a:pt x="6062818" y="2615531"/>
                  <a:pt x="6064950" y="2610606"/>
                  <a:pt x="6063225" y="2606267"/>
                </a:cubicBezTo>
                <a:cubicBezTo>
                  <a:pt x="6061501" y="2601912"/>
                  <a:pt x="6056577" y="2599778"/>
                  <a:pt x="6052220" y="2601504"/>
                </a:cubicBezTo>
                <a:cubicBezTo>
                  <a:pt x="6047865" y="2603228"/>
                  <a:pt x="6045748" y="2608152"/>
                  <a:pt x="6047474" y="2612508"/>
                </a:cubicBezTo>
                <a:cubicBezTo>
                  <a:pt x="6048789" y="2615833"/>
                  <a:pt x="6051972" y="2617860"/>
                  <a:pt x="6055350" y="2617859"/>
                </a:cubicBezTo>
                <a:cubicBezTo>
                  <a:pt x="6056399" y="2617860"/>
                  <a:pt x="6057448" y="2617664"/>
                  <a:pt x="6058479" y="2617255"/>
                </a:cubicBezTo>
                <a:close/>
                <a:moveTo>
                  <a:pt x="5794408" y="2714399"/>
                </a:moveTo>
                <a:lnTo>
                  <a:pt x="5794390" y="2714399"/>
                </a:lnTo>
                <a:cubicBezTo>
                  <a:pt x="5798835" y="2712923"/>
                  <a:pt x="5801236" y="2708123"/>
                  <a:pt x="5799760" y="2703679"/>
                </a:cubicBezTo>
                <a:cubicBezTo>
                  <a:pt x="5798285" y="2699252"/>
                  <a:pt x="5793483" y="2696852"/>
                  <a:pt x="5789039" y="2698327"/>
                </a:cubicBezTo>
                <a:cubicBezTo>
                  <a:pt x="5784595" y="2699802"/>
                  <a:pt x="5782194" y="2704603"/>
                  <a:pt x="5783687" y="2709048"/>
                </a:cubicBezTo>
                <a:cubicBezTo>
                  <a:pt x="5784861" y="2712586"/>
                  <a:pt x="5788168" y="2714844"/>
                  <a:pt x="5791723" y="2714844"/>
                </a:cubicBezTo>
                <a:cubicBezTo>
                  <a:pt x="5792613" y="2714844"/>
                  <a:pt x="5793520" y="2714701"/>
                  <a:pt x="5794408" y="2714399"/>
                </a:cubicBezTo>
                <a:close/>
                <a:moveTo>
                  <a:pt x="5971060" y="2651213"/>
                </a:moveTo>
                <a:cubicBezTo>
                  <a:pt x="5975433" y="2649560"/>
                  <a:pt x="5977638" y="2644670"/>
                  <a:pt x="5975967" y="2640296"/>
                </a:cubicBezTo>
                <a:cubicBezTo>
                  <a:pt x="5974313" y="2635906"/>
                  <a:pt x="5969424" y="2633719"/>
                  <a:pt x="5965051" y="2635372"/>
                </a:cubicBezTo>
                <a:cubicBezTo>
                  <a:pt x="5960677" y="2637026"/>
                  <a:pt x="5958473" y="2641932"/>
                  <a:pt x="5960126" y="2646306"/>
                </a:cubicBezTo>
                <a:cubicBezTo>
                  <a:pt x="5961406" y="2649685"/>
                  <a:pt x="5964623" y="2651782"/>
                  <a:pt x="5968055" y="2651782"/>
                </a:cubicBezTo>
                <a:cubicBezTo>
                  <a:pt x="5969051" y="2651782"/>
                  <a:pt x="5970064" y="2651604"/>
                  <a:pt x="5971060" y="2651213"/>
                </a:cubicBezTo>
                <a:close/>
                <a:moveTo>
                  <a:pt x="5883054" y="2683713"/>
                </a:moveTo>
                <a:cubicBezTo>
                  <a:pt x="5887464" y="2682131"/>
                  <a:pt x="5889757" y="2677277"/>
                  <a:pt x="5888174" y="2672868"/>
                </a:cubicBezTo>
                <a:cubicBezTo>
                  <a:pt x="5886610" y="2668459"/>
                  <a:pt x="5881756" y="2666165"/>
                  <a:pt x="5877346" y="2667765"/>
                </a:cubicBezTo>
                <a:cubicBezTo>
                  <a:pt x="5872938" y="2669330"/>
                  <a:pt x="5870644" y="2674184"/>
                  <a:pt x="5872226" y="2678592"/>
                </a:cubicBezTo>
                <a:cubicBezTo>
                  <a:pt x="5873471" y="2682059"/>
                  <a:pt x="5876725" y="2684211"/>
                  <a:pt x="5880209" y="2684211"/>
                </a:cubicBezTo>
                <a:cubicBezTo>
                  <a:pt x="5881151" y="2684211"/>
                  <a:pt x="5882113" y="2684051"/>
                  <a:pt x="5883054" y="2683713"/>
                </a:cubicBezTo>
                <a:close/>
                <a:moveTo>
                  <a:pt x="7774054" y="1996487"/>
                </a:moveTo>
                <a:cubicBezTo>
                  <a:pt x="7779051" y="1996488"/>
                  <a:pt x="7783619" y="1993162"/>
                  <a:pt x="7784971" y="1988096"/>
                </a:cubicBezTo>
                <a:cubicBezTo>
                  <a:pt x="7786588" y="1982069"/>
                  <a:pt x="7783015" y="1975845"/>
                  <a:pt x="7776970" y="1974228"/>
                </a:cubicBezTo>
                <a:cubicBezTo>
                  <a:pt x="7770943" y="1972610"/>
                  <a:pt x="7764739" y="1976184"/>
                  <a:pt x="7763101" y="1982229"/>
                </a:cubicBezTo>
                <a:cubicBezTo>
                  <a:pt x="7761485" y="1988274"/>
                  <a:pt x="7765058" y="1994478"/>
                  <a:pt x="7771103" y="1996096"/>
                </a:cubicBezTo>
                <a:cubicBezTo>
                  <a:pt x="7772081" y="1996363"/>
                  <a:pt x="7773077" y="1996487"/>
                  <a:pt x="7774054" y="1996487"/>
                </a:cubicBezTo>
                <a:close/>
                <a:moveTo>
                  <a:pt x="6850369" y="2336562"/>
                </a:moveTo>
                <a:cubicBezTo>
                  <a:pt x="6854937" y="2335584"/>
                  <a:pt x="6857872" y="2331104"/>
                  <a:pt x="6856911" y="2326516"/>
                </a:cubicBezTo>
                <a:cubicBezTo>
                  <a:pt x="6855933" y="2321930"/>
                  <a:pt x="6851435" y="2319014"/>
                  <a:pt x="6846867" y="2319975"/>
                </a:cubicBezTo>
                <a:cubicBezTo>
                  <a:pt x="6842280" y="2320953"/>
                  <a:pt x="6839346" y="2325450"/>
                  <a:pt x="6840324" y="2330019"/>
                </a:cubicBezTo>
                <a:cubicBezTo>
                  <a:pt x="6841159" y="2334019"/>
                  <a:pt x="6844680" y="2336757"/>
                  <a:pt x="6848608" y="2336758"/>
                </a:cubicBezTo>
                <a:cubicBezTo>
                  <a:pt x="6849177" y="2336758"/>
                  <a:pt x="6849782" y="2336686"/>
                  <a:pt x="6850369" y="2336562"/>
                </a:cubicBezTo>
                <a:close/>
                <a:moveTo>
                  <a:pt x="4260339" y="3288516"/>
                </a:moveTo>
                <a:cubicBezTo>
                  <a:pt x="4261121" y="3287840"/>
                  <a:pt x="4261209" y="3286685"/>
                  <a:pt x="4260533" y="3285921"/>
                </a:cubicBezTo>
                <a:cubicBezTo>
                  <a:pt x="4259877" y="3285155"/>
                  <a:pt x="4258720" y="3285067"/>
                  <a:pt x="4257956" y="3285724"/>
                </a:cubicBezTo>
                <a:cubicBezTo>
                  <a:pt x="4257174" y="3286382"/>
                  <a:pt x="4257085" y="3287538"/>
                  <a:pt x="4257760" y="3288302"/>
                </a:cubicBezTo>
                <a:cubicBezTo>
                  <a:pt x="4258116" y="3288729"/>
                  <a:pt x="4258631" y="3288943"/>
                  <a:pt x="4259147" y="3288943"/>
                </a:cubicBezTo>
                <a:cubicBezTo>
                  <a:pt x="4259575" y="3288943"/>
                  <a:pt x="4260000" y="3288800"/>
                  <a:pt x="4260339" y="3288516"/>
                </a:cubicBezTo>
                <a:close/>
                <a:moveTo>
                  <a:pt x="4882371" y="3063772"/>
                </a:moveTo>
                <a:cubicBezTo>
                  <a:pt x="4885287" y="3063772"/>
                  <a:pt x="4887973" y="3061799"/>
                  <a:pt x="4888735" y="3058848"/>
                </a:cubicBezTo>
                <a:cubicBezTo>
                  <a:pt x="4889642" y="3055327"/>
                  <a:pt x="4887545" y="3051736"/>
                  <a:pt x="4884023" y="3050829"/>
                </a:cubicBezTo>
                <a:cubicBezTo>
                  <a:pt x="4880502" y="3049905"/>
                  <a:pt x="4876913" y="3052021"/>
                  <a:pt x="4876005" y="3055541"/>
                </a:cubicBezTo>
                <a:cubicBezTo>
                  <a:pt x="4875082" y="3059043"/>
                  <a:pt x="4877197" y="3062634"/>
                  <a:pt x="4880717" y="3063559"/>
                </a:cubicBezTo>
                <a:cubicBezTo>
                  <a:pt x="4881270" y="3063701"/>
                  <a:pt x="4881820" y="3063772"/>
                  <a:pt x="4882371" y="3063772"/>
                </a:cubicBezTo>
                <a:close/>
                <a:moveTo>
                  <a:pt x="5156681" y="2965260"/>
                </a:moveTo>
                <a:cubicBezTo>
                  <a:pt x="5160841" y="2965225"/>
                  <a:pt x="5164165" y="2961847"/>
                  <a:pt x="5164166" y="2957687"/>
                </a:cubicBezTo>
                <a:cubicBezTo>
                  <a:pt x="5164132" y="2953526"/>
                  <a:pt x="5160753" y="2950166"/>
                  <a:pt x="5156591" y="2950202"/>
                </a:cubicBezTo>
                <a:cubicBezTo>
                  <a:pt x="5152432" y="2950219"/>
                  <a:pt x="5149108" y="2953615"/>
                  <a:pt x="5149107" y="2957775"/>
                </a:cubicBezTo>
                <a:cubicBezTo>
                  <a:pt x="5149143" y="2961918"/>
                  <a:pt x="5152502" y="2965260"/>
                  <a:pt x="5156646" y="2965260"/>
                </a:cubicBezTo>
                <a:close/>
                <a:moveTo>
                  <a:pt x="7316887" y="2173102"/>
                </a:moveTo>
                <a:cubicBezTo>
                  <a:pt x="7321883" y="2173102"/>
                  <a:pt x="7326045" y="2169191"/>
                  <a:pt x="7326292" y="2164142"/>
                </a:cubicBezTo>
                <a:cubicBezTo>
                  <a:pt x="7326559" y="2158951"/>
                  <a:pt x="7322559" y="2154524"/>
                  <a:pt x="7317368" y="2154275"/>
                </a:cubicBezTo>
                <a:cubicBezTo>
                  <a:pt x="7312159" y="2154008"/>
                  <a:pt x="7307749" y="2158009"/>
                  <a:pt x="7307482" y="2163200"/>
                </a:cubicBezTo>
                <a:cubicBezTo>
                  <a:pt x="7307216" y="2168391"/>
                  <a:pt x="7311216" y="2172818"/>
                  <a:pt x="7316407" y="2173085"/>
                </a:cubicBezTo>
                <a:lnTo>
                  <a:pt x="7316407" y="2173102"/>
                </a:lnTo>
                <a:cubicBezTo>
                  <a:pt x="7316568" y="2173102"/>
                  <a:pt x="7316727" y="2173102"/>
                  <a:pt x="7316887" y="2173102"/>
                </a:cubicBezTo>
                <a:close/>
                <a:moveTo>
                  <a:pt x="8522565" y="1730995"/>
                </a:moveTo>
                <a:cubicBezTo>
                  <a:pt x="8528965" y="1730995"/>
                  <a:pt x="8534903" y="1726888"/>
                  <a:pt x="8536965" y="1720470"/>
                </a:cubicBezTo>
                <a:cubicBezTo>
                  <a:pt x="8539507" y="1712523"/>
                  <a:pt x="8535116" y="1704024"/>
                  <a:pt x="8527169" y="1701482"/>
                </a:cubicBezTo>
                <a:cubicBezTo>
                  <a:pt x="8519222" y="1698922"/>
                  <a:pt x="8510724" y="1703313"/>
                  <a:pt x="8508181" y="1711278"/>
                </a:cubicBezTo>
                <a:cubicBezTo>
                  <a:pt x="8505639" y="1719208"/>
                  <a:pt x="8510013" y="1727723"/>
                  <a:pt x="8517959" y="1730266"/>
                </a:cubicBezTo>
                <a:cubicBezTo>
                  <a:pt x="8519488" y="1730746"/>
                  <a:pt x="8521053" y="1730995"/>
                  <a:pt x="8522565" y="1730995"/>
                </a:cubicBezTo>
                <a:close/>
                <a:moveTo>
                  <a:pt x="4707319" y="3131066"/>
                </a:moveTo>
                <a:cubicBezTo>
                  <a:pt x="4709364" y="3131066"/>
                  <a:pt x="4711319" y="3129964"/>
                  <a:pt x="4712332" y="3128026"/>
                </a:cubicBezTo>
                <a:cubicBezTo>
                  <a:pt x="4713756" y="3125270"/>
                  <a:pt x="4712670" y="3121875"/>
                  <a:pt x="4709915" y="3120435"/>
                </a:cubicBezTo>
                <a:cubicBezTo>
                  <a:pt x="4707159" y="3119012"/>
                  <a:pt x="4703763" y="3120096"/>
                  <a:pt x="4702323" y="3122852"/>
                </a:cubicBezTo>
                <a:cubicBezTo>
                  <a:pt x="4700902" y="3125608"/>
                  <a:pt x="4701986" y="3129004"/>
                  <a:pt x="4704741" y="3130443"/>
                </a:cubicBezTo>
                <a:cubicBezTo>
                  <a:pt x="4705576" y="3130870"/>
                  <a:pt x="4706448" y="3131066"/>
                  <a:pt x="4707319" y="3131066"/>
                </a:cubicBezTo>
                <a:close/>
                <a:moveTo>
                  <a:pt x="6942002" y="2319423"/>
                </a:moveTo>
                <a:cubicBezTo>
                  <a:pt x="6946623" y="2318677"/>
                  <a:pt x="6949771" y="2314321"/>
                  <a:pt x="6949006" y="2309716"/>
                </a:cubicBezTo>
                <a:cubicBezTo>
                  <a:pt x="6948259" y="2305093"/>
                  <a:pt x="6943921" y="2301947"/>
                  <a:pt x="6939299" y="2302693"/>
                </a:cubicBezTo>
                <a:cubicBezTo>
                  <a:pt x="6934676" y="2303440"/>
                  <a:pt x="6931529" y="2307796"/>
                  <a:pt x="6932276" y="2312418"/>
                </a:cubicBezTo>
                <a:cubicBezTo>
                  <a:pt x="6932952" y="2316579"/>
                  <a:pt x="6936561" y="2319548"/>
                  <a:pt x="6940633" y="2319548"/>
                </a:cubicBezTo>
                <a:cubicBezTo>
                  <a:pt x="6941094" y="2319548"/>
                  <a:pt x="6941540" y="2319512"/>
                  <a:pt x="6942002" y="2319423"/>
                </a:cubicBezTo>
                <a:close/>
                <a:moveTo>
                  <a:pt x="7595697" y="2081898"/>
                </a:moveTo>
                <a:cubicBezTo>
                  <a:pt x="7600551" y="2081898"/>
                  <a:pt x="7604889" y="2078465"/>
                  <a:pt x="7605866" y="2073506"/>
                </a:cubicBezTo>
                <a:cubicBezTo>
                  <a:pt x="7606968" y="2067887"/>
                  <a:pt x="7603306" y="2062447"/>
                  <a:pt x="7597688" y="2061344"/>
                </a:cubicBezTo>
                <a:cubicBezTo>
                  <a:pt x="7592070" y="2060243"/>
                  <a:pt x="7586629" y="2063906"/>
                  <a:pt x="7585527" y="2069524"/>
                </a:cubicBezTo>
                <a:cubicBezTo>
                  <a:pt x="7584425" y="2075142"/>
                  <a:pt x="7588087" y="2080599"/>
                  <a:pt x="7593723" y="2081702"/>
                </a:cubicBezTo>
                <a:lnTo>
                  <a:pt x="7593706" y="2081702"/>
                </a:lnTo>
                <a:lnTo>
                  <a:pt x="7593687" y="2081703"/>
                </a:lnTo>
                <a:cubicBezTo>
                  <a:pt x="7594363" y="2081826"/>
                  <a:pt x="7595039" y="2081898"/>
                  <a:pt x="7595697" y="2081898"/>
                </a:cubicBezTo>
                <a:close/>
                <a:moveTo>
                  <a:pt x="4468459" y="3234522"/>
                </a:moveTo>
                <a:cubicBezTo>
                  <a:pt x="4469436" y="3234521"/>
                  <a:pt x="4470433" y="3234130"/>
                  <a:pt x="4471161" y="3233366"/>
                </a:cubicBezTo>
                <a:cubicBezTo>
                  <a:pt x="4472584" y="3231872"/>
                  <a:pt x="4472531" y="3229508"/>
                  <a:pt x="4471038" y="3228086"/>
                </a:cubicBezTo>
                <a:cubicBezTo>
                  <a:pt x="4469525" y="3226664"/>
                  <a:pt x="4467159" y="3226735"/>
                  <a:pt x="4465757" y="3228228"/>
                </a:cubicBezTo>
                <a:cubicBezTo>
                  <a:pt x="4464335" y="3229721"/>
                  <a:pt x="4464386" y="3232086"/>
                  <a:pt x="4465898" y="3233508"/>
                </a:cubicBezTo>
                <a:lnTo>
                  <a:pt x="4465881" y="3233508"/>
                </a:lnTo>
                <a:cubicBezTo>
                  <a:pt x="4466610" y="3234184"/>
                  <a:pt x="4467534" y="3234522"/>
                  <a:pt x="4468459" y="3234522"/>
                </a:cubicBezTo>
                <a:close/>
                <a:moveTo>
                  <a:pt x="8364563" y="1806146"/>
                </a:moveTo>
                <a:cubicBezTo>
                  <a:pt x="8370448" y="1806146"/>
                  <a:pt x="8375959" y="1802448"/>
                  <a:pt x="8377968" y="1796564"/>
                </a:cubicBezTo>
                <a:cubicBezTo>
                  <a:pt x="8380493" y="1789168"/>
                  <a:pt x="8376546" y="1781113"/>
                  <a:pt x="8369151" y="1778589"/>
                </a:cubicBezTo>
                <a:cubicBezTo>
                  <a:pt x="8361736" y="1776065"/>
                  <a:pt x="8353683" y="1780011"/>
                  <a:pt x="8351158" y="1787407"/>
                </a:cubicBezTo>
                <a:cubicBezTo>
                  <a:pt x="8348633" y="1794804"/>
                  <a:pt x="8352580" y="1802857"/>
                  <a:pt x="8359993" y="1805399"/>
                </a:cubicBezTo>
                <a:cubicBezTo>
                  <a:pt x="8361505" y="1805915"/>
                  <a:pt x="8363052" y="1806147"/>
                  <a:pt x="8364563" y="1806146"/>
                </a:cubicBezTo>
                <a:close/>
                <a:moveTo>
                  <a:pt x="5242056" y="2954558"/>
                </a:moveTo>
                <a:lnTo>
                  <a:pt x="5242064" y="2954549"/>
                </a:lnTo>
                <a:lnTo>
                  <a:pt x="5242056" y="2954539"/>
                </a:lnTo>
                <a:close/>
                <a:moveTo>
                  <a:pt x="4188014" y="3341372"/>
                </a:moveTo>
                <a:cubicBezTo>
                  <a:pt x="4188208" y="3341373"/>
                  <a:pt x="4188404" y="3341301"/>
                  <a:pt x="4188583" y="3341159"/>
                </a:cubicBezTo>
                <a:cubicBezTo>
                  <a:pt x="4188957" y="3340839"/>
                  <a:pt x="4189010" y="3340288"/>
                  <a:pt x="4188688" y="3339897"/>
                </a:cubicBezTo>
                <a:cubicBezTo>
                  <a:pt x="4188368" y="3339523"/>
                  <a:pt x="4187818" y="3339470"/>
                  <a:pt x="4187445" y="3339790"/>
                </a:cubicBezTo>
                <a:cubicBezTo>
                  <a:pt x="4187053" y="3340110"/>
                  <a:pt x="4187001" y="3340662"/>
                  <a:pt x="4187321" y="3341052"/>
                </a:cubicBezTo>
                <a:cubicBezTo>
                  <a:pt x="4187497" y="3341248"/>
                  <a:pt x="4187748" y="3341373"/>
                  <a:pt x="4188014" y="3341372"/>
                </a:cubicBezTo>
                <a:close/>
                <a:moveTo>
                  <a:pt x="7034345" y="2306818"/>
                </a:moveTo>
                <a:cubicBezTo>
                  <a:pt x="7039002" y="2306303"/>
                  <a:pt x="7042364" y="2302124"/>
                  <a:pt x="7041829" y="2297466"/>
                </a:cubicBezTo>
                <a:cubicBezTo>
                  <a:pt x="7041332" y="2292808"/>
                  <a:pt x="7037137" y="2289466"/>
                  <a:pt x="7032478" y="2289981"/>
                </a:cubicBezTo>
                <a:cubicBezTo>
                  <a:pt x="7027838" y="2290496"/>
                  <a:pt x="7024478" y="2294675"/>
                  <a:pt x="7024993" y="2299333"/>
                </a:cubicBezTo>
                <a:lnTo>
                  <a:pt x="7024975" y="2299333"/>
                </a:lnTo>
                <a:cubicBezTo>
                  <a:pt x="7025455" y="2303671"/>
                  <a:pt x="7029117" y="2306871"/>
                  <a:pt x="7033384" y="2306871"/>
                </a:cubicBezTo>
                <a:cubicBezTo>
                  <a:pt x="7033705" y="2306871"/>
                  <a:pt x="7034025" y="2306853"/>
                  <a:pt x="7034345" y="2306818"/>
                </a:cubicBezTo>
                <a:close/>
                <a:moveTo>
                  <a:pt x="8202847" y="1878312"/>
                </a:moveTo>
                <a:cubicBezTo>
                  <a:pt x="8208304" y="1878312"/>
                  <a:pt x="8213407" y="1874897"/>
                  <a:pt x="8215308" y="1869457"/>
                </a:cubicBezTo>
                <a:cubicBezTo>
                  <a:pt x="8217726" y="1862559"/>
                  <a:pt x="8214082" y="1855039"/>
                  <a:pt x="8207202" y="1852620"/>
                </a:cubicBezTo>
                <a:cubicBezTo>
                  <a:pt x="8200304" y="1850221"/>
                  <a:pt x="8192766" y="1853847"/>
                  <a:pt x="8190366" y="1860745"/>
                </a:cubicBezTo>
                <a:cubicBezTo>
                  <a:pt x="8187947" y="1867626"/>
                  <a:pt x="8191592" y="1875165"/>
                  <a:pt x="8198490" y="1877565"/>
                </a:cubicBezTo>
                <a:cubicBezTo>
                  <a:pt x="8199930" y="1878080"/>
                  <a:pt x="8201388" y="1878311"/>
                  <a:pt x="8202847" y="1878312"/>
                </a:cubicBezTo>
                <a:close/>
                <a:moveTo>
                  <a:pt x="5250111" y="2961509"/>
                </a:moveTo>
                <a:cubicBezTo>
                  <a:pt x="5254252" y="2961207"/>
                  <a:pt x="5257380" y="2957598"/>
                  <a:pt x="5257078" y="2953455"/>
                </a:cubicBezTo>
                <a:cubicBezTo>
                  <a:pt x="5256777" y="2949313"/>
                  <a:pt x="5253168" y="2946201"/>
                  <a:pt x="5249025" y="2946504"/>
                </a:cubicBezTo>
                <a:lnTo>
                  <a:pt x="5242064" y="2954549"/>
                </a:lnTo>
                <a:lnTo>
                  <a:pt x="5249576" y="2961509"/>
                </a:lnTo>
                <a:cubicBezTo>
                  <a:pt x="5249753" y="2961509"/>
                  <a:pt x="5249932" y="2961508"/>
                  <a:pt x="5250111" y="2961509"/>
                </a:cubicBezTo>
                <a:close/>
                <a:moveTo>
                  <a:pt x="8772749" y="1677409"/>
                </a:moveTo>
                <a:cubicBezTo>
                  <a:pt x="8779914" y="1677409"/>
                  <a:pt x="8786456" y="1672573"/>
                  <a:pt x="8788305" y="1665302"/>
                </a:cubicBezTo>
                <a:cubicBezTo>
                  <a:pt x="8790474" y="1656697"/>
                  <a:pt x="8785283" y="1647968"/>
                  <a:pt x="8776695" y="1645781"/>
                </a:cubicBezTo>
                <a:cubicBezTo>
                  <a:pt x="8768090" y="1643594"/>
                  <a:pt x="8759362" y="1648786"/>
                  <a:pt x="8757175" y="1657391"/>
                </a:cubicBezTo>
                <a:cubicBezTo>
                  <a:pt x="8754988" y="1665978"/>
                  <a:pt x="8760179" y="1674725"/>
                  <a:pt x="8768767" y="1676911"/>
                </a:cubicBezTo>
                <a:cubicBezTo>
                  <a:pt x="8770100" y="1677249"/>
                  <a:pt x="8771434" y="1677409"/>
                  <a:pt x="8772749" y="1677409"/>
                </a:cubicBezTo>
                <a:close/>
                <a:moveTo>
                  <a:pt x="8036897" y="1949515"/>
                </a:moveTo>
                <a:cubicBezTo>
                  <a:pt x="8042018" y="1949515"/>
                  <a:pt x="8046801" y="1946297"/>
                  <a:pt x="8048525" y="1941178"/>
                </a:cubicBezTo>
                <a:cubicBezTo>
                  <a:pt x="8050676" y="1934759"/>
                  <a:pt x="8047244" y="1927789"/>
                  <a:pt x="8040826" y="1925620"/>
                </a:cubicBezTo>
                <a:cubicBezTo>
                  <a:pt x="8034391" y="1923469"/>
                  <a:pt x="8027439" y="1926919"/>
                  <a:pt x="8025270" y="1933337"/>
                </a:cubicBezTo>
                <a:cubicBezTo>
                  <a:pt x="8023101" y="1939754"/>
                  <a:pt x="8026550" y="1946706"/>
                  <a:pt x="8032986" y="1948875"/>
                </a:cubicBezTo>
                <a:cubicBezTo>
                  <a:pt x="8034284" y="1949319"/>
                  <a:pt x="8035599" y="1949515"/>
                  <a:pt x="8036897" y="1949515"/>
                </a:cubicBezTo>
                <a:close/>
                <a:moveTo>
                  <a:pt x="7410849" y="2180268"/>
                </a:moveTo>
                <a:cubicBezTo>
                  <a:pt x="7415631" y="2180268"/>
                  <a:pt x="7419722" y="2176640"/>
                  <a:pt x="7420219" y="2171805"/>
                </a:cubicBezTo>
                <a:cubicBezTo>
                  <a:pt x="7420735" y="2166614"/>
                  <a:pt x="7416965" y="2161991"/>
                  <a:pt x="7411792" y="2161476"/>
                </a:cubicBezTo>
                <a:cubicBezTo>
                  <a:pt x="7406599" y="2160941"/>
                  <a:pt x="7401978" y="2164711"/>
                  <a:pt x="7401444" y="2169885"/>
                </a:cubicBezTo>
                <a:cubicBezTo>
                  <a:pt x="7400928" y="2175059"/>
                  <a:pt x="7404698" y="2179681"/>
                  <a:pt x="7409872" y="2180214"/>
                </a:cubicBezTo>
                <a:lnTo>
                  <a:pt x="7409889" y="2180214"/>
                </a:lnTo>
                <a:cubicBezTo>
                  <a:pt x="7410209" y="2180250"/>
                  <a:pt x="7410529" y="2180268"/>
                  <a:pt x="7410849" y="2180268"/>
                </a:cubicBezTo>
                <a:close/>
                <a:moveTo>
                  <a:pt x="7118244" y="2290994"/>
                </a:moveTo>
                <a:lnTo>
                  <a:pt x="7118252" y="2290985"/>
                </a:lnTo>
                <a:lnTo>
                  <a:pt x="7118244" y="2290977"/>
                </a:lnTo>
                <a:close/>
                <a:moveTo>
                  <a:pt x="4972864" y="3082404"/>
                </a:moveTo>
                <a:cubicBezTo>
                  <a:pt x="4976047" y="3082404"/>
                  <a:pt x="4978857" y="3080094"/>
                  <a:pt x="4979355" y="3076840"/>
                </a:cubicBezTo>
                <a:cubicBezTo>
                  <a:pt x="4979907" y="3073249"/>
                  <a:pt x="4977453" y="3069889"/>
                  <a:pt x="4973878" y="3069337"/>
                </a:cubicBezTo>
                <a:cubicBezTo>
                  <a:pt x="4970268" y="3068768"/>
                  <a:pt x="4966910" y="3071240"/>
                  <a:pt x="4966359" y="3074813"/>
                </a:cubicBezTo>
                <a:cubicBezTo>
                  <a:pt x="4965807" y="3078404"/>
                  <a:pt x="4968262" y="3081783"/>
                  <a:pt x="4971852" y="3082334"/>
                </a:cubicBezTo>
                <a:cubicBezTo>
                  <a:pt x="4972188" y="3082387"/>
                  <a:pt x="4972528" y="3082404"/>
                  <a:pt x="4972864" y="3082404"/>
                </a:cubicBezTo>
                <a:close/>
                <a:moveTo>
                  <a:pt x="7865758" y="2022675"/>
                </a:moveTo>
                <a:cubicBezTo>
                  <a:pt x="7870612" y="2022675"/>
                  <a:pt x="7875109" y="2019529"/>
                  <a:pt x="7876585" y="2014622"/>
                </a:cubicBezTo>
                <a:cubicBezTo>
                  <a:pt x="7878381" y="2008630"/>
                  <a:pt x="7875002" y="2002319"/>
                  <a:pt x="7869011" y="2000523"/>
                </a:cubicBezTo>
                <a:cubicBezTo>
                  <a:pt x="7863020" y="1998709"/>
                  <a:pt x="7856709" y="2002106"/>
                  <a:pt x="7854913" y="2008098"/>
                </a:cubicBezTo>
                <a:cubicBezTo>
                  <a:pt x="7853117" y="2014088"/>
                  <a:pt x="7856495" y="2020400"/>
                  <a:pt x="7862487" y="2022196"/>
                </a:cubicBezTo>
                <a:cubicBezTo>
                  <a:pt x="7863571" y="2022534"/>
                  <a:pt x="7864673" y="2022676"/>
                  <a:pt x="7865758" y="2022675"/>
                </a:cubicBezTo>
                <a:close/>
                <a:moveTo>
                  <a:pt x="4391619" y="3298934"/>
                </a:moveTo>
                <a:cubicBezTo>
                  <a:pt x="4392293" y="3298934"/>
                  <a:pt x="4392970" y="3298685"/>
                  <a:pt x="4393503" y="3298205"/>
                </a:cubicBezTo>
                <a:cubicBezTo>
                  <a:pt x="4394640" y="3297157"/>
                  <a:pt x="4394693" y="3295396"/>
                  <a:pt x="4393644" y="3294258"/>
                </a:cubicBezTo>
                <a:cubicBezTo>
                  <a:pt x="4392614" y="3293138"/>
                  <a:pt x="4390855" y="3293067"/>
                  <a:pt x="4389714" y="3294098"/>
                </a:cubicBezTo>
                <a:cubicBezTo>
                  <a:pt x="4388595" y="3295147"/>
                  <a:pt x="4388525" y="3296907"/>
                  <a:pt x="4389555" y="3298045"/>
                </a:cubicBezTo>
                <a:cubicBezTo>
                  <a:pt x="4390106" y="3298633"/>
                  <a:pt x="4390854" y="3298934"/>
                  <a:pt x="4391619" y="3298934"/>
                </a:cubicBezTo>
                <a:close/>
                <a:moveTo>
                  <a:pt x="5343075" y="2951961"/>
                </a:moveTo>
                <a:cubicBezTo>
                  <a:pt x="5347200" y="2951410"/>
                  <a:pt x="5350098" y="2947642"/>
                  <a:pt x="5349564" y="2943517"/>
                </a:cubicBezTo>
                <a:cubicBezTo>
                  <a:pt x="5349014" y="2939392"/>
                  <a:pt x="5345246" y="2936494"/>
                  <a:pt x="5341119" y="2937027"/>
                </a:cubicBezTo>
                <a:cubicBezTo>
                  <a:pt x="5336994" y="2937579"/>
                  <a:pt x="5334096" y="2941348"/>
                  <a:pt x="5334630" y="2945472"/>
                </a:cubicBezTo>
                <a:cubicBezTo>
                  <a:pt x="5335128" y="2949259"/>
                  <a:pt x="5338363" y="2952015"/>
                  <a:pt x="5342098" y="2952015"/>
                </a:cubicBezTo>
                <a:cubicBezTo>
                  <a:pt x="5342417" y="2952015"/>
                  <a:pt x="5342737" y="2951998"/>
                  <a:pt x="5343075" y="2951961"/>
                </a:cubicBezTo>
                <a:close/>
                <a:moveTo>
                  <a:pt x="4620841" y="3217418"/>
                </a:moveTo>
                <a:cubicBezTo>
                  <a:pt x="4622353" y="3217418"/>
                  <a:pt x="4623830" y="3216689"/>
                  <a:pt x="4624735" y="3215338"/>
                </a:cubicBezTo>
                <a:cubicBezTo>
                  <a:pt x="4626159" y="3213187"/>
                  <a:pt x="4625588" y="3210271"/>
                  <a:pt x="4623437" y="3208849"/>
                </a:cubicBezTo>
                <a:cubicBezTo>
                  <a:pt x="4621287" y="3207408"/>
                  <a:pt x="4618371" y="3207995"/>
                  <a:pt x="4616930" y="3210146"/>
                </a:cubicBezTo>
                <a:cubicBezTo>
                  <a:pt x="4615507" y="3212298"/>
                  <a:pt x="4616095" y="3215196"/>
                  <a:pt x="4618246" y="3216636"/>
                </a:cubicBezTo>
                <a:cubicBezTo>
                  <a:pt x="4619046" y="3217169"/>
                  <a:pt x="4619952" y="3217418"/>
                  <a:pt x="4620841" y="3217418"/>
                </a:cubicBezTo>
                <a:close/>
                <a:moveTo>
                  <a:pt x="7127203" y="2298960"/>
                </a:moveTo>
                <a:cubicBezTo>
                  <a:pt x="7131879" y="2298693"/>
                  <a:pt x="7135435" y="2294693"/>
                  <a:pt x="7135169" y="2290016"/>
                </a:cubicBezTo>
                <a:cubicBezTo>
                  <a:pt x="7134903" y="2285341"/>
                  <a:pt x="7130884" y="2281768"/>
                  <a:pt x="7126208" y="2282052"/>
                </a:cubicBezTo>
                <a:lnTo>
                  <a:pt x="7118252" y="2290985"/>
                </a:lnTo>
                <a:lnTo>
                  <a:pt x="7126707" y="2298959"/>
                </a:lnTo>
                <a:cubicBezTo>
                  <a:pt x="7126866" y="2298959"/>
                  <a:pt x="7127026" y="2298960"/>
                  <a:pt x="7127203" y="2298960"/>
                </a:cubicBezTo>
                <a:close/>
                <a:moveTo>
                  <a:pt x="8616045" y="1759744"/>
                </a:moveTo>
                <a:cubicBezTo>
                  <a:pt x="8622571" y="1759743"/>
                  <a:pt x="8628598" y="1755477"/>
                  <a:pt x="8630536" y="1748898"/>
                </a:cubicBezTo>
                <a:cubicBezTo>
                  <a:pt x="8632883" y="1740880"/>
                  <a:pt x="8628314" y="1732488"/>
                  <a:pt x="8620313" y="1730124"/>
                </a:cubicBezTo>
                <a:cubicBezTo>
                  <a:pt x="8612295" y="1727777"/>
                  <a:pt x="8603903" y="1732346"/>
                  <a:pt x="8601539" y="1740364"/>
                </a:cubicBezTo>
                <a:cubicBezTo>
                  <a:pt x="8599173" y="1748365"/>
                  <a:pt x="8603761" y="1756774"/>
                  <a:pt x="8611761" y="1759121"/>
                </a:cubicBezTo>
                <a:cubicBezTo>
                  <a:pt x="8613184" y="1759548"/>
                  <a:pt x="8614623" y="1759744"/>
                  <a:pt x="8616045" y="1759744"/>
                </a:cubicBezTo>
                <a:close/>
                <a:moveTo>
                  <a:pt x="7688343" y="2101970"/>
                </a:moveTo>
                <a:cubicBezTo>
                  <a:pt x="7693054" y="2101970"/>
                  <a:pt x="7697321" y="2098752"/>
                  <a:pt x="7698441" y="2093969"/>
                </a:cubicBezTo>
                <a:cubicBezTo>
                  <a:pt x="7699756" y="2088405"/>
                  <a:pt x="7696290" y="2082822"/>
                  <a:pt x="7690724" y="2081506"/>
                </a:cubicBezTo>
                <a:cubicBezTo>
                  <a:pt x="7685143" y="2080191"/>
                  <a:pt x="7679560" y="2083639"/>
                  <a:pt x="7678244" y="2089223"/>
                </a:cubicBezTo>
                <a:cubicBezTo>
                  <a:pt x="7676928" y="2094805"/>
                  <a:pt x="7680395" y="2100387"/>
                  <a:pt x="7685960" y="2101704"/>
                </a:cubicBezTo>
                <a:cubicBezTo>
                  <a:pt x="7686760" y="2101881"/>
                  <a:pt x="7687560" y="2101970"/>
                  <a:pt x="7688343" y="2101970"/>
                </a:cubicBezTo>
                <a:close/>
                <a:moveTo>
                  <a:pt x="4791235" y="3168296"/>
                </a:moveTo>
                <a:cubicBezTo>
                  <a:pt x="4793512" y="3168295"/>
                  <a:pt x="4795663" y="3166890"/>
                  <a:pt x="4796499" y="3164633"/>
                </a:cubicBezTo>
                <a:cubicBezTo>
                  <a:pt x="4797601" y="3161735"/>
                  <a:pt x="4796124" y="3158481"/>
                  <a:pt x="4793209" y="3157396"/>
                </a:cubicBezTo>
                <a:cubicBezTo>
                  <a:pt x="4790293" y="3156312"/>
                  <a:pt x="4787058" y="3157770"/>
                  <a:pt x="4785953" y="3160686"/>
                </a:cubicBezTo>
                <a:cubicBezTo>
                  <a:pt x="4784870" y="3163601"/>
                  <a:pt x="4786346" y="3166837"/>
                  <a:pt x="4789262" y="3167939"/>
                </a:cubicBezTo>
                <a:cubicBezTo>
                  <a:pt x="4789901" y="3168171"/>
                  <a:pt x="4790577" y="3168295"/>
                  <a:pt x="4791235" y="3168296"/>
                </a:cubicBezTo>
                <a:close/>
                <a:moveTo>
                  <a:pt x="5435329" y="2937401"/>
                </a:moveTo>
                <a:cubicBezTo>
                  <a:pt x="5439437" y="2936655"/>
                  <a:pt x="5442139" y="2932743"/>
                  <a:pt x="5441393" y="2928636"/>
                </a:cubicBezTo>
                <a:cubicBezTo>
                  <a:pt x="5440646" y="2924547"/>
                  <a:pt x="5436717" y="2921844"/>
                  <a:pt x="5432627" y="2922591"/>
                </a:cubicBezTo>
                <a:cubicBezTo>
                  <a:pt x="5428537" y="2923337"/>
                  <a:pt x="5425835" y="2927266"/>
                  <a:pt x="5426583" y="2931355"/>
                </a:cubicBezTo>
                <a:cubicBezTo>
                  <a:pt x="5427241" y="2934982"/>
                  <a:pt x="5430405" y="2937526"/>
                  <a:pt x="5433980" y="2937526"/>
                </a:cubicBezTo>
                <a:cubicBezTo>
                  <a:pt x="5434424" y="2937525"/>
                  <a:pt x="5434887" y="2937490"/>
                  <a:pt x="5435329" y="2937401"/>
                </a:cubicBezTo>
                <a:close/>
                <a:moveTo>
                  <a:pt x="8456747" y="1836993"/>
                </a:moveTo>
                <a:cubicBezTo>
                  <a:pt x="8462702" y="1836993"/>
                  <a:pt x="8468249" y="1833188"/>
                  <a:pt x="8470205" y="1827215"/>
                </a:cubicBezTo>
                <a:cubicBezTo>
                  <a:pt x="8472623" y="1819765"/>
                  <a:pt x="8468569" y="1811782"/>
                  <a:pt x="8461138" y="1809347"/>
                </a:cubicBezTo>
                <a:cubicBezTo>
                  <a:pt x="8453689" y="1806929"/>
                  <a:pt x="8445706" y="1811000"/>
                  <a:pt x="8443270" y="1818432"/>
                </a:cubicBezTo>
                <a:cubicBezTo>
                  <a:pt x="8440852" y="1825863"/>
                  <a:pt x="8444906" y="1833864"/>
                  <a:pt x="8452355" y="1836281"/>
                </a:cubicBezTo>
                <a:cubicBezTo>
                  <a:pt x="8453813" y="1836761"/>
                  <a:pt x="8455288" y="1836993"/>
                  <a:pt x="8456747" y="1836993"/>
                </a:cubicBezTo>
                <a:close/>
                <a:moveTo>
                  <a:pt x="4317979" y="3356983"/>
                </a:moveTo>
                <a:cubicBezTo>
                  <a:pt x="4318742" y="3356325"/>
                  <a:pt x="4318848" y="3355170"/>
                  <a:pt x="4318209" y="3354386"/>
                </a:cubicBezTo>
                <a:cubicBezTo>
                  <a:pt x="4317550" y="3353604"/>
                  <a:pt x="4316395" y="3353497"/>
                  <a:pt x="4315613" y="3354156"/>
                </a:cubicBezTo>
                <a:cubicBezTo>
                  <a:pt x="4314831" y="3354813"/>
                  <a:pt x="4314742" y="3355969"/>
                  <a:pt x="4315383" y="3356751"/>
                </a:cubicBezTo>
                <a:cubicBezTo>
                  <a:pt x="4315755" y="3357178"/>
                  <a:pt x="4316272" y="3357409"/>
                  <a:pt x="4316787" y="3357409"/>
                </a:cubicBezTo>
                <a:cubicBezTo>
                  <a:pt x="4317214" y="3357409"/>
                  <a:pt x="4317622" y="3357267"/>
                  <a:pt x="4317979" y="3356983"/>
                </a:cubicBezTo>
                <a:close/>
                <a:moveTo>
                  <a:pt x="7220330" y="2296026"/>
                </a:moveTo>
                <a:cubicBezTo>
                  <a:pt x="7225006" y="2295990"/>
                  <a:pt x="7228757" y="2292186"/>
                  <a:pt x="7228757" y="2287510"/>
                </a:cubicBezTo>
                <a:cubicBezTo>
                  <a:pt x="7228739" y="2282816"/>
                  <a:pt x="7224917" y="2279065"/>
                  <a:pt x="7220241" y="2279065"/>
                </a:cubicBezTo>
                <a:cubicBezTo>
                  <a:pt x="7215565" y="2279101"/>
                  <a:pt x="7211779" y="2282905"/>
                  <a:pt x="7211815" y="2287581"/>
                </a:cubicBezTo>
                <a:cubicBezTo>
                  <a:pt x="7211832" y="2292257"/>
                  <a:pt x="7215619" y="2296026"/>
                  <a:pt x="7220277" y="2296027"/>
                </a:cubicBezTo>
                <a:close/>
                <a:moveTo>
                  <a:pt x="7504313" y="2192126"/>
                </a:moveTo>
                <a:cubicBezTo>
                  <a:pt x="7508882" y="2192126"/>
                  <a:pt x="7512900" y="2188784"/>
                  <a:pt x="7513612" y="2184108"/>
                </a:cubicBezTo>
                <a:cubicBezTo>
                  <a:pt x="7514393" y="2178970"/>
                  <a:pt x="7510856" y="2174170"/>
                  <a:pt x="7505700" y="2173387"/>
                </a:cubicBezTo>
                <a:cubicBezTo>
                  <a:pt x="7500545" y="2172606"/>
                  <a:pt x="7495744" y="2176143"/>
                  <a:pt x="7494962" y="2181299"/>
                </a:cubicBezTo>
                <a:cubicBezTo>
                  <a:pt x="7494179" y="2186436"/>
                  <a:pt x="7497716" y="2191237"/>
                  <a:pt x="7502873" y="2192019"/>
                </a:cubicBezTo>
                <a:lnTo>
                  <a:pt x="7502890" y="2192019"/>
                </a:lnTo>
                <a:cubicBezTo>
                  <a:pt x="7503371" y="2192091"/>
                  <a:pt x="7503851" y="2192127"/>
                  <a:pt x="7504313" y="2192126"/>
                </a:cubicBezTo>
                <a:close/>
                <a:moveTo>
                  <a:pt x="5526768" y="2918538"/>
                </a:moveTo>
                <a:cubicBezTo>
                  <a:pt x="5530819" y="2917613"/>
                  <a:pt x="5533363" y="2913577"/>
                  <a:pt x="5532437" y="2909524"/>
                </a:cubicBezTo>
                <a:cubicBezTo>
                  <a:pt x="5531495" y="2905470"/>
                  <a:pt x="5527460" y="2902945"/>
                  <a:pt x="5523424" y="2903870"/>
                </a:cubicBezTo>
                <a:cubicBezTo>
                  <a:pt x="5519371" y="2904794"/>
                  <a:pt x="5516830" y="2908830"/>
                  <a:pt x="5517753" y="2912884"/>
                </a:cubicBezTo>
                <a:cubicBezTo>
                  <a:pt x="5518552" y="2916369"/>
                  <a:pt x="5521665" y="2918733"/>
                  <a:pt x="5525096" y="2918733"/>
                </a:cubicBezTo>
                <a:cubicBezTo>
                  <a:pt x="5525647" y="2918733"/>
                  <a:pt x="5526215" y="2918679"/>
                  <a:pt x="5526768" y="2918538"/>
                </a:cubicBezTo>
                <a:close/>
                <a:moveTo>
                  <a:pt x="6488728" y="2569413"/>
                </a:moveTo>
                <a:cubicBezTo>
                  <a:pt x="6492622" y="2567973"/>
                  <a:pt x="6494612" y="2563635"/>
                  <a:pt x="6493172" y="2559742"/>
                </a:cubicBezTo>
                <a:cubicBezTo>
                  <a:pt x="6491715" y="2555848"/>
                  <a:pt x="6487394" y="2553856"/>
                  <a:pt x="6483501" y="2555297"/>
                </a:cubicBezTo>
                <a:cubicBezTo>
                  <a:pt x="6479607" y="2556737"/>
                  <a:pt x="6477616" y="2561074"/>
                  <a:pt x="6479057" y="2564968"/>
                </a:cubicBezTo>
                <a:cubicBezTo>
                  <a:pt x="6480177" y="2568008"/>
                  <a:pt x="6483056" y="2569893"/>
                  <a:pt x="6486115" y="2569893"/>
                </a:cubicBezTo>
                <a:cubicBezTo>
                  <a:pt x="6486985" y="2569893"/>
                  <a:pt x="6487857" y="2569733"/>
                  <a:pt x="6488728" y="2569413"/>
                </a:cubicBezTo>
                <a:close/>
                <a:moveTo>
                  <a:pt x="5064711" y="3092503"/>
                </a:moveTo>
                <a:cubicBezTo>
                  <a:pt x="5068142" y="3092503"/>
                  <a:pt x="5071039" y="3089836"/>
                  <a:pt x="5071272" y="3086369"/>
                </a:cubicBezTo>
                <a:cubicBezTo>
                  <a:pt x="5071503" y="3082743"/>
                  <a:pt x="5068764" y="3079596"/>
                  <a:pt x="5065138" y="3079365"/>
                </a:cubicBezTo>
                <a:cubicBezTo>
                  <a:pt x="5061512" y="3079116"/>
                  <a:pt x="5058381" y="3081854"/>
                  <a:pt x="5058133" y="3085480"/>
                </a:cubicBezTo>
                <a:cubicBezTo>
                  <a:pt x="5057901" y="3089107"/>
                  <a:pt x="5060639" y="3092236"/>
                  <a:pt x="5064267" y="3092486"/>
                </a:cubicBezTo>
                <a:lnTo>
                  <a:pt x="5064267" y="3092503"/>
                </a:lnTo>
                <a:cubicBezTo>
                  <a:pt x="5064409" y="3092503"/>
                  <a:pt x="5064569" y="3092503"/>
                  <a:pt x="5064711" y="3092503"/>
                </a:cubicBezTo>
                <a:close/>
                <a:moveTo>
                  <a:pt x="6576201" y="2538247"/>
                </a:moveTo>
                <a:cubicBezTo>
                  <a:pt x="6580130" y="2536913"/>
                  <a:pt x="6582228" y="2532629"/>
                  <a:pt x="6580895" y="2528699"/>
                </a:cubicBezTo>
                <a:cubicBezTo>
                  <a:pt x="6579543" y="2524752"/>
                  <a:pt x="6575275" y="2522655"/>
                  <a:pt x="6571329" y="2524006"/>
                </a:cubicBezTo>
                <a:cubicBezTo>
                  <a:pt x="6567399" y="2525339"/>
                  <a:pt x="6565302" y="2529623"/>
                  <a:pt x="6566636" y="2533552"/>
                </a:cubicBezTo>
                <a:cubicBezTo>
                  <a:pt x="6567702" y="2536682"/>
                  <a:pt x="6570635" y="2538656"/>
                  <a:pt x="6573764" y="2538656"/>
                </a:cubicBezTo>
                <a:cubicBezTo>
                  <a:pt x="6574566" y="2538656"/>
                  <a:pt x="6575383" y="2538531"/>
                  <a:pt x="6576201" y="2538247"/>
                </a:cubicBezTo>
                <a:close/>
                <a:moveTo>
                  <a:pt x="6401932" y="2602553"/>
                </a:moveTo>
                <a:cubicBezTo>
                  <a:pt x="6405789" y="2601024"/>
                  <a:pt x="6407692" y="2596668"/>
                  <a:pt x="6406181" y="2592793"/>
                </a:cubicBezTo>
                <a:cubicBezTo>
                  <a:pt x="6404670" y="2588917"/>
                  <a:pt x="6400296" y="2587014"/>
                  <a:pt x="6396419" y="2588526"/>
                </a:cubicBezTo>
                <a:cubicBezTo>
                  <a:pt x="6392562" y="2590054"/>
                  <a:pt x="6390641" y="2594428"/>
                  <a:pt x="6392172" y="2598286"/>
                </a:cubicBezTo>
                <a:cubicBezTo>
                  <a:pt x="6393327" y="2601255"/>
                  <a:pt x="6396171" y="2603069"/>
                  <a:pt x="6399176" y="2603069"/>
                </a:cubicBezTo>
                <a:cubicBezTo>
                  <a:pt x="6400082" y="2603069"/>
                  <a:pt x="6401025" y="2602890"/>
                  <a:pt x="6401932" y="2602553"/>
                </a:cubicBezTo>
                <a:close/>
                <a:moveTo>
                  <a:pt x="8294051" y="1910028"/>
                </a:moveTo>
                <a:cubicBezTo>
                  <a:pt x="8299545" y="1910029"/>
                  <a:pt x="8304666" y="1906598"/>
                  <a:pt x="8306551" y="1901122"/>
                </a:cubicBezTo>
                <a:cubicBezTo>
                  <a:pt x="8308933" y="1894223"/>
                  <a:pt x="8305270" y="1886703"/>
                  <a:pt x="8298372" y="1884321"/>
                </a:cubicBezTo>
                <a:cubicBezTo>
                  <a:pt x="8291473" y="1881938"/>
                  <a:pt x="8283953" y="1885600"/>
                  <a:pt x="8281571" y="1892516"/>
                </a:cubicBezTo>
                <a:cubicBezTo>
                  <a:pt x="8279189" y="1899415"/>
                  <a:pt x="8282868" y="1906936"/>
                  <a:pt x="8289766" y="1909318"/>
                </a:cubicBezTo>
                <a:lnTo>
                  <a:pt x="8289749" y="1909318"/>
                </a:lnTo>
                <a:cubicBezTo>
                  <a:pt x="8291190" y="1909798"/>
                  <a:pt x="8292630" y="1910029"/>
                  <a:pt x="8294051" y="1910028"/>
                </a:cubicBezTo>
                <a:close/>
                <a:moveTo>
                  <a:pt x="8878505" y="1696435"/>
                </a:moveTo>
                <a:cubicBezTo>
                  <a:pt x="8881298" y="1694206"/>
                  <a:pt x="8883369" y="1691037"/>
                  <a:pt x="8884187" y="1687277"/>
                </a:cubicBezTo>
                <a:cubicBezTo>
                  <a:pt x="8886053" y="1678600"/>
                  <a:pt x="8880542" y="1670049"/>
                  <a:pt x="8871866" y="1668183"/>
                </a:cubicBezTo>
                <a:cubicBezTo>
                  <a:pt x="8863207" y="1666316"/>
                  <a:pt x="8854655" y="1671827"/>
                  <a:pt x="8852789" y="1680503"/>
                </a:cubicBezTo>
                <a:cubicBezTo>
                  <a:pt x="8850923" y="1689179"/>
                  <a:pt x="8856433" y="1697713"/>
                  <a:pt x="8865092" y="1699579"/>
                </a:cubicBezTo>
                <a:cubicBezTo>
                  <a:pt x="8866247" y="1699829"/>
                  <a:pt x="8867368" y="1699953"/>
                  <a:pt x="8868488" y="1699952"/>
                </a:cubicBezTo>
                <a:cubicBezTo>
                  <a:pt x="8872195" y="1699952"/>
                  <a:pt x="8875711" y="1698664"/>
                  <a:pt x="8878505" y="1696435"/>
                </a:cubicBezTo>
                <a:close/>
                <a:moveTo>
                  <a:pt x="6315632" y="2637098"/>
                </a:moveTo>
                <a:cubicBezTo>
                  <a:pt x="6319490" y="2635533"/>
                  <a:pt x="6321323" y="2631142"/>
                  <a:pt x="6319758" y="2627284"/>
                </a:cubicBezTo>
                <a:cubicBezTo>
                  <a:pt x="6318192" y="2623443"/>
                  <a:pt x="6313802" y="2621594"/>
                  <a:pt x="6309961" y="2623159"/>
                </a:cubicBezTo>
                <a:cubicBezTo>
                  <a:pt x="6306103" y="2624724"/>
                  <a:pt x="6304254" y="2629114"/>
                  <a:pt x="6305819" y="2632972"/>
                </a:cubicBezTo>
                <a:cubicBezTo>
                  <a:pt x="6307009" y="2635889"/>
                  <a:pt x="6309837" y="2637666"/>
                  <a:pt x="6312806" y="2637666"/>
                </a:cubicBezTo>
                <a:cubicBezTo>
                  <a:pt x="6313748" y="2637666"/>
                  <a:pt x="6314708" y="2637488"/>
                  <a:pt x="6315632" y="2637098"/>
                </a:cubicBezTo>
                <a:close/>
                <a:moveTo>
                  <a:pt x="6664472" y="2509622"/>
                </a:moveTo>
                <a:cubicBezTo>
                  <a:pt x="6668455" y="2508414"/>
                  <a:pt x="6670695" y="2504200"/>
                  <a:pt x="6669468" y="2500218"/>
                </a:cubicBezTo>
                <a:cubicBezTo>
                  <a:pt x="6668259" y="2496253"/>
                  <a:pt x="6664046" y="2494013"/>
                  <a:pt x="6660081" y="2495240"/>
                </a:cubicBezTo>
                <a:cubicBezTo>
                  <a:pt x="6656098" y="2496448"/>
                  <a:pt x="6653858" y="2500662"/>
                  <a:pt x="6655086" y="2504627"/>
                </a:cubicBezTo>
                <a:cubicBezTo>
                  <a:pt x="6656062" y="2507863"/>
                  <a:pt x="6659050" y="2509960"/>
                  <a:pt x="6662268" y="2509960"/>
                </a:cubicBezTo>
                <a:cubicBezTo>
                  <a:pt x="6662997" y="2509960"/>
                  <a:pt x="6663744" y="2509854"/>
                  <a:pt x="6664472" y="2509622"/>
                </a:cubicBezTo>
                <a:close/>
                <a:moveTo>
                  <a:pt x="5617349" y="2895940"/>
                </a:moveTo>
                <a:cubicBezTo>
                  <a:pt x="5621350" y="2894856"/>
                  <a:pt x="5623714" y="2890713"/>
                  <a:pt x="5622630" y="2886695"/>
                </a:cubicBezTo>
                <a:cubicBezTo>
                  <a:pt x="5621528" y="2882695"/>
                  <a:pt x="5617402" y="2880331"/>
                  <a:pt x="5613385" y="2881415"/>
                </a:cubicBezTo>
                <a:cubicBezTo>
                  <a:pt x="5609384" y="2882500"/>
                  <a:pt x="5607022" y="2886642"/>
                  <a:pt x="5608106" y="2890661"/>
                </a:cubicBezTo>
                <a:cubicBezTo>
                  <a:pt x="5609011" y="2894003"/>
                  <a:pt x="5612052" y="2896207"/>
                  <a:pt x="5615358" y="2896207"/>
                </a:cubicBezTo>
                <a:cubicBezTo>
                  <a:pt x="5616016" y="2896207"/>
                  <a:pt x="5616674" y="2896118"/>
                  <a:pt x="5617349" y="2895940"/>
                </a:cubicBezTo>
                <a:close/>
                <a:moveTo>
                  <a:pt x="6229672" y="2672566"/>
                </a:moveTo>
                <a:cubicBezTo>
                  <a:pt x="6233511" y="2670966"/>
                  <a:pt x="6235325" y="2666557"/>
                  <a:pt x="6233725" y="2662717"/>
                </a:cubicBezTo>
                <a:cubicBezTo>
                  <a:pt x="6232126" y="2658894"/>
                  <a:pt x="6227716" y="2657063"/>
                  <a:pt x="6223893" y="2658680"/>
                </a:cubicBezTo>
                <a:cubicBezTo>
                  <a:pt x="6220054" y="2660263"/>
                  <a:pt x="6218222" y="2664673"/>
                  <a:pt x="6219821" y="2668513"/>
                </a:cubicBezTo>
                <a:cubicBezTo>
                  <a:pt x="6221031" y="2671411"/>
                  <a:pt x="6223823" y="2673152"/>
                  <a:pt x="6226773" y="2673153"/>
                </a:cubicBezTo>
                <a:cubicBezTo>
                  <a:pt x="6227752" y="2673153"/>
                  <a:pt x="6228730" y="2672957"/>
                  <a:pt x="6229672" y="2672566"/>
                </a:cubicBezTo>
                <a:close/>
                <a:moveTo>
                  <a:pt x="4536126" y="3294828"/>
                </a:moveTo>
                <a:cubicBezTo>
                  <a:pt x="4537210" y="3294828"/>
                  <a:pt x="4538278" y="3294366"/>
                  <a:pt x="4539006" y="3293477"/>
                </a:cubicBezTo>
                <a:cubicBezTo>
                  <a:pt x="4540321" y="3291894"/>
                  <a:pt x="4540090" y="3289529"/>
                  <a:pt x="4538507" y="3288214"/>
                </a:cubicBezTo>
                <a:cubicBezTo>
                  <a:pt x="4536926" y="3286916"/>
                  <a:pt x="4534580" y="3287130"/>
                  <a:pt x="4533264" y="3288729"/>
                </a:cubicBezTo>
                <a:cubicBezTo>
                  <a:pt x="4531947" y="3290313"/>
                  <a:pt x="4532161" y="3292658"/>
                  <a:pt x="4533761" y="3293974"/>
                </a:cubicBezTo>
                <a:cubicBezTo>
                  <a:pt x="4534454" y="3294561"/>
                  <a:pt x="4535290" y="3294828"/>
                  <a:pt x="4536126" y="3294828"/>
                </a:cubicBezTo>
                <a:close/>
                <a:moveTo>
                  <a:pt x="6753669" y="2484182"/>
                </a:moveTo>
                <a:cubicBezTo>
                  <a:pt x="6757705" y="2483114"/>
                  <a:pt x="6760087" y="2479008"/>
                  <a:pt x="6759038" y="2474989"/>
                </a:cubicBezTo>
                <a:cubicBezTo>
                  <a:pt x="6757972" y="2470971"/>
                  <a:pt x="6753865" y="2468570"/>
                  <a:pt x="6749847" y="2469620"/>
                </a:cubicBezTo>
                <a:cubicBezTo>
                  <a:pt x="6745828" y="2470687"/>
                  <a:pt x="6743411" y="2474794"/>
                  <a:pt x="6744478" y="2478812"/>
                </a:cubicBezTo>
                <a:cubicBezTo>
                  <a:pt x="6745367" y="2482190"/>
                  <a:pt x="6748424" y="2484430"/>
                  <a:pt x="6751750" y="2484430"/>
                </a:cubicBezTo>
                <a:cubicBezTo>
                  <a:pt x="6752390" y="2484430"/>
                  <a:pt x="6753029" y="2484341"/>
                  <a:pt x="6753669" y="2484182"/>
                </a:cubicBezTo>
                <a:close/>
                <a:moveTo>
                  <a:pt x="8127712" y="1980611"/>
                </a:moveTo>
                <a:cubicBezTo>
                  <a:pt x="8132797" y="1980610"/>
                  <a:pt x="8137544" y="1977428"/>
                  <a:pt x="8139304" y="1972362"/>
                </a:cubicBezTo>
                <a:cubicBezTo>
                  <a:pt x="8141526" y="1965961"/>
                  <a:pt x="8138130" y="1958974"/>
                  <a:pt x="8131730" y="1956751"/>
                </a:cubicBezTo>
                <a:cubicBezTo>
                  <a:pt x="8125330" y="1954530"/>
                  <a:pt x="8118325" y="1957942"/>
                  <a:pt x="8116120" y="1964343"/>
                </a:cubicBezTo>
                <a:cubicBezTo>
                  <a:pt x="8113898" y="1970743"/>
                  <a:pt x="8117294" y="1977730"/>
                  <a:pt x="8123712" y="1979935"/>
                </a:cubicBezTo>
                <a:cubicBezTo>
                  <a:pt x="8125028" y="1980398"/>
                  <a:pt x="8126379" y="1980611"/>
                  <a:pt x="8127712" y="1980611"/>
                </a:cubicBezTo>
                <a:close/>
                <a:moveTo>
                  <a:pt x="6143836" y="2708461"/>
                </a:moveTo>
                <a:cubicBezTo>
                  <a:pt x="6147676" y="2706862"/>
                  <a:pt x="6149489" y="2702453"/>
                  <a:pt x="6147871" y="2698613"/>
                </a:cubicBezTo>
                <a:cubicBezTo>
                  <a:pt x="6146270" y="2694772"/>
                  <a:pt x="6141862" y="2692977"/>
                  <a:pt x="6138039" y="2694577"/>
                </a:cubicBezTo>
                <a:cubicBezTo>
                  <a:pt x="6134199" y="2696177"/>
                  <a:pt x="6132386" y="2700586"/>
                  <a:pt x="6133985" y="2704426"/>
                </a:cubicBezTo>
                <a:cubicBezTo>
                  <a:pt x="6135194" y="2707306"/>
                  <a:pt x="6138003" y="2709048"/>
                  <a:pt x="6140937" y="2709049"/>
                </a:cubicBezTo>
                <a:cubicBezTo>
                  <a:pt x="6141915" y="2709048"/>
                  <a:pt x="6142893" y="2708852"/>
                  <a:pt x="6143836" y="2708461"/>
                </a:cubicBezTo>
                <a:close/>
                <a:moveTo>
                  <a:pt x="5706919" y="2869984"/>
                </a:moveTo>
                <a:cubicBezTo>
                  <a:pt x="5710901" y="2868774"/>
                  <a:pt x="5713142" y="2864560"/>
                  <a:pt x="5711914" y="2860596"/>
                </a:cubicBezTo>
                <a:cubicBezTo>
                  <a:pt x="5710687" y="2856614"/>
                  <a:pt x="5706492" y="2854373"/>
                  <a:pt x="5702509" y="2855600"/>
                </a:cubicBezTo>
                <a:cubicBezTo>
                  <a:pt x="5698546" y="2856827"/>
                  <a:pt x="5696304" y="2861023"/>
                  <a:pt x="5697532" y="2865005"/>
                </a:cubicBezTo>
                <a:cubicBezTo>
                  <a:pt x="5698527" y="2868241"/>
                  <a:pt x="5701495" y="2870321"/>
                  <a:pt x="5704714" y="2870321"/>
                </a:cubicBezTo>
                <a:cubicBezTo>
                  <a:pt x="5705444" y="2870321"/>
                  <a:pt x="5706190" y="2870214"/>
                  <a:pt x="5706919" y="2869984"/>
                </a:cubicBezTo>
                <a:close/>
                <a:moveTo>
                  <a:pt x="6057679" y="2743877"/>
                </a:moveTo>
                <a:cubicBezTo>
                  <a:pt x="6061537" y="2742331"/>
                  <a:pt x="6063403" y="2737939"/>
                  <a:pt x="6061856" y="2734081"/>
                </a:cubicBezTo>
                <a:cubicBezTo>
                  <a:pt x="6060293" y="2730223"/>
                  <a:pt x="6055919" y="2728356"/>
                  <a:pt x="6052061" y="2729921"/>
                </a:cubicBezTo>
                <a:cubicBezTo>
                  <a:pt x="6048203" y="2731468"/>
                  <a:pt x="6046336" y="2735859"/>
                  <a:pt x="6047900" y="2739717"/>
                </a:cubicBezTo>
                <a:cubicBezTo>
                  <a:pt x="6049074" y="2742651"/>
                  <a:pt x="6051901" y="2744429"/>
                  <a:pt x="6054869" y="2744429"/>
                </a:cubicBezTo>
                <a:cubicBezTo>
                  <a:pt x="6055812" y="2744429"/>
                  <a:pt x="6056772" y="2744250"/>
                  <a:pt x="6057679" y="2743877"/>
                </a:cubicBezTo>
                <a:close/>
                <a:moveTo>
                  <a:pt x="4244194" y="3410497"/>
                </a:moveTo>
                <a:cubicBezTo>
                  <a:pt x="4244586" y="3410195"/>
                  <a:pt x="4244659" y="3409643"/>
                  <a:pt x="4244354" y="3409252"/>
                </a:cubicBezTo>
                <a:cubicBezTo>
                  <a:pt x="4244052" y="3408861"/>
                  <a:pt x="4243483" y="3408790"/>
                  <a:pt x="4243111" y="3409092"/>
                </a:cubicBezTo>
                <a:cubicBezTo>
                  <a:pt x="4242719" y="3409413"/>
                  <a:pt x="4242649" y="3409963"/>
                  <a:pt x="4242951" y="3410355"/>
                </a:cubicBezTo>
                <a:cubicBezTo>
                  <a:pt x="4243129" y="3410568"/>
                  <a:pt x="4243395" y="3410693"/>
                  <a:pt x="4243645" y="3410692"/>
                </a:cubicBezTo>
                <a:cubicBezTo>
                  <a:pt x="4243840" y="3410692"/>
                  <a:pt x="4244035" y="3410621"/>
                  <a:pt x="4244194" y="3410497"/>
                </a:cubicBezTo>
                <a:close/>
                <a:moveTo>
                  <a:pt x="5795689" y="2841430"/>
                </a:moveTo>
                <a:cubicBezTo>
                  <a:pt x="5799618" y="2840097"/>
                  <a:pt x="5801752" y="2835830"/>
                  <a:pt x="5800418" y="2831900"/>
                </a:cubicBezTo>
                <a:cubicBezTo>
                  <a:pt x="5799084" y="2827954"/>
                  <a:pt x="5794836" y="2825838"/>
                  <a:pt x="5790888" y="2827153"/>
                </a:cubicBezTo>
                <a:cubicBezTo>
                  <a:pt x="5786941" y="2828487"/>
                  <a:pt x="5784825" y="2832755"/>
                  <a:pt x="5786160" y="2836701"/>
                </a:cubicBezTo>
                <a:cubicBezTo>
                  <a:pt x="5787208" y="2839848"/>
                  <a:pt x="5790142" y="2841821"/>
                  <a:pt x="5793289" y="2841822"/>
                </a:cubicBezTo>
                <a:cubicBezTo>
                  <a:pt x="5794089" y="2841821"/>
                  <a:pt x="5794888" y="2841696"/>
                  <a:pt x="5795689" y="2841430"/>
                </a:cubicBezTo>
                <a:close/>
                <a:moveTo>
                  <a:pt x="5970988" y="2778048"/>
                </a:moveTo>
                <a:cubicBezTo>
                  <a:pt x="5974864" y="2776555"/>
                  <a:pt x="5976802" y="2772199"/>
                  <a:pt x="5975309" y="2768323"/>
                </a:cubicBezTo>
                <a:cubicBezTo>
                  <a:pt x="5973815" y="2764430"/>
                  <a:pt x="5969460" y="2762510"/>
                  <a:pt x="5965584" y="2763985"/>
                </a:cubicBezTo>
                <a:cubicBezTo>
                  <a:pt x="5961708" y="2765479"/>
                  <a:pt x="5959770" y="2769835"/>
                  <a:pt x="5961264" y="2773710"/>
                </a:cubicBezTo>
                <a:cubicBezTo>
                  <a:pt x="5962420" y="2776715"/>
                  <a:pt x="5965264" y="2778546"/>
                  <a:pt x="5968286" y="2778546"/>
                </a:cubicBezTo>
                <a:cubicBezTo>
                  <a:pt x="5969193" y="2778546"/>
                  <a:pt x="5970099" y="2778386"/>
                  <a:pt x="5970988" y="2778048"/>
                </a:cubicBezTo>
                <a:close/>
                <a:moveTo>
                  <a:pt x="5883695" y="2810655"/>
                </a:moveTo>
                <a:cubicBezTo>
                  <a:pt x="5887588" y="2809250"/>
                  <a:pt x="5889615" y="2804930"/>
                  <a:pt x="5888192" y="2801019"/>
                </a:cubicBezTo>
                <a:cubicBezTo>
                  <a:pt x="5886787" y="2797107"/>
                  <a:pt x="5882467" y="2795099"/>
                  <a:pt x="5878556" y="2796503"/>
                </a:cubicBezTo>
                <a:cubicBezTo>
                  <a:pt x="5874645" y="2797925"/>
                  <a:pt x="5872619" y="2802245"/>
                  <a:pt x="5874040" y="2806157"/>
                </a:cubicBezTo>
                <a:lnTo>
                  <a:pt x="5874058" y="2806157"/>
                </a:lnTo>
                <a:cubicBezTo>
                  <a:pt x="5875161" y="2809215"/>
                  <a:pt x="5878058" y="2811118"/>
                  <a:pt x="5881134" y="2811117"/>
                </a:cubicBezTo>
                <a:cubicBezTo>
                  <a:pt x="5881987" y="2811118"/>
                  <a:pt x="5882859" y="2810975"/>
                  <a:pt x="5883695" y="2810655"/>
                </a:cubicBezTo>
                <a:close/>
                <a:moveTo>
                  <a:pt x="7956768" y="2051229"/>
                </a:moveTo>
                <a:cubicBezTo>
                  <a:pt x="7961533" y="2051229"/>
                  <a:pt x="7965978" y="2048188"/>
                  <a:pt x="7967524" y="2043407"/>
                </a:cubicBezTo>
                <a:cubicBezTo>
                  <a:pt x="7969463" y="2037468"/>
                  <a:pt x="7966209" y="2031067"/>
                  <a:pt x="7960253" y="2029148"/>
                </a:cubicBezTo>
                <a:cubicBezTo>
                  <a:pt x="7954315" y="2027209"/>
                  <a:pt x="7947932" y="2030462"/>
                  <a:pt x="7945994" y="2036419"/>
                </a:cubicBezTo>
                <a:cubicBezTo>
                  <a:pt x="7944057" y="2042356"/>
                  <a:pt x="7947327" y="2048757"/>
                  <a:pt x="7953265" y="2050677"/>
                </a:cubicBezTo>
                <a:cubicBezTo>
                  <a:pt x="7954422" y="2051050"/>
                  <a:pt x="7955613" y="2051229"/>
                  <a:pt x="7956768" y="2051229"/>
                </a:cubicBezTo>
                <a:close/>
                <a:moveTo>
                  <a:pt x="6843826" y="2462562"/>
                </a:moveTo>
                <a:cubicBezTo>
                  <a:pt x="6847897" y="2461691"/>
                  <a:pt x="6850475" y="2457690"/>
                  <a:pt x="6849605" y="2453619"/>
                </a:cubicBezTo>
                <a:cubicBezTo>
                  <a:pt x="6848715" y="2449565"/>
                  <a:pt x="6844715" y="2446970"/>
                  <a:pt x="6840644" y="2447859"/>
                </a:cubicBezTo>
                <a:cubicBezTo>
                  <a:pt x="6836591" y="2448730"/>
                  <a:pt x="6834013" y="2452730"/>
                  <a:pt x="6834883" y="2456801"/>
                </a:cubicBezTo>
                <a:cubicBezTo>
                  <a:pt x="6835649" y="2460322"/>
                  <a:pt x="6838759" y="2462739"/>
                  <a:pt x="6842226" y="2462740"/>
                </a:cubicBezTo>
                <a:cubicBezTo>
                  <a:pt x="6842760" y="2462740"/>
                  <a:pt x="6843293" y="2462687"/>
                  <a:pt x="6843826" y="2462562"/>
                </a:cubicBezTo>
                <a:close/>
                <a:moveTo>
                  <a:pt x="7780153" y="2125509"/>
                </a:moveTo>
                <a:cubicBezTo>
                  <a:pt x="7784704" y="2125509"/>
                  <a:pt x="7788882" y="2122486"/>
                  <a:pt x="7790163" y="2117882"/>
                </a:cubicBezTo>
                <a:cubicBezTo>
                  <a:pt x="7791674" y="2112353"/>
                  <a:pt x="7788438" y="2106645"/>
                  <a:pt x="7782909" y="2105135"/>
                </a:cubicBezTo>
                <a:cubicBezTo>
                  <a:pt x="7777397" y="2103605"/>
                  <a:pt x="7771673" y="2106842"/>
                  <a:pt x="7770161" y="2112371"/>
                </a:cubicBezTo>
                <a:cubicBezTo>
                  <a:pt x="7768633" y="2117900"/>
                  <a:pt x="7771885" y="2123607"/>
                  <a:pt x="7777397" y="2125136"/>
                </a:cubicBezTo>
                <a:cubicBezTo>
                  <a:pt x="7778321" y="2125384"/>
                  <a:pt x="7779246" y="2125510"/>
                  <a:pt x="7780153" y="2125509"/>
                </a:cubicBezTo>
                <a:close/>
                <a:moveTo>
                  <a:pt x="7313882" y="2298035"/>
                </a:moveTo>
                <a:cubicBezTo>
                  <a:pt x="7318381" y="2298035"/>
                  <a:pt x="7322132" y="2294515"/>
                  <a:pt x="7322345" y="2289981"/>
                </a:cubicBezTo>
                <a:cubicBezTo>
                  <a:pt x="7322577" y="2285306"/>
                  <a:pt x="7318967" y="2281341"/>
                  <a:pt x="7314291" y="2281110"/>
                </a:cubicBezTo>
                <a:cubicBezTo>
                  <a:pt x="7309616" y="2280879"/>
                  <a:pt x="7305632" y="2284487"/>
                  <a:pt x="7305420" y="2289163"/>
                </a:cubicBezTo>
                <a:cubicBezTo>
                  <a:pt x="7305188" y="2293839"/>
                  <a:pt x="7308798" y="2297804"/>
                  <a:pt x="7313473" y="2298035"/>
                </a:cubicBezTo>
                <a:close/>
                <a:moveTo>
                  <a:pt x="8710238" y="1786038"/>
                </a:moveTo>
                <a:cubicBezTo>
                  <a:pt x="8716923" y="1786039"/>
                  <a:pt x="8723056" y="1781558"/>
                  <a:pt x="8724834" y="1774766"/>
                </a:cubicBezTo>
                <a:cubicBezTo>
                  <a:pt x="8726951" y="1766695"/>
                  <a:pt x="8722133" y="1758428"/>
                  <a:pt x="8714061" y="1756313"/>
                </a:cubicBezTo>
                <a:cubicBezTo>
                  <a:pt x="8705990" y="1754196"/>
                  <a:pt x="8697722" y="1759014"/>
                  <a:pt x="8695606" y="1767086"/>
                </a:cubicBezTo>
                <a:cubicBezTo>
                  <a:pt x="8693473" y="1775158"/>
                  <a:pt x="8698309" y="1783425"/>
                  <a:pt x="8706380" y="1785541"/>
                </a:cubicBezTo>
                <a:cubicBezTo>
                  <a:pt x="8707661" y="1785878"/>
                  <a:pt x="8708959" y="1786038"/>
                  <a:pt x="8710238" y="1786038"/>
                </a:cubicBezTo>
                <a:close/>
                <a:moveTo>
                  <a:pt x="4878850" y="3195675"/>
                </a:moveTo>
                <a:cubicBezTo>
                  <a:pt x="4881375" y="3195675"/>
                  <a:pt x="4883651" y="3193968"/>
                  <a:pt x="4884309" y="3191426"/>
                </a:cubicBezTo>
                <a:cubicBezTo>
                  <a:pt x="4885073" y="3188403"/>
                  <a:pt x="4883243" y="3185346"/>
                  <a:pt x="4880236" y="3184581"/>
                </a:cubicBezTo>
                <a:cubicBezTo>
                  <a:pt x="4877233" y="3183816"/>
                  <a:pt x="4874156" y="3185647"/>
                  <a:pt x="4873392" y="3188652"/>
                </a:cubicBezTo>
                <a:cubicBezTo>
                  <a:pt x="4872628" y="3191657"/>
                  <a:pt x="4874440" y="3194733"/>
                  <a:pt x="4877464" y="3195497"/>
                </a:cubicBezTo>
                <a:cubicBezTo>
                  <a:pt x="4877927" y="3195604"/>
                  <a:pt x="4878406" y="3195675"/>
                  <a:pt x="4878850" y="3195675"/>
                </a:cubicBezTo>
                <a:close/>
                <a:moveTo>
                  <a:pt x="5157143" y="3095046"/>
                </a:moveTo>
                <a:cubicBezTo>
                  <a:pt x="5160770" y="3095010"/>
                  <a:pt x="5163686" y="3092041"/>
                  <a:pt x="5163651" y="3088396"/>
                </a:cubicBezTo>
                <a:cubicBezTo>
                  <a:pt x="5163615" y="3084769"/>
                  <a:pt x="5160648" y="3081854"/>
                  <a:pt x="5157019" y="3081890"/>
                </a:cubicBezTo>
                <a:cubicBezTo>
                  <a:pt x="5153374" y="3081924"/>
                  <a:pt x="5150459" y="3084894"/>
                  <a:pt x="5150494" y="3088521"/>
                </a:cubicBezTo>
                <a:cubicBezTo>
                  <a:pt x="5150531" y="3092148"/>
                  <a:pt x="5153462" y="3095046"/>
                  <a:pt x="5157074" y="3095046"/>
                </a:cubicBezTo>
                <a:close/>
                <a:moveTo>
                  <a:pt x="4699495" y="3263572"/>
                </a:moveTo>
                <a:cubicBezTo>
                  <a:pt x="4701202" y="3263572"/>
                  <a:pt x="4702839" y="3262648"/>
                  <a:pt x="4703673" y="3261029"/>
                </a:cubicBezTo>
                <a:cubicBezTo>
                  <a:pt x="4704847" y="3258719"/>
                  <a:pt x="4703923" y="3255909"/>
                  <a:pt x="4701629" y="3254736"/>
                </a:cubicBezTo>
                <a:cubicBezTo>
                  <a:pt x="4699319" y="3253562"/>
                  <a:pt x="4696510" y="3254469"/>
                  <a:pt x="4695337" y="3256781"/>
                </a:cubicBezTo>
                <a:cubicBezTo>
                  <a:pt x="4694162" y="3259074"/>
                  <a:pt x="4695068" y="3261901"/>
                  <a:pt x="4697380" y="3263074"/>
                </a:cubicBezTo>
                <a:cubicBezTo>
                  <a:pt x="4698055" y="3263412"/>
                  <a:pt x="4698784" y="3263572"/>
                  <a:pt x="4699495" y="3263572"/>
                </a:cubicBezTo>
                <a:close/>
                <a:moveTo>
                  <a:pt x="6934854" y="2445085"/>
                </a:moveTo>
                <a:cubicBezTo>
                  <a:pt x="6938962" y="2444410"/>
                  <a:pt x="6941717" y="2440516"/>
                  <a:pt x="6941042" y="2436427"/>
                </a:cubicBezTo>
                <a:cubicBezTo>
                  <a:pt x="6940347" y="2432320"/>
                  <a:pt x="6936472" y="2429564"/>
                  <a:pt x="6932365" y="2430240"/>
                </a:cubicBezTo>
                <a:cubicBezTo>
                  <a:pt x="6928276" y="2430933"/>
                  <a:pt x="6925503" y="2434809"/>
                  <a:pt x="6926196" y="2438916"/>
                </a:cubicBezTo>
                <a:cubicBezTo>
                  <a:pt x="6926800" y="2442596"/>
                  <a:pt x="6930000" y="2445192"/>
                  <a:pt x="6933609" y="2445192"/>
                </a:cubicBezTo>
                <a:cubicBezTo>
                  <a:pt x="6934019" y="2445192"/>
                  <a:pt x="6934445" y="2445157"/>
                  <a:pt x="6934854" y="2445085"/>
                </a:cubicBezTo>
                <a:close/>
                <a:moveTo>
                  <a:pt x="7597101" y="2208412"/>
                </a:moveTo>
                <a:cubicBezTo>
                  <a:pt x="7601511" y="2208412"/>
                  <a:pt x="7605440" y="2205319"/>
                  <a:pt x="7606346" y="2200838"/>
                </a:cubicBezTo>
                <a:cubicBezTo>
                  <a:pt x="7607360" y="2195718"/>
                  <a:pt x="7604035" y="2190758"/>
                  <a:pt x="7598932" y="2189744"/>
                </a:cubicBezTo>
                <a:cubicBezTo>
                  <a:pt x="7593812" y="2188731"/>
                  <a:pt x="7588852" y="2192037"/>
                  <a:pt x="7587838" y="2197157"/>
                </a:cubicBezTo>
                <a:cubicBezTo>
                  <a:pt x="7586825" y="2202243"/>
                  <a:pt x="7590130" y="2207221"/>
                  <a:pt x="7595234" y="2208234"/>
                </a:cubicBezTo>
                <a:lnTo>
                  <a:pt x="7595269" y="2208234"/>
                </a:lnTo>
                <a:cubicBezTo>
                  <a:pt x="7595874" y="2208359"/>
                  <a:pt x="7596496" y="2208412"/>
                  <a:pt x="7597101" y="2208412"/>
                </a:cubicBezTo>
                <a:close/>
                <a:moveTo>
                  <a:pt x="4453987" y="3363898"/>
                </a:moveTo>
                <a:cubicBezTo>
                  <a:pt x="4454714" y="3363898"/>
                  <a:pt x="4455428" y="3363614"/>
                  <a:pt x="4455977" y="3363062"/>
                </a:cubicBezTo>
                <a:cubicBezTo>
                  <a:pt x="4457080" y="3361978"/>
                  <a:pt x="4457062" y="3360200"/>
                  <a:pt x="4455977" y="3359133"/>
                </a:cubicBezTo>
                <a:cubicBezTo>
                  <a:pt x="4454876" y="3358049"/>
                  <a:pt x="4453116" y="3358049"/>
                  <a:pt x="4452031" y="3359151"/>
                </a:cubicBezTo>
                <a:cubicBezTo>
                  <a:pt x="4450946" y="3360236"/>
                  <a:pt x="4450964" y="3361996"/>
                  <a:pt x="4452049" y="3363080"/>
                </a:cubicBezTo>
                <a:lnTo>
                  <a:pt x="4452030" y="3363080"/>
                </a:lnTo>
                <a:cubicBezTo>
                  <a:pt x="4452580" y="3363632"/>
                  <a:pt x="4453275" y="3363898"/>
                  <a:pt x="4453987" y="3363898"/>
                </a:cubicBezTo>
                <a:close/>
                <a:moveTo>
                  <a:pt x="8549445" y="1866204"/>
                </a:moveTo>
                <a:cubicBezTo>
                  <a:pt x="8555526" y="1866204"/>
                  <a:pt x="8561144" y="1862256"/>
                  <a:pt x="8563012" y="1856141"/>
                </a:cubicBezTo>
                <a:cubicBezTo>
                  <a:pt x="8565269" y="1848655"/>
                  <a:pt x="8561037" y="1840744"/>
                  <a:pt x="8553553" y="1838486"/>
                </a:cubicBezTo>
                <a:cubicBezTo>
                  <a:pt x="8546068" y="1836210"/>
                  <a:pt x="8538156" y="1840442"/>
                  <a:pt x="8535899" y="1847927"/>
                </a:cubicBezTo>
                <a:cubicBezTo>
                  <a:pt x="8533623" y="1855412"/>
                  <a:pt x="8537854" y="1863323"/>
                  <a:pt x="8545339" y="1865581"/>
                </a:cubicBezTo>
                <a:cubicBezTo>
                  <a:pt x="8546708" y="1866008"/>
                  <a:pt x="8548095" y="1866203"/>
                  <a:pt x="8549445" y="1866204"/>
                </a:cubicBezTo>
                <a:close/>
                <a:moveTo>
                  <a:pt x="5242839" y="3084948"/>
                </a:moveTo>
                <a:lnTo>
                  <a:pt x="5242846" y="3084938"/>
                </a:lnTo>
                <a:lnTo>
                  <a:pt x="5242839" y="3084930"/>
                </a:lnTo>
                <a:close/>
                <a:moveTo>
                  <a:pt x="7026594" y="2432017"/>
                </a:moveTo>
                <a:cubicBezTo>
                  <a:pt x="7030718" y="2431538"/>
                  <a:pt x="7033670" y="2427804"/>
                  <a:pt x="7033189" y="2423680"/>
                </a:cubicBezTo>
                <a:cubicBezTo>
                  <a:pt x="7032709" y="2419537"/>
                  <a:pt x="7028976" y="2416586"/>
                  <a:pt x="7024852" y="2417066"/>
                </a:cubicBezTo>
                <a:cubicBezTo>
                  <a:pt x="7020708" y="2417546"/>
                  <a:pt x="7017757" y="2421297"/>
                  <a:pt x="7018237" y="2425421"/>
                </a:cubicBezTo>
                <a:cubicBezTo>
                  <a:pt x="7018700" y="2429262"/>
                  <a:pt x="7021953" y="2432071"/>
                  <a:pt x="7025705" y="2432071"/>
                </a:cubicBezTo>
                <a:cubicBezTo>
                  <a:pt x="7026007" y="2432071"/>
                  <a:pt x="7026291" y="2432053"/>
                  <a:pt x="7026594" y="2432017"/>
                </a:cubicBezTo>
                <a:close/>
                <a:moveTo>
                  <a:pt x="5249896" y="3091009"/>
                </a:moveTo>
                <a:cubicBezTo>
                  <a:pt x="5253523" y="3090725"/>
                  <a:pt x="5256242" y="3087578"/>
                  <a:pt x="5255958" y="3083952"/>
                </a:cubicBezTo>
                <a:cubicBezTo>
                  <a:pt x="5255693" y="3080324"/>
                  <a:pt x="5252527" y="3077604"/>
                  <a:pt x="5248900" y="3077889"/>
                </a:cubicBezTo>
                <a:lnTo>
                  <a:pt x="5242846" y="3084938"/>
                </a:lnTo>
                <a:lnTo>
                  <a:pt x="5249400" y="3091009"/>
                </a:lnTo>
                <a:cubicBezTo>
                  <a:pt x="5249560" y="3091009"/>
                  <a:pt x="5249736" y="3091009"/>
                  <a:pt x="5249896" y="3091009"/>
                </a:cubicBezTo>
                <a:close/>
                <a:moveTo>
                  <a:pt x="8385577" y="1941054"/>
                </a:moveTo>
                <a:cubicBezTo>
                  <a:pt x="8391107" y="1941054"/>
                  <a:pt x="8396263" y="1937551"/>
                  <a:pt x="8398112" y="1932003"/>
                </a:cubicBezTo>
                <a:cubicBezTo>
                  <a:pt x="8400405" y="1925088"/>
                  <a:pt x="8396654" y="1917603"/>
                  <a:pt x="8389738" y="1915292"/>
                </a:cubicBezTo>
                <a:cubicBezTo>
                  <a:pt x="8382804" y="1912998"/>
                  <a:pt x="8375319" y="1916749"/>
                  <a:pt x="8373026" y="1923665"/>
                </a:cubicBezTo>
                <a:cubicBezTo>
                  <a:pt x="8370715" y="1930599"/>
                  <a:pt x="8374465" y="1938084"/>
                  <a:pt x="8381399" y="1940378"/>
                </a:cubicBezTo>
                <a:cubicBezTo>
                  <a:pt x="8382787" y="1940840"/>
                  <a:pt x="8384191" y="1941054"/>
                  <a:pt x="8385577" y="1941054"/>
                </a:cubicBezTo>
                <a:close/>
                <a:moveTo>
                  <a:pt x="7407240" y="2305004"/>
                </a:moveTo>
                <a:cubicBezTo>
                  <a:pt x="7411541" y="2305005"/>
                  <a:pt x="7415222" y="2301751"/>
                  <a:pt x="7415666" y="2297395"/>
                </a:cubicBezTo>
                <a:cubicBezTo>
                  <a:pt x="7416129" y="2292737"/>
                  <a:pt x="7412751" y="2288577"/>
                  <a:pt x="7408093" y="2288115"/>
                </a:cubicBezTo>
                <a:cubicBezTo>
                  <a:pt x="7403435" y="2287634"/>
                  <a:pt x="7399275" y="2291030"/>
                  <a:pt x="7398812" y="2295688"/>
                </a:cubicBezTo>
                <a:cubicBezTo>
                  <a:pt x="7398333" y="2300346"/>
                  <a:pt x="7401729" y="2304489"/>
                  <a:pt x="7406387" y="2304969"/>
                </a:cubicBezTo>
                <a:cubicBezTo>
                  <a:pt x="7406671" y="2305005"/>
                  <a:pt x="7406955" y="2305005"/>
                  <a:pt x="7407240" y="2305004"/>
                </a:cubicBezTo>
                <a:close/>
                <a:moveTo>
                  <a:pt x="7110849" y="2416604"/>
                </a:moveTo>
                <a:lnTo>
                  <a:pt x="7110857" y="2416594"/>
                </a:lnTo>
                <a:lnTo>
                  <a:pt x="7110849" y="2416586"/>
                </a:lnTo>
                <a:close/>
                <a:moveTo>
                  <a:pt x="8218420" y="2012061"/>
                </a:moveTo>
                <a:cubicBezTo>
                  <a:pt x="8223505" y="2012061"/>
                  <a:pt x="8228252" y="2008879"/>
                  <a:pt x="8230012" y="2003813"/>
                </a:cubicBezTo>
                <a:cubicBezTo>
                  <a:pt x="8232234" y="1997411"/>
                  <a:pt x="8228838" y="1990425"/>
                  <a:pt x="8222438" y="1988202"/>
                </a:cubicBezTo>
                <a:cubicBezTo>
                  <a:pt x="8216019" y="1985980"/>
                  <a:pt x="8209050" y="1989393"/>
                  <a:pt x="8206828" y="1995794"/>
                </a:cubicBezTo>
                <a:cubicBezTo>
                  <a:pt x="8204606" y="2002194"/>
                  <a:pt x="8208002" y="2009164"/>
                  <a:pt x="8214402" y="2011386"/>
                </a:cubicBezTo>
                <a:cubicBezTo>
                  <a:pt x="8215736" y="2011848"/>
                  <a:pt x="8217087" y="2012061"/>
                  <a:pt x="8218420" y="2012061"/>
                </a:cubicBezTo>
                <a:close/>
                <a:moveTo>
                  <a:pt x="4374764" y="3425574"/>
                </a:moveTo>
                <a:cubicBezTo>
                  <a:pt x="4375191" y="3425573"/>
                  <a:pt x="4375636" y="3425431"/>
                  <a:pt x="4375972" y="3425111"/>
                </a:cubicBezTo>
                <a:cubicBezTo>
                  <a:pt x="4376737" y="3424453"/>
                  <a:pt x="4376825" y="3423297"/>
                  <a:pt x="4376150" y="3422533"/>
                </a:cubicBezTo>
                <a:cubicBezTo>
                  <a:pt x="4375493" y="3421769"/>
                  <a:pt x="4374337" y="3421680"/>
                  <a:pt x="4373555" y="3422355"/>
                </a:cubicBezTo>
                <a:cubicBezTo>
                  <a:pt x="4372790" y="3423031"/>
                  <a:pt x="4372719" y="3424186"/>
                  <a:pt x="4373395" y="3424951"/>
                </a:cubicBezTo>
                <a:cubicBezTo>
                  <a:pt x="4373751" y="3425360"/>
                  <a:pt x="4374264" y="3425574"/>
                  <a:pt x="4374764" y="3425574"/>
                </a:cubicBezTo>
                <a:close/>
                <a:moveTo>
                  <a:pt x="8047281" y="2081364"/>
                </a:moveTo>
                <a:cubicBezTo>
                  <a:pt x="8051993" y="2081364"/>
                  <a:pt x="8056401" y="2078395"/>
                  <a:pt x="8058002" y="2073684"/>
                </a:cubicBezTo>
                <a:cubicBezTo>
                  <a:pt x="8060010" y="2067763"/>
                  <a:pt x="8056826" y="2061327"/>
                  <a:pt x="8050908" y="2059318"/>
                </a:cubicBezTo>
                <a:cubicBezTo>
                  <a:pt x="8044987" y="2057309"/>
                  <a:pt x="8038569" y="2060474"/>
                  <a:pt x="8036560" y="2066394"/>
                </a:cubicBezTo>
                <a:cubicBezTo>
                  <a:pt x="8034551" y="2072314"/>
                  <a:pt x="8037715" y="2078750"/>
                  <a:pt x="8043636" y="2080759"/>
                </a:cubicBezTo>
                <a:cubicBezTo>
                  <a:pt x="8044845" y="2081168"/>
                  <a:pt x="8046071" y="2081364"/>
                  <a:pt x="8047281" y="2081364"/>
                </a:cubicBezTo>
                <a:close/>
                <a:moveTo>
                  <a:pt x="7118849" y="2423626"/>
                </a:moveTo>
                <a:cubicBezTo>
                  <a:pt x="7122990" y="2423377"/>
                  <a:pt x="7126137" y="2419785"/>
                  <a:pt x="7125871" y="2415643"/>
                </a:cubicBezTo>
                <a:cubicBezTo>
                  <a:pt x="7125604" y="2411483"/>
                  <a:pt x="7122032" y="2408336"/>
                  <a:pt x="7117888" y="2408621"/>
                </a:cubicBezTo>
                <a:lnTo>
                  <a:pt x="7110857" y="2416594"/>
                </a:lnTo>
                <a:lnTo>
                  <a:pt x="7118350" y="2423626"/>
                </a:lnTo>
                <a:cubicBezTo>
                  <a:pt x="7118510" y="2423626"/>
                  <a:pt x="7118688" y="2423626"/>
                  <a:pt x="7118849" y="2423626"/>
                </a:cubicBezTo>
                <a:close/>
                <a:moveTo>
                  <a:pt x="4968864" y="3213791"/>
                </a:moveTo>
                <a:cubicBezTo>
                  <a:pt x="4971586" y="3213792"/>
                  <a:pt x="4973986" y="3211782"/>
                  <a:pt x="4974412" y="3209008"/>
                </a:cubicBezTo>
                <a:cubicBezTo>
                  <a:pt x="4974875" y="3205933"/>
                  <a:pt x="4972758" y="3203052"/>
                  <a:pt x="4969700" y="3202591"/>
                </a:cubicBezTo>
                <a:cubicBezTo>
                  <a:pt x="4966626" y="3202128"/>
                  <a:pt x="4963744" y="3204244"/>
                  <a:pt x="4963282" y="3207320"/>
                </a:cubicBezTo>
                <a:cubicBezTo>
                  <a:pt x="4962820" y="3210396"/>
                  <a:pt x="4964937" y="3213257"/>
                  <a:pt x="4968011" y="3213721"/>
                </a:cubicBezTo>
                <a:cubicBezTo>
                  <a:pt x="4968296" y="3213791"/>
                  <a:pt x="4968581" y="3213791"/>
                  <a:pt x="4968864" y="3213791"/>
                </a:cubicBezTo>
                <a:close/>
                <a:moveTo>
                  <a:pt x="8805214" y="1809257"/>
                </a:moveTo>
                <a:cubicBezTo>
                  <a:pt x="8812129" y="1809275"/>
                  <a:pt x="8818352" y="1804493"/>
                  <a:pt x="8819952" y="1797470"/>
                </a:cubicBezTo>
                <a:cubicBezTo>
                  <a:pt x="8821783" y="1789328"/>
                  <a:pt x="8816663" y="1781239"/>
                  <a:pt x="8808520" y="1779407"/>
                </a:cubicBezTo>
                <a:cubicBezTo>
                  <a:pt x="8800377" y="1777576"/>
                  <a:pt x="8792288" y="1782678"/>
                  <a:pt x="8790456" y="1790838"/>
                </a:cubicBezTo>
                <a:cubicBezTo>
                  <a:pt x="8788626" y="1798981"/>
                  <a:pt x="8793728" y="1807070"/>
                  <a:pt x="8801889" y="1808902"/>
                </a:cubicBezTo>
                <a:cubicBezTo>
                  <a:pt x="8802991" y="1809150"/>
                  <a:pt x="8804112" y="1809257"/>
                  <a:pt x="8805214" y="1809257"/>
                </a:cubicBezTo>
                <a:close/>
                <a:moveTo>
                  <a:pt x="7871145" y="2152053"/>
                </a:moveTo>
                <a:cubicBezTo>
                  <a:pt x="7875590" y="2152053"/>
                  <a:pt x="7879696" y="2149190"/>
                  <a:pt x="7881065" y="2144728"/>
                </a:cubicBezTo>
                <a:cubicBezTo>
                  <a:pt x="7882736" y="2139252"/>
                  <a:pt x="7879661" y="2133439"/>
                  <a:pt x="7874185" y="2131767"/>
                </a:cubicBezTo>
                <a:cubicBezTo>
                  <a:pt x="7868710" y="2130096"/>
                  <a:pt x="7862914" y="2133172"/>
                  <a:pt x="7861241" y="2138648"/>
                </a:cubicBezTo>
                <a:cubicBezTo>
                  <a:pt x="7859553" y="2144124"/>
                  <a:pt x="7862629" y="2149919"/>
                  <a:pt x="7868104" y="2151609"/>
                </a:cubicBezTo>
                <a:cubicBezTo>
                  <a:pt x="7869119" y="2151911"/>
                  <a:pt x="7870150" y="2152053"/>
                  <a:pt x="7871145" y="2152053"/>
                </a:cubicBezTo>
                <a:close/>
                <a:moveTo>
                  <a:pt x="4608681" y="3349107"/>
                </a:moveTo>
                <a:cubicBezTo>
                  <a:pt x="4609890" y="3349107"/>
                  <a:pt x="4611063" y="3348520"/>
                  <a:pt x="4611792" y="3347454"/>
                </a:cubicBezTo>
                <a:cubicBezTo>
                  <a:pt x="4612931" y="3345728"/>
                  <a:pt x="4612467" y="3343417"/>
                  <a:pt x="4610761" y="3342262"/>
                </a:cubicBezTo>
                <a:cubicBezTo>
                  <a:pt x="4609036" y="3341125"/>
                  <a:pt x="4606725" y="3341587"/>
                  <a:pt x="4605587" y="3343293"/>
                </a:cubicBezTo>
                <a:cubicBezTo>
                  <a:pt x="4604432" y="3345018"/>
                  <a:pt x="4604894" y="3347329"/>
                  <a:pt x="4606600" y="3348484"/>
                </a:cubicBezTo>
                <a:cubicBezTo>
                  <a:pt x="4607241" y="3348911"/>
                  <a:pt x="4607970" y="3349107"/>
                  <a:pt x="4608681" y="3349107"/>
                </a:cubicBezTo>
                <a:close/>
                <a:moveTo>
                  <a:pt x="5342186" y="3081267"/>
                </a:moveTo>
                <a:cubicBezTo>
                  <a:pt x="5345778" y="3080787"/>
                  <a:pt x="5348321" y="3077480"/>
                  <a:pt x="5347822" y="3073871"/>
                </a:cubicBezTo>
                <a:cubicBezTo>
                  <a:pt x="5347343" y="3070280"/>
                  <a:pt x="5344036" y="3067754"/>
                  <a:pt x="5340443" y="3068235"/>
                </a:cubicBezTo>
                <a:cubicBezTo>
                  <a:pt x="5336836" y="3068715"/>
                  <a:pt x="5334310" y="3072022"/>
                  <a:pt x="5334790" y="3075631"/>
                </a:cubicBezTo>
                <a:cubicBezTo>
                  <a:pt x="5335236" y="3078938"/>
                  <a:pt x="5338062" y="3081338"/>
                  <a:pt x="5341315" y="3081338"/>
                </a:cubicBezTo>
                <a:cubicBezTo>
                  <a:pt x="5341598" y="3081338"/>
                  <a:pt x="5341883" y="3081320"/>
                  <a:pt x="5342186" y="3081267"/>
                </a:cubicBezTo>
                <a:close/>
                <a:moveTo>
                  <a:pt x="7689072" y="2228679"/>
                </a:moveTo>
                <a:cubicBezTo>
                  <a:pt x="7693320" y="2228679"/>
                  <a:pt x="7697179" y="2225782"/>
                  <a:pt x="7698228" y="2221462"/>
                </a:cubicBezTo>
                <a:cubicBezTo>
                  <a:pt x="7699454" y="2216413"/>
                  <a:pt x="7696343" y="2211310"/>
                  <a:pt x="7691276" y="2210101"/>
                </a:cubicBezTo>
                <a:cubicBezTo>
                  <a:pt x="7686227" y="2208874"/>
                  <a:pt x="7681124" y="2211968"/>
                  <a:pt x="7679914" y="2217034"/>
                </a:cubicBezTo>
                <a:cubicBezTo>
                  <a:pt x="7678671" y="2222084"/>
                  <a:pt x="7681782" y="2227186"/>
                  <a:pt x="7686849" y="2228413"/>
                </a:cubicBezTo>
                <a:cubicBezTo>
                  <a:pt x="7687595" y="2228591"/>
                  <a:pt x="7688343" y="2228679"/>
                  <a:pt x="7689072" y="2228679"/>
                </a:cubicBezTo>
                <a:close/>
                <a:moveTo>
                  <a:pt x="4783039" y="3300161"/>
                </a:moveTo>
                <a:cubicBezTo>
                  <a:pt x="4784943" y="3300160"/>
                  <a:pt x="4786737" y="3299005"/>
                  <a:pt x="4787430" y="3297121"/>
                </a:cubicBezTo>
                <a:cubicBezTo>
                  <a:pt x="4788337" y="3294685"/>
                  <a:pt x="4787093" y="3292001"/>
                  <a:pt x="4784675" y="3291094"/>
                </a:cubicBezTo>
                <a:cubicBezTo>
                  <a:pt x="4782239" y="3290205"/>
                  <a:pt x="4779555" y="3291432"/>
                  <a:pt x="4778647" y="3293867"/>
                </a:cubicBezTo>
                <a:cubicBezTo>
                  <a:pt x="4777758" y="3296285"/>
                  <a:pt x="4778985" y="3298987"/>
                  <a:pt x="4781421" y="3299876"/>
                </a:cubicBezTo>
                <a:cubicBezTo>
                  <a:pt x="4781956" y="3300072"/>
                  <a:pt x="4782507" y="3300161"/>
                  <a:pt x="4783039" y="3300161"/>
                </a:cubicBezTo>
                <a:close/>
                <a:moveTo>
                  <a:pt x="4298776" y="3480688"/>
                </a:moveTo>
                <a:cubicBezTo>
                  <a:pt x="4299150" y="3480385"/>
                  <a:pt x="4299222" y="3479816"/>
                  <a:pt x="4298919" y="3479443"/>
                </a:cubicBezTo>
                <a:cubicBezTo>
                  <a:pt x="4298616" y="3479052"/>
                  <a:pt x="4298066" y="3478981"/>
                  <a:pt x="4297674" y="3479283"/>
                </a:cubicBezTo>
                <a:cubicBezTo>
                  <a:pt x="4297282" y="3479586"/>
                  <a:pt x="4297231" y="3480137"/>
                  <a:pt x="4297531" y="3480528"/>
                </a:cubicBezTo>
                <a:cubicBezTo>
                  <a:pt x="4297691" y="3480759"/>
                  <a:pt x="4297958" y="3480866"/>
                  <a:pt x="4298226" y="3480866"/>
                </a:cubicBezTo>
                <a:cubicBezTo>
                  <a:pt x="4298420" y="3480866"/>
                  <a:pt x="4298617" y="3480812"/>
                  <a:pt x="4298776" y="3480688"/>
                </a:cubicBezTo>
                <a:close/>
                <a:moveTo>
                  <a:pt x="5433784" y="3066617"/>
                </a:moveTo>
                <a:cubicBezTo>
                  <a:pt x="5437338" y="3065959"/>
                  <a:pt x="5439704" y="3062528"/>
                  <a:pt x="5439046" y="3058954"/>
                </a:cubicBezTo>
                <a:cubicBezTo>
                  <a:pt x="5438369" y="3055381"/>
                  <a:pt x="5434957" y="3053017"/>
                  <a:pt x="5431383" y="3053674"/>
                </a:cubicBezTo>
                <a:cubicBezTo>
                  <a:pt x="5427809" y="3054332"/>
                  <a:pt x="5425444" y="3057781"/>
                  <a:pt x="5426104" y="3061337"/>
                </a:cubicBezTo>
                <a:cubicBezTo>
                  <a:pt x="5426689" y="3064519"/>
                  <a:pt x="5429463" y="3066724"/>
                  <a:pt x="5432575" y="3066724"/>
                </a:cubicBezTo>
                <a:cubicBezTo>
                  <a:pt x="5432967" y="3066724"/>
                  <a:pt x="5433374" y="3066688"/>
                  <a:pt x="5433784" y="3066617"/>
                </a:cubicBezTo>
                <a:close/>
                <a:moveTo>
                  <a:pt x="8642803" y="1893156"/>
                </a:moveTo>
                <a:cubicBezTo>
                  <a:pt x="8649025" y="1893156"/>
                  <a:pt x="8654732" y="1889014"/>
                  <a:pt x="8656456" y="1882738"/>
                </a:cubicBezTo>
                <a:cubicBezTo>
                  <a:pt x="8658519" y="1875182"/>
                  <a:pt x="8654075" y="1867395"/>
                  <a:pt x="8646537" y="1865333"/>
                </a:cubicBezTo>
                <a:cubicBezTo>
                  <a:pt x="8638998" y="1863270"/>
                  <a:pt x="8631211" y="1867715"/>
                  <a:pt x="8629149" y="1875253"/>
                </a:cubicBezTo>
                <a:cubicBezTo>
                  <a:pt x="8627086" y="1882809"/>
                  <a:pt x="8631530" y="1890596"/>
                  <a:pt x="8639087" y="1892658"/>
                </a:cubicBezTo>
                <a:lnTo>
                  <a:pt x="8639051" y="1892659"/>
                </a:lnTo>
                <a:cubicBezTo>
                  <a:pt x="8640315" y="1892996"/>
                  <a:pt x="8641558" y="1893156"/>
                  <a:pt x="8642803" y="1893156"/>
                </a:cubicBezTo>
                <a:close/>
                <a:moveTo>
                  <a:pt x="7211405" y="2420142"/>
                </a:moveTo>
                <a:cubicBezTo>
                  <a:pt x="7215566" y="2420106"/>
                  <a:pt x="7218890" y="2416693"/>
                  <a:pt x="7218855" y="2412532"/>
                </a:cubicBezTo>
                <a:cubicBezTo>
                  <a:pt x="7218801" y="2408372"/>
                  <a:pt x="7215405" y="2405047"/>
                  <a:pt x="7211245" y="2405082"/>
                </a:cubicBezTo>
                <a:cubicBezTo>
                  <a:pt x="7207086" y="2405136"/>
                  <a:pt x="7203760" y="2408549"/>
                  <a:pt x="7203796" y="2412692"/>
                </a:cubicBezTo>
                <a:cubicBezTo>
                  <a:pt x="7203849" y="2416816"/>
                  <a:pt x="7207209" y="2420142"/>
                  <a:pt x="7211334" y="2420141"/>
                </a:cubicBezTo>
                <a:close/>
                <a:moveTo>
                  <a:pt x="7500117" y="2316775"/>
                </a:moveTo>
                <a:cubicBezTo>
                  <a:pt x="7504242" y="2316774"/>
                  <a:pt x="7507851" y="2313769"/>
                  <a:pt x="7508490" y="2309574"/>
                </a:cubicBezTo>
                <a:cubicBezTo>
                  <a:pt x="7509202" y="2304951"/>
                  <a:pt x="7506020" y="2300631"/>
                  <a:pt x="7501397" y="2299919"/>
                </a:cubicBezTo>
                <a:cubicBezTo>
                  <a:pt x="7496756" y="2299226"/>
                  <a:pt x="7492437" y="2302391"/>
                  <a:pt x="7491742" y="2307031"/>
                </a:cubicBezTo>
                <a:cubicBezTo>
                  <a:pt x="7491032" y="2311654"/>
                  <a:pt x="7494214" y="2315974"/>
                  <a:pt x="7498837" y="2316685"/>
                </a:cubicBezTo>
                <a:cubicBezTo>
                  <a:pt x="7499263" y="2316774"/>
                  <a:pt x="7499708" y="2316774"/>
                  <a:pt x="7500117" y="2316775"/>
                </a:cubicBezTo>
                <a:close/>
                <a:moveTo>
                  <a:pt x="6478879" y="2697171"/>
                </a:moveTo>
                <a:cubicBezTo>
                  <a:pt x="6482293" y="2695891"/>
                  <a:pt x="6484000" y="2692104"/>
                  <a:pt x="6482737" y="2688691"/>
                </a:cubicBezTo>
                <a:cubicBezTo>
                  <a:pt x="6481457" y="2685295"/>
                  <a:pt x="6477652" y="2683570"/>
                  <a:pt x="6474256" y="2684851"/>
                </a:cubicBezTo>
                <a:cubicBezTo>
                  <a:pt x="6470860" y="2686131"/>
                  <a:pt x="6469136" y="2689917"/>
                  <a:pt x="6470417" y="2693331"/>
                </a:cubicBezTo>
                <a:cubicBezTo>
                  <a:pt x="6471412" y="2695963"/>
                  <a:pt x="6473919" y="2697598"/>
                  <a:pt x="6476586" y="2697598"/>
                </a:cubicBezTo>
                <a:cubicBezTo>
                  <a:pt x="6477351" y="2697598"/>
                  <a:pt x="6478133" y="2697456"/>
                  <a:pt x="6478879" y="2697171"/>
                </a:cubicBezTo>
                <a:close/>
                <a:moveTo>
                  <a:pt x="6565676" y="2665756"/>
                </a:moveTo>
                <a:cubicBezTo>
                  <a:pt x="6569107" y="2664565"/>
                  <a:pt x="6570919" y="2660814"/>
                  <a:pt x="6569730" y="2657382"/>
                </a:cubicBezTo>
                <a:cubicBezTo>
                  <a:pt x="6568538" y="2653950"/>
                  <a:pt x="6564787" y="2652138"/>
                  <a:pt x="6561355" y="2653329"/>
                </a:cubicBezTo>
                <a:cubicBezTo>
                  <a:pt x="6557925" y="2654520"/>
                  <a:pt x="6556111" y="2658272"/>
                  <a:pt x="6557302" y="2661703"/>
                </a:cubicBezTo>
                <a:cubicBezTo>
                  <a:pt x="6558244" y="2664423"/>
                  <a:pt x="6560787" y="2666129"/>
                  <a:pt x="6563507" y="2666129"/>
                </a:cubicBezTo>
                <a:cubicBezTo>
                  <a:pt x="6564236" y="2666129"/>
                  <a:pt x="6564965" y="2666004"/>
                  <a:pt x="6565676" y="2665756"/>
                </a:cubicBezTo>
                <a:close/>
                <a:moveTo>
                  <a:pt x="5524544" y="3047700"/>
                </a:moveTo>
                <a:cubicBezTo>
                  <a:pt x="5528082" y="3046882"/>
                  <a:pt x="5530305" y="3043344"/>
                  <a:pt x="5529469" y="3039807"/>
                </a:cubicBezTo>
                <a:cubicBezTo>
                  <a:pt x="5528651" y="3036269"/>
                  <a:pt x="5525133" y="3034064"/>
                  <a:pt x="5521575" y="3034881"/>
                </a:cubicBezTo>
                <a:cubicBezTo>
                  <a:pt x="5518038" y="3035699"/>
                  <a:pt x="5515832" y="3039220"/>
                  <a:pt x="5516650" y="3042776"/>
                </a:cubicBezTo>
                <a:cubicBezTo>
                  <a:pt x="5517361" y="3045798"/>
                  <a:pt x="5520065" y="3047860"/>
                  <a:pt x="5523052" y="3047860"/>
                </a:cubicBezTo>
                <a:cubicBezTo>
                  <a:pt x="5523549" y="3047860"/>
                  <a:pt x="5524047" y="3047807"/>
                  <a:pt x="5524544" y="3047700"/>
                </a:cubicBezTo>
                <a:close/>
                <a:moveTo>
                  <a:pt x="6392776" y="2730489"/>
                </a:moveTo>
                <a:cubicBezTo>
                  <a:pt x="6396154" y="2729156"/>
                  <a:pt x="6397807" y="2725333"/>
                  <a:pt x="6396455" y="2721955"/>
                </a:cubicBezTo>
                <a:cubicBezTo>
                  <a:pt x="6395122" y="2718577"/>
                  <a:pt x="6391300" y="2716924"/>
                  <a:pt x="6387923" y="2718275"/>
                </a:cubicBezTo>
                <a:cubicBezTo>
                  <a:pt x="6384544" y="2719608"/>
                  <a:pt x="6382891" y="2723431"/>
                  <a:pt x="6384224" y="2726809"/>
                </a:cubicBezTo>
                <a:cubicBezTo>
                  <a:pt x="6385256" y="2729387"/>
                  <a:pt x="6387727" y="2730969"/>
                  <a:pt x="6390359" y="2730969"/>
                </a:cubicBezTo>
                <a:cubicBezTo>
                  <a:pt x="6391158" y="2730969"/>
                  <a:pt x="6391976" y="2730809"/>
                  <a:pt x="6392776" y="2730489"/>
                </a:cubicBezTo>
                <a:close/>
                <a:moveTo>
                  <a:pt x="6653272" y="2636830"/>
                </a:moveTo>
                <a:cubicBezTo>
                  <a:pt x="6656739" y="2635746"/>
                  <a:pt x="6658677" y="2632065"/>
                  <a:pt x="6657592" y="2628599"/>
                </a:cubicBezTo>
                <a:cubicBezTo>
                  <a:pt x="6656508" y="2625132"/>
                  <a:pt x="6652810" y="2623193"/>
                  <a:pt x="6649343" y="2624278"/>
                </a:cubicBezTo>
                <a:cubicBezTo>
                  <a:pt x="6645876" y="2625362"/>
                  <a:pt x="6643955" y="2629043"/>
                  <a:pt x="6645023" y="2632510"/>
                </a:cubicBezTo>
                <a:cubicBezTo>
                  <a:pt x="6645912" y="2635336"/>
                  <a:pt x="6648507" y="2637132"/>
                  <a:pt x="6651317" y="2637132"/>
                </a:cubicBezTo>
                <a:cubicBezTo>
                  <a:pt x="6651956" y="2637132"/>
                  <a:pt x="6652614" y="2637043"/>
                  <a:pt x="6653272" y="2636830"/>
                </a:cubicBezTo>
                <a:close/>
                <a:moveTo>
                  <a:pt x="6307171" y="2765194"/>
                </a:moveTo>
                <a:cubicBezTo>
                  <a:pt x="6310530" y="2763807"/>
                  <a:pt x="6312131" y="2759967"/>
                  <a:pt x="6310744" y="2756607"/>
                </a:cubicBezTo>
                <a:cubicBezTo>
                  <a:pt x="6309357" y="2753247"/>
                  <a:pt x="6305516" y="2751646"/>
                  <a:pt x="6302157" y="2753033"/>
                </a:cubicBezTo>
                <a:cubicBezTo>
                  <a:pt x="6298797" y="2754420"/>
                  <a:pt x="6297196" y="2758260"/>
                  <a:pt x="6298583" y="2761620"/>
                </a:cubicBezTo>
                <a:cubicBezTo>
                  <a:pt x="6299632" y="2764162"/>
                  <a:pt x="6302085" y="2765691"/>
                  <a:pt x="6304664" y="2765691"/>
                </a:cubicBezTo>
                <a:cubicBezTo>
                  <a:pt x="6305500" y="2765692"/>
                  <a:pt x="6306353" y="2765532"/>
                  <a:pt x="6307171" y="2765194"/>
                </a:cubicBezTo>
                <a:close/>
                <a:moveTo>
                  <a:pt x="5060141" y="3223534"/>
                </a:moveTo>
                <a:cubicBezTo>
                  <a:pt x="5063093" y="3223534"/>
                  <a:pt x="5065565" y="3221241"/>
                  <a:pt x="5065759" y="3218254"/>
                </a:cubicBezTo>
                <a:cubicBezTo>
                  <a:pt x="5065956" y="3215160"/>
                  <a:pt x="5063607" y="3212476"/>
                  <a:pt x="5060516" y="3212280"/>
                </a:cubicBezTo>
                <a:cubicBezTo>
                  <a:pt x="5057403" y="3212084"/>
                  <a:pt x="5054719" y="3214431"/>
                  <a:pt x="5054524" y="3217543"/>
                </a:cubicBezTo>
                <a:cubicBezTo>
                  <a:pt x="5054327" y="3220636"/>
                  <a:pt x="5056676" y="3223320"/>
                  <a:pt x="5059786" y="3223517"/>
                </a:cubicBezTo>
                <a:lnTo>
                  <a:pt x="5059785" y="3223534"/>
                </a:lnTo>
                <a:cubicBezTo>
                  <a:pt x="5059911" y="3223534"/>
                  <a:pt x="5060034" y="3223534"/>
                  <a:pt x="5060141" y="3223534"/>
                </a:cubicBezTo>
                <a:close/>
                <a:moveTo>
                  <a:pt x="8477495" y="1970761"/>
                </a:moveTo>
                <a:cubicBezTo>
                  <a:pt x="8483130" y="1970762"/>
                  <a:pt x="8488340" y="1967134"/>
                  <a:pt x="8490118" y="1961481"/>
                </a:cubicBezTo>
                <a:cubicBezTo>
                  <a:pt x="8492286" y="1954512"/>
                  <a:pt x="8488410" y="1947098"/>
                  <a:pt x="8481441" y="1944912"/>
                </a:cubicBezTo>
                <a:cubicBezTo>
                  <a:pt x="8474472" y="1942742"/>
                  <a:pt x="8467059" y="1946619"/>
                  <a:pt x="8464889" y="1953605"/>
                </a:cubicBezTo>
                <a:cubicBezTo>
                  <a:pt x="8462703" y="1960557"/>
                  <a:pt x="8466596" y="1967970"/>
                  <a:pt x="8473548" y="1970158"/>
                </a:cubicBezTo>
                <a:cubicBezTo>
                  <a:pt x="8474865" y="1970566"/>
                  <a:pt x="8476197" y="1970761"/>
                  <a:pt x="8477495" y="1970761"/>
                </a:cubicBezTo>
                <a:close/>
                <a:moveTo>
                  <a:pt x="4520266" y="3424863"/>
                </a:moveTo>
                <a:cubicBezTo>
                  <a:pt x="4521049" y="3424862"/>
                  <a:pt x="4521831" y="3424524"/>
                  <a:pt x="4522383" y="3423885"/>
                </a:cubicBezTo>
                <a:cubicBezTo>
                  <a:pt x="4523378" y="3422711"/>
                  <a:pt x="4523235" y="3420934"/>
                  <a:pt x="4522062" y="3419955"/>
                </a:cubicBezTo>
                <a:cubicBezTo>
                  <a:pt x="4520889" y="3418959"/>
                  <a:pt x="4519128" y="3419102"/>
                  <a:pt x="4518133" y="3420275"/>
                </a:cubicBezTo>
                <a:cubicBezTo>
                  <a:pt x="4517138" y="3421448"/>
                  <a:pt x="4517279" y="3423209"/>
                  <a:pt x="4518471" y="3424204"/>
                </a:cubicBezTo>
                <a:cubicBezTo>
                  <a:pt x="4518986" y="3424649"/>
                  <a:pt x="4519626" y="3424863"/>
                  <a:pt x="4520266" y="3424863"/>
                </a:cubicBezTo>
                <a:close/>
                <a:moveTo>
                  <a:pt x="6221884" y="2800787"/>
                </a:moveTo>
                <a:cubicBezTo>
                  <a:pt x="6225246" y="2799382"/>
                  <a:pt x="6226810" y="2795524"/>
                  <a:pt x="6225406" y="2792164"/>
                </a:cubicBezTo>
                <a:cubicBezTo>
                  <a:pt x="6223983" y="2788822"/>
                  <a:pt x="6220143" y="2787257"/>
                  <a:pt x="6216782" y="2788662"/>
                </a:cubicBezTo>
                <a:cubicBezTo>
                  <a:pt x="6213440" y="2790066"/>
                  <a:pt x="6211857" y="2793924"/>
                  <a:pt x="6213280" y="2797267"/>
                </a:cubicBezTo>
                <a:cubicBezTo>
                  <a:pt x="6214329" y="2799791"/>
                  <a:pt x="6216783" y="2801303"/>
                  <a:pt x="6219342" y="2801303"/>
                </a:cubicBezTo>
                <a:cubicBezTo>
                  <a:pt x="6220196" y="2801302"/>
                  <a:pt x="6221049" y="2801142"/>
                  <a:pt x="6221884" y="2800787"/>
                </a:cubicBezTo>
                <a:close/>
                <a:moveTo>
                  <a:pt x="6741775" y="2611014"/>
                </a:moveTo>
                <a:cubicBezTo>
                  <a:pt x="6745279" y="2610073"/>
                  <a:pt x="6747358" y="2606463"/>
                  <a:pt x="6746416" y="2602961"/>
                </a:cubicBezTo>
                <a:cubicBezTo>
                  <a:pt x="6745456" y="2599459"/>
                  <a:pt x="6741847" y="2597378"/>
                  <a:pt x="6738345" y="2598321"/>
                </a:cubicBezTo>
                <a:cubicBezTo>
                  <a:pt x="6734842" y="2599263"/>
                  <a:pt x="6732762" y="2602872"/>
                  <a:pt x="6733704" y="2606392"/>
                </a:cubicBezTo>
                <a:cubicBezTo>
                  <a:pt x="6734504" y="2609326"/>
                  <a:pt x="6737153" y="2611246"/>
                  <a:pt x="6740051" y="2611246"/>
                </a:cubicBezTo>
                <a:cubicBezTo>
                  <a:pt x="6740620" y="2611246"/>
                  <a:pt x="6741207" y="2611175"/>
                  <a:pt x="6741775" y="2611014"/>
                </a:cubicBezTo>
                <a:close/>
                <a:moveTo>
                  <a:pt x="5614416" y="3024997"/>
                </a:moveTo>
                <a:cubicBezTo>
                  <a:pt x="5617936" y="3024036"/>
                  <a:pt x="5619999" y="3020410"/>
                  <a:pt x="5619039" y="3016907"/>
                </a:cubicBezTo>
                <a:cubicBezTo>
                  <a:pt x="5618080" y="3013405"/>
                  <a:pt x="5614452" y="3011342"/>
                  <a:pt x="5610950" y="3012303"/>
                </a:cubicBezTo>
                <a:cubicBezTo>
                  <a:pt x="5607447" y="3013262"/>
                  <a:pt x="5605385" y="3016872"/>
                  <a:pt x="5606344" y="3020392"/>
                </a:cubicBezTo>
                <a:cubicBezTo>
                  <a:pt x="5607145" y="3023307"/>
                  <a:pt x="5609794" y="3025228"/>
                  <a:pt x="5612674" y="3025228"/>
                </a:cubicBezTo>
                <a:cubicBezTo>
                  <a:pt x="5613261" y="3025228"/>
                  <a:pt x="5613847" y="3025139"/>
                  <a:pt x="5614416" y="3024997"/>
                </a:cubicBezTo>
                <a:close/>
                <a:moveTo>
                  <a:pt x="6136742" y="2836771"/>
                </a:moveTo>
                <a:cubicBezTo>
                  <a:pt x="6140085" y="2835349"/>
                  <a:pt x="6141649" y="2831491"/>
                  <a:pt x="6140226" y="2828148"/>
                </a:cubicBezTo>
                <a:cubicBezTo>
                  <a:pt x="6138822" y="2824806"/>
                  <a:pt x="6134964" y="2823241"/>
                  <a:pt x="6131621" y="2824647"/>
                </a:cubicBezTo>
                <a:cubicBezTo>
                  <a:pt x="6128260" y="2826068"/>
                  <a:pt x="6126697" y="2829927"/>
                  <a:pt x="6128120" y="2833269"/>
                </a:cubicBezTo>
                <a:cubicBezTo>
                  <a:pt x="6129185" y="2835775"/>
                  <a:pt x="6131622" y="2837287"/>
                  <a:pt x="6134181" y="2837287"/>
                </a:cubicBezTo>
                <a:cubicBezTo>
                  <a:pt x="6135035" y="2837287"/>
                  <a:pt x="6135907" y="2837127"/>
                  <a:pt x="6136742" y="2836771"/>
                </a:cubicBezTo>
                <a:close/>
                <a:moveTo>
                  <a:pt x="5703381" y="2999075"/>
                </a:moveTo>
                <a:cubicBezTo>
                  <a:pt x="5706848" y="2997990"/>
                  <a:pt x="5708804" y="2994310"/>
                  <a:pt x="5707719" y="2990843"/>
                </a:cubicBezTo>
                <a:cubicBezTo>
                  <a:pt x="5706652" y="2987377"/>
                  <a:pt x="5702972" y="2985421"/>
                  <a:pt x="5699506" y="2986506"/>
                </a:cubicBezTo>
                <a:cubicBezTo>
                  <a:pt x="5696020" y="2987572"/>
                  <a:pt x="5694083" y="2991252"/>
                  <a:pt x="5695149" y="2994719"/>
                </a:cubicBezTo>
                <a:cubicBezTo>
                  <a:pt x="5696020" y="2997546"/>
                  <a:pt x="5698634" y="2999360"/>
                  <a:pt x="5701444" y="2999360"/>
                </a:cubicBezTo>
                <a:cubicBezTo>
                  <a:pt x="5702083" y="2999360"/>
                  <a:pt x="5702741" y="2999270"/>
                  <a:pt x="5703381" y="2999075"/>
                </a:cubicBezTo>
                <a:close/>
                <a:moveTo>
                  <a:pt x="8309234" y="2043210"/>
                </a:moveTo>
                <a:cubicBezTo>
                  <a:pt x="8314354" y="2043210"/>
                  <a:pt x="8319137" y="2039974"/>
                  <a:pt x="8320862" y="2034854"/>
                </a:cubicBezTo>
                <a:cubicBezTo>
                  <a:pt x="8323031" y="2028436"/>
                  <a:pt x="8319581" y="2021484"/>
                  <a:pt x="8313164" y="2019315"/>
                </a:cubicBezTo>
                <a:cubicBezTo>
                  <a:pt x="8306746" y="2017146"/>
                  <a:pt x="8299776" y="2020577"/>
                  <a:pt x="8297625" y="2027013"/>
                </a:cubicBezTo>
                <a:cubicBezTo>
                  <a:pt x="8295438" y="2033414"/>
                  <a:pt x="8298887" y="2040384"/>
                  <a:pt x="8305306" y="2042552"/>
                </a:cubicBezTo>
                <a:cubicBezTo>
                  <a:pt x="8306603" y="2042997"/>
                  <a:pt x="8307937" y="2043210"/>
                  <a:pt x="8309234" y="2043210"/>
                </a:cubicBezTo>
                <a:close/>
                <a:moveTo>
                  <a:pt x="6051386" y="2872489"/>
                </a:moveTo>
                <a:cubicBezTo>
                  <a:pt x="6054746" y="2871102"/>
                  <a:pt x="6056364" y="2867262"/>
                  <a:pt x="6054977" y="2863902"/>
                </a:cubicBezTo>
                <a:cubicBezTo>
                  <a:pt x="6053608" y="2860542"/>
                  <a:pt x="6049750" y="2858941"/>
                  <a:pt x="6046390" y="2860310"/>
                </a:cubicBezTo>
                <a:cubicBezTo>
                  <a:pt x="6043030" y="2861697"/>
                  <a:pt x="6041430" y="2865538"/>
                  <a:pt x="6042817" y="2868898"/>
                </a:cubicBezTo>
                <a:cubicBezTo>
                  <a:pt x="6043865" y="2871440"/>
                  <a:pt x="6046318" y="2872987"/>
                  <a:pt x="6048896" y="2872987"/>
                </a:cubicBezTo>
                <a:cubicBezTo>
                  <a:pt x="6049732" y="2872987"/>
                  <a:pt x="6050585" y="2872827"/>
                  <a:pt x="6051386" y="2872489"/>
                </a:cubicBezTo>
                <a:close/>
                <a:moveTo>
                  <a:pt x="8910638" y="1825305"/>
                </a:moveTo>
                <a:cubicBezTo>
                  <a:pt x="8913291" y="1823112"/>
                  <a:pt x="8915212" y="1820005"/>
                  <a:pt x="8915870" y="1816352"/>
                </a:cubicBezTo>
                <a:cubicBezTo>
                  <a:pt x="8917362" y="1808138"/>
                  <a:pt x="8911905" y="1800279"/>
                  <a:pt x="8903691" y="1798786"/>
                </a:cubicBezTo>
                <a:cubicBezTo>
                  <a:pt x="8895477" y="1797292"/>
                  <a:pt x="8887618" y="1802751"/>
                  <a:pt x="8886125" y="1810964"/>
                </a:cubicBezTo>
                <a:cubicBezTo>
                  <a:pt x="8884649" y="1819178"/>
                  <a:pt x="8890090" y="1827037"/>
                  <a:pt x="8898304" y="1828530"/>
                </a:cubicBezTo>
                <a:cubicBezTo>
                  <a:pt x="8899210" y="1828690"/>
                  <a:pt x="8900117" y="1828779"/>
                  <a:pt x="8901006" y="1828779"/>
                </a:cubicBezTo>
                <a:cubicBezTo>
                  <a:pt x="8904598" y="1828779"/>
                  <a:pt x="8907984" y="1827499"/>
                  <a:pt x="8910638" y="1825305"/>
                </a:cubicBezTo>
                <a:close/>
                <a:moveTo>
                  <a:pt x="6831257" y="2588898"/>
                </a:moveTo>
                <a:cubicBezTo>
                  <a:pt x="6834796" y="2588097"/>
                  <a:pt x="6837036" y="2584578"/>
                  <a:pt x="6836235" y="2581039"/>
                </a:cubicBezTo>
                <a:cubicBezTo>
                  <a:pt x="6835435" y="2577484"/>
                  <a:pt x="6831915" y="2575262"/>
                  <a:pt x="6828376" y="2576062"/>
                </a:cubicBezTo>
                <a:cubicBezTo>
                  <a:pt x="6824821" y="2576862"/>
                  <a:pt x="6822598" y="2580382"/>
                  <a:pt x="6823399" y="2583919"/>
                </a:cubicBezTo>
                <a:cubicBezTo>
                  <a:pt x="6824074" y="2586977"/>
                  <a:pt x="6826795" y="2589058"/>
                  <a:pt x="6829799" y="2589058"/>
                </a:cubicBezTo>
                <a:cubicBezTo>
                  <a:pt x="6830279" y="2589058"/>
                  <a:pt x="6830760" y="2589005"/>
                  <a:pt x="6831257" y="2588898"/>
                </a:cubicBezTo>
                <a:close/>
                <a:moveTo>
                  <a:pt x="5791494" y="2970504"/>
                </a:moveTo>
                <a:cubicBezTo>
                  <a:pt x="5794943" y="2969331"/>
                  <a:pt x="5796774" y="2965597"/>
                  <a:pt x="5795618" y="2962148"/>
                </a:cubicBezTo>
                <a:cubicBezTo>
                  <a:pt x="5794445" y="2958717"/>
                  <a:pt x="5790711" y="2956868"/>
                  <a:pt x="5787262" y="2958041"/>
                </a:cubicBezTo>
                <a:cubicBezTo>
                  <a:pt x="5783831" y="2959215"/>
                  <a:pt x="5781982" y="2962949"/>
                  <a:pt x="5783155" y="2966380"/>
                </a:cubicBezTo>
                <a:cubicBezTo>
                  <a:pt x="5784079" y="2969117"/>
                  <a:pt x="5786639" y="2970842"/>
                  <a:pt x="5789378" y="2970842"/>
                </a:cubicBezTo>
                <a:cubicBezTo>
                  <a:pt x="5790071" y="2970842"/>
                  <a:pt x="5790782" y="2970735"/>
                  <a:pt x="5791494" y="2970504"/>
                </a:cubicBezTo>
                <a:close/>
                <a:moveTo>
                  <a:pt x="5965442" y="2906909"/>
                </a:moveTo>
                <a:cubicBezTo>
                  <a:pt x="5968821" y="2905576"/>
                  <a:pt x="5970491" y="2901771"/>
                  <a:pt x="5969176" y="2898393"/>
                </a:cubicBezTo>
                <a:cubicBezTo>
                  <a:pt x="5967861" y="2894997"/>
                  <a:pt x="5964037" y="2893326"/>
                  <a:pt x="5960660" y="2894641"/>
                </a:cubicBezTo>
                <a:cubicBezTo>
                  <a:pt x="5957264" y="2895957"/>
                  <a:pt x="5955610" y="2899780"/>
                  <a:pt x="5956926" y="2903158"/>
                </a:cubicBezTo>
                <a:cubicBezTo>
                  <a:pt x="5957940" y="2905771"/>
                  <a:pt x="5960410" y="2907354"/>
                  <a:pt x="5963043" y="2907354"/>
                </a:cubicBezTo>
                <a:cubicBezTo>
                  <a:pt x="5963842" y="2907354"/>
                  <a:pt x="5964660" y="2907211"/>
                  <a:pt x="5965442" y="2906909"/>
                </a:cubicBezTo>
                <a:close/>
                <a:moveTo>
                  <a:pt x="5878824" y="2939676"/>
                </a:moveTo>
                <a:cubicBezTo>
                  <a:pt x="5882237" y="2938414"/>
                  <a:pt x="5883997" y="2934644"/>
                  <a:pt x="5882735" y="2931230"/>
                </a:cubicBezTo>
                <a:cubicBezTo>
                  <a:pt x="5881490" y="2927818"/>
                  <a:pt x="5877721" y="2926057"/>
                  <a:pt x="5874307" y="2927319"/>
                </a:cubicBezTo>
                <a:cubicBezTo>
                  <a:pt x="5870895" y="2928563"/>
                  <a:pt x="5869134" y="2932351"/>
                  <a:pt x="5870397" y="2935765"/>
                </a:cubicBezTo>
                <a:cubicBezTo>
                  <a:pt x="5871356" y="2938413"/>
                  <a:pt x="5873880" y="2940067"/>
                  <a:pt x="5876565" y="2940066"/>
                </a:cubicBezTo>
                <a:cubicBezTo>
                  <a:pt x="5877312" y="2940067"/>
                  <a:pt x="5878077" y="2939942"/>
                  <a:pt x="5878824" y="2939676"/>
                </a:cubicBezTo>
                <a:close/>
                <a:moveTo>
                  <a:pt x="8137509" y="2112317"/>
                </a:moveTo>
                <a:cubicBezTo>
                  <a:pt x="8142220" y="2112317"/>
                  <a:pt x="8146593" y="2109384"/>
                  <a:pt x="8148212" y="2104690"/>
                </a:cubicBezTo>
                <a:cubicBezTo>
                  <a:pt x="8150256" y="2098787"/>
                  <a:pt x="8147126" y="2092334"/>
                  <a:pt x="8141207" y="2090289"/>
                </a:cubicBezTo>
                <a:cubicBezTo>
                  <a:pt x="8135304" y="2088262"/>
                  <a:pt x="8128868" y="2091391"/>
                  <a:pt x="8126823" y="2097312"/>
                </a:cubicBezTo>
                <a:cubicBezTo>
                  <a:pt x="8124779" y="2103214"/>
                  <a:pt x="8127907" y="2109650"/>
                  <a:pt x="8133828" y="2111695"/>
                </a:cubicBezTo>
                <a:cubicBezTo>
                  <a:pt x="8135054" y="2112121"/>
                  <a:pt x="8136299" y="2112317"/>
                  <a:pt x="8137509" y="2112317"/>
                </a:cubicBezTo>
                <a:close/>
                <a:moveTo>
                  <a:pt x="7304353" y="2421653"/>
                </a:moveTo>
                <a:cubicBezTo>
                  <a:pt x="7308354" y="2421653"/>
                  <a:pt x="7311678" y="2418506"/>
                  <a:pt x="7311856" y="2414470"/>
                </a:cubicBezTo>
                <a:cubicBezTo>
                  <a:pt x="7312033" y="2410310"/>
                  <a:pt x="7308816" y="2406790"/>
                  <a:pt x="7304673" y="2406612"/>
                </a:cubicBezTo>
                <a:cubicBezTo>
                  <a:pt x="7300513" y="2406433"/>
                  <a:pt x="7297011" y="2409652"/>
                  <a:pt x="7296815" y="2413812"/>
                </a:cubicBezTo>
                <a:cubicBezTo>
                  <a:pt x="7296637" y="2417955"/>
                  <a:pt x="7299855" y="2421475"/>
                  <a:pt x="7304016" y="2421653"/>
                </a:cubicBezTo>
                <a:close/>
                <a:moveTo>
                  <a:pt x="7961480" y="2180802"/>
                </a:moveTo>
                <a:cubicBezTo>
                  <a:pt x="7965836" y="2180802"/>
                  <a:pt x="7969907" y="2178028"/>
                  <a:pt x="7971329" y="2173672"/>
                </a:cubicBezTo>
                <a:cubicBezTo>
                  <a:pt x="7973125" y="2168232"/>
                  <a:pt x="7970156" y="2162364"/>
                  <a:pt x="7964716" y="2160586"/>
                </a:cubicBezTo>
                <a:cubicBezTo>
                  <a:pt x="7959275" y="2158791"/>
                  <a:pt x="7953408" y="2161760"/>
                  <a:pt x="7951631" y="2167200"/>
                </a:cubicBezTo>
                <a:cubicBezTo>
                  <a:pt x="7949835" y="2172640"/>
                  <a:pt x="7952803" y="2178490"/>
                  <a:pt x="7958245" y="2180286"/>
                </a:cubicBezTo>
                <a:cubicBezTo>
                  <a:pt x="7959311" y="2180641"/>
                  <a:pt x="7960413" y="2180802"/>
                  <a:pt x="7961480" y="2180802"/>
                </a:cubicBezTo>
                <a:close/>
                <a:moveTo>
                  <a:pt x="4871316" y="3317947"/>
                </a:moveTo>
                <a:lnTo>
                  <a:pt x="4871329" y="3317939"/>
                </a:lnTo>
                <a:lnTo>
                  <a:pt x="4871312" y="3317939"/>
                </a:lnTo>
                <a:close/>
                <a:moveTo>
                  <a:pt x="7780170" y="2252593"/>
                </a:moveTo>
                <a:cubicBezTo>
                  <a:pt x="7784277" y="2252593"/>
                  <a:pt x="7788064" y="2249872"/>
                  <a:pt x="7789238" y="2245729"/>
                </a:cubicBezTo>
                <a:cubicBezTo>
                  <a:pt x="7790643" y="2240716"/>
                  <a:pt x="7787726" y="2235507"/>
                  <a:pt x="7782713" y="2234103"/>
                </a:cubicBezTo>
                <a:cubicBezTo>
                  <a:pt x="7777699" y="2232698"/>
                  <a:pt x="7772508" y="2235613"/>
                  <a:pt x="7771103" y="2240627"/>
                </a:cubicBezTo>
                <a:cubicBezTo>
                  <a:pt x="7769680" y="2245623"/>
                  <a:pt x="7772597" y="2250833"/>
                  <a:pt x="7777610" y="2252237"/>
                </a:cubicBezTo>
                <a:cubicBezTo>
                  <a:pt x="7778464" y="2252486"/>
                  <a:pt x="7779317" y="2252592"/>
                  <a:pt x="7780170" y="2252593"/>
                </a:cubicBezTo>
                <a:close/>
                <a:moveTo>
                  <a:pt x="6921592" y="2570728"/>
                </a:moveTo>
                <a:cubicBezTo>
                  <a:pt x="6925165" y="2570088"/>
                  <a:pt x="6927548" y="2566675"/>
                  <a:pt x="6926925" y="2563101"/>
                </a:cubicBezTo>
                <a:cubicBezTo>
                  <a:pt x="6926285" y="2559509"/>
                  <a:pt x="6922873" y="2557127"/>
                  <a:pt x="6919298" y="2557767"/>
                </a:cubicBezTo>
                <a:cubicBezTo>
                  <a:pt x="6915706" y="2558407"/>
                  <a:pt x="6913325" y="2561821"/>
                  <a:pt x="6913964" y="2565395"/>
                </a:cubicBezTo>
                <a:cubicBezTo>
                  <a:pt x="6914533" y="2568576"/>
                  <a:pt x="6917306" y="2570817"/>
                  <a:pt x="6920437" y="2570817"/>
                </a:cubicBezTo>
                <a:cubicBezTo>
                  <a:pt x="6920809" y="2570817"/>
                  <a:pt x="6921200" y="2570781"/>
                  <a:pt x="6921592" y="2570728"/>
                </a:cubicBezTo>
                <a:close/>
                <a:moveTo>
                  <a:pt x="4870173" y="3327168"/>
                </a:moveTo>
                <a:cubicBezTo>
                  <a:pt x="4872271" y="3327168"/>
                  <a:pt x="4874173" y="3325745"/>
                  <a:pt x="4874707" y="3323629"/>
                </a:cubicBezTo>
                <a:lnTo>
                  <a:pt x="4871316" y="3317947"/>
                </a:lnTo>
                <a:lnTo>
                  <a:pt x="4865639" y="3321335"/>
                </a:lnTo>
                <a:cubicBezTo>
                  <a:pt x="4864999" y="3323843"/>
                  <a:pt x="4866510" y="3326385"/>
                  <a:pt x="4869018" y="3327025"/>
                </a:cubicBezTo>
                <a:cubicBezTo>
                  <a:pt x="4869409" y="3327114"/>
                  <a:pt x="4869800" y="3327168"/>
                  <a:pt x="4870173" y="3327168"/>
                </a:cubicBezTo>
                <a:close/>
                <a:moveTo>
                  <a:pt x="4686838" y="3394958"/>
                </a:moveTo>
                <a:cubicBezTo>
                  <a:pt x="4688206" y="3394958"/>
                  <a:pt x="4689505" y="3394212"/>
                  <a:pt x="4690179" y="3392914"/>
                </a:cubicBezTo>
                <a:cubicBezTo>
                  <a:pt x="4691122" y="3391083"/>
                  <a:pt x="4690376" y="3388825"/>
                  <a:pt x="4688544" y="3387900"/>
                </a:cubicBezTo>
                <a:cubicBezTo>
                  <a:pt x="4686694" y="3386958"/>
                  <a:pt x="4684454" y="3387687"/>
                  <a:pt x="4683511" y="3389536"/>
                </a:cubicBezTo>
                <a:cubicBezTo>
                  <a:pt x="4682587" y="3391367"/>
                  <a:pt x="4683317" y="3393607"/>
                  <a:pt x="4685148" y="3394550"/>
                </a:cubicBezTo>
                <a:cubicBezTo>
                  <a:pt x="4685699" y="3394816"/>
                  <a:pt x="4686269" y="3394958"/>
                  <a:pt x="4686838" y="3394958"/>
                </a:cubicBezTo>
                <a:close/>
                <a:moveTo>
                  <a:pt x="5152005" y="3225881"/>
                </a:moveTo>
                <a:cubicBezTo>
                  <a:pt x="5155097" y="3225846"/>
                  <a:pt x="5157605" y="3223303"/>
                  <a:pt x="5157571" y="3220192"/>
                </a:cubicBezTo>
                <a:cubicBezTo>
                  <a:pt x="5157535" y="3217080"/>
                  <a:pt x="5154975" y="3214574"/>
                  <a:pt x="5151863" y="3214627"/>
                </a:cubicBezTo>
                <a:cubicBezTo>
                  <a:pt x="5148770" y="3214663"/>
                  <a:pt x="5146263" y="3217205"/>
                  <a:pt x="5146316" y="3220316"/>
                </a:cubicBezTo>
                <a:cubicBezTo>
                  <a:pt x="5146334" y="3223427"/>
                  <a:pt x="5148876" y="3225917"/>
                  <a:pt x="5152005" y="3225881"/>
                </a:cubicBezTo>
                <a:close/>
                <a:moveTo>
                  <a:pt x="7592300" y="2333113"/>
                </a:moveTo>
                <a:cubicBezTo>
                  <a:pt x="7596265" y="2333114"/>
                  <a:pt x="7599804" y="2330322"/>
                  <a:pt x="7600603" y="2326304"/>
                </a:cubicBezTo>
                <a:cubicBezTo>
                  <a:pt x="7601527" y="2321699"/>
                  <a:pt x="7598540" y="2317236"/>
                  <a:pt x="7593954" y="2316329"/>
                </a:cubicBezTo>
                <a:cubicBezTo>
                  <a:pt x="7589367" y="2315405"/>
                  <a:pt x="7584904" y="2318392"/>
                  <a:pt x="7583998" y="2322997"/>
                </a:cubicBezTo>
                <a:cubicBezTo>
                  <a:pt x="7583073" y="2327584"/>
                  <a:pt x="7586061" y="2332046"/>
                  <a:pt x="7590646" y="2332953"/>
                </a:cubicBezTo>
                <a:cubicBezTo>
                  <a:pt x="7591198" y="2333059"/>
                  <a:pt x="7591749" y="2333113"/>
                  <a:pt x="7592300" y="2333113"/>
                </a:cubicBezTo>
                <a:close/>
                <a:moveTo>
                  <a:pt x="4435229" y="3491533"/>
                </a:moveTo>
                <a:cubicBezTo>
                  <a:pt x="4435693" y="3491533"/>
                  <a:pt x="4436155" y="3491373"/>
                  <a:pt x="4436510" y="3491018"/>
                </a:cubicBezTo>
                <a:cubicBezTo>
                  <a:pt x="4437239" y="3490306"/>
                  <a:pt x="4437255" y="3489151"/>
                  <a:pt x="4436546" y="3488421"/>
                </a:cubicBezTo>
                <a:cubicBezTo>
                  <a:pt x="4435834" y="3487693"/>
                  <a:pt x="4434679" y="3487675"/>
                  <a:pt x="4433949" y="3488387"/>
                </a:cubicBezTo>
                <a:cubicBezTo>
                  <a:pt x="4433221" y="3489079"/>
                  <a:pt x="4433204" y="3490253"/>
                  <a:pt x="4433914" y="3490981"/>
                </a:cubicBezTo>
                <a:cubicBezTo>
                  <a:pt x="4434270" y="3491356"/>
                  <a:pt x="4434750" y="3491533"/>
                  <a:pt x="4435229" y="3491533"/>
                </a:cubicBezTo>
                <a:close/>
                <a:moveTo>
                  <a:pt x="8736996" y="1917211"/>
                </a:moveTo>
                <a:cubicBezTo>
                  <a:pt x="8743414" y="1917211"/>
                  <a:pt x="8749227" y="1912838"/>
                  <a:pt x="8750775" y="1906312"/>
                </a:cubicBezTo>
                <a:cubicBezTo>
                  <a:pt x="8752570" y="1898703"/>
                  <a:pt x="8747876" y="1891076"/>
                  <a:pt x="8740249" y="1889263"/>
                </a:cubicBezTo>
                <a:cubicBezTo>
                  <a:pt x="8732640" y="1887467"/>
                  <a:pt x="8725013" y="1892178"/>
                  <a:pt x="8723217" y="1899788"/>
                </a:cubicBezTo>
                <a:cubicBezTo>
                  <a:pt x="8721404" y="1907397"/>
                  <a:pt x="8726115" y="1915042"/>
                  <a:pt x="8733742" y="1916838"/>
                </a:cubicBezTo>
                <a:cubicBezTo>
                  <a:pt x="8734826" y="1917087"/>
                  <a:pt x="8735929" y="1917211"/>
                  <a:pt x="8736996" y="1917211"/>
                </a:cubicBezTo>
                <a:close/>
                <a:moveTo>
                  <a:pt x="7012656" y="2556861"/>
                </a:moveTo>
                <a:cubicBezTo>
                  <a:pt x="7016264" y="2556398"/>
                  <a:pt x="7018807" y="2553110"/>
                  <a:pt x="7018345" y="2549499"/>
                </a:cubicBezTo>
                <a:cubicBezTo>
                  <a:pt x="7017900" y="2545909"/>
                  <a:pt x="7014611" y="2543348"/>
                  <a:pt x="7011001" y="2543811"/>
                </a:cubicBezTo>
                <a:cubicBezTo>
                  <a:pt x="7007392" y="2544273"/>
                  <a:pt x="7004851" y="2547562"/>
                  <a:pt x="7005295" y="2551153"/>
                </a:cubicBezTo>
                <a:cubicBezTo>
                  <a:pt x="7005721" y="2554478"/>
                  <a:pt x="7008549" y="2556913"/>
                  <a:pt x="7011820" y="2556913"/>
                </a:cubicBezTo>
                <a:cubicBezTo>
                  <a:pt x="7012104" y="2556913"/>
                  <a:pt x="7012370" y="2556895"/>
                  <a:pt x="7012656" y="2556861"/>
                </a:cubicBezTo>
                <a:close/>
                <a:moveTo>
                  <a:pt x="5238055" y="3216583"/>
                </a:moveTo>
                <a:lnTo>
                  <a:pt x="5238064" y="3216574"/>
                </a:lnTo>
                <a:lnTo>
                  <a:pt x="5238056" y="3216565"/>
                </a:lnTo>
                <a:close/>
                <a:moveTo>
                  <a:pt x="7397141" y="2428231"/>
                </a:moveTo>
                <a:cubicBezTo>
                  <a:pt x="7400963" y="2428231"/>
                  <a:pt x="7404253" y="2425315"/>
                  <a:pt x="7404626" y="2421422"/>
                </a:cubicBezTo>
                <a:cubicBezTo>
                  <a:pt x="7405035" y="2417297"/>
                  <a:pt x="7402013" y="2413616"/>
                  <a:pt x="7397871" y="2413208"/>
                </a:cubicBezTo>
                <a:cubicBezTo>
                  <a:pt x="7393728" y="2412798"/>
                  <a:pt x="7390048" y="2415820"/>
                  <a:pt x="7389638" y="2419964"/>
                </a:cubicBezTo>
                <a:cubicBezTo>
                  <a:pt x="7389230" y="2424106"/>
                  <a:pt x="7392252" y="2427786"/>
                  <a:pt x="7396395" y="2428196"/>
                </a:cubicBezTo>
                <a:cubicBezTo>
                  <a:pt x="7396644" y="2428231"/>
                  <a:pt x="7396892" y="2428231"/>
                  <a:pt x="7397141" y="2428231"/>
                </a:cubicBezTo>
                <a:close/>
                <a:moveTo>
                  <a:pt x="8570052" y="1998461"/>
                </a:moveTo>
                <a:cubicBezTo>
                  <a:pt x="8575812" y="1998461"/>
                  <a:pt x="8581092" y="1994675"/>
                  <a:pt x="8582764" y="1988860"/>
                </a:cubicBezTo>
                <a:cubicBezTo>
                  <a:pt x="8584755" y="1981855"/>
                  <a:pt x="8580683" y="1974530"/>
                  <a:pt x="8573661" y="1972539"/>
                </a:cubicBezTo>
                <a:cubicBezTo>
                  <a:pt x="8566656" y="1970531"/>
                  <a:pt x="8559331" y="1974602"/>
                  <a:pt x="8557339" y="1981625"/>
                </a:cubicBezTo>
                <a:cubicBezTo>
                  <a:pt x="8555330" y="1988630"/>
                  <a:pt x="8559402" y="1995955"/>
                  <a:pt x="8566425" y="1997946"/>
                </a:cubicBezTo>
                <a:cubicBezTo>
                  <a:pt x="8567633" y="1998301"/>
                  <a:pt x="8568843" y="1998461"/>
                  <a:pt x="8570052" y="1998461"/>
                </a:cubicBezTo>
                <a:close/>
                <a:moveTo>
                  <a:pt x="7097247" y="2541570"/>
                </a:moveTo>
                <a:lnTo>
                  <a:pt x="7097256" y="2541560"/>
                </a:lnTo>
                <a:lnTo>
                  <a:pt x="7097247" y="2541552"/>
                </a:lnTo>
                <a:close/>
                <a:moveTo>
                  <a:pt x="5244100" y="3221756"/>
                </a:moveTo>
                <a:cubicBezTo>
                  <a:pt x="5247193" y="3221525"/>
                  <a:pt x="5249523" y="3218823"/>
                  <a:pt x="5249291" y="3215711"/>
                </a:cubicBezTo>
                <a:cubicBezTo>
                  <a:pt x="5249042" y="3212618"/>
                  <a:pt x="5246340" y="3210289"/>
                  <a:pt x="5243248" y="3210538"/>
                </a:cubicBezTo>
                <a:lnTo>
                  <a:pt x="5238064" y="3216574"/>
                </a:lnTo>
                <a:lnTo>
                  <a:pt x="5243655" y="3221756"/>
                </a:lnTo>
                <a:cubicBezTo>
                  <a:pt x="5243816" y="3221756"/>
                  <a:pt x="5243957" y="3221756"/>
                  <a:pt x="5244100" y="3221756"/>
                </a:cubicBezTo>
                <a:close/>
                <a:moveTo>
                  <a:pt x="4353802" y="3550256"/>
                </a:moveTo>
                <a:cubicBezTo>
                  <a:pt x="4353998" y="3550256"/>
                  <a:pt x="4354193" y="3550186"/>
                  <a:pt x="4354370" y="3550043"/>
                </a:cubicBezTo>
                <a:cubicBezTo>
                  <a:pt x="4354745" y="3549741"/>
                  <a:pt x="4354797" y="3549172"/>
                  <a:pt x="4354478" y="3548799"/>
                </a:cubicBezTo>
                <a:cubicBezTo>
                  <a:pt x="4354176" y="3548426"/>
                  <a:pt x="4353607" y="3548372"/>
                  <a:pt x="4353233" y="3548675"/>
                </a:cubicBezTo>
                <a:cubicBezTo>
                  <a:pt x="4352860" y="3548994"/>
                  <a:pt x="4352805" y="3549564"/>
                  <a:pt x="4353108" y="3549937"/>
                </a:cubicBezTo>
                <a:cubicBezTo>
                  <a:pt x="4353286" y="3550150"/>
                  <a:pt x="4353535" y="3550256"/>
                  <a:pt x="4353802" y="3550256"/>
                </a:cubicBezTo>
                <a:close/>
                <a:moveTo>
                  <a:pt x="7104287" y="2547633"/>
                </a:moveTo>
                <a:cubicBezTo>
                  <a:pt x="7107914" y="2547385"/>
                  <a:pt x="7110635" y="2544219"/>
                  <a:pt x="7110351" y="2540593"/>
                </a:cubicBezTo>
                <a:cubicBezTo>
                  <a:pt x="7110101" y="2536966"/>
                  <a:pt x="7106937" y="2534245"/>
                  <a:pt x="7103310" y="2534530"/>
                </a:cubicBezTo>
                <a:lnTo>
                  <a:pt x="7097256" y="2541560"/>
                </a:lnTo>
                <a:lnTo>
                  <a:pt x="7103790" y="2547633"/>
                </a:lnTo>
                <a:cubicBezTo>
                  <a:pt x="7103950" y="2547633"/>
                  <a:pt x="7104110" y="2547633"/>
                  <a:pt x="7104287" y="2547633"/>
                </a:cubicBezTo>
                <a:close/>
                <a:moveTo>
                  <a:pt x="8400404" y="2073346"/>
                </a:moveTo>
                <a:cubicBezTo>
                  <a:pt x="8405578" y="2073346"/>
                  <a:pt x="8410397" y="2070039"/>
                  <a:pt x="8412068" y="2064847"/>
                </a:cubicBezTo>
                <a:cubicBezTo>
                  <a:pt x="8414147" y="2058394"/>
                  <a:pt x="8410610" y="2051478"/>
                  <a:pt x="8404156" y="2049415"/>
                </a:cubicBezTo>
                <a:cubicBezTo>
                  <a:pt x="8397702" y="2047335"/>
                  <a:pt x="8390786" y="2050873"/>
                  <a:pt x="8388706" y="2057327"/>
                </a:cubicBezTo>
                <a:cubicBezTo>
                  <a:pt x="8386644" y="2063763"/>
                  <a:pt x="8390182" y="2070679"/>
                  <a:pt x="8396636" y="2072759"/>
                </a:cubicBezTo>
                <a:cubicBezTo>
                  <a:pt x="8397880" y="2073168"/>
                  <a:pt x="8399161" y="2073345"/>
                  <a:pt x="8400404" y="2073346"/>
                </a:cubicBezTo>
                <a:close/>
                <a:moveTo>
                  <a:pt x="8227719" y="2143394"/>
                </a:moveTo>
                <a:cubicBezTo>
                  <a:pt x="8232430" y="2143412"/>
                  <a:pt x="8236822" y="2140443"/>
                  <a:pt x="8238440" y="2135750"/>
                </a:cubicBezTo>
                <a:cubicBezTo>
                  <a:pt x="8240466" y="2129829"/>
                  <a:pt x="8237301" y="2123393"/>
                  <a:pt x="8231399" y="2121384"/>
                </a:cubicBezTo>
                <a:cubicBezTo>
                  <a:pt x="8225479" y="2119340"/>
                  <a:pt x="8219043" y="2122505"/>
                  <a:pt x="8217016" y="2128406"/>
                </a:cubicBezTo>
                <a:cubicBezTo>
                  <a:pt x="8214989" y="2134327"/>
                  <a:pt x="8218135" y="2140763"/>
                  <a:pt x="8224056" y="2142790"/>
                </a:cubicBezTo>
                <a:cubicBezTo>
                  <a:pt x="8225282" y="2143199"/>
                  <a:pt x="8226510" y="2143394"/>
                  <a:pt x="8227719" y="2143394"/>
                </a:cubicBezTo>
                <a:close/>
                <a:moveTo>
                  <a:pt x="4592004" y="3479301"/>
                </a:moveTo>
                <a:cubicBezTo>
                  <a:pt x="4592893" y="3479300"/>
                  <a:pt x="4593764" y="3478874"/>
                  <a:pt x="4594315" y="3478074"/>
                </a:cubicBezTo>
                <a:cubicBezTo>
                  <a:pt x="4595169" y="3476794"/>
                  <a:pt x="4594831" y="3475070"/>
                  <a:pt x="4593551" y="3474198"/>
                </a:cubicBezTo>
                <a:cubicBezTo>
                  <a:pt x="4592288" y="3473346"/>
                  <a:pt x="4590546" y="3473683"/>
                  <a:pt x="4589693" y="3474963"/>
                </a:cubicBezTo>
                <a:cubicBezTo>
                  <a:pt x="4588840" y="3476225"/>
                  <a:pt x="4589159" y="3477968"/>
                  <a:pt x="4590439" y="3478821"/>
                </a:cubicBezTo>
                <a:cubicBezTo>
                  <a:pt x="4590920" y="3479141"/>
                  <a:pt x="4591470" y="3479301"/>
                  <a:pt x="4592004" y="3479301"/>
                </a:cubicBezTo>
                <a:close/>
                <a:moveTo>
                  <a:pt x="8051370" y="2210936"/>
                </a:moveTo>
                <a:cubicBezTo>
                  <a:pt x="8055691" y="2210937"/>
                  <a:pt x="8059726" y="2208235"/>
                  <a:pt x="8061184" y="2203914"/>
                </a:cubicBezTo>
                <a:cubicBezTo>
                  <a:pt x="8063033" y="2198491"/>
                  <a:pt x="8060136" y="2192607"/>
                  <a:pt x="8054712" y="2190758"/>
                </a:cubicBezTo>
                <a:cubicBezTo>
                  <a:pt x="8049290" y="2188909"/>
                  <a:pt x="8043405" y="2191807"/>
                  <a:pt x="8041556" y="2197229"/>
                </a:cubicBezTo>
                <a:cubicBezTo>
                  <a:pt x="8039707" y="2202652"/>
                  <a:pt x="8042604" y="2208537"/>
                  <a:pt x="8048028" y="2210386"/>
                </a:cubicBezTo>
                <a:cubicBezTo>
                  <a:pt x="8049130" y="2210759"/>
                  <a:pt x="8050268" y="2210936"/>
                  <a:pt x="8051370" y="2210936"/>
                </a:cubicBezTo>
                <a:close/>
                <a:moveTo>
                  <a:pt x="4959600" y="3345124"/>
                </a:moveTo>
                <a:cubicBezTo>
                  <a:pt x="4961895" y="3345124"/>
                  <a:pt x="4963886" y="3343471"/>
                  <a:pt x="4964241" y="3341141"/>
                </a:cubicBezTo>
                <a:cubicBezTo>
                  <a:pt x="4964632" y="3338599"/>
                  <a:pt x="4962855" y="3336199"/>
                  <a:pt x="4960312" y="3335808"/>
                </a:cubicBezTo>
                <a:cubicBezTo>
                  <a:pt x="4957751" y="3335416"/>
                  <a:pt x="4955370" y="3337177"/>
                  <a:pt x="4954980" y="3339736"/>
                </a:cubicBezTo>
                <a:cubicBezTo>
                  <a:pt x="4954588" y="3342297"/>
                  <a:pt x="4956347" y="3344679"/>
                  <a:pt x="4958908" y="3345070"/>
                </a:cubicBezTo>
                <a:cubicBezTo>
                  <a:pt x="4959139" y="3345124"/>
                  <a:pt x="4959371" y="3345124"/>
                  <a:pt x="4959600" y="3345124"/>
                </a:cubicBezTo>
                <a:close/>
                <a:moveTo>
                  <a:pt x="7870469" y="2279421"/>
                </a:moveTo>
                <a:cubicBezTo>
                  <a:pt x="7874488" y="2279421"/>
                  <a:pt x="7878204" y="2276825"/>
                  <a:pt x="7879466" y="2272789"/>
                </a:cubicBezTo>
                <a:cubicBezTo>
                  <a:pt x="7881012" y="2267829"/>
                  <a:pt x="7878239" y="2262548"/>
                  <a:pt x="7873260" y="2261002"/>
                </a:cubicBezTo>
                <a:cubicBezTo>
                  <a:pt x="7868301" y="2259455"/>
                  <a:pt x="7863020" y="2262228"/>
                  <a:pt x="7861473" y="2267207"/>
                </a:cubicBezTo>
                <a:cubicBezTo>
                  <a:pt x="7859926" y="2272167"/>
                  <a:pt x="7862700" y="2277448"/>
                  <a:pt x="7867660" y="2278994"/>
                </a:cubicBezTo>
                <a:cubicBezTo>
                  <a:pt x="7868603" y="2279279"/>
                  <a:pt x="7869545" y="2279421"/>
                  <a:pt x="7870469" y="2279421"/>
                </a:cubicBezTo>
                <a:close/>
                <a:moveTo>
                  <a:pt x="5335733" y="3212014"/>
                </a:moveTo>
                <a:cubicBezTo>
                  <a:pt x="5338827" y="3211605"/>
                  <a:pt x="5340976" y="3208760"/>
                  <a:pt x="5340568" y="3205685"/>
                </a:cubicBezTo>
                <a:cubicBezTo>
                  <a:pt x="5340161" y="3202608"/>
                  <a:pt x="5337314" y="3200440"/>
                  <a:pt x="5334240" y="3200848"/>
                </a:cubicBezTo>
                <a:cubicBezTo>
                  <a:pt x="5331163" y="3201275"/>
                  <a:pt x="5328995" y="3204102"/>
                  <a:pt x="5329402" y="3207196"/>
                </a:cubicBezTo>
                <a:cubicBezTo>
                  <a:pt x="5329794" y="3210022"/>
                  <a:pt x="5332213" y="3212067"/>
                  <a:pt x="5334985" y="3212067"/>
                </a:cubicBezTo>
                <a:cubicBezTo>
                  <a:pt x="5335236" y="3212067"/>
                  <a:pt x="5335483" y="3212049"/>
                  <a:pt x="5335733" y="3212014"/>
                </a:cubicBezTo>
                <a:close/>
                <a:moveTo>
                  <a:pt x="7683631" y="2353594"/>
                </a:moveTo>
                <a:cubicBezTo>
                  <a:pt x="7687435" y="2353595"/>
                  <a:pt x="7690902" y="2350998"/>
                  <a:pt x="7691845" y="2347141"/>
                </a:cubicBezTo>
                <a:cubicBezTo>
                  <a:pt x="7692965" y="2342607"/>
                  <a:pt x="7690208" y="2338002"/>
                  <a:pt x="7685657" y="2336882"/>
                </a:cubicBezTo>
                <a:cubicBezTo>
                  <a:pt x="7681124" y="2335762"/>
                  <a:pt x="7676519" y="2338535"/>
                  <a:pt x="7675399" y="2343069"/>
                </a:cubicBezTo>
                <a:cubicBezTo>
                  <a:pt x="7674279" y="2347620"/>
                  <a:pt x="7677035" y="2352208"/>
                  <a:pt x="7681586" y="2353345"/>
                </a:cubicBezTo>
                <a:cubicBezTo>
                  <a:pt x="7682279" y="2353506"/>
                  <a:pt x="7682955" y="2353595"/>
                  <a:pt x="7683631" y="2353594"/>
                </a:cubicBezTo>
                <a:close/>
                <a:moveTo>
                  <a:pt x="8831988" y="1937710"/>
                </a:moveTo>
                <a:cubicBezTo>
                  <a:pt x="8838655" y="1937710"/>
                  <a:pt x="8844576" y="1932999"/>
                  <a:pt x="8845891" y="1926225"/>
                </a:cubicBezTo>
                <a:cubicBezTo>
                  <a:pt x="8847367" y="1918545"/>
                  <a:pt x="8842353" y="1911113"/>
                  <a:pt x="8834673" y="1909638"/>
                </a:cubicBezTo>
                <a:cubicBezTo>
                  <a:pt x="8826992" y="1908144"/>
                  <a:pt x="8819561" y="1913157"/>
                  <a:pt x="8818085" y="1920838"/>
                </a:cubicBezTo>
                <a:cubicBezTo>
                  <a:pt x="8816592" y="1928537"/>
                  <a:pt x="8821624" y="1935950"/>
                  <a:pt x="8829285" y="1937444"/>
                </a:cubicBezTo>
                <a:cubicBezTo>
                  <a:pt x="8830193" y="1937621"/>
                  <a:pt x="8831099" y="1937710"/>
                  <a:pt x="8831988" y="1937710"/>
                </a:cubicBezTo>
                <a:close/>
                <a:moveTo>
                  <a:pt x="4769830" y="3431352"/>
                </a:moveTo>
                <a:cubicBezTo>
                  <a:pt x="4771339" y="3431352"/>
                  <a:pt x="4772763" y="3430427"/>
                  <a:pt x="4773331" y="3428916"/>
                </a:cubicBezTo>
                <a:cubicBezTo>
                  <a:pt x="4774043" y="3426979"/>
                  <a:pt x="4773066" y="3424844"/>
                  <a:pt x="4771126" y="3424116"/>
                </a:cubicBezTo>
                <a:cubicBezTo>
                  <a:pt x="4769208" y="3423405"/>
                  <a:pt x="4767055" y="3424382"/>
                  <a:pt x="4766326" y="3426303"/>
                </a:cubicBezTo>
                <a:cubicBezTo>
                  <a:pt x="4765615" y="3428240"/>
                  <a:pt x="4766593" y="3430391"/>
                  <a:pt x="4768532" y="3431121"/>
                </a:cubicBezTo>
                <a:cubicBezTo>
                  <a:pt x="4768958" y="3431280"/>
                  <a:pt x="4769385" y="3431352"/>
                  <a:pt x="4769830" y="3431352"/>
                </a:cubicBezTo>
                <a:close/>
                <a:moveTo>
                  <a:pt x="7196259" y="2543330"/>
                </a:moveTo>
                <a:cubicBezTo>
                  <a:pt x="7199884" y="2543259"/>
                  <a:pt x="7202783" y="2540255"/>
                  <a:pt x="7202711" y="2536628"/>
                </a:cubicBezTo>
                <a:cubicBezTo>
                  <a:pt x="7202641" y="2532983"/>
                  <a:pt x="7199636" y="2530103"/>
                  <a:pt x="7196009" y="2530175"/>
                </a:cubicBezTo>
                <a:cubicBezTo>
                  <a:pt x="7192364" y="2530245"/>
                  <a:pt x="7189484" y="2533251"/>
                  <a:pt x="7189556" y="2536877"/>
                </a:cubicBezTo>
                <a:cubicBezTo>
                  <a:pt x="7189626" y="2540468"/>
                  <a:pt x="7192560" y="2543330"/>
                  <a:pt x="7196134" y="2543330"/>
                </a:cubicBezTo>
                <a:close/>
                <a:moveTo>
                  <a:pt x="7489449" y="2439752"/>
                </a:moveTo>
                <a:cubicBezTo>
                  <a:pt x="7493112" y="2439752"/>
                  <a:pt x="7496312" y="2437085"/>
                  <a:pt x="7496881" y="2433350"/>
                </a:cubicBezTo>
                <a:cubicBezTo>
                  <a:pt x="7497504" y="2429244"/>
                  <a:pt x="7494676" y="2425404"/>
                  <a:pt x="7490569" y="2424782"/>
                </a:cubicBezTo>
                <a:cubicBezTo>
                  <a:pt x="7486463" y="2424159"/>
                  <a:pt x="7482622" y="2426986"/>
                  <a:pt x="7482000" y="2431093"/>
                </a:cubicBezTo>
                <a:cubicBezTo>
                  <a:pt x="7481377" y="2435201"/>
                  <a:pt x="7484205" y="2439041"/>
                  <a:pt x="7488311" y="2439663"/>
                </a:cubicBezTo>
                <a:cubicBezTo>
                  <a:pt x="7488685" y="2439752"/>
                  <a:pt x="7489076" y="2439752"/>
                  <a:pt x="7489449" y="2439752"/>
                </a:cubicBezTo>
                <a:close/>
                <a:moveTo>
                  <a:pt x="5426708" y="3197400"/>
                </a:moveTo>
                <a:cubicBezTo>
                  <a:pt x="5429765" y="3196830"/>
                  <a:pt x="5431792" y="3193897"/>
                  <a:pt x="5431223" y="3190839"/>
                </a:cubicBezTo>
                <a:cubicBezTo>
                  <a:pt x="5430654" y="3187781"/>
                  <a:pt x="5427703" y="3185753"/>
                  <a:pt x="5424645" y="3186323"/>
                </a:cubicBezTo>
                <a:cubicBezTo>
                  <a:pt x="5421569" y="3186892"/>
                  <a:pt x="5419560" y="3189825"/>
                  <a:pt x="5420130" y="3192901"/>
                </a:cubicBezTo>
                <a:lnTo>
                  <a:pt x="5420147" y="3192901"/>
                </a:lnTo>
                <a:cubicBezTo>
                  <a:pt x="5420644" y="3195603"/>
                  <a:pt x="5423010" y="3197506"/>
                  <a:pt x="5425677" y="3197506"/>
                </a:cubicBezTo>
                <a:cubicBezTo>
                  <a:pt x="5426014" y="3197505"/>
                  <a:pt x="5426351" y="3197471"/>
                  <a:pt x="5426708" y="3197400"/>
                </a:cubicBezTo>
                <a:close/>
                <a:moveTo>
                  <a:pt x="6549479" y="2794547"/>
                </a:moveTo>
                <a:cubicBezTo>
                  <a:pt x="6552412" y="2793516"/>
                  <a:pt x="6553941" y="2790298"/>
                  <a:pt x="6552893" y="2787364"/>
                </a:cubicBezTo>
                <a:cubicBezTo>
                  <a:pt x="6551843" y="2784431"/>
                  <a:pt x="6548626" y="2782902"/>
                  <a:pt x="6545710" y="2783951"/>
                </a:cubicBezTo>
                <a:cubicBezTo>
                  <a:pt x="6542777" y="2784982"/>
                  <a:pt x="6541247" y="2788218"/>
                  <a:pt x="6542297" y="2791133"/>
                </a:cubicBezTo>
                <a:cubicBezTo>
                  <a:pt x="6543114" y="2793445"/>
                  <a:pt x="6545283" y="2794885"/>
                  <a:pt x="6547595" y="2794885"/>
                </a:cubicBezTo>
                <a:cubicBezTo>
                  <a:pt x="6548217" y="2794886"/>
                  <a:pt x="6548857" y="2794779"/>
                  <a:pt x="6549479" y="2794547"/>
                </a:cubicBezTo>
                <a:close/>
                <a:moveTo>
                  <a:pt x="6463465" y="2826425"/>
                </a:moveTo>
                <a:cubicBezTo>
                  <a:pt x="6466363" y="2825305"/>
                  <a:pt x="6467821" y="2822051"/>
                  <a:pt x="6466701" y="2819153"/>
                </a:cubicBezTo>
                <a:cubicBezTo>
                  <a:pt x="6465599" y="2816238"/>
                  <a:pt x="6462326" y="2814797"/>
                  <a:pt x="6459428" y="2815899"/>
                </a:cubicBezTo>
                <a:cubicBezTo>
                  <a:pt x="6456531" y="2817020"/>
                  <a:pt x="6455073" y="2820273"/>
                  <a:pt x="6456193" y="2823171"/>
                </a:cubicBezTo>
                <a:cubicBezTo>
                  <a:pt x="6457047" y="2825411"/>
                  <a:pt x="6459180" y="2826798"/>
                  <a:pt x="6461455" y="2826798"/>
                </a:cubicBezTo>
                <a:cubicBezTo>
                  <a:pt x="6462114" y="2826798"/>
                  <a:pt x="6462807" y="2826673"/>
                  <a:pt x="6463465" y="2826425"/>
                </a:cubicBezTo>
                <a:close/>
                <a:moveTo>
                  <a:pt x="6636311" y="2765088"/>
                </a:moveTo>
                <a:cubicBezTo>
                  <a:pt x="6639262" y="2764127"/>
                  <a:pt x="6640898" y="2760963"/>
                  <a:pt x="6639938" y="2757994"/>
                </a:cubicBezTo>
                <a:cubicBezTo>
                  <a:pt x="6638996" y="2755042"/>
                  <a:pt x="6635812" y="2753407"/>
                  <a:pt x="6632862" y="2754367"/>
                </a:cubicBezTo>
                <a:cubicBezTo>
                  <a:pt x="6629894" y="2755326"/>
                  <a:pt x="6628275" y="2758492"/>
                  <a:pt x="6629217" y="2761443"/>
                </a:cubicBezTo>
                <a:cubicBezTo>
                  <a:pt x="6630000" y="2763843"/>
                  <a:pt x="6632204" y="2765354"/>
                  <a:pt x="6634587" y="2765354"/>
                </a:cubicBezTo>
                <a:cubicBezTo>
                  <a:pt x="6635156" y="2765354"/>
                  <a:pt x="6635725" y="2765265"/>
                  <a:pt x="6636311" y="2765088"/>
                </a:cubicBezTo>
                <a:close/>
                <a:moveTo>
                  <a:pt x="6378126" y="2860116"/>
                </a:moveTo>
                <a:cubicBezTo>
                  <a:pt x="6381006" y="2858942"/>
                  <a:pt x="6382410" y="2855653"/>
                  <a:pt x="6381237" y="2852773"/>
                </a:cubicBezTo>
                <a:cubicBezTo>
                  <a:pt x="6380065" y="2849892"/>
                  <a:pt x="6376793" y="2848506"/>
                  <a:pt x="6373894" y="2849680"/>
                </a:cubicBezTo>
                <a:cubicBezTo>
                  <a:pt x="6370997" y="2850835"/>
                  <a:pt x="6369609" y="2854125"/>
                  <a:pt x="6370783" y="2857005"/>
                </a:cubicBezTo>
                <a:lnTo>
                  <a:pt x="6370801" y="2857005"/>
                </a:lnTo>
                <a:cubicBezTo>
                  <a:pt x="6371690" y="2859191"/>
                  <a:pt x="6373787" y="2860525"/>
                  <a:pt x="6376028" y="2860524"/>
                </a:cubicBezTo>
                <a:cubicBezTo>
                  <a:pt x="6376722" y="2860525"/>
                  <a:pt x="6377433" y="2860400"/>
                  <a:pt x="6378126" y="2860116"/>
                </a:cubicBezTo>
                <a:close/>
                <a:moveTo>
                  <a:pt x="8663355" y="2023494"/>
                </a:moveTo>
                <a:cubicBezTo>
                  <a:pt x="8669275" y="2023494"/>
                  <a:pt x="8674663" y="2019494"/>
                  <a:pt x="8676155" y="2013502"/>
                </a:cubicBezTo>
                <a:cubicBezTo>
                  <a:pt x="8677932" y="2006409"/>
                  <a:pt x="8673631" y="1999226"/>
                  <a:pt x="8666557" y="1997465"/>
                </a:cubicBezTo>
                <a:cubicBezTo>
                  <a:pt x="8659479" y="1995687"/>
                  <a:pt x="8652297" y="1999990"/>
                  <a:pt x="8650519" y="2007066"/>
                </a:cubicBezTo>
                <a:cubicBezTo>
                  <a:pt x="8648741" y="2014160"/>
                  <a:pt x="8653043" y="2021325"/>
                  <a:pt x="8660138" y="2023103"/>
                </a:cubicBezTo>
                <a:cubicBezTo>
                  <a:pt x="8661204" y="2023369"/>
                  <a:pt x="8662289" y="2023494"/>
                  <a:pt x="8663355" y="2023494"/>
                </a:cubicBezTo>
                <a:close/>
                <a:moveTo>
                  <a:pt x="5516828" y="3178553"/>
                </a:moveTo>
                <a:cubicBezTo>
                  <a:pt x="5519850" y="3177842"/>
                  <a:pt x="5521754" y="3174820"/>
                  <a:pt x="5521042" y="3171797"/>
                </a:cubicBezTo>
                <a:cubicBezTo>
                  <a:pt x="5520331" y="3168775"/>
                  <a:pt x="5517308" y="3166873"/>
                  <a:pt x="5514286" y="3167584"/>
                </a:cubicBezTo>
                <a:cubicBezTo>
                  <a:pt x="5511264" y="3168278"/>
                  <a:pt x="5509378" y="3171299"/>
                  <a:pt x="5510072" y="3174340"/>
                </a:cubicBezTo>
                <a:cubicBezTo>
                  <a:pt x="5510676" y="3176936"/>
                  <a:pt x="5512989" y="3178696"/>
                  <a:pt x="5515547" y="3178696"/>
                </a:cubicBezTo>
                <a:cubicBezTo>
                  <a:pt x="5515974" y="3178696"/>
                  <a:pt x="5516402" y="3178660"/>
                  <a:pt x="5516828" y="3178553"/>
                </a:cubicBezTo>
                <a:close/>
                <a:moveTo>
                  <a:pt x="6293250" y="2895122"/>
                </a:moveTo>
                <a:cubicBezTo>
                  <a:pt x="6296112" y="2893913"/>
                  <a:pt x="6297463" y="2890607"/>
                  <a:pt x="6296272" y="2887744"/>
                </a:cubicBezTo>
                <a:cubicBezTo>
                  <a:pt x="6295064" y="2884882"/>
                  <a:pt x="6291756" y="2883530"/>
                  <a:pt x="6288894" y="2884739"/>
                </a:cubicBezTo>
                <a:cubicBezTo>
                  <a:pt x="6286031" y="2885930"/>
                  <a:pt x="6284680" y="2889238"/>
                  <a:pt x="6285889" y="2892100"/>
                </a:cubicBezTo>
                <a:cubicBezTo>
                  <a:pt x="6286778" y="2894251"/>
                  <a:pt x="6288876" y="2895549"/>
                  <a:pt x="6291080" y="2895549"/>
                </a:cubicBezTo>
                <a:cubicBezTo>
                  <a:pt x="6291809" y="2895550"/>
                  <a:pt x="6292538" y="2895407"/>
                  <a:pt x="6293250" y="2895122"/>
                </a:cubicBezTo>
                <a:close/>
                <a:moveTo>
                  <a:pt x="4500105" y="3553083"/>
                </a:moveTo>
                <a:cubicBezTo>
                  <a:pt x="4500620" y="3553083"/>
                  <a:pt x="4501136" y="3552870"/>
                  <a:pt x="4501491" y="3552444"/>
                </a:cubicBezTo>
                <a:cubicBezTo>
                  <a:pt x="4502166" y="3551679"/>
                  <a:pt x="4502079" y="3550523"/>
                  <a:pt x="4501313" y="3549848"/>
                </a:cubicBezTo>
                <a:cubicBezTo>
                  <a:pt x="4500532" y="3549190"/>
                  <a:pt x="4499377" y="3549279"/>
                  <a:pt x="4498718" y="3550043"/>
                </a:cubicBezTo>
                <a:cubicBezTo>
                  <a:pt x="4498060" y="3550809"/>
                  <a:pt x="4498131" y="3551964"/>
                  <a:pt x="4498914" y="3552639"/>
                </a:cubicBezTo>
                <a:lnTo>
                  <a:pt x="4498895" y="3552639"/>
                </a:lnTo>
                <a:cubicBezTo>
                  <a:pt x="4499251" y="3552942"/>
                  <a:pt x="4499679" y="3553083"/>
                  <a:pt x="4500105" y="3553083"/>
                </a:cubicBezTo>
                <a:close/>
                <a:moveTo>
                  <a:pt x="6724051" y="2738615"/>
                </a:moveTo>
                <a:cubicBezTo>
                  <a:pt x="6727055" y="2737761"/>
                  <a:pt x="6728798" y="2734650"/>
                  <a:pt x="6727961" y="2731664"/>
                </a:cubicBezTo>
                <a:cubicBezTo>
                  <a:pt x="6727126" y="2728677"/>
                  <a:pt x="6724014" y="2726934"/>
                  <a:pt x="6721011" y="2727770"/>
                </a:cubicBezTo>
                <a:cubicBezTo>
                  <a:pt x="6718024" y="2728605"/>
                  <a:pt x="6716281" y="2731717"/>
                  <a:pt x="6717117" y="2734722"/>
                </a:cubicBezTo>
                <a:cubicBezTo>
                  <a:pt x="6717810" y="2737193"/>
                  <a:pt x="6720067" y="2738828"/>
                  <a:pt x="6722539" y="2738828"/>
                </a:cubicBezTo>
                <a:cubicBezTo>
                  <a:pt x="6723036" y="2738828"/>
                  <a:pt x="6723552" y="2738757"/>
                  <a:pt x="6724051" y="2738615"/>
                </a:cubicBezTo>
                <a:close/>
                <a:moveTo>
                  <a:pt x="5050309" y="3354884"/>
                </a:moveTo>
                <a:cubicBezTo>
                  <a:pt x="5052763" y="3354884"/>
                  <a:pt x="5054826" y="3352982"/>
                  <a:pt x="5054986" y="3350510"/>
                </a:cubicBezTo>
                <a:cubicBezTo>
                  <a:pt x="5055145" y="3347934"/>
                  <a:pt x="5053190" y="3345693"/>
                  <a:pt x="5050611" y="3345533"/>
                </a:cubicBezTo>
                <a:cubicBezTo>
                  <a:pt x="5048033" y="3345355"/>
                  <a:pt x="5045810" y="3347311"/>
                  <a:pt x="5045633" y="3349889"/>
                </a:cubicBezTo>
                <a:cubicBezTo>
                  <a:pt x="5045473" y="3352485"/>
                  <a:pt x="5047429" y="3354707"/>
                  <a:pt x="5050007" y="3354884"/>
                </a:cubicBezTo>
                <a:close/>
                <a:moveTo>
                  <a:pt x="6208694" y="2930929"/>
                </a:moveTo>
                <a:cubicBezTo>
                  <a:pt x="6211555" y="2929702"/>
                  <a:pt x="6212889" y="2926395"/>
                  <a:pt x="6211661" y="2923551"/>
                </a:cubicBezTo>
                <a:cubicBezTo>
                  <a:pt x="6210453" y="2920689"/>
                  <a:pt x="6207129" y="2919355"/>
                  <a:pt x="6204283" y="2920582"/>
                </a:cubicBezTo>
                <a:cubicBezTo>
                  <a:pt x="6201422" y="2921791"/>
                  <a:pt x="6200089" y="2925097"/>
                  <a:pt x="6201315" y="2927960"/>
                </a:cubicBezTo>
                <a:cubicBezTo>
                  <a:pt x="6202221" y="2930094"/>
                  <a:pt x="6204301" y="2931391"/>
                  <a:pt x="6206488" y="2931390"/>
                </a:cubicBezTo>
                <a:cubicBezTo>
                  <a:pt x="6207236" y="2931391"/>
                  <a:pt x="6207982" y="2931249"/>
                  <a:pt x="6208694" y="2930929"/>
                </a:cubicBezTo>
                <a:close/>
                <a:moveTo>
                  <a:pt x="5606079" y="3155903"/>
                </a:moveTo>
                <a:cubicBezTo>
                  <a:pt x="5609082" y="3155068"/>
                  <a:pt x="5610842" y="3151974"/>
                  <a:pt x="5610025" y="3148969"/>
                </a:cubicBezTo>
                <a:cubicBezTo>
                  <a:pt x="5609207" y="3145982"/>
                  <a:pt x="5606096" y="3144223"/>
                  <a:pt x="5603109" y="3145040"/>
                </a:cubicBezTo>
                <a:cubicBezTo>
                  <a:pt x="5600104" y="3145858"/>
                  <a:pt x="5598344" y="3148952"/>
                  <a:pt x="5599162" y="3151957"/>
                </a:cubicBezTo>
                <a:cubicBezTo>
                  <a:pt x="5599837" y="3154463"/>
                  <a:pt x="5602115" y="3156099"/>
                  <a:pt x="5604584" y="3156099"/>
                </a:cubicBezTo>
                <a:cubicBezTo>
                  <a:pt x="5605082" y="3156099"/>
                  <a:pt x="5605580" y="3156028"/>
                  <a:pt x="5606079" y="3155903"/>
                </a:cubicBezTo>
                <a:close/>
                <a:moveTo>
                  <a:pt x="6124261" y="2967092"/>
                </a:moveTo>
                <a:cubicBezTo>
                  <a:pt x="6127123" y="2965864"/>
                  <a:pt x="6128439" y="2962558"/>
                  <a:pt x="6127212" y="2959695"/>
                </a:cubicBezTo>
                <a:cubicBezTo>
                  <a:pt x="6125986" y="2956850"/>
                  <a:pt x="6122679" y="2955517"/>
                  <a:pt x="6119834" y="2956744"/>
                </a:cubicBezTo>
                <a:cubicBezTo>
                  <a:pt x="6116972" y="2957953"/>
                  <a:pt x="6115638" y="2961278"/>
                  <a:pt x="6116865" y="2964123"/>
                </a:cubicBezTo>
                <a:cubicBezTo>
                  <a:pt x="6117789" y="2966274"/>
                  <a:pt x="6119870" y="2967554"/>
                  <a:pt x="6122056" y="2967553"/>
                </a:cubicBezTo>
                <a:cubicBezTo>
                  <a:pt x="6122786" y="2967554"/>
                  <a:pt x="6123532" y="2967394"/>
                  <a:pt x="6124261" y="2967092"/>
                </a:cubicBezTo>
                <a:close/>
                <a:moveTo>
                  <a:pt x="6812767" y="2715627"/>
                </a:moveTo>
                <a:cubicBezTo>
                  <a:pt x="6815790" y="2714898"/>
                  <a:pt x="6817656" y="2711858"/>
                  <a:pt x="6816945" y="2708835"/>
                </a:cubicBezTo>
                <a:cubicBezTo>
                  <a:pt x="6816216" y="2705813"/>
                  <a:pt x="6813176" y="2703946"/>
                  <a:pt x="6810153" y="2704657"/>
                </a:cubicBezTo>
                <a:cubicBezTo>
                  <a:pt x="6807131" y="2705386"/>
                  <a:pt x="6805263" y="2708409"/>
                  <a:pt x="6805975" y="2711431"/>
                </a:cubicBezTo>
                <a:cubicBezTo>
                  <a:pt x="6806597" y="2714027"/>
                  <a:pt x="6808909" y="2715769"/>
                  <a:pt x="6811451" y="2715769"/>
                </a:cubicBezTo>
                <a:cubicBezTo>
                  <a:pt x="6811878" y="2715768"/>
                  <a:pt x="6812323" y="2715715"/>
                  <a:pt x="6812767" y="2715627"/>
                </a:cubicBezTo>
                <a:close/>
                <a:moveTo>
                  <a:pt x="8492091" y="2101827"/>
                </a:moveTo>
                <a:cubicBezTo>
                  <a:pt x="8497370" y="2101827"/>
                  <a:pt x="8502260" y="2098396"/>
                  <a:pt x="8503842" y="2093063"/>
                </a:cubicBezTo>
                <a:cubicBezTo>
                  <a:pt x="8505780" y="2086573"/>
                  <a:pt x="8502082" y="2079746"/>
                  <a:pt x="8495593" y="2077808"/>
                </a:cubicBezTo>
                <a:cubicBezTo>
                  <a:pt x="8489104" y="2075870"/>
                  <a:pt x="8482277" y="2079568"/>
                  <a:pt x="8480339" y="2086057"/>
                </a:cubicBezTo>
                <a:cubicBezTo>
                  <a:pt x="8478401" y="2092547"/>
                  <a:pt x="8482099" y="2099374"/>
                  <a:pt x="8488588" y="2101330"/>
                </a:cubicBezTo>
                <a:cubicBezTo>
                  <a:pt x="8489743" y="2101668"/>
                  <a:pt x="8490935" y="2101828"/>
                  <a:pt x="8492091" y="2101827"/>
                </a:cubicBezTo>
                <a:close/>
                <a:moveTo>
                  <a:pt x="7288567" y="2544113"/>
                </a:moveTo>
                <a:cubicBezTo>
                  <a:pt x="7292087" y="2544113"/>
                  <a:pt x="7295002" y="2541322"/>
                  <a:pt x="7295127" y="2537766"/>
                </a:cubicBezTo>
                <a:cubicBezTo>
                  <a:pt x="7295269" y="2534140"/>
                  <a:pt x="7292424" y="2531082"/>
                  <a:pt x="7288797" y="2530957"/>
                </a:cubicBezTo>
                <a:cubicBezTo>
                  <a:pt x="7285171" y="2530814"/>
                  <a:pt x="7282112" y="2533659"/>
                  <a:pt x="7281988" y="2537286"/>
                </a:cubicBezTo>
                <a:cubicBezTo>
                  <a:pt x="7281845" y="2540930"/>
                  <a:pt x="7284690" y="2543971"/>
                  <a:pt x="7288317" y="2544113"/>
                </a:cubicBezTo>
                <a:close/>
                <a:moveTo>
                  <a:pt x="6039687" y="3003058"/>
                </a:moveTo>
                <a:cubicBezTo>
                  <a:pt x="6042567" y="3001867"/>
                  <a:pt x="6043918" y="2998560"/>
                  <a:pt x="6042709" y="2995697"/>
                </a:cubicBezTo>
                <a:cubicBezTo>
                  <a:pt x="6041501" y="2992818"/>
                  <a:pt x="6038211" y="2991466"/>
                  <a:pt x="6035348" y="2992675"/>
                </a:cubicBezTo>
                <a:cubicBezTo>
                  <a:pt x="6032468" y="2993867"/>
                  <a:pt x="6031118" y="2997174"/>
                  <a:pt x="6032327" y="3000036"/>
                </a:cubicBezTo>
                <a:cubicBezTo>
                  <a:pt x="6033234" y="3002205"/>
                  <a:pt x="6035313" y="3003503"/>
                  <a:pt x="6037517" y="3003503"/>
                </a:cubicBezTo>
                <a:cubicBezTo>
                  <a:pt x="6038247" y="3003503"/>
                  <a:pt x="6038976" y="3003360"/>
                  <a:pt x="6039687" y="3003058"/>
                </a:cubicBezTo>
                <a:close/>
                <a:moveTo>
                  <a:pt x="5694421" y="3130088"/>
                </a:moveTo>
                <a:cubicBezTo>
                  <a:pt x="5697389" y="3129164"/>
                  <a:pt x="5699043" y="3125999"/>
                  <a:pt x="5698137" y="3123030"/>
                </a:cubicBezTo>
                <a:cubicBezTo>
                  <a:pt x="5697212" y="3120062"/>
                  <a:pt x="5694047" y="3118390"/>
                  <a:pt x="5691078" y="3119333"/>
                </a:cubicBezTo>
                <a:cubicBezTo>
                  <a:pt x="5688109" y="3120238"/>
                  <a:pt x="5686456" y="3123403"/>
                  <a:pt x="5687381" y="3126372"/>
                </a:cubicBezTo>
                <a:cubicBezTo>
                  <a:pt x="5688126" y="3128773"/>
                  <a:pt x="5690349" y="3130338"/>
                  <a:pt x="5692749" y="3130338"/>
                </a:cubicBezTo>
                <a:cubicBezTo>
                  <a:pt x="5693301" y="3130338"/>
                  <a:pt x="5693869" y="3130248"/>
                  <a:pt x="5694421" y="3130088"/>
                </a:cubicBezTo>
                <a:close/>
                <a:moveTo>
                  <a:pt x="5954491" y="3037762"/>
                </a:moveTo>
                <a:cubicBezTo>
                  <a:pt x="5957388" y="3036625"/>
                  <a:pt x="5958793" y="3033335"/>
                  <a:pt x="5957656" y="3030455"/>
                </a:cubicBezTo>
                <a:cubicBezTo>
                  <a:pt x="5956517" y="3027558"/>
                  <a:pt x="5953245" y="3026135"/>
                  <a:pt x="5950348" y="3027291"/>
                </a:cubicBezTo>
                <a:cubicBezTo>
                  <a:pt x="5947450" y="3028429"/>
                  <a:pt x="5946045" y="3031700"/>
                  <a:pt x="5947183" y="3034598"/>
                </a:cubicBezTo>
                <a:cubicBezTo>
                  <a:pt x="5948054" y="3036802"/>
                  <a:pt x="5950188" y="3038153"/>
                  <a:pt x="5952427" y="3038153"/>
                </a:cubicBezTo>
                <a:cubicBezTo>
                  <a:pt x="5953104" y="3038153"/>
                  <a:pt x="5953814" y="3038029"/>
                  <a:pt x="5954491" y="3037762"/>
                </a:cubicBezTo>
                <a:close/>
                <a:moveTo>
                  <a:pt x="5781910" y="3101553"/>
                </a:moveTo>
                <a:cubicBezTo>
                  <a:pt x="5784845" y="3100540"/>
                  <a:pt x="5786427" y="3097339"/>
                  <a:pt x="5785413" y="3094405"/>
                </a:cubicBezTo>
                <a:cubicBezTo>
                  <a:pt x="5784400" y="3091455"/>
                  <a:pt x="5781199" y="3089891"/>
                  <a:pt x="5778266" y="3090904"/>
                </a:cubicBezTo>
                <a:cubicBezTo>
                  <a:pt x="5775315" y="3091899"/>
                  <a:pt x="5773749" y="3095100"/>
                  <a:pt x="5774763" y="3098051"/>
                </a:cubicBezTo>
                <a:cubicBezTo>
                  <a:pt x="5775563" y="3100380"/>
                  <a:pt x="5777750" y="3101856"/>
                  <a:pt x="5780097" y="3101856"/>
                </a:cubicBezTo>
                <a:cubicBezTo>
                  <a:pt x="5780684" y="3101856"/>
                  <a:pt x="5781306" y="3101749"/>
                  <a:pt x="5781910" y="3101553"/>
                </a:cubicBezTo>
                <a:close/>
                <a:moveTo>
                  <a:pt x="5868583" y="3070671"/>
                </a:moveTo>
                <a:cubicBezTo>
                  <a:pt x="5871499" y="3069604"/>
                  <a:pt x="5872992" y="3066369"/>
                  <a:pt x="5871908" y="3063436"/>
                </a:cubicBezTo>
                <a:cubicBezTo>
                  <a:pt x="5870823" y="3060537"/>
                  <a:pt x="5867586" y="3059044"/>
                  <a:pt x="5864672" y="3060111"/>
                </a:cubicBezTo>
                <a:cubicBezTo>
                  <a:pt x="5861755" y="3061195"/>
                  <a:pt x="5860262" y="3064431"/>
                  <a:pt x="5861346" y="3067347"/>
                </a:cubicBezTo>
                <a:cubicBezTo>
                  <a:pt x="5862182" y="3069622"/>
                  <a:pt x="5864333" y="3071027"/>
                  <a:pt x="5866627" y="3071027"/>
                </a:cubicBezTo>
                <a:cubicBezTo>
                  <a:pt x="5867285" y="3071027"/>
                  <a:pt x="5867943" y="3070920"/>
                  <a:pt x="5868583" y="3070671"/>
                </a:cubicBezTo>
                <a:close/>
                <a:moveTo>
                  <a:pt x="8318141" y="2173903"/>
                </a:moveTo>
                <a:cubicBezTo>
                  <a:pt x="8322889" y="2173903"/>
                  <a:pt x="8327316" y="2170899"/>
                  <a:pt x="8328898" y="2166134"/>
                </a:cubicBezTo>
                <a:cubicBezTo>
                  <a:pt x="8330855" y="2160195"/>
                  <a:pt x="8327636" y="2153795"/>
                  <a:pt x="8321697" y="2151839"/>
                </a:cubicBezTo>
                <a:cubicBezTo>
                  <a:pt x="8315760" y="2149866"/>
                  <a:pt x="8309360" y="2153102"/>
                  <a:pt x="8307404" y="2159022"/>
                </a:cubicBezTo>
                <a:cubicBezTo>
                  <a:pt x="8305430" y="2164960"/>
                  <a:pt x="8308648" y="2171360"/>
                  <a:pt x="8314586" y="2173334"/>
                </a:cubicBezTo>
                <a:cubicBezTo>
                  <a:pt x="8315760" y="2173725"/>
                  <a:pt x="8316969" y="2173903"/>
                  <a:pt x="8318141" y="2173903"/>
                </a:cubicBezTo>
                <a:close/>
                <a:moveTo>
                  <a:pt x="8141065" y="2241712"/>
                </a:moveTo>
                <a:cubicBezTo>
                  <a:pt x="8145367" y="2241712"/>
                  <a:pt x="8149385" y="2239010"/>
                  <a:pt x="8150861" y="2234725"/>
                </a:cubicBezTo>
                <a:cubicBezTo>
                  <a:pt x="8152728" y="2229303"/>
                  <a:pt x="8149848" y="2223399"/>
                  <a:pt x="8144425" y="2221533"/>
                </a:cubicBezTo>
                <a:cubicBezTo>
                  <a:pt x="8139020" y="2219666"/>
                  <a:pt x="8133118" y="2222564"/>
                  <a:pt x="8131251" y="2227968"/>
                </a:cubicBezTo>
                <a:cubicBezTo>
                  <a:pt x="8129384" y="2233391"/>
                  <a:pt x="8132264" y="2239295"/>
                  <a:pt x="8137686" y="2241143"/>
                </a:cubicBezTo>
                <a:cubicBezTo>
                  <a:pt x="8138790" y="2241534"/>
                  <a:pt x="8139944" y="2241712"/>
                  <a:pt x="8141065" y="2241712"/>
                </a:cubicBezTo>
                <a:close/>
                <a:moveTo>
                  <a:pt x="7960146" y="2308294"/>
                </a:moveTo>
                <a:cubicBezTo>
                  <a:pt x="7964093" y="2308294"/>
                  <a:pt x="7967774" y="2305787"/>
                  <a:pt x="7969089" y="2301822"/>
                </a:cubicBezTo>
                <a:cubicBezTo>
                  <a:pt x="7970725" y="2296898"/>
                  <a:pt x="7968040" y="2291564"/>
                  <a:pt x="7963097" y="2289911"/>
                </a:cubicBezTo>
                <a:cubicBezTo>
                  <a:pt x="7958155" y="2288292"/>
                  <a:pt x="7952839" y="2290959"/>
                  <a:pt x="7951204" y="2295902"/>
                </a:cubicBezTo>
                <a:cubicBezTo>
                  <a:pt x="7949568" y="2300844"/>
                  <a:pt x="7952235" y="2306178"/>
                  <a:pt x="7957177" y="2307814"/>
                </a:cubicBezTo>
                <a:cubicBezTo>
                  <a:pt x="7958155" y="2308134"/>
                  <a:pt x="7959169" y="2308294"/>
                  <a:pt x="7960146" y="2308294"/>
                </a:cubicBezTo>
                <a:close/>
                <a:moveTo>
                  <a:pt x="6902337" y="2696444"/>
                </a:moveTo>
                <a:cubicBezTo>
                  <a:pt x="6905377" y="2695856"/>
                  <a:pt x="6907386" y="2692905"/>
                  <a:pt x="6906800" y="2689865"/>
                </a:cubicBezTo>
                <a:cubicBezTo>
                  <a:pt x="6906230" y="2686807"/>
                  <a:pt x="6903280" y="2684797"/>
                  <a:pt x="6900222" y="2685384"/>
                </a:cubicBezTo>
                <a:cubicBezTo>
                  <a:pt x="6897163" y="2685954"/>
                  <a:pt x="6895172" y="2688905"/>
                  <a:pt x="6895741" y="2691963"/>
                </a:cubicBezTo>
                <a:cubicBezTo>
                  <a:pt x="6896256" y="2694665"/>
                  <a:pt x="6898621" y="2696550"/>
                  <a:pt x="6901270" y="2696550"/>
                </a:cubicBezTo>
                <a:cubicBezTo>
                  <a:pt x="6901626" y="2696550"/>
                  <a:pt x="6901982" y="2696514"/>
                  <a:pt x="6902337" y="2696444"/>
                </a:cubicBezTo>
                <a:close/>
                <a:moveTo>
                  <a:pt x="8927817" y="1953942"/>
                </a:moveTo>
                <a:cubicBezTo>
                  <a:pt x="8934732" y="1953942"/>
                  <a:pt x="8940795" y="1948857"/>
                  <a:pt x="8941808" y="1941817"/>
                </a:cubicBezTo>
                <a:cubicBezTo>
                  <a:pt x="8942929" y="1934066"/>
                  <a:pt x="8937560" y="1926883"/>
                  <a:pt x="8929826" y="1925763"/>
                </a:cubicBezTo>
                <a:cubicBezTo>
                  <a:pt x="8922074" y="1924643"/>
                  <a:pt x="8914892" y="1930012"/>
                  <a:pt x="8913789" y="1937763"/>
                </a:cubicBezTo>
                <a:cubicBezTo>
                  <a:pt x="8912651" y="1945497"/>
                  <a:pt x="8918038" y="1952680"/>
                  <a:pt x="8925772" y="1953800"/>
                </a:cubicBezTo>
                <a:cubicBezTo>
                  <a:pt x="8926465" y="1953907"/>
                  <a:pt x="8927140" y="1953943"/>
                  <a:pt x="8927817" y="1953942"/>
                </a:cubicBezTo>
                <a:close/>
                <a:moveTo>
                  <a:pt x="7774072" y="2377791"/>
                </a:moveTo>
                <a:cubicBezTo>
                  <a:pt x="7777752" y="2377791"/>
                  <a:pt x="7781148" y="2375356"/>
                  <a:pt x="7782214" y="2371640"/>
                </a:cubicBezTo>
                <a:cubicBezTo>
                  <a:pt x="7783494" y="2367142"/>
                  <a:pt x="7780899" y="2362448"/>
                  <a:pt x="7776383" y="2361150"/>
                </a:cubicBezTo>
                <a:cubicBezTo>
                  <a:pt x="7771867" y="2359870"/>
                  <a:pt x="7767173" y="2362484"/>
                  <a:pt x="7765893" y="2366981"/>
                </a:cubicBezTo>
                <a:cubicBezTo>
                  <a:pt x="7764613" y="2371480"/>
                  <a:pt x="7767209" y="2376173"/>
                  <a:pt x="7771708" y="2377453"/>
                </a:cubicBezTo>
                <a:lnTo>
                  <a:pt x="7771725" y="2377453"/>
                </a:lnTo>
                <a:cubicBezTo>
                  <a:pt x="7772507" y="2377685"/>
                  <a:pt x="7773289" y="2377791"/>
                  <a:pt x="7774072" y="2377791"/>
                </a:cubicBezTo>
                <a:close/>
                <a:moveTo>
                  <a:pt x="7581028" y="2456001"/>
                </a:moveTo>
                <a:cubicBezTo>
                  <a:pt x="7584531" y="2456001"/>
                  <a:pt x="7587678" y="2453530"/>
                  <a:pt x="7588407" y="2449974"/>
                </a:cubicBezTo>
                <a:cubicBezTo>
                  <a:pt x="7589224" y="2445903"/>
                  <a:pt x="7586593" y="2441921"/>
                  <a:pt x="7582522" y="2441103"/>
                </a:cubicBezTo>
                <a:cubicBezTo>
                  <a:pt x="7578433" y="2440267"/>
                  <a:pt x="7574469" y="2442899"/>
                  <a:pt x="7573650" y="2446970"/>
                </a:cubicBezTo>
                <a:cubicBezTo>
                  <a:pt x="7572815" y="2451058"/>
                  <a:pt x="7575446" y="2455024"/>
                  <a:pt x="7579535" y="2455842"/>
                </a:cubicBezTo>
                <a:cubicBezTo>
                  <a:pt x="7580033" y="2455948"/>
                  <a:pt x="7580531" y="2456001"/>
                  <a:pt x="7581028" y="2456001"/>
                </a:cubicBezTo>
                <a:close/>
                <a:moveTo>
                  <a:pt x="4669485" y="3525135"/>
                </a:moveTo>
                <a:cubicBezTo>
                  <a:pt x="4670481" y="3525135"/>
                  <a:pt x="4671458" y="3524602"/>
                  <a:pt x="4671956" y="3523641"/>
                </a:cubicBezTo>
                <a:cubicBezTo>
                  <a:pt x="4672667" y="3522255"/>
                  <a:pt x="4672115" y="3520583"/>
                  <a:pt x="4670764" y="3519890"/>
                </a:cubicBezTo>
                <a:cubicBezTo>
                  <a:pt x="4669396" y="3519179"/>
                  <a:pt x="4667707" y="3519712"/>
                  <a:pt x="4667013" y="3521081"/>
                </a:cubicBezTo>
                <a:cubicBezTo>
                  <a:pt x="4666302" y="3522451"/>
                  <a:pt x="4666836" y="3524140"/>
                  <a:pt x="4668204" y="3524833"/>
                </a:cubicBezTo>
                <a:cubicBezTo>
                  <a:pt x="4668614" y="3525046"/>
                  <a:pt x="4669040" y="3525135"/>
                  <a:pt x="4669485" y="3525135"/>
                </a:cubicBezTo>
                <a:close/>
                <a:moveTo>
                  <a:pt x="4856306" y="3458376"/>
                </a:moveTo>
                <a:cubicBezTo>
                  <a:pt x="4857977" y="3458376"/>
                  <a:pt x="4859506" y="3457256"/>
                  <a:pt x="4859933" y="3455567"/>
                </a:cubicBezTo>
                <a:cubicBezTo>
                  <a:pt x="4860447" y="3453576"/>
                  <a:pt x="4859240" y="3451531"/>
                  <a:pt x="4857249" y="3451033"/>
                </a:cubicBezTo>
                <a:cubicBezTo>
                  <a:pt x="4855240" y="3450517"/>
                  <a:pt x="4853212" y="3451726"/>
                  <a:pt x="4852697" y="3453718"/>
                </a:cubicBezTo>
                <a:cubicBezTo>
                  <a:pt x="4852181" y="3455709"/>
                  <a:pt x="4853390" y="3457754"/>
                  <a:pt x="4855382" y="3458269"/>
                </a:cubicBezTo>
                <a:cubicBezTo>
                  <a:pt x="4855702" y="3458340"/>
                  <a:pt x="4856002" y="3458376"/>
                  <a:pt x="4856306" y="3458376"/>
                </a:cubicBezTo>
                <a:close/>
                <a:moveTo>
                  <a:pt x="5141552" y="3357374"/>
                </a:moveTo>
                <a:cubicBezTo>
                  <a:pt x="5144130" y="3357338"/>
                  <a:pt x="5146191" y="3355222"/>
                  <a:pt x="5146191" y="3352644"/>
                </a:cubicBezTo>
                <a:cubicBezTo>
                  <a:pt x="5146174" y="3350067"/>
                  <a:pt x="5144056" y="3348004"/>
                  <a:pt x="5141462" y="3348004"/>
                </a:cubicBezTo>
                <a:cubicBezTo>
                  <a:pt x="5138884" y="3348040"/>
                  <a:pt x="5136805" y="3350155"/>
                  <a:pt x="5136820" y="3352733"/>
                </a:cubicBezTo>
                <a:cubicBezTo>
                  <a:pt x="5136839" y="3355311"/>
                  <a:pt x="5138937" y="3357374"/>
                  <a:pt x="5141516" y="3357373"/>
                </a:cubicBezTo>
                <a:close/>
                <a:moveTo>
                  <a:pt x="6992672" y="2681491"/>
                </a:moveTo>
                <a:cubicBezTo>
                  <a:pt x="6995747" y="2681064"/>
                  <a:pt x="6997898" y="2678220"/>
                  <a:pt x="6997472" y="2675144"/>
                </a:cubicBezTo>
                <a:cubicBezTo>
                  <a:pt x="6997045" y="2672050"/>
                  <a:pt x="6994200" y="2669917"/>
                  <a:pt x="6991125" y="2670343"/>
                </a:cubicBezTo>
                <a:cubicBezTo>
                  <a:pt x="6988032" y="2670771"/>
                  <a:pt x="6985880" y="2673614"/>
                  <a:pt x="6986325" y="2676690"/>
                </a:cubicBezTo>
                <a:cubicBezTo>
                  <a:pt x="6986715" y="2679518"/>
                  <a:pt x="6989134" y="2681544"/>
                  <a:pt x="6991889" y="2681544"/>
                </a:cubicBezTo>
                <a:cubicBezTo>
                  <a:pt x="6992155" y="2681544"/>
                  <a:pt x="6992405" y="2681526"/>
                  <a:pt x="6992672" y="2681491"/>
                </a:cubicBezTo>
                <a:close/>
                <a:moveTo>
                  <a:pt x="7380803" y="2550086"/>
                </a:moveTo>
                <a:cubicBezTo>
                  <a:pt x="7384163" y="2550086"/>
                  <a:pt x="7387026" y="2547526"/>
                  <a:pt x="7387346" y="2544113"/>
                </a:cubicBezTo>
                <a:cubicBezTo>
                  <a:pt x="7387684" y="2540486"/>
                  <a:pt x="7385017" y="2537286"/>
                  <a:pt x="7381408" y="2536948"/>
                </a:cubicBezTo>
                <a:cubicBezTo>
                  <a:pt x="7377780" y="2536610"/>
                  <a:pt x="7374581" y="2539277"/>
                  <a:pt x="7374242" y="2542886"/>
                </a:cubicBezTo>
                <a:cubicBezTo>
                  <a:pt x="7373905" y="2546513"/>
                  <a:pt x="7376572" y="2549713"/>
                  <a:pt x="7380199" y="2550051"/>
                </a:cubicBezTo>
                <a:cubicBezTo>
                  <a:pt x="7380394" y="2550086"/>
                  <a:pt x="7380609" y="2550086"/>
                  <a:pt x="7380803" y="2550086"/>
                </a:cubicBezTo>
                <a:close/>
                <a:moveTo>
                  <a:pt x="8757477" y="2045166"/>
                </a:moveTo>
                <a:cubicBezTo>
                  <a:pt x="8763610" y="2045166"/>
                  <a:pt x="8769104" y="2040899"/>
                  <a:pt x="8770402" y="2034659"/>
                </a:cubicBezTo>
                <a:cubicBezTo>
                  <a:pt x="8771896" y="2027512"/>
                  <a:pt x="8767309" y="2020507"/>
                  <a:pt x="8760180" y="2019031"/>
                </a:cubicBezTo>
                <a:cubicBezTo>
                  <a:pt x="8753032" y="2017520"/>
                  <a:pt x="8746028" y="2022107"/>
                  <a:pt x="8744533" y="2029254"/>
                </a:cubicBezTo>
                <a:cubicBezTo>
                  <a:pt x="8743041" y="2036402"/>
                  <a:pt x="8747627" y="2043388"/>
                  <a:pt x="8754774" y="2044900"/>
                </a:cubicBezTo>
                <a:cubicBezTo>
                  <a:pt x="8755681" y="2045077"/>
                  <a:pt x="8756588" y="2045166"/>
                  <a:pt x="8757477" y="2045166"/>
                </a:cubicBezTo>
                <a:close/>
                <a:moveTo>
                  <a:pt x="7077548" y="2666042"/>
                </a:moveTo>
                <a:lnTo>
                  <a:pt x="7077557" y="2666031"/>
                </a:lnTo>
                <a:lnTo>
                  <a:pt x="7077549" y="2666023"/>
                </a:lnTo>
                <a:close/>
                <a:moveTo>
                  <a:pt x="7083629" y="2671162"/>
                </a:moveTo>
                <a:cubicBezTo>
                  <a:pt x="7086740" y="2670895"/>
                  <a:pt x="7089034" y="2668157"/>
                  <a:pt x="7088766" y="2665063"/>
                </a:cubicBezTo>
                <a:cubicBezTo>
                  <a:pt x="7088483" y="2661970"/>
                  <a:pt x="7085762" y="2659676"/>
                  <a:pt x="7082669" y="2659943"/>
                </a:cubicBezTo>
                <a:lnTo>
                  <a:pt x="7077557" y="2666031"/>
                </a:lnTo>
                <a:lnTo>
                  <a:pt x="7083148" y="2671162"/>
                </a:lnTo>
                <a:cubicBezTo>
                  <a:pt x="7083309" y="2671161"/>
                  <a:pt x="7083468" y="2671162"/>
                  <a:pt x="7083629" y="2671162"/>
                </a:cubicBezTo>
                <a:close/>
                <a:moveTo>
                  <a:pt x="5233024" y="3353462"/>
                </a:moveTo>
                <a:cubicBezTo>
                  <a:pt x="5235601" y="3353267"/>
                  <a:pt x="5237538" y="3351008"/>
                  <a:pt x="5237342" y="3348448"/>
                </a:cubicBezTo>
                <a:cubicBezTo>
                  <a:pt x="5237149" y="3345853"/>
                  <a:pt x="5234908" y="3343933"/>
                  <a:pt x="5232311" y="3344128"/>
                </a:cubicBezTo>
                <a:cubicBezTo>
                  <a:pt x="5229734" y="3344324"/>
                  <a:pt x="5227813" y="3346564"/>
                  <a:pt x="5228010" y="3349142"/>
                </a:cubicBezTo>
                <a:cubicBezTo>
                  <a:pt x="5228187" y="3351596"/>
                  <a:pt x="5230231" y="3353462"/>
                  <a:pt x="5232668" y="3353462"/>
                </a:cubicBezTo>
                <a:close/>
                <a:moveTo>
                  <a:pt x="9024303" y="1965499"/>
                </a:moveTo>
                <a:lnTo>
                  <a:pt x="9027102" y="1964418"/>
                </a:lnTo>
                <a:lnTo>
                  <a:pt x="9017987" y="1939572"/>
                </a:lnTo>
                <a:lnTo>
                  <a:pt x="9015271" y="1940404"/>
                </a:lnTo>
                <a:cubicBezTo>
                  <a:pt x="9012475" y="1942710"/>
                  <a:pt x="9010559" y="1946084"/>
                  <a:pt x="9010186" y="1949978"/>
                </a:cubicBezTo>
                <a:cubicBezTo>
                  <a:pt x="9009439" y="1957765"/>
                  <a:pt x="9015165" y="1964680"/>
                  <a:pt x="9022951" y="1965428"/>
                </a:cubicBezTo>
                <a:cubicBezTo>
                  <a:pt x="9023395" y="1965463"/>
                  <a:pt x="9023858" y="1965499"/>
                  <a:pt x="9024303" y="1965499"/>
                </a:cubicBezTo>
                <a:close/>
                <a:moveTo>
                  <a:pt x="8584488" y="2127945"/>
                </a:moveTo>
                <a:cubicBezTo>
                  <a:pt x="8589910" y="2127944"/>
                  <a:pt x="8594871" y="2124318"/>
                  <a:pt x="8596328" y="2118824"/>
                </a:cubicBezTo>
                <a:cubicBezTo>
                  <a:pt x="8598071" y="2112281"/>
                  <a:pt x="8594177" y="2105561"/>
                  <a:pt x="8587634" y="2103819"/>
                </a:cubicBezTo>
                <a:cubicBezTo>
                  <a:pt x="8581092" y="2102076"/>
                  <a:pt x="8574371" y="2105970"/>
                  <a:pt x="8572629" y="2112513"/>
                </a:cubicBezTo>
                <a:cubicBezTo>
                  <a:pt x="8570886" y="2119073"/>
                  <a:pt x="8574780" y="2125793"/>
                  <a:pt x="8581323" y="2127536"/>
                </a:cubicBezTo>
                <a:cubicBezTo>
                  <a:pt x="8582390" y="2127802"/>
                  <a:pt x="8583439" y="2127944"/>
                  <a:pt x="8584488" y="2127945"/>
                </a:cubicBezTo>
                <a:close/>
                <a:moveTo>
                  <a:pt x="8854531" y="2036508"/>
                </a:moveTo>
                <a:lnTo>
                  <a:pt x="8854514" y="2036508"/>
                </a:lnTo>
                <a:lnTo>
                  <a:pt x="8854519" y="2036512"/>
                </a:lnTo>
                <a:close/>
                <a:moveTo>
                  <a:pt x="8408975" y="2203132"/>
                </a:moveTo>
                <a:cubicBezTo>
                  <a:pt x="8413810" y="2203132"/>
                  <a:pt x="8418273" y="2200020"/>
                  <a:pt x="8419785" y="2195166"/>
                </a:cubicBezTo>
                <a:cubicBezTo>
                  <a:pt x="8421651" y="2189193"/>
                  <a:pt x="8418309" y="2182846"/>
                  <a:pt x="8412335" y="2180997"/>
                </a:cubicBezTo>
                <a:cubicBezTo>
                  <a:pt x="8406379" y="2179148"/>
                  <a:pt x="8400032" y="2182473"/>
                  <a:pt x="8398182" y="2188446"/>
                </a:cubicBezTo>
                <a:cubicBezTo>
                  <a:pt x="8396316" y="2194402"/>
                  <a:pt x="8399641" y="2200749"/>
                  <a:pt x="8405615" y="2202616"/>
                </a:cubicBezTo>
                <a:cubicBezTo>
                  <a:pt x="8406734" y="2202954"/>
                  <a:pt x="8407873" y="2203131"/>
                  <a:pt x="8408975" y="2203132"/>
                </a:cubicBezTo>
                <a:close/>
                <a:moveTo>
                  <a:pt x="7863678" y="2404780"/>
                </a:moveTo>
                <a:cubicBezTo>
                  <a:pt x="7867269" y="2404780"/>
                  <a:pt x="7870612" y="2402469"/>
                  <a:pt x="7871749" y="2398841"/>
                </a:cubicBezTo>
                <a:cubicBezTo>
                  <a:pt x="7873172" y="2394379"/>
                  <a:pt x="7870682" y="2389614"/>
                  <a:pt x="7866220" y="2388227"/>
                </a:cubicBezTo>
                <a:cubicBezTo>
                  <a:pt x="7861757" y="2386806"/>
                  <a:pt x="7856992" y="2389294"/>
                  <a:pt x="7855588" y="2393757"/>
                </a:cubicBezTo>
                <a:cubicBezTo>
                  <a:pt x="7854183" y="2398219"/>
                  <a:pt x="7856672" y="2402984"/>
                  <a:pt x="7861135" y="2404388"/>
                </a:cubicBezTo>
                <a:cubicBezTo>
                  <a:pt x="7861971" y="2404655"/>
                  <a:pt x="7862825" y="2404780"/>
                  <a:pt x="7863678" y="2404780"/>
                </a:cubicBezTo>
                <a:close/>
                <a:moveTo>
                  <a:pt x="4945094" y="3476564"/>
                </a:moveTo>
                <a:cubicBezTo>
                  <a:pt x="4946908" y="3476564"/>
                  <a:pt x="4948487" y="3475248"/>
                  <a:pt x="4948773" y="3473417"/>
                </a:cubicBezTo>
                <a:cubicBezTo>
                  <a:pt x="4949094" y="3471372"/>
                  <a:pt x="4947707" y="3469470"/>
                  <a:pt x="4945662" y="3469149"/>
                </a:cubicBezTo>
                <a:cubicBezTo>
                  <a:pt x="4943619" y="3468830"/>
                  <a:pt x="4941715" y="3470217"/>
                  <a:pt x="4941396" y="3472261"/>
                </a:cubicBezTo>
                <a:cubicBezTo>
                  <a:pt x="4941076" y="3474288"/>
                  <a:pt x="4942481" y="3476208"/>
                  <a:pt x="4944506" y="3476510"/>
                </a:cubicBezTo>
                <a:cubicBezTo>
                  <a:pt x="4944702" y="3476564"/>
                  <a:pt x="4944898" y="3476564"/>
                  <a:pt x="4945094" y="3476564"/>
                </a:cubicBezTo>
                <a:close/>
                <a:moveTo>
                  <a:pt x="7671718" y="2476643"/>
                </a:moveTo>
                <a:cubicBezTo>
                  <a:pt x="7675080" y="2476643"/>
                  <a:pt x="7678154" y="2474367"/>
                  <a:pt x="7679008" y="2470953"/>
                </a:cubicBezTo>
                <a:cubicBezTo>
                  <a:pt x="7680004" y="2466917"/>
                  <a:pt x="7677568" y="2462828"/>
                  <a:pt x="7673532" y="2461814"/>
                </a:cubicBezTo>
                <a:cubicBezTo>
                  <a:pt x="7669497" y="2460802"/>
                  <a:pt x="7665407" y="2463255"/>
                  <a:pt x="7664394" y="2467291"/>
                </a:cubicBezTo>
                <a:cubicBezTo>
                  <a:pt x="7663399" y="2471309"/>
                  <a:pt x="7665834" y="2475398"/>
                  <a:pt x="7669870" y="2476411"/>
                </a:cubicBezTo>
                <a:cubicBezTo>
                  <a:pt x="7670492" y="2476571"/>
                  <a:pt x="7671096" y="2476643"/>
                  <a:pt x="7671718" y="2476643"/>
                </a:cubicBezTo>
                <a:close/>
                <a:moveTo>
                  <a:pt x="8049432" y="2338394"/>
                </a:moveTo>
                <a:cubicBezTo>
                  <a:pt x="8053343" y="2338394"/>
                  <a:pt x="8057006" y="2335922"/>
                  <a:pt x="8058339" y="2332011"/>
                </a:cubicBezTo>
                <a:cubicBezTo>
                  <a:pt x="8060029" y="2327086"/>
                  <a:pt x="8057397" y="2321734"/>
                  <a:pt x="8052472" y="2320046"/>
                </a:cubicBezTo>
                <a:cubicBezTo>
                  <a:pt x="8047548" y="2318357"/>
                  <a:pt x="8042195" y="2320988"/>
                  <a:pt x="8040507" y="2325913"/>
                </a:cubicBezTo>
                <a:cubicBezTo>
                  <a:pt x="8038818" y="2330837"/>
                  <a:pt x="8041449" y="2336206"/>
                  <a:pt x="8046374" y="2337878"/>
                </a:cubicBezTo>
                <a:cubicBezTo>
                  <a:pt x="8047388" y="2338233"/>
                  <a:pt x="8048418" y="2338394"/>
                  <a:pt x="8049432" y="2338394"/>
                </a:cubicBezTo>
                <a:close/>
                <a:moveTo>
                  <a:pt x="8230778" y="2272398"/>
                </a:moveTo>
                <a:cubicBezTo>
                  <a:pt x="8235115" y="2272399"/>
                  <a:pt x="8239151" y="2269661"/>
                  <a:pt x="8240609" y="2265340"/>
                </a:cubicBezTo>
                <a:cubicBezTo>
                  <a:pt x="8242440" y="2259918"/>
                  <a:pt x="8239524" y="2254033"/>
                  <a:pt x="8234102" y="2252183"/>
                </a:cubicBezTo>
                <a:cubicBezTo>
                  <a:pt x="8228679" y="2250353"/>
                  <a:pt x="8222794" y="2253268"/>
                  <a:pt x="8220963" y="2258690"/>
                </a:cubicBezTo>
                <a:cubicBezTo>
                  <a:pt x="8219132" y="2264131"/>
                  <a:pt x="8222030" y="2270016"/>
                  <a:pt x="8227469" y="2271848"/>
                </a:cubicBezTo>
                <a:cubicBezTo>
                  <a:pt x="8228555" y="2272220"/>
                  <a:pt x="8229692" y="2272398"/>
                  <a:pt x="8230778" y="2272398"/>
                </a:cubicBezTo>
                <a:close/>
                <a:moveTo>
                  <a:pt x="5324050" y="3343968"/>
                </a:moveTo>
                <a:cubicBezTo>
                  <a:pt x="5326612" y="3343631"/>
                  <a:pt x="5328407" y="3341266"/>
                  <a:pt x="5328069" y="3338706"/>
                </a:cubicBezTo>
                <a:cubicBezTo>
                  <a:pt x="5327731" y="3336146"/>
                  <a:pt x="5325365" y="3334350"/>
                  <a:pt x="5322806" y="3334688"/>
                </a:cubicBezTo>
                <a:cubicBezTo>
                  <a:pt x="5320246" y="3335025"/>
                  <a:pt x="5318451" y="3337372"/>
                  <a:pt x="5318788" y="3339932"/>
                </a:cubicBezTo>
                <a:cubicBezTo>
                  <a:pt x="5319108" y="3342297"/>
                  <a:pt x="5321100" y="3344004"/>
                  <a:pt x="5323413" y="3344004"/>
                </a:cubicBezTo>
                <a:cubicBezTo>
                  <a:pt x="5323624" y="3344003"/>
                  <a:pt x="5323837" y="3343968"/>
                  <a:pt x="5324050" y="3343968"/>
                </a:cubicBezTo>
                <a:close/>
                <a:moveTo>
                  <a:pt x="7175012" y="2665775"/>
                </a:moveTo>
                <a:cubicBezTo>
                  <a:pt x="7178105" y="2665668"/>
                  <a:pt x="7180559" y="2663072"/>
                  <a:pt x="7180452" y="2659979"/>
                </a:cubicBezTo>
                <a:cubicBezTo>
                  <a:pt x="7180363" y="2656868"/>
                  <a:pt x="7177768" y="2654414"/>
                  <a:pt x="7174656" y="2654520"/>
                </a:cubicBezTo>
                <a:cubicBezTo>
                  <a:pt x="7171545" y="2654610"/>
                  <a:pt x="7169109" y="2657205"/>
                  <a:pt x="7169198" y="2660317"/>
                </a:cubicBezTo>
                <a:cubicBezTo>
                  <a:pt x="7169306" y="2663356"/>
                  <a:pt x="7171795" y="2665774"/>
                  <a:pt x="7174835" y="2665774"/>
                </a:cubicBezTo>
                <a:close/>
                <a:moveTo>
                  <a:pt x="7472560" y="2561216"/>
                </a:moveTo>
                <a:cubicBezTo>
                  <a:pt x="7475760" y="2561216"/>
                  <a:pt x="7478569" y="2558870"/>
                  <a:pt x="7479068" y="2555615"/>
                </a:cubicBezTo>
                <a:cubicBezTo>
                  <a:pt x="7479600" y="2552025"/>
                  <a:pt x="7477130" y="2548665"/>
                  <a:pt x="7473520" y="2548131"/>
                </a:cubicBezTo>
                <a:cubicBezTo>
                  <a:pt x="7469929" y="2547597"/>
                  <a:pt x="7466587" y="2550068"/>
                  <a:pt x="7466054" y="2553660"/>
                </a:cubicBezTo>
                <a:cubicBezTo>
                  <a:pt x="7465519" y="2557251"/>
                  <a:pt x="7467991" y="2560612"/>
                  <a:pt x="7471582" y="2561144"/>
                </a:cubicBezTo>
                <a:cubicBezTo>
                  <a:pt x="7471902" y="2561216"/>
                  <a:pt x="7472240" y="2561216"/>
                  <a:pt x="7472560" y="2561216"/>
                </a:cubicBezTo>
                <a:close/>
                <a:moveTo>
                  <a:pt x="4751713" y="3561778"/>
                </a:moveTo>
                <a:cubicBezTo>
                  <a:pt x="4752832" y="3561778"/>
                  <a:pt x="4753899" y="3561084"/>
                  <a:pt x="4754326" y="3559964"/>
                </a:cubicBezTo>
                <a:cubicBezTo>
                  <a:pt x="4754859" y="3558541"/>
                  <a:pt x="4754147" y="3556924"/>
                  <a:pt x="4752708" y="3556372"/>
                </a:cubicBezTo>
                <a:cubicBezTo>
                  <a:pt x="4751268" y="3555839"/>
                  <a:pt x="4749650" y="3556551"/>
                  <a:pt x="4749116" y="3557990"/>
                </a:cubicBezTo>
                <a:cubicBezTo>
                  <a:pt x="4748565" y="3559431"/>
                  <a:pt x="4749293" y="3561049"/>
                  <a:pt x="4750733" y="3561581"/>
                </a:cubicBezTo>
                <a:cubicBezTo>
                  <a:pt x="4751053" y="3561706"/>
                  <a:pt x="4751392" y="3561778"/>
                  <a:pt x="4751713" y="3561778"/>
                </a:cubicBezTo>
                <a:close/>
                <a:moveTo>
                  <a:pt x="8852434" y="2062767"/>
                </a:moveTo>
                <a:cubicBezTo>
                  <a:pt x="8858816" y="2062767"/>
                  <a:pt x="8864434" y="2058145"/>
                  <a:pt x="8865484" y="2051656"/>
                </a:cubicBezTo>
                <a:cubicBezTo>
                  <a:pt x="8866062" y="2048046"/>
                  <a:pt x="8865123" y="2044549"/>
                  <a:pt x="8863139" y="2041809"/>
                </a:cubicBezTo>
                <a:lnTo>
                  <a:pt x="8854519" y="2036512"/>
                </a:lnTo>
                <a:lnTo>
                  <a:pt x="8844685" y="2038851"/>
                </a:lnTo>
                <a:cubicBezTo>
                  <a:pt x="8841945" y="2040833"/>
                  <a:pt x="8839962" y="2043860"/>
                  <a:pt x="8839385" y="2047460"/>
                </a:cubicBezTo>
                <a:cubicBezTo>
                  <a:pt x="8838228" y="2054660"/>
                  <a:pt x="8843135" y="2061452"/>
                  <a:pt x="8850336" y="2062607"/>
                </a:cubicBezTo>
                <a:cubicBezTo>
                  <a:pt x="8851047" y="2062714"/>
                  <a:pt x="8851741" y="2062767"/>
                  <a:pt x="8852434" y="2062767"/>
                </a:cubicBezTo>
                <a:close/>
                <a:moveTo>
                  <a:pt x="5414404" y="3329603"/>
                </a:moveTo>
                <a:cubicBezTo>
                  <a:pt x="5416946" y="3329123"/>
                  <a:pt x="5418616" y="3326687"/>
                  <a:pt x="5418154" y="3324145"/>
                </a:cubicBezTo>
                <a:cubicBezTo>
                  <a:pt x="5417692" y="3321603"/>
                  <a:pt x="5415239" y="3319913"/>
                  <a:pt x="5412697" y="3320393"/>
                </a:cubicBezTo>
                <a:cubicBezTo>
                  <a:pt x="5410154" y="3320856"/>
                  <a:pt x="5408482" y="3323291"/>
                  <a:pt x="5408945" y="3325833"/>
                </a:cubicBezTo>
                <a:cubicBezTo>
                  <a:pt x="5409353" y="3328092"/>
                  <a:pt x="5411328" y="3329674"/>
                  <a:pt x="5413551" y="3329674"/>
                </a:cubicBezTo>
                <a:cubicBezTo>
                  <a:pt x="5413816" y="3329674"/>
                  <a:pt x="5414120" y="3329656"/>
                  <a:pt x="5414404" y="3329603"/>
                </a:cubicBezTo>
                <a:close/>
                <a:moveTo>
                  <a:pt x="6527912" y="2924636"/>
                </a:moveTo>
                <a:cubicBezTo>
                  <a:pt x="6530331" y="2923729"/>
                  <a:pt x="6531575" y="2921044"/>
                  <a:pt x="6530687" y="2918625"/>
                </a:cubicBezTo>
                <a:cubicBezTo>
                  <a:pt x="6529797" y="2916190"/>
                  <a:pt x="6527094" y="2914945"/>
                  <a:pt x="6524677" y="2915834"/>
                </a:cubicBezTo>
                <a:cubicBezTo>
                  <a:pt x="6522259" y="2916741"/>
                  <a:pt x="6521014" y="2919425"/>
                  <a:pt x="6521903" y="2921844"/>
                </a:cubicBezTo>
                <a:cubicBezTo>
                  <a:pt x="6522597" y="2923746"/>
                  <a:pt x="6524392" y="2924920"/>
                  <a:pt x="6526296" y="2924920"/>
                </a:cubicBezTo>
                <a:cubicBezTo>
                  <a:pt x="6526828" y="2924920"/>
                  <a:pt x="6527379" y="2924831"/>
                  <a:pt x="6527912" y="2924636"/>
                </a:cubicBezTo>
                <a:close/>
                <a:moveTo>
                  <a:pt x="6442734" y="2957135"/>
                </a:moveTo>
                <a:cubicBezTo>
                  <a:pt x="6445153" y="2956175"/>
                  <a:pt x="6446326" y="2953472"/>
                  <a:pt x="6445383" y="2951055"/>
                </a:cubicBezTo>
                <a:cubicBezTo>
                  <a:pt x="6444423" y="2948654"/>
                  <a:pt x="6441704" y="2947481"/>
                  <a:pt x="6439303" y="2948423"/>
                </a:cubicBezTo>
                <a:cubicBezTo>
                  <a:pt x="6436902" y="2949366"/>
                  <a:pt x="6435711" y="2952086"/>
                  <a:pt x="6436671" y="2954504"/>
                </a:cubicBezTo>
                <a:cubicBezTo>
                  <a:pt x="6437401" y="2956335"/>
                  <a:pt x="6439160" y="2957455"/>
                  <a:pt x="6441028" y="2957455"/>
                </a:cubicBezTo>
                <a:cubicBezTo>
                  <a:pt x="6441595" y="2957455"/>
                  <a:pt x="6442183" y="2957348"/>
                  <a:pt x="6442734" y="2957135"/>
                </a:cubicBezTo>
                <a:close/>
                <a:moveTo>
                  <a:pt x="6613874" y="2894375"/>
                </a:moveTo>
                <a:cubicBezTo>
                  <a:pt x="6616327" y="2893557"/>
                  <a:pt x="6617643" y="2890908"/>
                  <a:pt x="6616843" y="2888455"/>
                </a:cubicBezTo>
                <a:cubicBezTo>
                  <a:pt x="6616008" y="2886001"/>
                  <a:pt x="6613358" y="2884685"/>
                  <a:pt x="6610905" y="2885503"/>
                </a:cubicBezTo>
                <a:cubicBezTo>
                  <a:pt x="6608452" y="2886322"/>
                  <a:pt x="6607135" y="2888971"/>
                  <a:pt x="6607952" y="2891424"/>
                </a:cubicBezTo>
                <a:cubicBezTo>
                  <a:pt x="6608611" y="2893379"/>
                  <a:pt x="6610443" y="2894624"/>
                  <a:pt x="6612397" y="2894624"/>
                </a:cubicBezTo>
                <a:cubicBezTo>
                  <a:pt x="6612878" y="2894624"/>
                  <a:pt x="6613394" y="2894554"/>
                  <a:pt x="6613874" y="2894375"/>
                </a:cubicBezTo>
                <a:close/>
                <a:moveTo>
                  <a:pt x="6358214" y="2991359"/>
                </a:moveTo>
                <a:cubicBezTo>
                  <a:pt x="6360595" y="2990363"/>
                  <a:pt x="6361733" y="2987626"/>
                  <a:pt x="6360755" y="2985243"/>
                </a:cubicBezTo>
                <a:cubicBezTo>
                  <a:pt x="6359760" y="2982843"/>
                  <a:pt x="6357022" y="2981706"/>
                  <a:pt x="6354622" y="2982701"/>
                </a:cubicBezTo>
                <a:cubicBezTo>
                  <a:pt x="6352238" y="2983679"/>
                  <a:pt x="6351101" y="2986435"/>
                  <a:pt x="6352097" y="2988817"/>
                </a:cubicBezTo>
                <a:cubicBezTo>
                  <a:pt x="6352844" y="2990630"/>
                  <a:pt x="6354586" y="2991714"/>
                  <a:pt x="6356417" y="2991715"/>
                </a:cubicBezTo>
                <a:cubicBezTo>
                  <a:pt x="6357022" y="2991715"/>
                  <a:pt x="6357626" y="2991591"/>
                  <a:pt x="6358214" y="2991359"/>
                </a:cubicBezTo>
                <a:close/>
                <a:moveTo>
                  <a:pt x="6700760" y="2866978"/>
                </a:moveTo>
                <a:cubicBezTo>
                  <a:pt x="6703248" y="2866250"/>
                  <a:pt x="6704653" y="2863654"/>
                  <a:pt x="6703923" y="2861165"/>
                </a:cubicBezTo>
                <a:cubicBezTo>
                  <a:pt x="6703195" y="2858675"/>
                  <a:pt x="6700581" y="2857272"/>
                  <a:pt x="6698109" y="2858000"/>
                </a:cubicBezTo>
                <a:cubicBezTo>
                  <a:pt x="6695620" y="2858729"/>
                  <a:pt x="6694216" y="2861342"/>
                  <a:pt x="6694945" y="2863813"/>
                </a:cubicBezTo>
                <a:cubicBezTo>
                  <a:pt x="6695550" y="2865858"/>
                  <a:pt x="6697417" y="2867173"/>
                  <a:pt x="6699425" y="2867173"/>
                </a:cubicBezTo>
                <a:cubicBezTo>
                  <a:pt x="6699871" y="2867173"/>
                  <a:pt x="6700314" y="2867120"/>
                  <a:pt x="6700760" y="2866978"/>
                </a:cubicBezTo>
                <a:close/>
                <a:moveTo>
                  <a:pt x="6274154" y="3026775"/>
                </a:moveTo>
                <a:cubicBezTo>
                  <a:pt x="6276537" y="3025761"/>
                  <a:pt x="6277638" y="3023006"/>
                  <a:pt x="6276626" y="3020623"/>
                </a:cubicBezTo>
                <a:cubicBezTo>
                  <a:pt x="6275594" y="3018259"/>
                  <a:pt x="6272856" y="3017156"/>
                  <a:pt x="6270474" y="3018170"/>
                </a:cubicBezTo>
                <a:cubicBezTo>
                  <a:pt x="6268092" y="3019183"/>
                  <a:pt x="6266990" y="3021939"/>
                  <a:pt x="6268003" y="3024303"/>
                </a:cubicBezTo>
                <a:cubicBezTo>
                  <a:pt x="6268768" y="3026081"/>
                  <a:pt x="6270492" y="3027148"/>
                  <a:pt x="6272324" y="3027148"/>
                </a:cubicBezTo>
                <a:cubicBezTo>
                  <a:pt x="6272927" y="3027148"/>
                  <a:pt x="6273549" y="3027041"/>
                  <a:pt x="6274154" y="3026775"/>
                </a:cubicBezTo>
                <a:close/>
                <a:moveTo>
                  <a:pt x="5503955" y="3310971"/>
                </a:moveTo>
                <a:cubicBezTo>
                  <a:pt x="5506462" y="3310384"/>
                  <a:pt x="5508026" y="3307877"/>
                  <a:pt x="5507458" y="3305352"/>
                </a:cubicBezTo>
                <a:cubicBezTo>
                  <a:pt x="5506872" y="3302827"/>
                  <a:pt x="5504347" y="3301263"/>
                  <a:pt x="5501823" y="3301850"/>
                </a:cubicBezTo>
                <a:cubicBezTo>
                  <a:pt x="5499316" y="3302436"/>
                  <a:pt x="5497752" y="3304961"/>
                  <a:pt x="5498337" y="3307468"/>
                </a:cubicBezTo>
                <a:cubicBezTo>
                  <a:pt x="5498836" y="3309638"/>
                  <a:pt x="5500756" y="3311095"/>
                  <a:pt x="5502890" y="3311095"/>
                </a:cubicBezTo>
                <a:cubicBezTo>
                  <a:pt x="5503244" y="3311095"/>
                  <a:pt x="5503600" y="3311059"/>
                  <a:pt x="5503955" y="3310971"/>
                </a:cubicBezTo>
                <a:close/>
                <a:moveTo>
                  <a:pt x="7266681" y="2665579"/>
                </a:moveTo>
                <a:cubicBezTo>
                  <a:pt x="7269721" y="2665579"/>
                  <a:pt x="7272228" y="2663161"/>
                  <a:pt x="7272298" y="2660103"/>
                </a:cubicBezTo>
                <a:cubicBezTo>
                  <a:pt x="7272387" y="2656992"/>
                  <a:pt x="7269934" y="2654396"/>
                  <a:pt x="7266822" y="2654324"/>
                </a:cubicBezTo>
                <a:cubicBezTo>
                  <a:pt x="7263712" y="2654236"/>
                  <a:pt x="7261133" y="2656689"/>
                  <a:pt x="7261045" y="2659801"/>
                </a:cubicBezTo>
                <a:cubicBezTo>
                  <a:pt x="7260955" y="2662912"/>
                  <a:pt x="7263407" y="2665490"/>
                  <a:pt x="7266521" y="2665579"/>
                </a:cubicBezTo>
                <a:close/>
                <a:moveTo>
                  <a:pt x="6788605" y="2842852"/>
                </a:moveTo>
                <a:cubicBezTo>
                  <a:pt x="6791095" y="2842212"/>
                  <a:pt x="6792623" y="2839669"/>
                  <a:pt x="6791983" y="2837163"/>
                </a:cubicBezTo>
                <a:cubicBezTo>
                  <a:pt x="6791343" y="2834656"/>
                  <a:pt x="6788801" y="2833144"/>
                  <a:pt x="6786294" y="2833785"/>
                </a:cubicBezTo>
                <a:cubicBezTo>
                  <a:pt x="6783788" y="2834408"/>
                  <a:pt x="6782276" y="2836967"/>
                  <a:pt x="6782915" y="2839474"/>
                </a:cubicBezTo>
                <a:cubicBezTo>
                  <a:pt x="6783449" y="2841590"/>
                  <a:pt x="6785352" y="2842994"/>
                  <a:pt x="6787449" y="2842994"/>
                </a:cubicBezTo>
                <a:cubicBezTo>
                  <a:pt x="6787822" y="2842995"/>
                  <a:pt x="6788213" y="2842959"/>
                  <a:pt x="6788605" y="2842852"/>
                </a:cubicBezTo>
                <a:close/>
                <a:moveTo>
                  <a:pt x="5035144" y="3486680"/>
                </a:moveTo>
                <a:cubicBezTo>
                  <a:pt x="5037082" y="3486680"/>
                  <a:pt x="5038717" y="3485186"/>
                  <a:pt x="5038859" y="3483213"/>
                </a:cubicBezTo>
                <a:cubicBezTo>
                  <a:pt x="5039002" y="3481150"/>
                  <a:pt x="5037454" y="3479373"/>
                  <a:pt x="5035410" y="3479231"/>
                </a:cubicBezTo>
                <a:cubicBezTo>
                  <a:pt x="5033349" y="3479070"/>
                  <a:pt x="5031570" y="3480635"/>
                  <a:pt x="5031411" y="3482680"/>
                </a:cubicBezTo>
                <a:cubicBezTo>
                  <a:pt x="5031269" y="3484742"/>
                  <a:pt x="5032833" y="3486520"/>
                  <a:pt x="5034877" y="3486679"/>
                </a:cubicBezTo>
                <a:close/>
                <a:moveTo>
                  <a:pt x="6190380" y="3062920"/>
                </a:moveTo>
                <a:cubicBezTo>
                  <a:pt x="6192745" y="3061888"/>
                  <a:pt x="6193829" y="3059132"/>
                  <a:pt x="6192799" y="3056768"/>
                </a:cubicBezTo>
                <a:cubicBezTo>
                  <a:pt x="6191767" y="3054385"/>
                  <a:pt x="6189011" y="3053319"/>
                  <a:pt x="6186647" y="3054333"/>
                </a:cubicBezTo>
                <a:cubicBezTo>
                  <a:pt x="6184264" y="3055363"/>
                  <a:pt x="6183180" y="3058119"/>
                  <a:pt x="6184210" y="3060501"/>
                </a:cubicBezTo>
                <a:cubicBezTo>
                  <a:pt x="6184975" y="3062261"/>
                  <a:pt x="6186699" y="3063311"/>
                  <a:pt x="6188513" y="3063311"/>
                </a:cubicBezTo>
                <a:cubicBezTo>
                  <a:pt x="6189136" y="3063311"/>
                  <a:pt x="6189775" y="3063186"/>
                  <a:pt x="6190380" y="3062920"/>
                </a:cubicBezTo>
                <a:close/>
                <a:moveTo>
                  <a:pt x="8677685" y="2150968"/>
                </a:moveTo>
                <a:cubicBezTo>
                  <a:pt x="8683303" y="2150968"/>
                  <a:pt x="8688352" y="2147110"/>
                  <a:pt x="8689650" y="2141403"/>
                </a:cubicBezTo>
                <a:cubicBezTo>
                  <a:pt x="8691144" y="2134790"/>
                  <a:pt x="8687001" y="2128229"/>
                  <a:pt x="8680387" y="2126718"/>
                </a:cubicBezTo>
                <a:cubicBezTo>
                  <a:pt x="8673791" y="2125224"/>
                  <a:pt x="8667213" y="2129366"/>
                  <a:pt x="8665719" y="2135981"/>
                </a:cubicBezTo>
                <a:cubicBezTo>
                  <a:pt x="8664226" y="2142594"/>
                  <a:pt x="8668369" y="2149154"/>
                  <a:pt x="8674964" y="2150666"/>
                </a:cubicBezTo>
                <a:cubicBezTo>
                  <a:pt x="8675889" y="2150861"/>
                  <a:pt x="8676796" y="2150968"/>
                  <a:pt x="8677685" y="2150968"/>
                </a:cubicBezTo>
                <a:close/>
                <a:moveTo>
                  <a:pt x="8323992" y="2281981"/>
                </a:moveTo>
                <a:lnTo>
                  <a:pt x="8323974" y="2281981"/>
                </a:lnTo>
                <a:lnTo>
                  <a:pt x="8323975" y="2281983"/>
                </a:lnTo>
                <a:close/>
                <a:moveTo>
                  <a:pt x="6106676" y="3099330"/>
                </a:moveTo>
                <a:cubicBezTo>
                  <a:pt x="6109059" y="3098300"/>
                  <a:pt x="6110144" y="3095544"/>
                  <a:pt x="6109113" y="3093161"/>
                </a:cubicBezTo>
                <a:cubicBezTo>
                  <a:pt x="6108082" y="3090797"/>
                  <a:pt x="6105326" y="3089712"/>
                  <a:pt x="6102943" y="3090744"/>
                </a:cubicBezTo>
                <a:cubicBezTo>
                  <a:pt x="6100579" y="3091775"/>
                  <a:pt x="6099494" y="3094530"/>
                  <a:pt x="6100525" y="3096894"/>
                </a:cubicBezTo>
                <a:cubicBezTo>
                  <a:pt x="6101291" y="3098673"/>
                  <a:pt x="6103014" y="3099721"/>
                  <a:pt x="6104828" y="3099721"/>
                </a:cubicBezTo>
                <a:cubicBezTo>
                  <a:pt x="6105450" y="3099721"/>
                  <a:pt x="6106073" y="3099597"/>
                  <a:pt x="6106676" y="3099330"/>
                </a:cubicBezTo>
                <a:close/>
                <a:moveTo>
                  <a:pt x="5592583" y="3288534"/>
                </a:moveTo>
                <a:cubicBezTo>
                  <a:pt x="5595072" y="3287858"/>
                  <a:pt x="5596549" y="3285280"/>
                  <a:pt x="5595872" y="3282773"/>
                </a:cubicBezTo>
                <a:cubicBezTo>
                  <a:pt x="5595179" y="3280284"/>
                  <a:pt x="5592601" y="3278826"/>
                  <a:pt x="5590112" y="3279501"/>
                </a:cubicBezTo>
                <a:cubicBezTo>
                  <a:pt x="5587622" y="3280177"/>
                  <a:pt x="5586147" y="3282756"/>
                  <a:pt x="5586823" y="3285244"/>
                </a:cubicBezTo>
                <a:cubicBezTo>
                  <a:pt x="5587410" y="3287325"/>
                  <a:pt x="5589293" y="3288693"/>
                  <a:pt x="5591338" y="3288693"/>
                </a:cubicBezTo>
                <a:cubicBezTo>
                  <a:pt x="5591748" y="3288693"/>
                  <a:pt x="5592174" y="3288640"/>
                  <a:pt x="5592583" y="3288534"/>
                </a:cubicBezTo>
                <a:close/>
                <a:moveTo>
                  <a:pt x="6022868" y="3135511"/>
                </a:moveTo>
                <a:cubicBezTo>
                  <a:pt x="6025250" y="3134498"/>
                  <a:pt x="6026352" y="3131759"/>
                  <a:pt x="6025338" y="3129377"/>
                </a:cubicBezTo>
                <a:cubicBezTo>
                  <a:pt x="6024325" y="3126994"/>
                  <a:pt x="6021570" y="3125892"/>
                  <a:pt x="6019187" y="3126906"/>
                </a:cubicBezTo>
                <a:cubicBezTo>
                  <a:pt x="6016805" y="3127920"/>
                  <a:pt x="6015702" y="3130675"/>
                  <a:pt x="6016716" y="3133056"/>
                </a:cubicBezTo>
                <a:cubicBezTo>
                  <a:pt x="6017480" y="3134834"/>
                  <a:pt x="6019205" y="3135902"/>
                  <a:pt x="6021036" y="3135902"/>
                </a:cubicBezTo>
                <a:cubicBezTo>
                  <a:pt x="6021641" y="3135902"/>
                  <a:pt x="6022263" y="3135778"/>
                  <a:pt x="6022868" y="3135511"/>
                </a:cubicBezTo>
                <a:close/>
                <a:moveTo>
                  <a:pt x="6877339" y="2822424"/>
                </a:moveTo>
                <a:cubicBezTo>
                  <a:pt x="6879864" y="2821891"/>
                  <a:pt x="6881500" y="2819420"/>
                  <a:pt x="6880966" y="2816877"/>
                </a:cubicBezTo>
                <a:cubicBezTo>
                  <a:pt x="6880450" y="2814352"/>
                  <a:pt x="6877962" y="2812717"/>
                  <a:pt x="6875437" y="2813251"/>
                </a:cubicBezTo>
                <a:cubicBezTo>
                  <a:pt x="6872894" y="2813765"/>
                  <a:pt x="6871277" y="2816237"/>
                  <a:pt x="6871792" y="2818780"/>
                </a:cubicBezTo>
                <a:cubicBezTo>
                  <a:pt x="6872255" y="2820984"/>
                  <a:pt x="6874210" y="2822513"/>
                  <a:pt x="6876379" y="2822513"/>
                </a:cubicBezTo>
                <a:cubicBezTo>
                  <a:pt x="6876699" y="2822513"/>
                  <a:pt x="6877020" y="2822477"/>
                  <a:pt x="6877339" y="2822424"/>
                </a:cubicBezTo>
                <a:close/>
                <a:moveTo>
                  <a:pt x="5680339" y="3262896"/>
                </a:moveTo>
                <a:cubicBezTo>
                  <a:pt x="5682792" y="3262132"/>
                  <a:pt x="5684179" y="3259500"/>
                  <a:pt x="5683414" y="3257030"/>
                </a:cubicBezTo>
                <a:cubicBezTo>
                  <a:pt x="5682650" y="3254558"/>
                  <a:pt x="5680019" y="3253189"/>
                  <a:pt x="5677565" y="3253953"/>
                </a:cubicBezTo>
                <a:cubicBezTo>
                  <a:pt x="5675094" y="3254718"/>
                  <a:pt x="5673707" y="3257331"/>
                  <a:pt x="5674472" y="3259803"/>
                </a:cubicBezTo>
                <a:cubicBezTo>
                  <a:pt x="5675094" y="3261812"/>
                  <a:pt x="5676943" y="3263110"/>
                  <a:pt x="5678952" y="3263110"/>
                </a:cubicBezTo>
                <a:cubicBezTo>
                  <a:pt x="5679415" y="3263110"/>
                  <a:pt x="5679877" y="3263039"/>
                  <a:pt x="5680339" y="3262896"/>
                </a:cubicBezTo>
                <a:close/>
                <a:moveTo>
                  <a:pt x="7761485" y="2500982"/>
                </a:moveTo>
                <a:cubicBezTo>
                  <a:pt x="7764739" y="2500982"/>
                  <a:pt x="7767760" y="2498831"/>
                  <a:pt x="7768703" y="2495542"/>
                </a:cubicBezTo>
                <a:cubicBezTo>
                  <a:pt x="7769859" y="2491541"/>
                  <a:pt x="7767565" y="2487381"/>
                  <a:pt x="7763565" y="2486208"/>
                </a:cubicBezTo>
                <a:cubicBezTo>
                  <a:pt x="7759565" y="2485052"/>
                  <a:pt x="7755405" y="2487363"/>
                  <a:pt x="7754248" y="2491364"/>
                </a:cubicBezTo>
                <a:cubicBezTo>
                  <a:pt x="7753093" y="2495346"/>
                  <a:pt x="7755387" y="2499523"/>
                  <a:pt x="7759386" y="2500680"/>
                </a:cubicBezTo>
                <a:cubicBezTo>
                  <a:pt x="7760080" y="2500876"/>
                  <a:pt x="7760791" y="2500982"/>
                  <a:pt x="7761485" y="2500982"/>
                </a:cubicBezTo>
                <a:close/>
                <a:moveTo>
                  <a:pt x="8500447" y="2230333"/>
                </a:moveTo>
                <a:cubicBezTo>
                  <a:pt x="8505390" y="2230333"/>
                  <a:pt x="8509923" y="2227080"/>
                  <a:pt x="8511328" y="2222101"/>
                </a:cubicBezTo>
                <a:cubicBezTo>
                  <a:pt x="8513035" y="2216075"/>
                  <a:pt x="8509532" y="2209816"/>
                  <a:pt x="8503522" y="2208127"/>
                </a:cubicBezTo>
                <a:cubicBezTo>
                  <a:pt x="8497496" y="2206421"/>
                  <a:pt x="8491238" y="2209923"/>
                  <a:pt x="8489549" y="2215932"/>
                </a:cubicBezTo>
                <a:cubicBezTo>
                  <a:pt x="8487842" y="2221960"/>
                  <a:pt x="8491344" y="2228199"/>
                  <a:pt x="8497353" y="2229906"/>
                </a:cubicBezTo>
                <a:cubicBezTo>
                  <a:pt x="8498385" y="2230191"/>
                  <a:pt x="8499416" y="2230333"/>
                  <a:pt x="8500447" y="2230333"/>
                </a:cubicBezTo>
                <a:close/>
                <a:moveTo>
                  <a:pt x="5938436" y="3170517"/>
                </a:moveTo>
                <a:cubicBezTo>
                  <a:pt x="5940853" y="3169540"/>
                  <a:pt x="5942009" y="3166819"/>
                  <a:pt x="5941049" y="3164420"/>
                </a:cubicBezTo>
                <a:cubicBezTo>
                  <a:pt x="5940070" y="3162019"/>
                  <a:pt x="5937351" y="3160864"/>
                  <a:pt x="5934951" y="3161823"/>
                </a:cubicBezTo>
                <a:cubicBezTo>
                  <a:pt x="5932550" y="3162783"/>
                  <a:pt x="5931394" y="3165503"/>
                  <a:pt x="5932356" y="3167922"/>
                </a:cubicBezTo>
                <a:cubicBezTo>
                  <a:pt x="5933084" y="3169735"/>
                  <a:pt x="5934843" y="3170854"/>
                  <a:pt x="5936693" y="3170855"/>
                </a:cubicBezTo>
                <a:cubicBezTo>
                  <a:pt x="5937280" y="3170855"/>
                  <a:pt x="5937867" y="3170749"/>
                  <a:pt x="5938436" y="3170517"/>
                </a:cubicBezTo>
                <a:close/>
                <a:moveTo>
                  <a:pt x="5767206" y="3234468"/>
                </a:moveTo>
                <a:cubicBezTo>
                  <a:pt x="5769660" y="3233614"/>
                  <a:pt x="5770958" y="3230948"/>
                  <a:pt x="5770123" y="3228512"/>
                </a:cubicBezTo>
                <a:cubicBezTo>
                  <a:pt x="5769269" y="3226058"/>
                  <a:pt x="5766620" y="3224761"/>
                  <a:pt x="5764167" y="3225614"/>
                </a:cubicBezTo>
                <a:cubicBezTo>
                  <a:pt x="5761714" y="3226449"/>
                  <a:pt x="5760414" y="3229116"/>
                  <a:pt x="5761251" y="3231552"/>
                </a:cubicBezTo>
                <a:cubicBezTo>
                  <a:pt x="5761926" y="3233508"/>
                  <a:pt x="5763740" y="3234717"/>
                  <a:pt x="5765696" y="3234717"/>
                </a:cubicBezTo>
                <a:cubicBezTo>
                  <a:pt x="5766193" y="3234717"/>
                  <a:pt x="5766709" y="3234628"/>
                  <a:pt x="5767206" y="3234468"/>
                </a:cubicBezTo>
                <a:close/>
                <a:moveTo>
                  <a:pt x="5853240" y="3203568"/>
                </a:moveTo>
                <a:cubicBezTo>
                  <a:pt x="5855657" y="3202662"/>
                  <a:pt x="5856883" y="3199977"/>
                  <a:pt x="5855976" y="3197559"/>
                </a:cubicBezTo>
                <a:cubicBezTo>
                  <a:pt x="5855070" y="3195123"/>
                  <a:pt x="5852385" y="3193897"/>
                  <a:pt x="5849967" y="3194804"/>
                </a:cubicBezTo>
                <a:lnTo>
                  <a:pt x="5849950" y="3194804"/>
                </a:lnTo>
                <a:cubicBezTo>
                  <a:pt x="5847532" y="3195710"/>
                  <a:pt x="5846305" y="3198413"/>
                  <a:pt x="5847211" y="3200831"/>
                </a:cubicBezTo>
                <a:cubicBezTo>
                  <a:pt x="5847905" y="3202715"/>
                  <a:pt x="5849701" y="3203871"/>
                  <a:pt x="5851604" y="3203871"/>
                </a:cubicBezTo>
                <a:cubicBezTo>
                  <a:pt x="5852136" y="3203871"/>
                  <a:pt x="5852705" y="3203782"/>
                  <a:pt x="5853240" y="3203568"/>
                </a:cubicBezTo>
                <a:close/>
                <a:moveTo>
                  <a:pt x="7952715" y="2433706"/>
                </a:moveTo>
                <a:cubicBezTo>
                  <a:pt x="7956270" y="2433706"/>
                  <a:pt x="7959577" y="2431448"/>
                  <a:pt x="7960751" y="2427892"/>
                </a:cubicBezTo>
                <a:cubicBezTo>
                  <a:pt x="7962244" y="2423465"/>
                  <a:pt x="7959843" y="2418665"/>
                  <a:pt x="7955398" y="2417190"/>
                </a:cubicBezTo>
                <a:cubicBezTo>
                  <a:pt x="7950954" y="2415696"/>
                  <a:pt x="7946153" y="2418096"/>
                  <a:pt x="7944678" y="2422541"/>
                </a:cubicBezTo>
                <a:cubicBezTo>
                  <a:pt x="7943185" y="2426986"/>
                  <a:pt x="7945603" y="2431785"/>
                  <a:pt x="7950030" y="2433261"/>
                </a:cubicBezTo>
                <a:cubicBezTo>
                  <a:pt x="7950919" y="2433563"/>
                  <a:pt x="7951826" y="2433706"/>
                  <a:pt x="7952715" y="2433706"/>
                </a:cubicBezTo>
                <a:close/>
                <a:moveTo>
                  <a:pt x="7563588" y="2577288"/>
                </a:moveTo>
                <a:cubicBezTo>
                  <a:pt x="7566646" y="2577288"/>
                  <a:pt x="7569384" y="2575137"/>
                  <a:pt x="7570025" y="2572025"/>
                </a:cubicBezTo>
                <a:cubicBezTo>
                  <a:pt x="7570752" y="2568470"/>
                  <a:pt x="7568442" y="2564986"/>
                  <a:pt x="7564886" y="2564274"/>
                </a:cubicBezTo>
                <a:cubicBezTo>
                  <a:pt x="7561330" y="2563545"/>
                  <a:pt x="7557845" y="2565838"/>
                  <a:pt x="7557135" y="2569394"/>
                </a:cubicBezTo>
                <a:cubicBezTo>
                  <a:pt x="7556406" y="2572950"/>
                  <a:pt x="7558699" y="2576435"/>
                  <a:pt x="7562255" y="2577164"/>
                </a:cubicBezTo>
                <a:cubicBezTo>
                  <a:pt x="7562699" y="2577253"/>
                  <a:pt x="7563144" y="2577288"/>
                  <a:pt x="7563588" y="2577288"/>
                </a:cubicBezTo>
                <a:close/>
                <a:moveTo>
                  <a:pt x="8138575" y="2368938"/>
                </a:moveTo>
                <a:cubicBezTo>
                  <a:pt x="8142487" y="2368938"/>
                  <a:pt x="8146149" y="2366484"/>
                  <a:pt x="8147501" y="2362555"/>
                </a:cubicBezTo>
                <a:cubicBezTo>
                  <a:pt x="8149172" y="2357648"/>
                  <a:pt x="8146558" y="2352279"/>
                  <a:pt x="8141633" y="2350590"/>
                </a:cubicBezTo>
                <a:cubicBezTo>
                  <a:pt x="8136708" y="2348918"/>
                  <a:pt x="8131358" y="2351532"/>
                  <a:pt x="8129668" y="2356456"/>
                </a:cubicBezTo>
                <a:cubicBezTo>
                  <a:pt x="8127979" y="2361382"/>
                  <a:pt x="8130593" y="2366751"/>
                  <a:pt x="8135517" y="2368440"/>
                </a:cubicBezTo>
                <a:lnTo>
                  <a:pt x="8135535" y="2368440"/>
                </a:lnTo>
                <a:cubicBezTo>
                  <a:pt x="8136531" y="2368777"/>
                  <a:pt x="8137562" y="2368938"/>
                  <a:pt x="8138575" y="2368938"/>
                </a:cubicBezTo>
                <a:close/>
                <a:moveTo>
                  <a:pt x="8320791" y="2302231"/>
                </a:moveTo>
                <a:cubicBezTo>
                  <a:pt x="8325165" y="2302231"/>
                  <a:pt x="8329236" y="2299441"/>
                  <a:pt x="8330658" y="2295048"/>
                </a:cubicBezTo>
                <a:lnTo>
                  <a:pt x="8323975" y="2281983"/>
                </a:lnTo>
                <a:lnTo>
                  <a:pt x="8316072" y="2282618"/>
                </a:lnTo>
                <a:cubicBezTo>
                  <a:pt x="8313705" y="2283826"/>
                  <a:pt x="8311805" y="2285937"/>
                  <a:pt x="8310925" y="2288666"/>
                </a:cubicBezTo>
                <a:cubicBezTo>
                  <a:pt x="8309164" y="2294107"/>
                  <a:pt x="8312151" y="2299956"/>
                  <a:pt x="8317609" y="2301716"/>
                </a:cubicBezTo>
                <a:cubicBezTo>
                  <a:pt x="8318676" y="2302071"/>
                  <a:pt x="8319743" y="2302231"/>
                  <a:pt x="8320791" y="2302231"/>
                </a:cubicBezTo>
                <a:close/>
                <a:moveTo>
                  <a:pt x="8948173" y="2075675"/>
                </a:moveTo>
                <a:cubicBezTo>
                  <a:pt x="8954823" y="2075675"/>
                  <a:pt x="8960547" y="2070661"/>
                  <a:pt x="8961294" y="2063906"/>
                </a:cubicBezTo>
                <a:cubicBezTo>
                  <a:pt x="8962094" y="2056633"/>
                  <a:pt x="8956849" y="2050127"/>
                  <a:pt x="8949596" y="2049327"/>
                </a:cubicBezTo>
                <a:cubicBezTo>
                  <a:pt x="8942342" y="2048526"/>
                  <a:pt x="8935817" y="2053771"/>
                  <a:pt x="8935017" y="2061025"/>
                </a:cubicBezTo>
                <a:cubicBezTo>
                  <a:pt x="8934217" y="2068279"/>
                  <a:pt x="8939462" y="2074804"/>
                  <a:pt x="8946716" y="2075603"/>
                </a:cubicBezTo>
                <a:cubicBezTo>
                  <a:pt x="8947196" y="2075657"/>
                  <a:pt x="8947693" y="2075675"/>
                  <a:pt x="8948173" y="2075675"/>
                </a:cubicBezTo>
                <a:close/>
                <a:moveTo>
                  <a:pt x="4839290" y="3585719"/>
                </a:moveTo>
                <a:lnTo>
                  <a:pt x="4838152" y="3583752"/>
                </a:lnTo>
                <a:lnTo>
                  <a:pt x="4835081" y="3585544"/>
                </a:lnTo>
                <a:close/>
                <a:moveTo>
                  <a:pt x="6966892" y="2806121"/>
                </a:moveTo>
                <a:cubicBezTo>
                  <a:pt x="6969451" y="2805712"/>
                  <a:pt x="6971194" y="2803330"/>
                  <a:pt x="6970803" y="2800770"/>
                </a:cubicBezTo>
                <a:cubicBezTo>
                  <a:pt x="6970394" y="2798210"/>
                  <a:pt x="6967994" y="2796466"/>
                  <a:pt x="6965451" y="2796876"/>
                </a:cubicBezTo>
                <a:cubicBezTo>
                  <a:pt x="6962892" y="2797267"/>
                  <a:pt x="6961149" y="2799667"/>
                  <a:pt x="6961540" y="2802228"/>
                </a:cubicBezTo>
                <a:cubicBezTo>
                  <a:pt x="6961914" y="2804521"/>
                  <a:pt x="6963887" y="2806174"/>
                  <a:pt x="6966162" y="2806174"/>
                </a:cubicBezTo>
                <a:cubicBezTo>
                  <a:pt x="6966395" y="2806174"/>
                  <a:pt x="6966642" y="2806156"/>
                  <a:pt x="6966892" y="2806121"/>
                </a:cubicBezTo>
                <a:close/>
                <a:moveTo>
                  <a:pt x="5125780" y="3489595"/>
                </a:moveTo>
                <a:cubicBezTo>
                  <a:pt x="5127825" y="3489596"/>
                  <a:pt x="5129497" y="3487907"/>
                  <a:pt x="5129478" y="3485844"/>
                </a:cubicBezTo>
                <a:cubicBezTo>
                  <a:pt x="5129479" y="3483782"/>
                  <a:pt x="5127789" y="3482111"/>
                  <a:pt x="5125728" y="3482128"/>
                </a:cubicBezTo>
                <a:cubicBezTo>
                  <a:pt x="5123666" y="3482128"/>
                  <a:pt x="5121993" y="3483817"/>
                  <a:pt x="5122011" y="3485880"/>
                </a:cubicBezTo>
                <a:cubicBezTo>
                  <a:pt x="5122012" y="3487942"/>
                  <a:pt x="5123683" y="3489596"/>
                  <a:pt x="5125744" y="3489596"/>
                </a:cubicBezTo>
                <a:close/>
                <a:moveTo>
                  <a:pt x="7358366" y="2670752"/>
                </a:moveTo>
                <a:cubicBezTo>
                  <a:pt x="7361264" y="2670752"/>
                  <a:pt x="7363718" y="2668530"/>
                  <a:pt x="7363984" y="2665597"/>
                </a:cubicBezTo>
                <a:cubicBezTo>
                  <a:pt x="7364234" y="2662503"/>
                  <a:pt x="7361940" y="2659765"/>
                  <a:pt x="7358846" y="2659517"/>
                </a:cubicBezTo>
                <a:cubicBezTo>
                  <a:pt x="7355753" y="2659232"/>
                  <a:pt x="7353015" y="2661544"/>
                  <a:pt x="7352765" y="2664637"/>
                </a:cubicBezTo>
                <a:cubicBezTo>
                  <a:pt x="7352499" y="2667730"/>
                  <a:pt x="7354793" y="2670450"/>
                  <a:pt x="7357886" y="2670735"/>
                </a:cubicBezTo>
                <a:cubicBezTo>
                  <a:pt x="7358046" y="2670734"/>
                  <a:pt x="7358206" y="2670752"/>
                  <a:pt x="7358366" y="2670752"/>
                </a:cubicBezTo>
                <a:close/>
                <a:moveTo>
                  <a:pt x="7051999" y="2790244"/>
                </a:moveTo>
                <a:lnTo>
                  <a:pt x="7052008" y="2790234"/>
                </a:lnTo>
                <a:lnTo>
                  <a:pt x="7051999" y="2790226"/>
                </a:lnTo>
                <a:close/>
                <a:moveTo>
                  <a:pt x="7057138" y="2794423"/>
                </a:moveTo>
                <a:cubicBezTo>
                  <a:pt x="7059715" y="2794156"/>
                  <a:pt x="7061583" y="2791863"/>
                  <a:pt x="7061315" y="2789285"/>
                </a:cubicBezTo>
                <a:cubicBezTo>
                  <a:pt x="7061067" y="2786707"/>
                  <a:pt x="7058754" y="2784840"/>
                  <a:pt x="7056177" y="2785106"/>
                </a:cubicBezTo>
                <a:lnTo>
                  <a:pt x="7052008" y="2790234"/>
                </a:lnTo>
                <a:lnTo>
                  <a:pt x="7056657" y="2794423"/>
                </a:lnTo>
                <a:cubicBezTo>
                  <a:pt x="7056817" y="2794423"/>
                  <a:pt x="7056977" y="2794423"/>
                  <a:pt x="7057138" y="2794423"/>
                </a:cubicBezTo>
                <a:close/>
                <a:moveTo>
                  <a:pt x="8771753" y="2170133"/>
                </a:moveTo>
                <a:cubicBezTo>
                  <a:pt x="8777566" y="2170134"/>
                  <a:pt x="8782740" y="2165973"/>
                  <a:pt x="8783807" y="2160053"/>
                </a:cubicBezTo>
                <a:cubicBezTo>
                  <a:pt x="8784998" y="2153368"/>
                  <a:pt x="8780571" y="2147003"/>
                  <a:pt x="8773904" y="2145794"/>
                </a:cubicBezTo>
                <a:cubicBezTo>
                  <a:pt x="8767237" y="2144604"/>
                  <a:pt x="8760854" y="2149031"/>
                  <a:pt x="8759663" y="2155697"/>
                </a:cubicBezTo>
                <a:cubicBezTo>
                  <a:pt x="8758454" y="2162364"/>
                  <a:pt x="8762882" y="2168747"/>
                  <a:pt x="8769566" y="2169938"/>
                </a:cubicBezTo>
                <a:cubicBezTo>
                  <a:pt x="8770295" y="2170080"/>
                  <a:pt x="8771025" y="2170133"/>
                  <a:pt x="8771753" y="2170133"/>
                </a:cubicBezTo>
                <a:close/>
                <a:moveTo>
                  <a:pt x="5216577" y="3486147"/>
                </a:moveTo>
                <a:cubicBezTo>
                  <a:pt x="5218638" y="3486004"/>
                  <a:pt x="5220187" y="3484208"/>
                  <a:pt x="5220043" y="3482164"/>
                </a:cubicBezTo>
                <a:cubicBezTo>
                  <a:pt x="5219902" y="3480102"/>
                  <a:pt x="5218107" y="3478554"/>
                  <a:pt x="5216063" y="3478697"/>
                </a:cubicBezTo>
                <a:cubicBezTo>
                  <a:pt x="5213999" y="3478839"/>
                  <a:pt x="5212453" y="3480617"/>
                  <a:pt x="5212595" y="3482680"/>
                </a:cubicBezTo>
                <a:cubicBezTo>
                  <a:pt x="5212737" y="3484653"/>
                  <a:pt x="5214372" y="3486147"/>
                  <a:pt x="5216311" y="3486147"/>
                </a:cubicBezTo>
                <a:close/>
                <a:moveTo>
                  <a:pt x="9044411" y="2083835"/>
                </a:moveTo>
                <a:cubicBezTo>
                  <a:pt x="9051344" y="2083835"/>
                  <a:pt x="9057159" y="2078449"/>
                  <a:pt x="9057585" y="2071426"/>
                </a:cubicBezTo>
                <a:cubicBezTo>
                  <a:pt x="9058029" y="2064136"/>
                  <a:pt x="9052482" y="2057879"/>
                  <a:pt x="9045194" y="2057434"/>
                </a:cubicBezTo>
                <a:cubicBezTo>
                  <a:pt x="9037904" y="2056989"/>
                  <a:pt x="9031645" y="2062537"/>
                  <a:pt x="9031201" y="2069826"/>
                </a:cubicBezTo>
                <a:cubicBezTo>
                  <a:pt x="9030756" y="2077115"/>
                  <a:pt x="9036303" y="2083373"/>
                  <a:pt x="9043592" y="2083817"/>
                </a:cubicBezTo>
                <a:lnTo>
                  <a:pt x="9043592" y="2083835"/>
                </a:lnTo>
                <a:cubicBezTo>
                  <a:pt x="9043877" y="2083835"/>
                  <a:pt x="9044143" y="2083835"/>
                  <a:pt x="9044411" y="2083835"/>
                </a:cubicBezTo>
                <a:close/>
                <a:moveTo>
                  <a:pt x="7653655" y="2597948"/>
                </a:moveTo>
                <a:cubicBezTo>
                  <a:pt x="7656590" y="2597948"/>
                  <a:pt x="7659274" y="2595957"/>
                  <a:pt x="7660021" y="2592970"/>
                </a:cubicBezTo>
                <a:cubicBezTo>
                  <a:pt x="7660910" y="2589449"/>
                  <a:pt x="7658793" y="2585876"/>
                  <a:pt x="7655257" y="2584987"/>
                </a:cubicBezTo>
                <a:cubicBezTo>
                  <a:pt x="7651736" y="2584097"/>
                  <a:pt x="7648162" y="2586232"/>
                  <a:pt x="7647273" y="2589751"/>
                </a:cubicBezTo>
                <a:cubicBezTo>
                  <a:pt x="7646384" y="2593272"/>
                  <a:pt x="7648518" y="2596846"/>
                  <a:pt x="7652038" y="2597734"/>
                </a:cubicBezTo>
                <a:cubicBezTo>
                  <a:pt x="7652571" y="2597876"/>
                  <a:pt x="7653123" y="2597948"/>
                  <a:pt x="7653655" y="2597948"/>
                </a:cubicBezTo>
                <a:close/>
                <a:moveTo>
                  <a:pt x="8592667" y="2254797"/>
                </a:moveTo>
                <a:cubicBezTo>
                  <a:pt x="8597751" y="2254797"/>
                  <a:pt x="8602392" y="2251347"/>
                  <a:pt x="8603654" y="2246192"/>
                </a:cubicBezTo>
                <a:cubicBezTo>
                  <a:pt x="8605147" y="2240111"/>
                  <a:pt x="8601431" y="2233978"/>
                  <a:pt x="8595368" y="2232484"/>
                </a:cubicBezTo>
                <a:cubicBezTo>
                  <a:pt x="8589306" y="2230991"/>
                  <a:pt x="8583173" y="2234707"/>
                  <a:pt x="8581679" y="2240769"/>
                </a:cubicBezTo>
                <a:cubicBezTo>
                  <a:pt x="8580186" y="2246832"/>
                  <a:pt x="8583884" y="2252966"/>
                  <a:pt x="8589964" y="2254459"/>
                </a:cubicBezTo>
                <a:cubicBezTo>
                  <a:pt x="8590871" y="2254691"/>
                  <a:pt x="8591778" y="2254797"/>
                  <a:pt x="8592667" y="2254797"/>
                </a:cubicBezTo>
                <a:close/>
                <a:moveTo>
                  <a:pt x="7850468" y="2528041"/>
                </a:moveTo>
                <a:cubicBezTo>
                  <a:pt x="7853668" y="2528041"/>
                  <a:pt x="7856619" y="2525979"/>
                  <a:pt x="7857651" y="2522779"/>
                </a:cubicBezTo>
                <a:cubicBezTo>
                  <a:pt x="7858896" y="2518814"/>
                  <a:pt x="7856709" y="2514583"/>
                  <a:pt x="7852744" y="2513321"/>
                </a:cubicBezTo>
                <a:cubicBezTo>
                  <a:pt x="7848778" y="2512076"/>
                  <a:pt x="7844547" y="2514262"/>
                  <a:pt x="7843303" y="2518227"/>
                </a:cubicBezTo>
                <a:cubicBezTo>
                  <a:pt x="7842041" y="2522192"/>
                  <a:pt x="7844228" y="2526424"/>
                  <a:pt x="7848193" y="2527686"/>
                </a:cubicBezTo>
                <a:cubicBezTo>
                  <a:pt x="7848956" y="2527917"/>
                  <a:pt x="7849721" y="2528041"/>
                  <a:pt x="7850468" y="2528041"/>
                </a:cubicBezTo>
                <a:close/>
                <a:moveTo>
                  <a:pt x="7147863" y="2787702"/>
                </a:moveTo>
                <a:cubicBezTo>
                  <a:pt x="7150441" y="2787577"/>
                  <a:pt x="7152451" y="2785391"/>
                  <a:pt x="7152325" y="2782813"/>
                </a:cubicBezTo>
                <a:cubicBezTo>
                  <a:pt x="7152219" y="2780234"/>
                  <a:pt x="7150032" y="2778226"/>
                  <a:pt x="7147436" y="2778350"/>
                </a:cubicBezTo>
                <a:cubicBezTo>
                  <a:pt x="7144858" y="2778457"/>
                  <a:pt x="7142867" y="2780661"/>
                  <a:pt x="7142973" y="2783240"/>
                </a:cubicBezTo>
                <a:cubicBezTo>
                  <a:pt x="7143080" y="2785747"/>
                  <a:pt x="7145161" y="2787702"/>
                  <a:pt x="7147650" y="2787702"/>
                </a:cubicBezTo>
                <a:close/>
                <a:moveTo>
                  <a:pt x="8041395" y="2463717"/>
                </a:moveTo>
                <a:cubicBezTo>
                  <a:pt x="8044916" y="2463717"/>
                  <a:pt x="8048222" y="2461495"/>
                  <a:pt x="8049432" y="2457974"/>
                </a:cubicBezTo>
                <a:cubicBezTo>
                  <a:pt x="8050943" y="2453547"/>
                  <a:pt x="8048579" y="2448729"/>
                  <a:pt x="8044151" y="2447218"/>
                </a:cubicBezTo>
                <a:cubicBezTo>
                  <a:pt x="8039724" y="2445707"/>
                  <a:pt x="8034906" y="2448071"/>
                  <a:pt x="8033395" y="2452498"/>
                </a:cubicBezTo>
                <a:cubicBezTo>
                  <a:pt x="8031866" y="2456925"/>
                  <a:pt x="8034230" y="2461744"/>
                  <a:pt x="8038658" y="2463254"/>
                </a:cubicBezTo>
                <a:cubicBezTo>
                  <a:pt x="8039564" y="2463557"/>
                  <a:pt x="8040488" y="2463717"/>
                  <a:pt x="8041395" y="2463717"/>
                </a:cubicBezTo>
                <a:close/>
                <a:moveTo>
                  <a:pt x="7449608" y="2681314"/>
                </a:moveTo>
                <a:cubicBezTo>
                  <a:pt x="7452345" y="2681314"/>
                  <a:pt x="7454763" y="2679304"/>
                  <a:pt x="7455172" y="2676495"/>
                </a:cubicBezTo>
                <a:cubicBezTo>
                  <a:pt x="7455617" y="2673419"/>
                  <a:pt x="7453483" y="2670557"/>
                  <a:pt x="7450407" y="2670113"/>
                </a:cubicBezTo>
                <a:cubicBezTo>
                  <a:pt x="7447331" y="2669668"/>
                  <a:pt x="7444469" y="2671802"/>
                  <a:pt x="7444025" y="2674878"/>
                </a:cubicBezTo>
                <a:cubicBezTo>
                  <a:pt x="7443580" y="2677954"/>
                  <a:pt x="7445713" y="2680798"/>
                  <a:pt x="7448789" y="2681260"/>
                </a:cubicBezTo>
                <a:cubicBezTo>
                  <a:pt x="7449056" y="2681314"/>
                  <a:pt x="7449323" y="2681314"/>
                  <a:pt x="7449608" y="2681314"/>
                </a:cubicBezTo>
                <a:close/>
                <a:moveTo>
                  <a:pt x="8411322" y="2330482"/>
                </a:moveTo>
                <a:cubicBezTo>
                  <a:pt x="8415785" y="2330482"/>
                  <a:pt x="8419909" y="2327584"/>
                  <a:pt x="8421242" y="2323086"/>
                </a:cubicBezTo>
                <a:cubicBezTo>
                  <a:pt x="8422896" y="2317610"/>
                  <a:pt x="8419785" y="2311814"/>
                  <a:pt x="8414291" y="2310179"/>
                </a:cubicBezTo>
                <a:cubicBezTo>
                  <a:pt x="8408814" y="2308543"/>
                  <a:pt x="8403019" y="2311654"/>
                  <a:pt x="8401384" y="2317148"/>
                </a:cubicBezTo>
                <a:cubicBezTo>
                  <a:pt x="8399748" y="2322624"/>
                  <a:pt x="8402859" y="2328402"/>
                  <a:pt x="8408335" y="2330056"/>
                </a:cubicBezTo>
                <a:cubicBezTo>
                  <a:pt x="8409330" y="2330340"/>
                  <a:pt x="8410326" y="2330482"/>
                  <a:pt x="8411322" y="2330482"/>
                </a:cubicBezTo>
                <a:close/>
                <a:moveTo>
                  <a:pt x="8227808" y="2399180"/>
                </a:moveTo>
                <a:cubicBezTo>
                  <a:pt x="8231754" y="2399180"/>
                  <a:pt x="8235436" y="2396672"/>
                  <a:pt x="8236751" y="2392725"/>
                </a:cubicBezTo>
                <a:cubicBezTo>
                  <a:pt x="8238404" y="2387801"/>
                  <a:pt x="8235737" y="2382449"/>
                  <a:pt x="8230795" y="2380814"/>
                </a:cubicBezTo>
                <a:cubicBezTo>
                  <a:pt x="8225870" y="2379160"/>
                  <a:pt x="8220518" y="2381827"/>
                  <a:pt x="8218883" y="2386769"/>
                </a:cubicBezTo>
                <a:cubicBezTo>
                  <a:pt x="8217229" y="2391695"/>
                  <a:pt x="8219896" y="2397046"/>
                  <a:pt x="8224838" y="2398682"/>
                </a:cubicBezTo>
                <a:cubicBezTo>
                  <a:pt x="8225817" y="2399020"/>
                  <a:pt x="8226830" y="2399179"/>
                  <a:pt x="8227808" y="2399180"/>
                </a:cubicBezTo>
                <a:close/>
                <a:moveTo>
                  <a:pt x="5302823" y="3473879"/>
                </a:moveTo>
                <a:lnTo>
                  <a:pt x="5302831" y="3473868"/>
                </a:lnTo>
                <a:lnTo>
                  <a:pt x="5302823" y="3473861"/>
                </a:lnTo>
                <a:close/>
                <a:moveTo>
                  <a:pt x="5307001" y="3477114"/>
                </a:moveTo>
                <a:cubicBezTo>
                  <a:pt x="5309045" y="3476848"/>
                  <a:pt x="5310485" y="3474982"/>
                  <a:pt x="5310219" y="3472937"/>
                </a:cubicBezTo>
                <a:cubicBezTo>
                  <a:pt x="5309969" y="3470892"/>
                  <a:pt x="5308103" y="3469435"/>
                  <a:pt x="5306041" y="3469701"/>
                </a:cubicBezTo>
                <a:lnTo>
                  <a:pt x="5302831" y="3473868"/>
                </a:lnTo>
                <a:lnTo>
                  <a:pt x="5306521" y="3477114"/>
                </a:lnTo>
                <a:cubicBezTo>
                  <a:pt x="5306680" y="3477114"/>
                  <a:pt x="5306842" y="3477115"/>
                  <a:pt x="5307001" y="3477114"/>
                </a:cubicBezTo>
                <a:close/>
                <a:moveTo>
                  <a:pt x="8866603" y="2184766"/>
                </a:moveTo>
                <a:cubicBezTo>
                  <a:pt x="8872702" y="2184766"/>
                  <a:pt x="8877982" y="2180232"/>
                  <a:pt x="8878764" y="2174045"/>
                </a:cubicBezTo>
                <a:cubicBezTo>
                  <a:pt x="8879617" y="2167325"/>
                  <a:pt x="8874870" y="2161191"/>
                  <a:pt x="8868151" y="2160320"/>
                </a:cubicBezTo>
                <a:cubicBezTo>
                  <a:pt x="8861429" y="2159466"/>
                  <a:pt x="8855297" y="2164213"/>
                  <a:pt x="8854425" y="2170933"/>
                </a:cubicBezTo>
                <a:cubicBezTo>
                  <a:pt x="8853572" y="2177654"/>
                  <a:pt x="8858318" y="2183806"/>
                  <a:pt x="8865039" y="2184659"/>
                </a:cubicBezTo>
                <a:cubicBezTo>
                  <a:pt x="8865572" y="2184731"/>
                  <a:pt x="8866088" y="2184766"/>
                  <a:pt x="8866603" y="2184766"/>
                </a:cubicBezTo>
                <a:close/>
                <a:moveTo>
                  <a:pt x="6585908" y="3024944"/>
                </a:moveTo>
                <a:cubicBezTo>
                  <a:pt x="6587845" y="3024251"/>
                  <a:pt x="6588876" y="3022135"/>
                  <a:pt x="6588202" y="3020179"/>
                </a:cubicBezTo>
                <a:cubicBezTo>
                  <a:pt x="6587507" y="3018224"/>
                  <a:pt x="6585374" y="3017210"/>
                  <a:pt x="6583436" y="3017903"/>
                </a:cubicBezTo>
                <a:cubicBezTo>
                  <a:pt x="6581481" y="3018579"/>
                  <a:pt x="6580466" y="3020713"/>
                  <a:pt x="6581142" y="3022651"/>
                </a:cubicBezTo>
                <a:cubicBezTo>
                  <a:pt x="6581693" y="3024179"/>
                  <a:pt x="6583134" y="3025139"/>
                  <a:pt x="6584664" y="3025139"/>
                </a:cubicBezTo>
                <a:cubicBezTo>
                  <a:pt x="6585090" y="3025139"/>
                  <a:pt x="6585498" y="3025086"/>
                  <a:pt x="6585908" y="3024944"/>
                </a:cubicBezTo>
                <a:close/>
                <a:moveTo>
                  <a:pt x="6500888" y="3056163"/>
                </a:moveTo>
                <a:cubicBezTo>
                  <a:pt x="6502809" y="3055417"/>
                  <a:pt x="6503770" y="3053266"/>
                  <a:pt x="6503041" y="3051345"/>
                </a:cubicBezTo>
                <a:cubicBezTo>
                  <a:pt x="6502294" y="3049408"/>
                  <a:pt x="6500142" y="3048448"/>
                  <a:pt x="6498222" y="3049177"/>
                </a:cubicBezTo>
                <a:cubicBezTo>
                  <a:pt x="6496283" y="3049923"/>
                  <a:pt x="6495325" y="3052075"/>
                  <a:pt x="6496071" y="3054012"/>
                </a:cubicBezTo>
                <a:cubicBezTo>
                  <a:pt x="6496623" y="3055488"/>
                  <a:pt x="6498044" y="3056413"/>
                  <a:pt x="6499556" y="3056413"/>
                </a:cubicBezTo>
                <a:cubicBezTo>
                  <a:pt x="6500000" y="3056413"/>
                  <a:pt x="6500444" y="3056324"/>
                  <a:pt x="6500888" y="3056163"/>
                </a:cubicBezTo>
                <a:close/>
                <a:moveTo>
                  <a:pt x="7238891" y="2786280"/>
                </a:moveTo>
                <a:cubicBezTo>
                  <a:pt x="7241452" y="2786280"/>
                  <a:pt x="7243532" y="2784235"/>
                  <a:pt x="7243568" y="2781675"/>
                </a:cubicBezTo>
                <a:cubicBezTo>
                  <a:pt x="7243603" y="2779080"/>
                  <a:pt x="7241540" y="2776964"/>
                  <a:pt x="7238961" y="2776928"/>
                </a:cubicBezTo>
                <a:cubicBezTo>
                  <a:pt x="7236366" y="2776892"/>
                  <a:pt x="7234250" y="2778954"/>
                  <a:pt x="7234215" y="2781533"/>
                </a:cubicBezTo>
                <a:cubicBezTo>
                  <a:pt x="7234162" y="2784128"/>
                  <a:pt x="7236242" y="2786244"/>
                  <a:pt x="7238821" y="2786279"/>
                </a:cubicBezTo>
                <a:close/>
                <a:moveTo>
                  <a:pt x="5396783" y="3463194"/>
                </a:moveTo>
                <a:cubicBezTo>
                  <a:pt x="5398810" y="3462821"/>
                  <a:pt x="5400145" y="3460882"/>
                  <a:pt x="5399789" y="3458838"/>
                </a:cubicBezTo>
                <a:cubicBezTo>
                  <a:pt x="5399415" y="3456811"/>
                  <a:pt x="5397478" y="3455460"/>
                  <a:pt x="5395451" y="3455833"/>
                </a:cubicBezTo>
                <a:cubicBezTo>
                  <a:pt x="5393424" y="3456207"/>
                  <a:pt x="5392073" y="3458145"/>
                  <a:pt x="5392446" y="3460171"/>
                </a:cubicBezTo>
                <a:cubicBezTo>
                  <a:pt x="5392766" y="3461985"/>
                  <a:pt x="5394330" y="3463247"/>
                  <a:pt x="5396110" y="3463247"/>
                </a:cubicBezTo>
                <a:cubicBezTo>
                  <a:pt x="5396339" y="3463247"/>
                  <a:pt x="5396553" y="3463230"/>
                  <a:pt x="5396783" y="3463194"/>
                </a:cubicBezTo>
                <a:close/>
                <a:moveTo>
                  <a:pt x="6416634" y="3089481"/>
                </a:moveTo>
                <a:cubicBezTo>
                  <a:pt x="6418536" y="3088699"/>
                  <a:pt x="6419461" y="3086512"/>
                  <a:pt x="6418679" y="3084610"/>
                </a:cubicBezTo>
                <a:cubicBezTo>
                  <a:pt x="6417897" y="3082707"/>
                  <a:pt x="6415729" y="3081783"/>
                  <a:pt x="6413825" y="3082565"/>
                </a:cubicBezTo>
                <a:cubicBezTo>
                  <a:pt x="6411905" y="3083348"/>
                  <a:pt x="6410981" y="3085516"/>
                  <a:pt x="6411764" y="3087419"/>
                </a:cubicBezTo>
                <a:cubicBezTo>
                  <a:pt x="6412349" y="3088877"/>
                  <a:pt x="6413754" y="3089748"/>
                  <a:pt x="6415230" y="3089749"/>
                </a:cubicBezTo>
                <a:cubicBezTo>
                  <a:pt x="6415693" y="3089749"/>
                  <a:pt x="6416173" y="3089659"/>
                  <a:pt x="6416634" y="3089481"/>
                </a:cubicBezTo>
                <a:close/>
                <a:moveTo>
                  <a:pt x="6671832" y="2996374"/>
                </a:moveTo>
                <a:cubicBezTo>
                  <a:pt x="6673807" y="2995751"/>
                  <a:pt x="6674909" y="2993653"/>
                  <a:pt x="6674286" y="2991679"/>
                </a:cubicBezTo>
                <a:cubicBezTo>
                  <a:pt x="6673663" y="2989724"/>
                  <a:pt x="6671566" y="2988621"/>
                  <a:pt x="6669611" y="2989244"/>
                </a:cubicBezTo>
                <a:cubicBezTo>
                  <a:pt x="6667638" y="2989867"/>
                  <a:pt x="6666535" y="2991947"/>
                  <a:pt x="6667157" y="2993920"/>
                </a:cubicBezTo>
                <a:cubicBezTo>
                  <a:pt x="6667655" y="2995520"/>
                  <a:pt x="6669130" y="2996533"/>
                  <a:pt x="6670713" y="2996533"/>
                </a:cubicBezTo>
                <a:cubicBezTo>
                  <a:pt x="6671087" y="2996533"/>
                  <a:pt x="6671459" y="2996480"/>
                  <a:pt x="6671832" y="2996374"/>
                </a:cubicBezTo>
                <a:close/>
                <a:moveTo>
                  <a:pt x="6333003" y="3124364"/>
                </a:moveTo>
                <a:cubicBezTo>
                  <a:pt x="6334887" y="3123545"/>
                  <a:pt x="6335777" y="3121359"/>
                  <a:pt x="6334975" y="3119457"/>
                </a:cubicBezTo>
                <a:cubicBezTo>
                  <a:pt x="6334157" y="3117555"/>
                  <a:pt x="6331971" y="3116683"/>
                  <a:pt x="6330069" y="3117483"/>
                </a:cubicBezTo>
                <a:cubicBezTo>
                  <a:pt x="6328168" y="3118301"/>
                  <a:pt x="6327296" y="3120488"/>
                  <a:pt x="6328096" y="3122390"/>
                </a:cubicBezTo>
                <a:cubicBezTo>
                  <a:pt x="6328700" y="3123795"/>
                  <a:pt x="6330086" y="3124648"/>
                  <a:pt x="6331544" y="3124648"/>
                </a:cubicBezTo>
                <a:cubicBezTo>
                  <a:pt x="6332026" y="3124648"/>
                  <a:pt x="6332523" y="3124559"/>
                  <a:pt x="6333003" y="3124364"/>
                </a:cubicBezTo>
                <a:close/>
                <a:moveTo>
                  <a:pt x="6758718" y="2970878"/>
                </a:moveTo>
                <a:cubicBezTo>
                  <a:pt x="6760709" y="2970327"/>
                  <a:pt x="6761883" y="2968283"/>
                  <a:pt x="6761332" y="2966292"/>
                </a:cubicBezTo>
                <a:cubicBezTo>
                  <a:pt x="6760799" y="2964300"/>
                  <a:pt x="6758736" y="2963127"/>
                  <a:pt x="6756745" y="2963660"/>
                </a:cubicBezTo>
                <a:cubicBezTo>
                  <a:pt x="6754754" y="2964211"/>
                  <a:pt x="6753580" y="2966256"/>
                  <a:pt x="6754132" y="2968265"/>
                </a:cubicBezTo>
                <a:cubicBezTo>
                  <a:pt x="6754576" y="2969918"/>
                  <a:pt x="6756088" y="2971003"/>
                  <a:pt x="6757723" y="2971002"/>
                </a:cubicBezTo>
                <a:cubicBezTo>
                  <a:pt x="6758061" y="2971002"/>
                  <a:pt x="6758381" y="2970968"/>
                  <a:pt x="6758718" y="2970878"/>
                </a:cubicBezTo>
                <a:close/>
                <a:moveTo>
                  <a:pt x="6249798" y="3160312"/>
                </a:moveTo>
                <a:cubicBezTo>
                  <a:pt x="6251683" y="3159495"/>
                  <a:pt x="6252553" y="3157290"/>
                  <a:pt x="6251718" y="3155405"/>
                </a:cubicBezTo>
                <a:cubicBezTo>
                  <a:pt x="6250881" y="3153503"/>
                  <a:pt x="6248696" y="3152650"/>
                  <a:pt x="6246793" y="3153468"/>
                </a:cubicBezTo>
                <a:cubicBezTo>
                  <a:pt x="6244908" y="3154303"/>
                  <a:pt x="6244055" y="3156508"/>
                  <a:pt x="6244873" y="3158392"/>
                </a:cubicBezTo>
                <a:cubicBezTo>
                  <a:pt x="6245495" y="3159798"/>
                  <a:pt x="6246865" y="3160632"/>
                  <a:pt x="6248304" y="3160632"/>
                </a:cubicBezTo>
                <a:cubicBezTo>
                  <a:pt x="6248802" y="3160632"/>
                  <a:pt x="6249299" y="3160526"/>
                  <a:pt x="6249798" y="3160312"/>
                </a:cubicBezTo>
                <a:close/>
                <a:moveTo>
                  <a:pt x="5485750" y="3444935"/>
                </a:moveTo>
                <a:cubicBezTo>
                  <a:pt x="5487759" y="3444473"/>
                  <a:pt x="5489022" y="3442481"/>
                  <a:pt x="5488560" y="3440473"/>
                </a:cubicBezTo>
                <a:cubicBezTo>
                  <a:pt x="5488097" y="3438464"/>
                  <a:pt x="5486088" y="3437201"/>
                  <a:pt x="5484079" y="3437664"/>
                </a:cubicBezTo>
                <a:cubicBezTo>
                  <a:pt x="5482070" y="3438126"/>
                  <a:pt x="5480825" y="3440135"/>
                  <a:pt x="5481270" y="3442144"/>
                </a:cubicBezTo>
                <a:cubicBezTo>
                  <a:pt x="5481679" y="3443868"/>
                  <a:pt x="5483208" y="3445042"/>
                  <a:pt x="5484915" y="3445042"/>
                </a:cubicBezTo>
                <a:cubicBezTo>
                  <a:pt x="5485181" y="3445042"/>
                  <a:pt x="5485466" y="3445006"/>
                  <a:pt x="5485750" y="3444935"/>
                </a:cubicBezTo>
                <a:close/>
                <a:moveTo>
                  <a:pt x="6166841" y="3196884"/>
                </a:moveTo>
                <a:cubicBezTo>
                  <a:pt x="6168726" y="3196048"/>
                  <a:pt x="6169561" y="3193844"/>
                  <a:pt x="6168726" y="3191959"/>
                </a:cubicBezTo>
                <a:cubicBezTo>
                  <a:pt x="6167907" y="3190057"/>
                  <a:pt x="6165703" y="3189221"/>
                  <a:pt x="6163818" y="3190057"/>
                </a:cubicBezTo>
                <a:cubicBezTo>
                  <a:pt x="6161916" y="3190892"/>
                  <a:pt x="6161081" y="3193097"/>
                  <a:pt x="6161899" y="3194981"/>
                </a:cubicBezTo>
                <a:cubicBezTo>
                  <a:pt x="6162520" y="3196368"/>
                  <a:pt x="6163889" y="3197204"/>
                  <a:pt x="6165329" y="3197204"/>
                </a:cubicBezTo>
                <a:cubicBezTo>
                  <a:pt x="6165828" y="3197204"/>
                  <a:pt x="6166343" y="3197097"/>
                  <a:pt x="6166841" y="3196884"/>
                </a:cubicBezTo>
                <a:close/>
                <a:moveTo>
                  <a:pt x="6846528" y="2948939"/>
                </a:moveTo>
                <a:cubicBezTo>
                  <a:pt x="6848537" y="2948477"/>
                  <a:pt x="6849800" y="2946467"/>
                  <a:pt x="6849337" y="2944459"/>
                </a:cubicBezTo>
                <a:cubicBezTo>
                  <a:pt x="6848893" y="2942450"/>
                  <a:pt x="6846884" y="2941188"/>
                  <a:pt x="6844875" y="2941650"/>
                </a:cubicBezTo>
                <a:cubicBezTo>
                  <a:pt x="6842867" y="2942112"/>
                  <a:pt x="6841603" y="2944104"/>
                  <a:pt x="6842066" y="2946112"/>
                </a:cubicBezTo>
                <a:cubicBezTo>
                  <a:pt x="6842458" y="2947855"/>
                  <a:pt x="6844004" y="2949028"/>
                  <a:pt x="6845711" y="2949027"/>
                </a:cubicBezTo>
                <a:cubicBezTo>
                  <a:pt x="6845977" y="2949028"/>
                  <a:pt x="6846244" y="2948993"/>
                  <a:pt x="6846528" y="2948939"/>
                </a:cubicBezTo>
                <a:close/>
                <a:moveTo>
                  <a:pt x="8685756" y="2275741"/>
                </a:moveTo>
                <a:cubicBezTo>
                  <a:pt x="8691020" y="2275741"/>
                  <a:pt x="8695749" y="2272024"/>
                  <a:pt x="8696832" y="2266656"/>
                </a:cubicBezTo>
                <a:cubicBezTo>
                  <a:pt x="8698077" y="2260540"/>
                  <a:pt x="8694113" y="2254566"/>
                  <a:pt x="8687979" y="2253321"/>
                </a:cubicBezTo>
                <a:cubicBezTo>
                  <a:pt x="8681845" y="2252076"/>
                  <a:pt x="8675889" y="2256041"/>
                  <a:pt x="8674645" y="2262176"/>
                </a:cubicBezTo>
                <a:cubicBezTo>
                  <a:pt x="8673401" y="2268291"/>
                  <a:pt x="8677365" y="2274265"/>
                  <a:pt x="8683498" y="2275509"/>
                </a:cubicBezTo>
                <a:cubicBezTo>
                  <a:pt x="8684246" y="2275652"/>
                  <a:pt x="8685010" y="2275741"/>
                  <a:pt x="8685756" y="2275741"/>
                </a:cubicBezTo>
                <a:close/>
                <a:moveTo>
                  <a:pt x="7742799" y="2622269"/>
                </a:moveTo>
                <a:cubicBezTo>
                  <a:pt x="7745661" y="2622269"/>
                  <a:pt x="7748293" y="2620403"/>
                  <a:pt x="7749128" y="2617522"/>
                </a:cubicBezTo>
                <a:cubicBezTo>
                  <a:pt x="7750142" y="2614038"/>
                  <a:pt x="7748133" y="2610375"/>
                  <a:pt x="7744649" y="2609361"/>
                </a:cubicBezTo>
                <a:cubicBezTo>
                  <a:pt x="7741164" y="2608348"/>
                  <a:pt x="7737501" y="2610357"/>
                  <a:pt x="7736488" y="2613842"/>
                </a:cubicBezTo>
                <a:cubicBezTo>
                  <a:pt x="7735474" y="2617327"/>
                  <a:pt x="7737484" y="2620971"/>
                  <a:pt x="7740968" y="2622002"/>
                </a:cubicBezTo>
                <a:cubicBezTo>
                  <a:pt x="7741573" y="2622181"/>
                  <a:pt x="7742195" y="2622269"/>
                  <a:pt x="7742799" y="2622269"/>
                </a:cubicBezTo>
                <a:close/>
                <a:moveTo>
                  <a:pt x="7540067" y="2697066"/>
                </a:moveTo>
                <a:cubicBezTo>
                  <a:pt x="7542698" y="2697065"/>
                  <a:pt x="7545027" y="2695216"/>
                  <a:pt x="7545579" y="2692549"/>
                </a:cubicBezTo>
                <a:cubicBezTo>
                  <a:pt x="7546199" y="2689492"/>
                  <a:pt x="7544227" y="2686523"/>
                  <a:pt x="7541186" y="2685918"/>
                </a:cubicBezTo>
                <a:cubicBezTo>
                  <a:pt x="7538128" y="2685296"/>
                  <a:pt x="7535159" y="2687252"/>
                  <a:pt x="7534537" y="2690310"/>
                </a:cubicBezTo>
                <a:cubicBezTo>
                  <a:pt x="7533915" y="2693350"/>
                  <a:pt x="7535888" y="2696319"/>
                  <a:pt x="7538947" y="2696941"/>
                </a:cubicBezTo>
                <a:cubicBezTo>
                  <a:pt x="7539320" y="2697030"/>
                  <a:pt x="7539693" y="2697065"/>
                  <a:pt x="7540067" y="2697066"/>
                </a:cubicBezTo>
                <a:close/>
                <a:moveTo>
                  <a:pt x="6083920" y="3233598"/>
                </a:moveTo>
                <a:cubicBezTo>
                  <a:pt x="6085822" y="3232761"/>
                  <a:pt x="6086658" y="3230556"/>
                  <a:pt x="6085823" y="3228672"/>
                </a:cubicBezTo>
                <a:cubicBezTo>
                  <a:pt x="6084987" y="3226788"/>
                  <a:pt x="6082783" y="3225934"/>
                  <a:pt x="6080898" y="3226753"/>
                </a:cubicBezTo>
                <a:cubicBezTo>
                  <a:pt x="6078996" y="3227588"/>
                  <a:pt x="6078160" y="3229792"/>
                  <a:pt x="6078996" y="3231677"/>
                </a:cubicBezTo>
                <a:cubicBezTo>
                  <a:pt x="6079600" y="3233082"/>
                  <a:pt x="6080968" y="3233918"/>
                  <a:pt x="6082410" y="3233918"/>
                </a:cubicBezTo>
                <a:cubicBezTo>
                  <a:pt x="6082907" y="3233918"/>
                  <a:pt x="6083422" y="3233811"/>
                  <a:pt x="6083920" y="3233598"/>
                </a:cubicBezTo>
                <a:close/>
                <a:moveTo>
                  <a:pt x="5573843" y="3422871"/>
                </a:moveTo>
                <a:cubicBezTo>
                  <a:pt x="5575816" y="3422320"/>
                  <a:pt x="5577009" y="3420276"/>
                  <a:pt x="5576458" y="3418284"/>
                </a:cubicBezTo>
                <a:cubicBezTo>
                  <a:pt x="5575923" y="3416293"/>
                  <a:pt x="5573863" y="3415120"/>
                  <a:pt x="5571871" y="3415671"/>
                </a:cubicBezTo>
                <a:cubicBezTo>
                  <a:pt x="5569897" y="3416205"/>
                  <a:pt x="5568706" y="3418249"/>
                  <a:pt x="5569257" y="3420240"/>
                </a:cubicBezTo>
                <a:cubicBezTo>
                  <a:pt x="5569702" y="3421911"/>
                  <a:pt x="5571212" y="3422996"/>
                  <a:pt x="5572867" y="3422995"/>
                </a:cubicBezTo>
                <a:cubicBezTo>
                  <a:pt x="5573186" y="3422996"/>
                  <a:pt x="5573506" y="3422960"/>
                  <a:pt x="5573843" y="3422871"/>
                </a:cubicBezTo>
                <a:close/>
                <a:moveTo>
                  <a:pt x="7938901" y="2556932"/>
                </a:moveTo>
                <a:cubicBezTo>
                  <a:pt x="7942047" y="2556933"/>
                  <a:pt x="7944981" y="2554941"/>
                  <a:pt x="7946029" y="2551794"/>
                </a:cubicBezTo>
                <a:cubicBezTo>
                  <a:pt x="7947345" y="2547847"/>
                  <a:pt x="7945229" y="2543580"/>
                  <a:pt x="7941282" y="2542264"/>
                </a:cubicBezTo>
                <a:cubicBezTo>
                  <a:pt x="7937353" y="2540949"/>
                  <a:pt x="7933087" y="2543083"/>
                  <a:pt x="7931770" y="2547011"/>
                </a:cubicBezTo>
                <a:cubicBezTo>
                  <a:pt x="7930437" y="2550958"/>
                  <a:pt x="7932571" y="2555225"/>
                  <a:pt x="7936500" y="2556541"/>
                </a:cubicBezTo>
                <a:cubicBezTo>
                  <a:pt x="7937300" y="2556808"/>
                  <a:pt x="7938101" y="2556932"/>
                  <a:pt x="7938901" y="2556932"/>
                </a:cubicBezTo>
                <a:close/>
                <a:moveTo>
                  <a:pt x="6000840" y="3269991"/>
                </a:moveTo>
                <a:cubicBezTo>
                  <a:pt x="6002741" y="3269173"/>
                  <a:pt x="6003594" y="3266968"/>
                  <a:pt x="6002777" y="3265083"/>
                </a:cubicBezTo>
                <a:cubicBezTo>
                  <a:pt x="6001959" y="3263182"/>
                  <a:pt x="5999754" y="3262311"/>
                  <a:pt x="5997870" y="3263146"/>
                </a:cubicBezTo>
                <a:cubicBezTo>
                  <a:pt x="5995985" y="3263964"/>
                  <a:pt x="5995115" y="3266167"/>
                  <a:pt x="5995932" y="3268053"/>
                </a:cubicBezTo>
                <a:cubicBezTo>
                  <a:pt x="5996537" y="3269457"/>
                  <a:pt x="5997924" y="3270311"/>
                  <a:pt x="5999364" y="3270311"/>
                </a:cubicBezTo>
                <a:cubicBezTo>
                  <a:pt x="5999861" y="3270311"/>
                  <a:pt x="6000359" y="3270204"/>
                  <a:pt x="6000840" y="3269991"/>
                </a:cubicBezTo>
                <a:close/>
                <a:moveTo>
                  <a:pt x="5661031" y="3397518"/>
                </a:moveTo>
                <a:cubicBezTo>
                  <a:pt x="5662987" y="3396897"/>
                  <a:pt x="5664088" y="3394816"/>
                  <a:pt x="5663485" y="3392843"/>
                </a:cubicBezTo>
                <a:cubicBezTo>
                  <a:pt x="5662880" y="3390870"/>
                  <a:pt x="5660782" y="3389767"/>
                  <a:pt x="5658809" y="3390372"/>
                </a:cubicBezTo>
                <a:cubicBezTo>
                  <a:pt x="5656835" y="3390994"/>
                  <a:pt x="5655733" y="3393074"/>
                  <a:pt x="5656356" y="3395048"/>
                </a:cubicBezTo>
                <a:cubicBezTo>
                  <a:pt x="5656853" y="3396647"/>
                  <a:pt x="5658329" y="3397679"/>
                  <a:pt x="5659912" y="3397679"/>
                </a:cubicBezTo>
                <a:cubicBezTo>
                  <a:pt x="5660284" y="3397679"/>
                  <a:pt x="5660658" y="3397625"/>
                  <a:pt x="5661031" y="3397518"/>
                </a:cubicBezTo>
                <a:close/>
                <a:moveTo>
                  <a:pt x="6935227" y="2931036"/>
                </a:moveTo>
                <a:cubicBezTo>
                  <a:pt x="6937255" y="2930681"/>
                  <a:pt x="6938623" y="2928742"/>
                  <a:pt x="6938250" y="2926716"/>
                </a:cubicBezTo>
                <a:cubicBezTo>
                  <a:pt x="6937894" y="2924688"/>
                  <a:pt x="6935956" y="2923338"/>
                  <a:pt x="6933929" y="2923692"/>
                </a:cubicBezTo>
                <a:cubicBezTo>
                  <a:pt x="6931903" y="2924049"/>
                  <a:pt x="6930552" y="2925986"/>
                  <a:pt x="6930908" y="2928013"/>
                </a:cubicBezTo>
                <a:cubicBezTo>
                  <a:pt x="6931228" y="2929827"/>
                  <a:pt x="6932791" y="2931107"/>
                  <a:pt x="6934587" y="2931107"/>
                </a:cubicBezTo>
                <a:cubicBezTo>
                  <a:pt x="6934801" y="2931107"/>
                  <a:pt x="6935013" y="2931090"/>
                  <a:pt x="6935227" y="2931036"/>
                </a:cubicBezTo>
                <a:close/>
                <a:moveTo>
                  <a:pt x="8502528" y="2356403"/>
                </a:moveTo>
                <a:cubicBezTo>
                  <a:pt x="8507115" y="2356404"/>
                  <a:pt x="8511311" y="2353346"/>
                  <a:pt x="8512555" y="2348723"/>
                </a:cubicBezTo>
                <a:cubicBezTo>
                  <a:pt x="8514031" y="2343194"/>
                  <a:pt x="8510741" y="2337505"/>
                  <a:pt x="8505212" y="2336011"/>
                </a:cubicBezTo>
                <a:cubicBezTo>
                  <a:pt x="8499683" y="2334536"/>
                  <a:pt x="8493993" y="2337825"/>
                  <a:pt x="8492518" y="2343354"/>
                </a:cubicBezTo>
                <a:cubicBezTo>
                  <a:pt x="8491025" y="2348901"/>
                  <a:pt x="8494314" y="2354572"/>
                  <a:pt x="8499861" y="2356066"/>
                </a:cubicBezTo>
                <a:cubicBezTo>
                  <a:pt x="8500750" y="2356297"/>
                  <a:pt x="8501656" y="2356404"/>
                  <a:pt x="8502528" y="2356403"/>
                </a:cubicBezTo>
                <a:close/>
                <a:moveTo>
                  <a:pt x="5917226" y="3305229"/>
                </a:moveTo>
                <a:cubicBezTo>
                  <a:pt x="5919127" y="3304464"/>
                  <a:pt x="5920052" y="3302277"/>
                  <a:pt x="5919270" y="3300375"/>
                </a:cubicBezTo>
                <a:cubicBezTo>
                  <a:pt x="5918488" y="3298454"/>
                  <a:pt x="5916319" y="3297530"/>
                  <a:pt x="5914398" y="3298313"/>
                </a:cubicBezTo>
                <a:cubicBezTo>
                  <a:pt x="5912496" y="3299095"/>
                  <a:pt x="5911571" y="3301282"/>
                  <a:pt x="5912354" y="3303183"/>
                </a:cubicBezTo>
                <a:cubicBezTo>
                  <a:pt x="5912940" y="3304624"/>
                  <a:pt x="5914345" y="3305513"/>
                  <a:pt x="5915803" y="3305513"/>
                </a:cubicBezTo>
                <a:cubicBezTo>
                  <a:pt x="5916283" y="3305513"/>
                  <a:pt x="5916763" y="3305424"/>
                  <a:pt x="5917226" y="3305229"/>
                </a:cubicBezTo>
                <a:close/>
                <a:moveTo>
                  <a:pt x="8130005" y="2494012"/>
                </a:moveTo>
                <a:cubicBezTo>
                  <a:pt x="8133544" y="2494012"/>
                  <a:pt x="8136832" y="2491790"/>
                  <a:pt x="8138024" y="2488269"/>
                </a:cubicBezTo>
                <a:cubicBezTo>
                  <a:pt x="8139535" y="2483824"/>
                  <a:pt x="8137170" y="2479025"/>
                  <a:pt x="8132744" y="2477513"/>
                </a:cubicBezTo>
                <a:cubicBezTo>
                  <a:pt x="8128299" y="2476002"/>
                  <a:pt x="8123498" y="2478366"/>
                  <a:pt x="8121988" y="2482794"/>
                </a:cubicBezTo>
                <a:cubicBezTo>
                  <a:pt x="8120476" y="2487239"/>
                  <a:pt x="8122841" y="2492038"/>
                  <a:pt x="8127268" y="2493550"/>
                </a:cubicBezTo>
                <a:cubicBezTo>
                  <a:pt x="8128174" y="2493870"/>
                  <a:pt x="8129099" y="2494012"/>
                  <a:pt x="8130005" y="2494012"/>
                </a:cubicBezTo>
                <a:close/>
                <a:moveTo>
                  <a:pt x="5747312" y="3369250"/>
                </a:moveTo>
                <a:cubicBezTo>
                  <a:pt x="5749269" y="3368574"/>
                  <a:pt x="5750299" y="3366458"/>
                  <a:pt x="5749623" y="3364504"/>
                </a:cubicBezTo>
                <a:cubicBezTo>
                  <a:pt x="5748948" y="3362547"/>
                  <a:pt x="5746832" y="3361516"/>
                  <a:pt x="5744877" y="3362192"/>
                </a:cubicBezTo>
                <a:cubicBezTo>
                  <a:pt x="5742921" y="3362868"/>
                  <a:pt x="5741890" y="3364984"/>
                  <a:pt x="5742565" y="3366939"/>
                </a:cubicBezTo>
                <a:cubicBezTo>
                  <a:pt x="5743099" y="3368485"/>
                  <a:pt x="5744538" y="3369463"/>
                  <a:pt x="5746086" y="3369463"/>
                </a:cubicBezTo>
                <a:cubicBezTo>
                  <a:pt x="5746495" y="3369463"/>
                  <a:pt x="5746903" y="3369393"/>
                  <a:pt x="5747312" y="3369250"/>
                </a:cubicBezTo>
                <a:close/>
                <a:moveTo>
                  <a:pt x="5832704" y="3338404"/>
                </a:moveTo>
                <a:cubicBezTo>
                  <a:pt x="5834625" y="3337675"/>
                  <a:pt x="5835603" y="3335523"/>
                  <a:pt x="5834873" y="3333586"/>
                </a:cubicBezTo>
                <a:cubicBezTo>
                  <a:pt x="5834145" y="3331666"/>
                  <a:pt x="5831993" y="3330688"/>
                  <a:pt x="5830073" y="3331417"/>
                </a:cubicBezTo>
                <a:cubicBezTo>
                  <a:pt x="5828135" y="3332146"/>
                  <a:pt x="5827157" y="3334297"/>
                  <a:pt x="5827887" y="3336235"/>
                </a:cubicBezTo>
                <a:cubicBezTo>
                  <a:pt x="5828455" y="3337728"/>
                  <a:pt x="5829878" y="3338653"/>
                  <a:pt x="5831389" y="3338653"/>
                </a:cubicBezTo>
                <a:cubicBezTo>
                  <a:pt x="5831834" y="3338653"/>
                  <a:pt x="5832278" y="3338565"/>
                  <a:pt x="5832704" y="3338404"/>
                </a:cubicBezTo>
                <a:close/>
                <a:moveTo>
                  <a:pt x="7330044" y="2790422"/>
                </a:moveTo>
                <a:cubicBezTo>
                  <a:pt x="7332479" y="2790422"/>
                  <a:pt x="7334523" y="2788555"/>
                  <a:pt x="7334702" y="2786084"/>
                </a:cubicBezTo>
                <a:cubicBezTo>
                  <a:pt x="7334898" y="2783506"/>
                  <a:pt x="7332978" y="2781266"/>
                  <a:pt x="7330399" y="2781070"/>
                </a:cubicBezTo>
                <a:cubicBezTo>
                  <a:pt x="7327822" y="2780875"/>
                  <a:pt x="7325581" y="2782795"/>
                  <a:pt x="7325367" y="2785373"/>
                </a:cubicBezTo>
                <a:cubicBezTo>
                  <a:pt x="7325172" y="2787951"/>
                  <a:pt x="7327109" y="2790209"/>
                  <a:pt x="7329688" y="2790405"/>
                </a:cubicBezTo>
                <a:lnTo>
                  <a:pt x="7329688" y="2790422"/>
                </a:lnTo>
                <a:cubicBezTo>
                  <a:pt x="7329812" y="2790422"/>
                  <a:pt x="7329938" y="2790422"/>
                  <a:pt x="7330044" y="2790422"/>
                </a:cubicBezTo>
                <a:close/>
                <a:moveTo>
                  <a:pt x="8317431" y="2428336"/>
                </a:moveTo>
                <a:cubicBezTo>
                  <a:pt x="8321432" y="2428337"/>
                  <a:pt x="8325148" y="2425758"/>
                  <a:pt x="8326410" y="2421741"/>
                </a:cubicBezTo>
                <a:cubicBezTo>
                  <a:pt x="8327974" y="2416780"/>
                  <a:pt x="8325219" y="2411501"/>
                  <a:pt x="8320258" y="2409918"/>
                </a:cubicBezTo>
                <a:cubicBezTo>
                  <a:pt x="8315298" y="2408353"/>
                  <a:pt x="8310017" y="2411109"/>
                  <a:pt x="8308453" y="2416069"/>
                </a:cubicBezTo>
                <a:cubicBezTo>
                  <a:pt x="8306871" y="2421029"/>
                  <a:pt x="8309627" y="2426328"/>
                  <a:pt x="8314587" y="2427893"/>
                </a:cubicBezTo>
                <a:cubicBezTo>
                  <a:pt x="8315529" y="2428195"/>
                  <a:pt x="8316489" y="2428337"/>
                  <a:pt x="8317431" y="2428336"/>
                </a:cubicBezTo>
                <a:close/>
                <a:moveTo>
                  <a:pt x="8962112" y="2194509"/>
                </a:moveTo>
                <a:cubicBezTo>
                  <a:pt x="8968458" y="2194509"/>
                  <a:pt x="8973828" y="2189619"/>
                  <a:pt x="8974326" y="2183183"/>
                </a:cubicBezTo>
                <a:cubicBezTo>
                  <a:pt x="8974859" y="2176427"/>
                  <a:pt x="8969792" y="2170524"/>
                  <a:pt x="8963037" y="2170010"/>
                </a:cubicBezTo>
                <a:cubicBezTo>
                  <a:pt x="8956280" y="2169494"/>
                  <a:pt x="8950395" y="2174543"/>
                  <a:pt x="8949862" y="2181300"/>
                </a:cubicBezTo>
                <a:cubicBezTo>
                  <a:pt x="8949347" y="2188055"/>
                  <a:pt x="8954414" y="2193958"/>
                  <a:pt x="8961169" y="2194473"/>
                </a:cubicBezTo>
                <a:cubicBezTo>
                  <a:pt x="8961489" y="2194509"/>
                  <a:pt x="8961792" y="2194509"/>
                  <a:pt x="8962112" y="2194509"/>
                </a:cubicBezTo>
                <a:close/>
                <a:moveTo>
                  <a:pt x="7024692" y="2917702"/>
                </a:moveTo>
                <a:cubicBezTo>
                  <a:pt x="7026753" y="2917453"/>
                  <a:pt x="7028211" y="2915604"/>
                  <a:pt x="7027963" y="2913541"/>
                </a:cubicBezTo>
                <a:cubicBezTo>
                  <a:pt x="7027713" y="2911497"/>
                  <a:pt x="7025847" y="2910038"/>
                  <a:pt x="7023803" y="2910288"/>
                </a:cubicBezTo>
                <a:cubicBezTo>
                  <a:pt x="7021757" y="2910536"/>
                  <a:pt x="7020300" y="2912404"/>
                  <a:pt x="7020549" y="2914448"/>
                </a:cubicBezTo>
                <a:cubicBezTo>
                  <a:pt x="7020780" y="2916351"/>
                  <a:pt x="7022380" y="2917738"/>
                  <a:pt x="7024247" y="2917738"/>
                </a:cubicBezTo>
                <a:cubicBezTo>
                  <a:pt x="7024388" y="2917737"/>
                  <a:pt x="7024549" y="2917719"/>
                  <a:pt x="7024692" y="2917702"/>
                </a:cubicBezTo>
                <a:close/>
                <a:moveTo>
                  <a:pt x="8779682" y="2292382"/>
                </a:moveTo>
                <a:cubicBezTo>
                  <a:pt x="8785194" y="2292382"/>
                  <a:pt x="8790012" y="2288347"/>
                  <a:pt x="8790865" y="2282745"/>
                </a:cubicBezTo>
                <a:cubicBezTo>
                  <a:pt x="8791790" y="2276559"/>
                  <a:pt x="8787540" y="2270798"/>
                  <a:pt x="8781354" y="2269873"/>
                </a:cubicBezTo>
                <a:cubicBezTo>
                  <a:pt x="8775185" y="2268932"/>
                  <a:pt x="8769406" y="2273180"/>
                  <a:pt x="8768482" y="2279367"/>
                </a:cubicBezTo>
                <a:cubicBezTo>
                  <a:pt x="8767540" y="2285554"/>
                  <a:pt x="8771789" y="2291315"/>
                  <a:pt x="8777975" y="2292257"/>
                </a:cubicBezTo>
                <a:cubicBezTo>
                  <a:pt x="8778545" y="2292328"/>
                  <a:pt x="8779114" y="2292382"/>
                  <a:pt x="8779682" y="2292382"/>
                </a:cubicBezTo>
                <a:close/>
                <a:moveTo>
                  <a:pt x="7110776" y="2905896"/>
                </a:moveTo>
                <a:lnTo>
                  <a:pt x="7110785" y="2905886"/>
                </a:lnTo>
                <a:lnTo>
                  <a:pt x="7110776" y="2905879"/>
                </a:lnTo>
                <a:close/>
                <a:moveTo>
                  <a:pt x="7629583" y="2717511"/>
                </a:moveTo>
                <a:cubicBezTo>
                  <a:pt x="7632090" y="2717511"/>
                  <a:pt x="7634383" y="2715823"/>
                  <a:pt x="7635023" y="2713262"/>
                </a:cubicBezTo>
                <a:cubicBezTo>
                  <a:pt x="7635788" y="2710239"/>
                  <a:pt x="7633974" y="2707181"/>
                  <a:pt x="7630953" y="2706435"/>
                </a:cubicBezTo>
                <a:cubicBezTo>
                  <a:pt x="7627930" y="2705670"/>
                  <a:pt x="7624871" y="2707502"/>
                  <a:pt x="7624107" y="2710506"/>
                </a:cubicBezTo>
                <a:cubicBezTo>
                  <a:pt x="7623361" y="2713529"/>
                  <a:pt x="7625175" y="2716587"/>
                  <a:pt x="7628197" y="2717333"/>
                </a:cubicBezTo>
                <a:cubicBezTo>
                  <a:pt x="7628659" y="2717457"/>
                  <a:pt x="7629121" y="2717511"/>
                  <a:pt x="7629583" y="2717511"/>
                </a:cubicBezTo>
                <a:close/>
                <a:moveTo>
                  <a:pt x="7114742" y="2909381"/>
                </a:moveTo>
                <a:cubicBezTo>
                  <a:pt x="7116803" y="2909257"/>
                  <a:pt x="7118368" y="2907478"/>
                  <a:pt x="7118244" y="2905416"/>
                </a:cubicBezTo>
                <a:cubicBezTo>
                  <a:pt x="7118101" y="2903372"/>
                  <a:pt x="7116341" y="2901807"/>
                  <a:pt x="7114279" y="2901931"/>
                </a:cubicBezTo>
                <a:lnTo>
                  <a:pt x="7110785" y="2905886"/>
                </a:lnTo>
                <a:lnTo>
                  <a:pt x="7114510" y="2909381"/>
                </a:lnTo>
                <a:cubicBezTo>
                  <a:pt x="7114581" y="2909381"/>
                  <a:pt x="7114742" y="2909381"/>
                  <a:pt x="7114742" y="2909381"/>
                </a:cubicBezTo>
                <a:close/>
                <a:moveTo>
                  <a:pt x="7831196" y="2649293"/>
                </a:moveTo>
                <a:cubicBezTo>
                  <a:pt x="7833988" y="2649293"/>
                  <a:pt x="7836566" y="2647498"/>
                  <a:pt x="7837472" y="2644706"/>
                </a:cubicBezTo>
                <a:cubicBezTo>
                  <a:pt x="7838574" y="2641239"/>
                  <a:pt x="7836655" y="2637541"/>
                  <a:pt x="7833188" y="2636439"/>
                </a:cubicBezTo>
                <a:cubicBezTo>
                  <a:pt x="7829738" y="2635336"/>
                  <a:pt x="7826040" y="2637256"/>
                  <a:pt x="7824920" y="2640706"/>
                </a:cubicBezTo>
                <a:cubicBezTo>
                  <a:pt x="7823835" y="2644172"/>
                  <a:pt x="7825738" y="2647871"/>
                  <a:pt x="7829188" y="2648973"/>
                </a:cubicBezTo>
                <a:cubicBezTo>
                  <a:pt x="7829863" y="2649187"/>
                  <a:pt x="7830539" y="2649293"/>
                  <a:pt x="7831196" y="2649293"/>
                </a:cubicBezTo>
                <a:close/>
                <a:moveTo>
                  <a:pt x="9057976" y="2199558"/>
                </a:moveTo>
                <a:cubicBezTo>
                  <a:pt x="9064589" y="2199558"/>
                  <a:pt x="9070029" y="2194295"/>
                  <a:pt x="9070225" y="2187646"/>
                </a:cubicBezTo>
                <a:cubicBezTo>
                  <a:pt x="9070421" y="2180873"/>
                  <a:pt x="9065087" y="2175237"/>
                  <a:pt x="9058331" y="2175041"/>
                </a:cubicBezTo>
                <a:cubicBezTo>
                  <a:pt x="9051557" y="2174846"/>
                  <a:pt x="9045904" y="2180161"/>
                  <a:pt x="9045708" y="2186935"/>
                </a:cubicBezTo>
                <a:cubicBezTo>
                  <a:pt x="9045512" y="2193709"/>
                  <a:pt x="9050829" y="2199362"/>
                  <a:pt x="9057603" y="2199558"/>
                </a:cubicBezTo>
                <a:close/>
                <a:moveTo>
                  <a:pt x="7420769" y="2800183"/>
                </a:moveTo>
                <a:cubicBezTo>
                  <a:pt x="7423080" y="2800183"/>
                  <a:pt x="7425090" y="2798494"/>
                  <a:pt x="7425410" y="2796146"/>
                </a:cubicBezTo>
                <a:cubicBezTo>
                  <a:pt x="7425766" y="2793569"/>
                  <a:pt x="7423968" y="2791222"/>
                  <a:pt x="7421409" y="2790867"/>
                </a:cubicBezTo>
                <a:cubicBezTo>
                  <a:pt x="7418849" y="2790510"/>
                  <a:pt x="7416484" y="2792306"/>
                  <a:pt x="7416129" y="2794866"/>
                </a:cubicBezTo>
                <a:cubicBezTo>
                  <a:pt x="7415773" y="2797427"/>
                  <a:pt x="7417570" y="2799791"/>
                  <a:pt x="7420131" y="2800147"/>
                </a:cubicBezTo>
                <a:cubicBezTo>
                  <a:pt x="7420342" y="2800183"/>
                  <a:pt x="7420556" y="2800183"/>
                  <a:pt x="7420769" y="2800183"/>
                </a:cubicBezTo>
                <a:close/>
                <a:moveTo>
                  <a:pt x="8027012" y="2586819"/>
                </a:moveTo>
                <a:cubicBezTo>
                  <a:pt x="8030141" y="2586819"/>
                  <a:pt x="8033058" y="2584845"/>
                  <a:pt x="8034123" y="2581734"/>
                </a:cubicBezTo>
                <a:cubicBezTo>
                  <a:pt x="8035476" y="2577787"/>
                  <a:pt x="8033377" y="2573520"/>
                  <a:pt x="8029448" y="2572169"/>
                </a:cubicBezTo>
                <a:cubicBezTo>
                  <a:pt x="8025501" y="2570818"/>
                  <a:pt x="8021234" y="2572915"/>
                  <a:pt x="8019883" y="2576863"/>
                </a:cubicBezTo>
                <a:cubicBezTo>
                  <a:pt x="8018532" y="2580792"/>
                  <a:pt x="8020630" y="2585059"/>
                  <a:pt x="8024577" y="2586410"/>
                </a:cubicBezTo>
                <a:cubicBezTo>
                  <a:pt x="8025377" y="2586694"/>
                  <a:pt x="8026195" y="2586818"/>
                  <a:pt x="8027012" y="2586819"/>
                </a:cubicBezTo>
                <a:close/>
                <a:moveTo>
                  <a:pt x="8594569" y="2379214"/>
                </a:moveTo>
                <a:cubicBezTo>
                  <a:pt x="8599316" y="2379214"/>
                  <a:pt x="8603583" y="2375942"/>
                  <a:pt x="8604686" y="2371125"/>
                </a:cubicBezTo>
                <a:cubicBezTo>
                  <a:pt x="8605948" y="2365542"/>
                  <a:pt x="8602445" y="2359978"/>
                  <a:pt x="8596862" y="2358715"/>
                </a:cubicBezTo>
                <a:cubicBezTo>
                  <a:pt x="8591280" y="2357452"/>
                  <a:pt x="8585715" y="2360955"/>
                  <a:pt x="8584453" y="2366537"/>
                </a:cubicBezTo>
                <a:cubicBezTo>
                  <a:pt x="8583191" y="2372138"/>
                  <a:pt x="8586693" y="2377685"/>
                  <a:pt x="8592275" y="2378948"/>
                </a:cubicBezTo>
                <a:cubicBezTo>
                  <a:pt x="8593040" y="2379125"/>
                  <a:pt x="8593822" y="2379214"/>
                  <a:pt x="8594569" y="2379214"/>
                </a:cubicBezTo>
                <a:close/>
                <a:moveTo>
                  <a:pt x="8218794" y="2523810"/>
                </a:moveTo>
                <a:cubicBezTo>
                  <a:pt x="8222349" y="2523809"/>
                  <a:pt x="8225657" y="2521552"/>
                  <a:pt x="8226829" y="2517978"/>
                </a:cubicBezTo>
                <a:cubicBezTo>
                  <a:pt x="8228287" y="2513533"/>
                  <a:pt x="8225887" y="2508733"/>
                  <a:pt x="8221442" y="2507275"/>
                </a:cubicBezTo>
                <a:cubicBezTo>
                  <a:pt x="8216980" y="2505817"/>
                  <a:pt x="8212197" y="2508235"/>
                  <a:pt x="8210739" y="2512679"/>
                </a:cubicBezTo>
                <a:cubicBezTo>
                  <a:pt x="8209281" y="2517124"/>
                  <a:pt x="8211681" y="2521907"/>
                  <a:pt x="8216145" y="2523382"/>
                </a:cubicBezTo>
                <a:cubicBezTo>
                  <a:pt x="8217016" y="2523667"/>
                  <a:pt x="8217905" y="2523809"/>
                  <a:pt x="8218794" y="2523810"/>
                </a:cubicBezTo>
                <a:close/>
                <a:moveTo>
                  <a:pt x="8407623" y="2455645"/>
                </a:moveTo>
                <a:cubicBezTo>
                  <a:pt x="8411731" y="2455645"/>
                  <a:pt x="8415482" y="2452960"/>
                  <a:pt x="8416673" y="2448818"/>
                </a:cubicBezTo>
                <a:cubicBezTo>
                  <a:pt x="8418114" y="2443822"/>
                  <a:pt x="8415233" y="2438595"/>
                  <a:pt x="8410237" y="2437155"/>
                </a:cubicBezTo>
                <a:cubicBezTo>
                  <a:pt x="8405242" y="2435715"/>
                  <a:pt x="8400015" y="2438595"/>
                  <a:pt x="8398574" y="2443609"/>
                </a:cubicBezTo>
                <a:cubicBezTo>
                  <a:pt x="8397134" y="2448604"/>
                  <a:pt x="8400015" y="2453832"/>
                  <a:pt x="8405010" y="2455272"/>
                </a:cubicBezTo>
                <a:cubicBezTo>
                  <a:pt x="8405881" y="2455521"/>
                  <a:pt x="8406770" y="2455645"/>
                  <a:pt x="8407623" y="2455645"/>
                </a:cubicBezTo>
                <a:close/>
                <a:moveTo>
                  <a:pt x="7205129" y="2906465"/>
                </a:moveTo>
                <a:cubicBezTo>
                  <a:pt x="7207191" y="2906465"/>
                  <a:pt x="7208844" y="2904795"/>
                  <a:pt x="7208845" y="2902732"/>
                </a:cubicBezTo>
                <a:cubicBezTo>
                  <a:pt x="7208844" y="2900669"/>
                  <a:pt x="7207174" y="2899016"/>
                  <a:pt x="7205112" y="2899016"/>
                </a:cubicBezTo>
                <a:cubicBezTo>
                  <a:pt x="7203049" y="2899016"/>
                  <a:pt x="7201378" y="2900687"/>
                  <a:pt x="7201378" y="2902750"/>
                </a:cubicBezTo>
                <a:cubicBezTo>
                  <a:pt x="7201378" y="2904794"/>
                  <a:pt x="7203049" y="2906465"/>
                  <a:pt x="7205129" y="2906465"/>
                </a:cubicBezTo>
                <a:close/>
                <a:moveTo>
                  <a:pt x="8874355" y="2304116"/>
                </a:moveTo>
                <a:cubicBezTo>
                  <a:pt x="8880116" y="2304116"/>
                  <a:pt x="8885040" y="2299742"/>
                  <a:pt x="8885609" y="2293893"/>
                </a:cubicBezTo>
                <a:cubicBezTo>
                  <a:pt x="8886214" y="2287670"/>
                  <a:pt x="8881663" y="2282123"/>
                  <a:pt x="8875441" y="2281520"/>
                </a:cubicBezTo>
                <a:cubicBezTo>
                  <a:pt x="8869218" y="2280915"/>
                  <a:pt x="8863688" y="2285466"/>
                  <a:pt x="8863083" y="2291689"/>
                </a:cubicBezTo>
                <a:cubicBezTo>
                  <a:pt x="8862461" y="2297911"/>
                  <a:pt x="8867031" y="2303440"/>
                  <a:pt x="8873254" y="2304063"/>
                </a:cubicBezTo>
                <a:cubicBezTo>
                  <a:pt x="8873627" y="2304116"/>
                  <a:pt x="8873999" y="2304116"/>
                  <a:pt x="8874355" y="2304116"/>
                </a:cubicBezTo>
                <a:close/>
                <a:moveTo>
                  <a:pt x="6552750" y="3156863"/>
                </a:moveTo>
                <a:cubicBezTo>
                  <a:pt x="6554207" y="3156330"/>
                  <a:pt x="6554937" y="3154730"/>
                  <a:pt x="6554403" y="3153289"/>
                </a:cubicBezTo>
                <a:cubicBezTo>
                  <a:pt x="6553869" y="3151849"/>
                  <a:pt x="6552270" y="3151103"/>
                  <a:pt x="6550829" y="3151637"/>
                </a:cubicBezTo>
                <a:cubicBezTo>
                  <a:pt x="6549372" y="3152169"/>
                  <a:pt x="6548643" y="3153769"/>
                  <a:pt x="6549176" y="3155210"/>
                </a:cubicBezTo>
                <a:cubicBezTo>
                  <a:pt x="6549584" y="3156347"/>
                  <a:pt x="6550652" y="3157041"/>
                  <a:pt x="6551789" y="3157041"/>
                </a:cubicBezTo>
                <a:cubicBezTo>
                  <a:pt x="6552111" y="3157041"/>
                  <a:pt x="6552430" y="3156988"/>
                  <a:pt x="6552750" y="3156863"/>
                </a:cubicBezTo>
                <a:close/>
                <a:moveTo>
                  <a:pt x="6637645" y="3126923"/>
                </a:moveTo>
                <a:cubicBezTo>
                  <a:pt x="6639101" y="3126443"/>
                  <a:pt x="6639883" y="3124861"/>
                  <a:pt x="6639403" y="3123403"/>
                </a:cubicBezTo>
                <a:cubicBezTo>
                  <a:pt x="6638907" y="3121945"/>
                  <a:pt x="6637324" y="3121163"/>
                  <a:pt x="6635867" y="3121643"/>
                </a:cubicBezTo>
                <a:cubicBezTo>
                  <a:pt x="6634409" y="3122141"/>
                  <a:pt x="6633626" y="3123723"/>
                  <a:pt x="6634105" y="3125181"/>
                </a:cubicBezTo>
                <a:cubicBezTo>
                  <a:pt x="6634497" y="3126337"/>
                  <a:pt x="6635582" y="3127083"/>
                  <a:pt x="6636756" y="3127083"/>
                </a:cubicBezTo>
                <a:cubicBezTo>
                  <a:pt x="6637040" y="3127083"/>
                  <a:pt x="6637342" y="3127029"/>
                  <a:pt x="6637645" y="3126923"/>
                </a:cubicBezTo>
                <a:close/>
                <a:moveTo>
                  <a:pt x="6468761" y="3189221"/>
                </a:moveTo>
                <a:cubicBezTo>
                  <a:pt x="6470185" y="3188651"/>
                  <a:pt x="6470879" y="3187034"/>
                  <a:pt x="6470309" y="3185593"/>
                </a:cubicBezTo>
                <a:cubicBezTo>
                  <a:pt x="6469740" y="3184171"/>
                  <a:pt x="6468122" y="3183478"/>
                  <a:pt x="6466700" y="3184046"/>
                </a:cubicBezTo>
                <a:cubicBezTo>
                  <a:pt x="6465259" y="3184616"/>
                  <a:pt x="6464566" y="3186234"/>
                  <a:pt x="6465135" y="3187674"/>
                </a:cubicBezTo>
                <a:cubicBezTo>
                  <a:pt x="6465579" y="3188758"/>
                  <a:pt x="6466610" y="3189417"/>
                  <a:pt x="6467732" y="3189416"/>
                </a:cubicBezTo>
                <a:cubicBezTo>
                  <a:pt x="6468069" y="3189416"/>
                  <a:pt x="6468424" y="3189363"/>
                  <a:pt x="6468761" y="3189221"/>
                </a:cubicBezTo>
                <a:close/>
                <a:moveTo>
                  <a:pt x="6385504" y="3223480"/>
                </a:moveTo>
                <a:cubicBezTo>
                  <a:pt x="6386908" y="3222876"/>
                  <a:pt x="6387584" y="3221240"/>
                  <a:pt x="6386979" y="3219836"/>
                </a:cubicBezTo>
                <a:cubicBezTo>
                  <a:pt x="6386393" y="3218413"/>
                  <a:pt x="6384757" y="3217737"/>
                  <a:pt x="6383334" y="3218343"/>
                </a:cubicBezTo>
                <a:cubicBezTo>
                  <a:pt x="6381913" y="3218947"/>
                  <a:pt x="6381254" y="3220583"/>
                  <a:pt x="6381859" y="3221987"/>
                </a:cubicBezTo>
                <a:cubicBezTo>
                  <a:pt x="6382303" y="3223054"/>
                  <a:pt x="6383334" y="3223694"/>
                  <a:pt x="6384418" y="3223694"/>
                </a:cubicBezTo>
                <a:cubicBezTo>
                  <a:pt x="6384775" y="3223694"/>
                  <a:pt x="6385148" y="3223623"/>
                  <a:pt x="6385504" y="3223480"/>
                </a:cubicBezTo>
                <a:close/>
                <a:moveTo>
                  <a:pt x="6723463" y="3099882"/>
                </a:moveTo>
                <a:cubicBezTo>
                  <a:pt x="6724938" y="3099455"/>
                  <a:pt x="6725793" y="3097908"/>
                  <a:pt x="6725347" y="3096433"/>
                </a:cubicBezTo>
                <a:cubicBezTo>
                  <a:pt x="6724903" y="3094957"/>
                  <a:pt x="6723356" y="3094121"/>
                  <a:pt x="6721898" y="3094548"/>
                </a:cubicBezTo>
                <a:cubicBezTo>
                  <a:pt x="6720405" y="3094974"/>
                  <a:pt x="6719570" y="3096522"/>
                  <a:pt x="6719996" y="3097997"/>
                </a:cubicBezTo>
                <a:cubicBezTo>
                  <a:pt x="6720369" y="3099206"/>
                  <a:pt x="6721471" y="3100007"/>
                  <a:pt x="6722680" y="3100007"/>
                </a:cubicBezTo>
                <a:cubicBezTo>
                  <a:pt x="6722929" y="3100006"/>
                  <a:pt x="6723196" y="3099971"/>
                  <a:pt x="6723463" y="3099882"/>
                </a:cubicBezTo>
                <a:close/>
                <a:moveTo>
                  <a:pt x="5374081" y="3598029"/>
                </a:moveTo>
                <a:cubicBezTo>
                  <a:pt x="5375592" y="3597762"/>
                  <a:pt x="5376606" y="3596321"/>
                  <a:pt x="5376337" y="3594811"/>
                </a:cubicBezTo>
                <a:cubicBezTo>
                  <a:pt x="5376072" y="3593299"/>
                  <a:pt x="5374630" y="3592286"/>
                  <a:pt x="5373121" y="3592553"/>
                </a:cubicBezTo>
                <a:cubicBezTo>
                  <a:pt x="5371591" y="3592802"/>
                  <a:pt x="5370579" y="3594259"/>
                  <a:pt x="5370844" y="3595770"/>
                </a:cubicBezTo>
                <a:cubicBezTo>
                  <a:pt x="5371093" y="3597122"/>
                  <a:pt x="5372268" y="3598082"/>
                  <a:pt x="5373583" y="3598082"/>
                </a:cubicBezTo>
                <a:cubicBezTo>
                  <a:pt x="5373742" y="3598082"/>
                  <a:pt x="5373921" y="3598064"/>
                  <a:pt x="5374081" y="3598029"/>
                </a:cubicBezTo>
                <a:close/>
                <a:moveTo>
                  <a:pt x="7510731" y="2815402"/>
                </a:moveTo>
                <a:cubicBezTo>
                  <a:pt x="7512918" y="2815402"/>
                  <a:pt x="7514873" y="2813854"/>
                  <a:pt x="7515318" y="2811633"/>
                </a:cubicBezTo>
                <a:cubicBezTo>
                  <a:pt x="7515815" y="2809107"/>
                  <a:pt x="7514162" y="2806636"/>
                  <a:pt x="7511637" y="2806121"/>
                </a:cubicBezTo>
                <a:cubicBezTo>
                  <a:pt x="7509096" y="2805623"/>
                  <a:pt x="7506624" y="2807277"/>
                  <a:pt x="7506126" y="2809801"/>
                </a:cubicBezTo>
                <a:cubicBezTo>
                  <a:pt x="7505611" y="2812344"/>
                  <a:pt x="7507263" y="2814815"/>
                  <a:pt x="7509806" y="2815313"/>
                </a:cubicBezTo>
                <a:cubicBezTo>
                  <a:pt x="7510108" y="2815366"/>
                  <a:pt x="7510429" y="2815402"/>
                  <a:pt x="7510731" y="2815402"/>
                </a:cubicBezTo>
                <a:close/>
                <a:moveTo>
                  <a:pt x="6302814" y="3259127"/>
                </a:moveTo>
                <a:cubicBezTo>
                  <a:pt x="6304236" y="3258505"/>
                  <a:pt x="6304858" y="3256870"/>
                  <a:pt x="6304236" y="3255465"/>
                </a:cubicBezTo>
                <a:cubicBezTo>
                  <a:pt x="6303632" y="3254060"/>
                  <a:pt x="6301979" y="3253421"/>
                  <a:pt x="6300573" y="3254024"/>
                </a:cubicBezTo>
                <a:cubicBezTo>
                  <a:pt x="6299151" y="3254647"/>
                  <a:pt x="6298528" y="3256283"/>
                  <a:pt x="6299151" y="3257705"/>
                </a:cubicBezTo>
                <a:cubicBezTo>
                  <a:pt x="6299596" y="3258754"/>
                  <a:pt x="6300627" y="3259358"/>
                  <a:pt x="6301694" y="3259358"/>
                </a:cubicBezTo>
                <a:cubicBezTo>
                  <a:pt x="6302067" y="3259358"/>
                  <a:pt x="6302440" y="3259287"/>
                  <a:pt x="6302814" y="3259127"/>
                </a:cubicBezTo>
                <a:close/>
                <a:moveTo>
                  <a:pt x="7718158" y="2741690"/>
                </a:moveTo>
                <a:cubicBezTo>
                  <a:pt x="7720594" y="2741690"/>
                  <a:pt x="7722851" y="2740090"/>
                  <a:pt x="7723563" y="2737637"/>
                </a:cubicBezTo>
                <a:cubicBezTo>
                  <a:pt x="7724434" y="2734650"/>
                  <a:pt x="7722728" y="2731521"/>
                  <a:pt x="7719741" y="2730650"/>
                </a:cubicBezTo>
                <a:cubicBezTo>
                  <a:pt x="7716754" y="2729779"/>
                  <a:pt x="7713625" y="2731503"/>
                  <a:pt x="7712753" y="2734490"/>
                </a:cubicBezTo>
                <a:cubicBezTo>
                  <a:pt x="7711881" y="2737459"/>
                  <a:pt x="7713606" y="2740588"/>
                  <a:pt x="7716594" y="2741460"/>
                </a:cubicBezTo>
                <a:cubicBezTo>
                  <a:pt x="7717109" y="2741619"/>
                  <a:pt x="7717642" y="2741690"/>
                  <a:pt x="7718158" y="2741690"/>
                </a:cubicBezTo>
                <a:close/>
                <a:moveTo>
                  <a:pt x="6810259" y="3076236"/>
                </a:moveTo>
                <a:cubicBezTo>
                  <a:pt x="6811753" y="3075863"/>
                  <a:pt x="6812660" y="3074351"/>
                  <a:pt x="6812303" y="3072858"/>
                </a:cubicBezTo>
                <a:cubicBezTo>
                  <a:pt x="6811930" y="3071364"/>
                  <a:pt x="6810402" y="3070457"/>
                  <a:pt x="6808926" y="3070830"/>
                </a:cubicBezTo>
                <a:cubicBezTo>
                  <a:pt x="6807433" y="3071205"/>
                  <a:pt x="6806507" y="3072715"/>
                  <a:pt x="6806881" y="3074209"/>
                </a:cubicBezTo>
                <a:cubicBezTo>
                  <a:pt x="6807202" y="3075472"/>
                  <a:pt x="6808339" y="3076325"/>
                  <a:pt x="6809583" y="3076325"/>
                </a:cubicBezTo>
                <a:cubicBezTo>
                  <a:pt x="6809815" y="3076325"/>
                  <a:pt x="6810045" y="3076289"/>
                  <a:pt x="6810259" y="3076236"/>
                </a:cubicBezTo>
                <a:close/>
                <a:moveTo>
                  <a:pt x="6220515" y="3295699"/>
                </a:moveTo>
                <a:cubicBezTo>
                  <a:pt x="6221919" y="3295077"/>
                  <a:pt x="6222543" y="3293423"/>
                  <a:pt x="6221903" y="3292018"/>
                </a:cubicBezTo>
                <a:cubicBezTo>
                  <a:pt x="6221280" y="3290632"/>
                  <a:pt x="6219626" y="3289991"/>
                  <a:pt x="6218240" y="3290632"/>
                </a:cubicBezTo>
                <a:cubicBezTo>
                  <a:pt x="6216836" y="3291254"/>
                  <a:pt x="6216195" y="3292907"/>
                  <a:pt x="6216836" y="3294312"/>
                </a:cubicBezTo>
                <a:cubicBezTo>
                  <a:pt x="6217297" y="3295342"/>
                  <a:pt x="6218311" y="3295948"/>
                  <a:pt x="6219377" y="3295947"/>
                </a:cubicBezTo>
                <a:cubicBezTo>
                  <a:pt x="6219751" y="3295948"/>
                  <a:pt x="6220142" y="3295877"/>
                  <a:pt x="6220515" y="3295699"/>
                </a:cubicBezTo>
                <a:close/>
                <a:moveTo>
                  <a:pt x="7919024" y="2678112"/>
                </a:moveTo>
                <a:cubicBezTo>
                  <a:pt x="7921780" y="2678112"/>
                  <a:pt x="7924340" y="2676371"/>
                  <a:pt x="7925264" y="2673632"/>
                </a:cubicBezTo>
                <a:cubicBezTo>
                  <a:pt x="7926421" y="2670183"/>
                  <a:pt x="7924571" y="2666449"/>
                  <a:pt x="7921122" y="2665294"/>
                </a:cubicBezTo>
                <a:cubicBezTo>
                  <a:pt x="7917672" y="2664138"/>
                  <a:pt x="7913940" y="2665988"/>
                  <a:pt x="7912801" y="2669437"/>
                </a:cubicBezTo>
                <a:cubicBezTo>
                  <a:pt x="7911628" y="2672886"/>
                  <a:pt x="7913495" y="2676601"/>
                  <a:pt x="7916926" y="2677757"/>
                </a:cubicBezTo>
                <a:cubicBezTo>
                  <a:pt x="7917638" y="2678006"/>
                  <a:pt x="7918331" y="2678112"/>
                  <a:pt x="7919024" y="2678112"/>
                </a:cubicBezTo>
                <a:close/>
                <a:moveTo>
                  <a:pt x="5462531" y="3580338"/>
                </a:moveTo>
                <a:cubicBezTo>
                  <a:pt x="5464023" y="3580001"/>
                  <a:pt x="5464966" y="3578525"/>
                  <a:pt x="5464629" y="3577014"/>
                </a:cubicBezTo>
                <a:cubicBezTo>
                  <a:pt x="5464291" y="3575521"/>
                  <a:pt x="5462796" y="3574578"/>
                  <a:pt x="5461304" y="3574916"/>
                </a:cubicBezTo>
                <a:cubicBezTo>
                  <a:pt x="5459812" y="3575237"/>
                  <a:pt x="5458850" y="3576729"/>
                  <a:pt x="5459188" y="3578240"/>
                </a:cubicBezTo>
                <a:cubicBezTo>
                  <a:pt x="5459492" y="3579539"/>
                  <a:pt x="5460628" y="3580409"/>
                  <a:pt x="5461908" y="3580410"/>
                </a:cubicBezTo>
                <a:cubicBezTo>
                  <a:pt x="5462123" y="3580409"/>
                  <a:pt x="5462316" y="3580392"/>
                  <a:pt x="5462531" y="3580338"/>
                </a:cubicBezTo>
                <a:close/>
                <a:moveTo>
                  <a:pt x="6138413" y="3332750"/>
                </a:moveTo>
                <a:cubicBezTo>
                  <a:pt x="6139799" y="3332109"/>
                  <a:pt x="6140438" y="3330456"/>
                  <a:pt x="6139799" y="3329070"/>
                </a:cubicBezTo>
                <a:cubicBezTo>
                  <a:pt x="6139159" y="3327665"/>
                  <a:pt x="6137505" y="3327043"/>
                  <a:pt x="6136120" y="3327665"/>
                </a:cubicBezTo>
                <a:cubicBezTo>
                  <a:pt x="6134715" y="3328305"/>
                  <a:pt x="6134092" y="3329958"/>
                  <a:pt x="6134714" y="3331363"/>
                </a:cubicBezTo>
                <a:cubicBezTo>
                  <a:pt x="6135195" y="3332394"/>
                  <a:pt x="6136207" y="3332999"/>
                  <a:pt x="6137256" y="3332999"/>
                </a:cubicBezTo>
                <a:cubicBezTo>
                  <a:pt x="6137648" y="3332999"/>
                  <a:pt x="6138039" y="3332909"/>
                  <a:pt x="6138413" y="3332750"/>
                </a:cubicBezTo>
                <a:close/>
                <a:moveTo>
                  <a:pt x="8687482" y="2398060"/>
                </a:moveTo>
                <a:cubicBezTo>
                  <a:pt x="8692406" y="2398060"/>
                  <a:pt x="8696780" y="2394539"/>
                  <a:pt x="8697669" y="2389508"/>
                </a:cubicBezTo>
                <a:cubicBezTo>
                  <a:pt x="8698682" y="2383872"/>
                  <a:pt x="8694931" y="2378486"/>
                  <a:pt x="8689277" y="2377490"/>
                </a:cubicBezTo>
                <a:cubicBezTo>
                  <a:pt x="8683641" y="2376476"/>
                  <a:pt x="8678254" y="2380245"/>
                  <a:pt x="8677258" y="2385881"/>
                </a:cubicBezTo>
                <a:cubicBezTo>
                  <a:pt x="8676246" y="2391517"/>
                  <a:pt x="8680014" y="2396904"/>
                  <a:pt x="8685651" y="2397900"/>
                </a:cubicBezTo>
                <a:cubicBezTo>
                  <a:pt x="8686272" y="2398006"/>
                  <a:pt x="8686877" y="2398060"/>
                  <a:pt x="8687482" y="2398060"/>
                </a:cubicBezTo>
                <a:close/>
                <a:moveTo>
                  <a:pt x="7295730" y="2909274"/>
                </a:moveTo>
                <a:cubicBezTo>
                  <a:pt x="7297686" y="2909274"/>
                  <a:pt x="7299340" y="2907764"/>
                  <a:pt x="7299464" y="2905772"/>
                </a:cubicBezTo>
                <a:cubicBezTo>
                  <a:pt x="7299588" y="2903727"/>
                  <a:pt x="7298024" y="2901949"/>
                  <a:pt x="7295961" y="2901808"/>
                </a:cubicBezTo>
                <a:cubicBezTo>
                  <a:pt x="7293899" y="2901683"/>
                  <a:pt x="7292122" y="2903247"/>
                  <a:pt x="7291997" y="2905309"/>
                </a:cubicBezTo>
                <a:cubicBezTo>
                  <a:pt x="7291872" y="2907372"/>
                  <a:pt x="7293437" y="2909132"/>
                  <a:pt x="7295500" y="2909274"/>
                </a:cubicBezTo>
                <a:close/>
                <a:moveTo>
                  <a:pt x="6898016" y="3056537"/>
                </a:moveTo>
                <a:cubicBezTo>
                  <a:pt x="6899527" y="3056234"/>
                  <a:pt x="6900506" y="3054759"/>
                  <a:pt x="6900204" y="3053265"/>
                </a:cubicBezTo>
                <a:cubicBezTo>
                  <a:pt x="6899900" y="3051754"/>
                  <a:pt x="6898443" y="3050759"/>
                  <a:pt x="6896931" y="3051060"/>
                </a:cubicBezTo>
                <a:cubicBezTo>
                  <a:pt x="6895420" y="3051363"/>
                  <a:pt x="6894442" y="3052838"/>
                  <a:pt x="6894744" y="3054350"/>
                </a:cubicBezTo>
                <a:cubicBezTo>
                  <a:pt x="6895011" y="3055665"/>
                  <a:pt x="6896185" y="3056590"/>
                  <a:pt x="6897483" y="3056589"/>
                </a:cubicBezTo>
                <a:cubicBezTo>
                  <a:pt x="6897661" y="3056589"/>
                  <a:pt x="6897838" y="3056573"/>
                  <a:pt x="6898016" y="3056537"/>
                </a:cubicBezTo>
                <a:close/>
                <a:moveTo>
                  <a:pt x="6056291" y="3369801"/>
                </a:moveTo>
                <a:cubicBezTo>
                  <a:pt x="6057696" y="3369178"/>
                  <a:pt x="6058319" y="3367525"/>
                  <a:pt x="6057696" y="3366120"/>
                </a:cubicBezTo>
                <a:cubicBezTo>
                  <a:pt x="6057056" y="3364734"/>
                  <a:pt x="6055420" y="3364094"/>
                  <a:pt x="6054015" y="3364734"/>
                </a:cubicBezTo>
                <a:cubicBezTo>
                  <a:pt x="6052612" y="3365356"/>
                  <a:pt x="6051971" y="3367009"/>
                  <a:pt x="6052612" y="3368414"/>
                </a:cubicBezTo>
                <a:cubicBezTo>
                  <a:pt x="6053073" y="3369446"/>
                  <a:pt x="6054087" y="3370050"/>
                  <a:pt x="6055154" y="3370050"/>
                </a:cubicBezTo>
                <a:cubicBezTo>
                  <a:pt x="6055528" y="3370050"/>
                  <a:pt x="6055918" y="3369978"/>
                  <a:pt x="6056291" y="3369801"/>
                </a:cubicBezTo>
                <a:close/>
                <a:moveTo>
                  <a:pt x="8115072" y="2616865"/>
                </a:moveTo>
                <a:cubicBezTo>
                  <a:pt x="8118201" y="2616865"/>
                  <a:pt x="8121135" y="2614891"/>
                  <a:pt x="8122200" y="2611745"/>
                </a:cubicBezTo>
                <a:cubicBezTo>
                  <a:pt x="8123534" y="2607816"/>
                  <a:pt x="8121418" y="2603531"/>
                  <a:pt x="8117489" y="2602198"/>
                </a:cubicBezTo>
                <a:cubicBezTo>
                  <a:pt x="8113542" y="2600864"/>
                  <a:pt x="8109275" y="2602980"/>
                  <a:pt x="8107942" y="2606927"/>
                </a:cubicBezTo>
                <a:cubicBezTo>
                  <a:pt x="8106609" y="2610856"/>
                  <a:pt x="8108725" y="2615123"/>
                  <a:pt x="8112653" y="2616456"/>
                </a:cubicBezTo>
                <a:cubicBezTo>
                  <a:pt x="8113454" y="2616723"/>
                  <a:pt x="8114271" y="2616865"/>
                  <a:pt x="8115072" y="2616865"/>
                </a:cubicBezTo>
                <a:close/>
                <a:moveTo>
                  <a:pt x="5550092" y="3558773"/>
                </a:moveTo>
                <a:cubicBezTo>
                  <a:pt x="5551585" y="3558381"/>
                  <a:pt x="5552456" y="3556852"/>
                  <a:pt x="5552065" y="3555377"/>
                </a:cubicBezTo>
                <a:cubicBezTo>
                  <a:pt x="5551656" y="3553884"/>
                  <a:pt x="5550145" y="3552995"/>
                  <a:pt x="5548650" y="3553404"/>
                </a:cubicBezTo>
                <a:cubicBezTo>
                  <a:pt x="5547158" y="3553794"/>
                  <a:pt x="5546287" y="3555324"/>
                  <a:pt x="5546679" y="3556818"/>
                </a:cubicBezTo>
                <a:cubicBezTo>
                  <a:pt x="5547016" y="3558043"/>
                  <a:pt x="5548136" y="3558879"/>
                  <a:pt x="5549364" y="3558880"/>
                </a:cubicBezTo>
                <a:cubicBezTo>
                  <a:pt x="5549612" y="3558880"/>
                  <a:pt x="5549860" y="3558843"/>
                  <a:pt x="5550092" y="3558773"/>
                </a:cubicBezTo>
                <a:close/>
                <a:moveTo>
                  <a:pt x="8498580" y="2480287"/>
                </a:moveTo>
                <a:cubicBezTo>
                  <a:pt x="8502795" y="2480287"/>
                  <a:pt x="8506634" y="2477442"/>
                  <a:pt x="8507701" y="2473175"/>
                </a:cubicBezTo>
                <a:cubicBezTo>
                  <a:pt x="8508981" y="2468126"/>
                  <a:pt x="8505923" y="2463006"/>
                  <a:pt x="8500874" y="2461726"/>
                </a:cubicBezTo>
                <a:cubicBezTo>
                  <a:pt x="8495825" y="2460446"/>
                  <a:pt x="8490704" y="2463522"/>
                  <a:pt x="8489442" y="2468553"/>
                </a:cubicBezTo>
                <a:cubicBezTo>
                  <a:pt x="8488163" y="2473602"/>
                  <a:pt x="8491220" y="2478723"/>
                  <a:pt x="8496270" y="2480002"/>
                </a:cubicBezTo>
                <a:cubicBezTo>
                  <a:pt x="8497033" y="2480198"/>
                  <a:pt x="8497815" y="2480287"/>
                  <a:pt x="8498580" y="2480287"/>
                </a:cubicBezTo>
                <a:close/>
                <a:moveTo>
                  <a:pt x="5973958" y="3406425"/>
                </a:moveTo>
                <a:cubicBezTo>
                  <a:pt x="5975363" y="3405803"/>
                  <a:pt x="5976002" y="3404167"/>
                  <a:pt x="5975381" y="3402763"/>
                </a:cubicBezTo>
                <a:cubicBezTo>
                  <a:pt x="5974758" y="3401324"/>
                  <a:pt x="5973121" y="3400701"/>
                  <a:pt x="5971718" y="3401324"/>
                </a:cubicBezTo>
                <a:cubicBezTo>
                  <a:pt x="5970295" y="3401945"/>
                  <a:pt x="5969672" y="3403581"/>
                  <a:pt x="5970295" y="3405004"/>
                </a:cubicBezTo>
                <a:lnTo>
                  <a:pt x="5970277" y="3405003"/>
                </a:lnTo>
                <a:cubicBezTo>
                  <a:pt x="5970739" y="3406034"/>
                  <a:pt x="5971753" y="3406657"/>
                  <a:pt x="5972837" y="3406657"/>
                </a:cubicBezTo>
                <a:cubicBezTo>
                  <a:pt x="5973211" y="3406657"/>
                  <a:pt x="5973584" y="3406585"/>
                  <a:pt x="5973958" y="3406425"/>
                </a:cubicBezTo>
                <a:close/>
                <a:moveTo>
                  <a:pt x="8308008" y="2552309"/>
                </a:moveTo>
                <a:cubicBezTo>
                  <a:pt x="8311635" y="2552309"/>
                  <a:pt x="8314977" y="2549963"/>
                  <a:pt x="8316115" y="2546317"/>
                </a:cubicBezTo>
                <a:cubicBezTo>
                  <a:pt x="8317484" y="2541855"/>
                  <a:pt x="8314978" y="2537108"/>
                  <a:pt x="8310497" y="2535739"/>
                </a:cubicBezTo>
                <a:cubicBezTo>
                  <a:pt x="8306035" y="2534352"/>
                  <a:pt x="8301287" y="2536859"/>
                  <a:pt x="8299901" y="2541339"/>
                </a:cubicBezTo>
                <a:cubicBezTo>
                  <a:pt x="8298532" y="2545802"/>
                  <a:pt x="8301039" y="2550549"/>
                  <a:pt x="8305501" y="2551936"/>
                </a:cubicBezTo>
                <a:lnTo>
                  <a:pt x="8305519" y="2551936"/>
                </a:lnTo>
                <a:cubicBezTo>
                  <a:pt x="8306337" y="2552185"/>
                  <a:pt x="8307172" y="2552309"/>
                  <a:pt x="8308008" y="2552309"/>
                </a:cubicBezTo>
                <a:close/>
                <a:moveTo>
                  <a:pt x="6983497" y="3038954"/>
                </a:moveTo>
                <a:lnTo>
                  <a:pt x="6983499" y="3038951"/>
                </a:lnTo>
                <a:lnTo>
                  <a:pt x="6983480" y="3038935"/>
                </a:lnTo>
                <a:close/>
                <a:moveTo>
                  <a:pt x="8969508" y="2310979"/>
                </a:moveTo>
                <a:cubicBezTo>
                  <a:pt x="8975517" y="2310979"/>
                  <a:pt x="8980513" y="2306267"/>
                  <a:pt x="8980815" y="2300205"/>
                </a:cubicBezTo>
                <a:cubicBezTo>
                  <a:pt x="8981100" y="2293946"/>
                  <a:pt x="8976282" y="2288648"/>
                  <a:pt x="8970042" y="2288363"/>
                </a:cubicBezTo>
                <a:cubicBezTo>
                  <a:pt x="8963801" y="2288061"/>
                  <a:pt x="8958485" y="2292880"/>
                  <a:pt x="8958201" y="2299120"/>
                </a:cubicBezTo>
                <a:cubicBezTo>
                  <a:pt x="8957899" y="2305378"/>
                  <a:pt x="8962717" y="2310676"/>
                  <a:pt x="8968975" y="2310979"/>
                </a:cubicBezTo>
                <a:close/>
                <a:moveTo>
                  <a:pt x="5636745" y="3533811"/>
                </a:moveTo>
                <a:cubicBezTo>
                  <a:pt x="5638221" y="3533367"/>
                  <a:pt x="5639039" y="3531803"/>
                  <a:pt x="5638594" y="3530345"/>
                </a:cubicBezTo>
                <a:cubicBezTo>
                  <a:pt x="5638132" y="3528869"/>
                  <a:pt x="5636584" y="3528034"/>
                  <a:pt x="5635109" y="3528495"/>
                </a:cubicBezTo>
                <a:cubicBezTo>
                  <a:pt x="5633633" y="3528940"/>
                  <a:pt x="5632817" y="3530504"/>
                  <a:pt x="5633260" y="3531980"/>
                </a:cubicBezTo>
                <a:cubicBezTo>
                  <a:pt x="5633633" y="3533172"/>
                  <a:pt x="5634736" y="3533936"/>
                  <a:pt x="5635927" y="3533936"/>
                </a:cubicBezTo>
                <a:cubicBezTo>
                  <a:pt x="5636193" y="3533936"/>
                  <a:pt x="5636478" y="3533900"/>
                  <a:pt x="5636745" y="3533811"/>
                </a:cubicBezTo>
                <a:close/>
                <a:moveTo>
                  <a:pt x="5891090" y="3441859"/>
                </a:moveTo>
                <a:cubicBezTo>
                  <a:pt x="5892512" y="3441272"/>
                  <a:pt x="5893189" y="3439654"/>
                  <a:pt x="5892619" y="3438232"/>
                </a:cubicBezTo>
                <a:cubicBezTo>
                  <a:pt x="5892014" y="3436810"/>
                  <a:pt x="5890397" y="3436116"/>
                  <a:pt x="5888975" y="3436720"/>
                </a:cubicBezTo>
                <a:cubicBezTo>
                  <a:pt x="5887551" y="3437289"/>
                  <a:pt x="5886876" y="3438925"/>
                  <a:pt x="5887463" y="3440347"/>
                </a:cubicBezTo>
                <a:cubicBezTo>
                  <a:pt x="5887908" y="3441432"/>
                  <a:pt x="5888939" y="3442072"/>
                  <a:pt x="5890041" y="3442072"/>
                </a:cubicBezTo>
                <a:cubicBezTo>
                  <a:pt x="5890397" y="3442072"/>
                  <a:pt x="5890752" y="3442000"/>
                  <a:pt x="5891090" y="3441859"/>
                </a:cubicBezTo>
                <a:close/>
                <a:moveTo>
                  <a:pt x="6986626" y="3041318"/>
                </a:moveTo>
                <a:cubicBezTo>
                  <a:pt x="6988155" y="3041105"/>
                  <a:pt x="6989204" y="3039683"/>
                  <a:pt x="6988991" y="3038153"/>
                </a:cubicBezTo>
                <a:cubicBezTo>
                  <a:pt x="6988777" y="3036642"/>
                  <a:pt x="6987356" y="3035575"/>
                  <a:pt x="6985844" y="3035806"/>
                </a:cubicBezTo>
                <a:lnTo>
                  <a:pt x="6983499" y="3038951"/>
                </a:lnTo>
                <a:lnTo>
                  <a:pt x="6986234" y="3041318"/>
                </a:lnTo>
                <a:cubicBezTo>
                  <a:pt x="6986360" y="3041318"/>
                  <a:pt x="6986501" y="3041318"/>
                  <a:pt x="6986626" y="3041318"/>
                </a:cubicBezTo>
                <a:close/>
                <a:moveTo>
                  <a:pt x="5722475" y="3505810"/>
                </a:moveTo>
                <a:cubicBezTo>
                  <a:pt x="5723934" y="3505312"/>
                  <a:pt x="5724697" y="3503729"/>
                  <a:pt x="5724200" y="3502272"/>
                </a:cubicBezTo>
                <a:cubicBezTo>
                  <a:pt x="5723684" y="3500813"/>
                  <a:pt x="5722101" y="3500049"/>
                  <a:pt x="5720644" y="3500548"/>
                </a:cubicBezTo>
                <a:cubicBezTo>
                  <a:pt x="5719204" y="3501045"/>
                  <a:pt x="5718421" y="3502645"/>
                  <a:pt x="5718937" y="3504085"/>
                </a:cubicBezTo>
                <a:cubicBezTo>
                  <a:pt x="5719328" y="3505240"/>
                  <a:pt x="5720413" y="3505969"/>
                  <a:pt x="5721568" y="3505970"/>
                </a:cubicBezTo>
                <a:cubicBezTo>
                  <a:pt x="5721870" y="3505970"/>
                  <a:pt x="5722172" y="3505917"/>
                  <a:pt x="5722475" y="3505810"/>
                </a:cubicBezTo>
                <a:close/>
                <a:moveTo>
                  <a:pt x="5807262" y="3475088"/>
                </a:moveTo>
                <a:cubicBezTo>
                  <a:pt x="5808685" y="3474536"/>
                  <a:pt x="5809413" y="3472937"/>
                  <a:pt x="5808863" y="3471496"/>
                </a:cubicBezTo>
                <a:cubicBezTo>
                  <a:pt x="5808329" y="3470056"/>
                  <a:pt x="5806711" y="3469327"/>
                  <a:pt x="5805271" y="3469879"/>
                </a:cubicBezTo>
                <a:cubicBezTo>
                  <a:pt x="5803832" y="3470411"/>
                  <a:pt x="5803102" y="3472030"/>
                  <a:pt x="5803653" y="3473470"/>
                </a:cubicBezTo>
                <a:lnTo>
                  <a:pt x="5803671" y="3473471"/>
                </a:lnTo>
                <a:cubicBezTo>
                  <a:pt x="5804098" y="3474572"/>
                  <a:pt x="5805164" y="3475266"/>
                  <a:pt x="5806285" y="3475265"/>
                </a:cubicBezTo>
                <a:cubicBezTo>
                  <a:pt x="5806605" y="3475265"/>
                  <a:pt x="5806943" y="3475212"/>
                  <a:pt x="5807262" y="3475088"/>
                </a:cubicBezTo>
                <a:close/>
                <a:moveTo>
                  <a:pt x="7599714" y="2835474"/>
                </a:moveTo>
                <a:cubicBezTo>
                  <a:pt x="7601812" y="2835474"/>
                  <a:pt x="7603714" y="2834051"/>
                  <a:pt x="7604248" y="2831918"/>
                </a:cubicBezTo>
                <a:cubicBezTo>
                  <a:pt x="7604888" y="2829411"/>
                  <a:pt x="7603359" y="2826869"/>
                  <a:pt x="7600852" y="2826247"/>
                </a:cubicBezTo>
                <a:cubicBezTo>
                  <a:pt x="7598327" y="2825624"/>
                  <a:pt x="7595803" y="2827136"/>
                  <a:pt x="7595163" y="2829661"/>
                </a:cubicBezTo>
                <a:cubicBezTo>
                  <a:pt x="7594540" y="2832149"/>
                  <a:pt x="7596069" y="2834709"/>
                  <a:pt x="7598576" y="2835331"/>
                </a:cubicBezTo>
                <a:cubicBezTo>
                  <a:pt x="7598950" y="2835420"/>
                  <a:pt x="7599341" y="2835474"/>
                  <a:pt x="7599714" y="2835474"/>
                </a:cubicBezTo>
                <a:close/>
                <a:moveTo>
                  <a:pt x="7075947" y="3031113"/>
                </a:moveTo>
                <a:cubicBezTo>
                  <a:pt x="7077494" y="3030988"/>
                  <a:pt x="7078633" y="3029637"/>
                  <a:pt x="7078490" y="3028109"/>
                </a:cubicBezTo>
                <a:cubicBezTo>
                  <a:pt x="7078366" y="3026579"/>
                  <a:pt x="7077014" y="3025442"/>
                  <a:pt x="7075485" y="3025566"/>
                </a:cubicBezTo>
                <a:cubicBezTo>
                  <a:pt x="7073956" y="3025690"/>
                  <a:pt x="7072818" y="3027041"/>
                  <a:pt x="7072942" y="3028571"/>
                </a:cubicBezTo>
                <a:cubicBezTo>
                  <a:pt x="7073068" y="3030028"/>
                  <a:pt x="7074295" y="3031131"/>
                  <a:pt x="7075716" y="3031131"/>
                </a:cubicBezTo>
                <a:cubicBezTo>
                  <a:pt x="7075806" y="3031131"/>
                  <a:pt x="7075947" y="3031113"/>
                  <a:pt x="7075947" y="3031113"/>
                </a:cubicBezTo>
                <a:close/>
                <a:moveTo>
                  <a:pt x="7385976" y="2917968"/>
                </a:moveTo>
                <a:cubicBezTo>
                  <a:pt x="7387826" y="2917968"/>
                  <a:pt x="7389425" y="2916581"/>
                  <a:pt x="7389674" y="2914715"/>
                </a:cubicBezTo>
                <a:cubicBezTo>
                  <a:pt x="7389941" y="2912670"/>
                  <a:pt x="7388501" y="2910786"/>
                  <a:pt x="7386456" y="2910519"/>
                </a:cubicBezTo>
                <a:cubicBezTo>
                  <a:pt x="7384411" y="2910270"/>
                  <a:pt x="7382526" y="2911711"/>
                  <a:pt x="7382279" y="2913755"/>
                </a:cubicBezTo>
                <a:cubicBezTo>
                  <a:pt x="7382011" y="2915799"/>
                  <a:pt x="7383451" y="2917666"/>
                  <a:pt x="7385496" y="2917933"/>
                </a:cubicBezTo>
                <a:cubicBezTo>
                  <a:pt x="7385656" y="2917968"/>
                  <a:pt x="7385816" y="2917968"/>
                  <a:pt x="7385976" y="2917968"/>
                </a:cubicBezTo>
                <a:close/>
                <a:moveTo>
                  <a:pt x="7805968" y="2768590"/>
                </a:moveTo>
                <a:cubicBezTo>
                  <a:pt x="7808350" y="2768590"/>
                  <a:pt x="7810572" y="2767061"/>
                  <a:pt x="7811337" y="2764660"/>
                </a:cubicBezTo>
                <a:cubicBezTo>
                  <a:pt x="7812279" y="2761710"/>
                  <a:pt x="7810644" y="2758545"/>
                  <a:pt x="7807692" y="2757584"/>
                </a:cubicBezTo>
                <a:cubicBezTo>
                  <a:pt x="7804723" y="2756642"/>
                  <a:pt x="7801559" y="2758278"/>
                  <a:pt x="7800598" y="2761248"/>
                </a:cubicBezTo>
                <a:cubicBezTo>
                  <a:pt x="7799656" y="2764199"/>
                  <a:pt x="7801292" y="2767363"/>
                  <a:pt x="7804261" y="2768323"/>
                </a:cubicBezTo>
                <a:cubicBezTo>
                  <a:pt x="7804830" y="2768501"/>
                  <a:pt x="7805398" y="2768590"/>
                  <a:pt x="7805968" y="2768590"/>
                </a:cubicBezTo>
                <a:close/>
                <a:moveTo>
                  <a:pt x="8781230" y="2412212"/>
                </a:moveTo>
                <a:cubicBezTo>
                  <a:pt x="8786386" y="2412212"/>
                  <a:pt x="8790865" y="2408354"/>
                  <a:pt x="8791506" y="2403109"/>
                </a:cubicBezTo>
                <a:cubicBezTo>
                  <a:pt x="8792199" y="2397420"/>
                  <a:pt x="8788164" y="2392246"/>
                  <a:pt x="8782475" y="2391535"/>
                </a:cubicBezTo>
                <a:cubicBezTo>
                  <a:pt x="8776803" y="2390842"/>
                  <a:pt x="8771629" y="2394877"/>
                  <a:pt x="8770919" y="2400566"/>
                </a:cubicBezTo>
                <a:cubicBezTo>
                  <a:pt x="8770224" y="2406238"/>
                  <a:pt x="8774261" y="2411430"/>
                  <a:pt x="8779949" y="2412123"/>
                </a:cubicBezTo>
                <a:cubicBezTo>
                  <a:pt x="8780377" y="2412176"/>
                  <a:pt x="8780804" y="2412212"/>
                  <a:pt x="8781230" y="2412212"/>
                </a:cubicBezTo>
                <a:close/>
                <a:moveTo>
                  <a:pt x="9064874" y="2313218"/>
                </a:moveTo>
                <a:cubicBezTo>
                  <a:pt x="9071132" y="2313219"/>
                  <a:pt x="9076200" y="2308151"/>
                  <a:pt x="9076200" y="2301894"/>
                </a:cubicBezTo>
                <a:cubicBezTo>
                  <a:pt x="9076200" y="2295653"/>
                  <a:pt x="9071132" y="2290586"/>
                  <a:pt x="9064874" y="2290586"/>
                </a:cubicBezTo>
                <a:cubicBezTo>
                  <a:pt x="9058633" y="2290586"/>
                  <a:pt x="9053567" y="2295653"/>
                  <a:pt x="9053567" y="2301894"/>
                </a:cubicBezTo>
                <a:cubicBezTo>
                  <a:pt x="9053566" y="2308151"/>
                  <a:pt x="9058633" y="2313218"/>
                  <a:pt x="9064874" y="2313218"/>
                </a:cubicBezTo>
                <a:close/>
                <a:moveTo>
                  <a:pt x="8006567" y="2707839"/>
                </a:moveTo>
                <a:cubicBezTo>
                  <a:pt x="8009305" y="2707839"/>
                  <a:pt x="8011866" y="2706132"/>
                  <a:pt x="8012790" y="2703394"/>
                </a:cubicBezTo>
                <a:cubicBezTo>
                  <a:pt x="8013963" y="2699962"/>
                  <a:pt x="8012133" y="2696211"/>
                  <a:pt x="8008683" y="2695038"/>
                </a:cubicBezTo>
                <a:cubicBezTo>
                  <a:pt x="8005251" y="2693865"/>
                  <a:pt x="8001518" y="2695695"/>
                  <a:pt x="8000344" y="2699127"/>
                </a:cubicBezTo>
                <a:cubicBezTo>
                  <a:pt x="7999171" y="2702576"/>
                  <a:pt x="8001002" y="2706310"/>
                  <a:pt x="8004434" y="2707483"/>
                </a:cubicBezTo>
                <a:cubicBezTo>
                  <a:pt x="8005145" y="2707732"/>
                  <a:pt x="8005856" y="2707839"/>
                  <a:pt x="8006567" y="2707839"/>
                </a:cubicBezTo>
                <a:close/>
                <a:moveTo>
                  <a:pt x="8590391" y="2501444"/>
                </a:moveTo>
                <a:cubicBezTo>
                  <a:pt x="8594765" y="2501443"/>
                  <a:pt x="8598676" y="2498385"/>
                  <a:pt x="8599600" y="2493941"/>
                </a:cubicBezTo>
                <a:cubicBezTo>
                  <a:pt x="8600667" y="2488839"/>
                  <a:pt x="8597396" y="2483860"/>
                  <a:pt x="8592293" y="2482794"/>
                </a:cubicBezTo>
                <a:cubicBezTo>
                  <a:pt x="8587190" y="2481745"/>
                  <a:pt x="8582213" y="2485016"/>
                  <a:pt x="8581145" y="2490119"/>
                </a:cubicBezTo>
                <a:cubicBezTo>
                  <a:pt x="8580097" y="2495203"/>
                  <a:pt x="8583368" y="2500199"/>
                  <a:pt x="8588470" y="2501248"/>
                </a:cubicBezTo>
                <a:cubicBezTo>
                  <a:pt x="8589111" y="2501390"/>
                  <a:pt x="8589750" y="2501443"/>
                  <a:pt x="8590391" y="2501444"/>
                </a:cubicBezTo>
                <a:close/>
                <a:moveTo>
                  <a:pt x="7165695" y="3026419"/>
                </a:moveTo>
                <a:cubicBezTo>
                  <a:pt x="7167242" y="3026384"/>
                  <a:pt x="7168433" y="3025121"/>
                  <a:pt x="7168432" y="3023574"/>
                </a:cubicBezTo>
                <a:cubicBezTo>
                  <a:pt x="7168398" y="3022028"/>
                  <a:pt x="7167118" y="3020819"/>
                  <a:pt x="7165589" y="3020855"/>
                </a:cubicBezTo>
                <a:cubicBezTo>
                  <a:pt x="7164041" y="3020873"/>
                  <a:pt x="7162816" y="3022152"/>
                  <a:pt x="7162852" y="3023681"/>
                </a:cubicBezTo>
                <a:cubicBezTo>
                  <a:pt x="7162887" y="3025211"/>
                  <a:pt x="7164131" y="3026419"/>
                  <a:pt x="7165642" y="3026419"/>
                </a:cubicBezTo>
                <a:close/>
                <a:moveTo>
                  <a:pt x="8203361" y="2646253"/>
                </a:moveTo>
                <a:cubicBezTo>
                  <a:pt x="8206544" y="2646253"/>
                  <a:pt x="8209495" y="2644226"/>
                  <a:pt x="8210527" y="2641044"/>
                </a:cubicBezTo>
                <a:cubicBezTo>
                  <a:pt x="8211807" y="2637098"/>
                  <a:pt x="8209638" y="2632849"/>
                  <a:pt x="8205690" y="2631567"/>
                </a:cubicBezTo>
                <a:cubicBezTo>
                  <a:pt x="8201743" y="2630270"/>
                  <a:pt x="8197494" y="2632439"/>
                  <a:pt x="8196215" y="2636386"/>
                </a:cubicBezTo>
                <a:cubicBezTo>
                  <a:pt x="8194917" y="2640351"/>
                  <a:pt x="8197085" y="2644582"/>
                  <a:pt x="8201033" y="2645881"/>
                </a:cubicBezTo>
                <a:cubicBezTo>
                  <a:pt x="8201815" y="2646129"/>
                  <a:pt x="8202597" y="2646253"/>
                  <a:pt x="8203361" y="2646253"/>
                </a:cubicBezTo>
                <a:close/>
                <a:moveTo>
                  <a:pt x="9151051" y="2302304"/>
                </a:moveTo>
                <a:lnTo>
                  <a:pt x="9149599" y="2298345"/>
                </a:lnTo>
                <a:lnTo>
                  <a:pt x="9148897" y="2300275"/>
                </a:lnTo>
                <a:lnTo>
                  <a:pt x="9148915" y="2300258"/>
                </a:lnTo>
                <a:close/>
                <a:moveTo>
                  <a:pt x="8397844" y="2578693"/>
                </a:moveTo>
                <a:cubicBezTo>
                  <a:pt x="8401561" y="2578693"/>
                  <a:pt x="8404956" y="2576240"/>
                  <a:pt x="8406006" y="2572488"/>
                </a:cubicBezTo>
                <a:cubicBezTo>
                  <a:pt x="8407249" y="2567973"/>
                  <a:pt x="8404618" y="2563314"/>
                  <a:pt x="8400103" y="2562052"/>
                </a:cubicBezTo>
                <a:cubicBezTo>
                  <a:pt x="8395605" y="2560807"/>
                  <a:pt x="8390929" y="2563438"/>
                  <a:pt x="8389667" y="2567954"/>
                </a:cubicBezTo>
                <a:cubicBezTo>
                  <a:pt x="8388422" y="2572470"/>
                  <a:pt x="8391053" y="2577128"/>
                  <a:pt x="8395569" y="2578390"/>
                </a:cubicBezTo>
                <a:cubicBezTo>
                  <a:pt x="8396334" y="2578586"/>
                  <a:pt x="8397098" y="2578693"/>
                  <a:pt x="8397844" y="2578693"/>
                </a:cubicBezTo>
                <a:close/>
                <a:moveTo>
                  <a:pt x="7475457" y="2932387"/>
                </a:moveTo>
                <a:cubicBezTo>
                  <a:pt x="7477218" y="2932387"/>
                  <a:pt x="7478782" y="2931142"/>
                  <a:pt x="7479120" y="2929364"/>
                </a:cubicBezTo>
                <a:cubicBezTo>
                  <a:pt x="7479511" y="2927338"/>
                  <a:pt x="7478178" y="2925382"/>
                  <a:pt x="7476151" y="2924991"/>
                </a:cubicBezTo>
                <a:cubicBezTo>
                  <a:pt x="7474123" y="2924600"/>
                  <a:pt x="7472169" y="2925933"/>
                  <a:pt x="7471777" y="2927943"/>
                </a:cubicBezTo>
                <a:cubicBezTo>
                  <a:pt x="7471386" y="2929969"/>
                  <a:pt x="7472719" y="2931924"/>
                  <a:pt x="7474746" y="2932316"/>
                </a:cubicBezTo>
                <a:cubicBezTo>
                  <a:pt x="7474977" y="2932370"/>
                  <a:pt x="7475226" y="2932387"/>
                  <a:pt x="7475457" y="2932387"/>
                </a:cubicBezTo>
                <a:close/>
                <a:moveTo>
                  <a:pt x="8875600" y="2421315"/>
                </a:moveTo>
                <a:cubicBezTo>
                  <a:pt x="8880987" y="2421315"/>
                  <a:pt x="8885538" y="2417136"/>
                  <a:pt x="8885930" y="2411678"/>
                </a:cubicBezTo>
                <a:cubicBezTo>
                  <a:pt x="8886339" y="2405972"/>
                  <a:pt x="8882018" y="2401011"/>
                  <a:pt x="8876312" y="2400602"/>
                </a:cubicBezTo>
                <a:cubicBezTo>
                  <a:pt x="8870604" y="2400211"/>
                  <a:pt x="8865644" y="2404496"/>
                  <a:pt x="8865235" y="2410221"/>
                </a:cubicBezTo>
                <a:cubicBezTo>
                  <a:pt x="8864843" y="2415927"/>
                  <a:pt x="8869147" y="2420888"/>
                  <a:pt x="8874853" y="2421297"/>
                </a:cubicBezTo>
                <a:cubicBezTo>
                  <a:pt x="8875102" y="2421315"/>
                  <a:pt x="8875351" y="2421315"/>
                  <a:pt x="8875600" y="2421315"/>
                </a:cubicBezTo>
                <a:close/>
                <a:moveTo>
                  <a:pt x="6598210" y="3258985"/>
                </a:moveTo>
                <a:cubicBezTo>
                  <a:pt x="6599171" y="3258647"/>
                  <a:pt x="6599669" y="3257581"/>
                  <a:pt x="6599331" y="3256638"/>
                </a:cubicBezTo>
                <a:cubicBezTo>
                  <a:pt x="6598975" y="3255679"/>
                  <a:pt x="6597926" y="3255180"/>
                  <a:pt x="6596984" y="3255518"/>
                </a:cubicBezTo>
                <a:cubicBezTo>
                  <a:pt x="6596024" y="3255873"/>
                  <a:pt x="6595527" y="3256923"/>
                  <a:pt x="6595863" y="3257883"/>
                </a:cubicBezTo>
                <a:cubicBezTo>
                  <a:pt x="6596130" y="3258629"/>
                  <a:pt x="6596841" y="3259092"/>
                  <a:pt x="6597588" y="3259092"/>
                </a:cubicBezTo>
                <a:cubicBezTo>
                  <a:pt x="6597801" y="3259092"/>
                  <a:pt x="6598015" y="3259056"/>
                  <a:pt x="6598210" y="3258985"/>
                </a:cubicBezTo>
                <a:close/>
                <a:moveTo>
                  <a:pt x="7687755" y="2859350"/>
                </a:moveTo>
                <a:cubicBezTo>
                  <a:pt x="7689799" y="2859351"/>
                  <a:pt x="7691667" y="2858018"/>
                  <a:pt x="7692271" y="2855955"/>
                </a:cubicBezTo>
                <a:cubicBezTo>
                  <a:pt x="7692982" y="2853484"/>
                  <a:pt x="7691561" y="2850888"/>
                  <a:pt x="7689071" y="2850159"/>
                </a:cubicBezTo>
                <a:cubicBezTo>
                  <a:pt x="7686581" y="2849449"/>
                  <a:pt x="7683986" y="2850870"/>
                  <a:pt x="7683275" y="2853360"/>
                </a:cubicBezTo>
                <a:cubicBezTo>
                  <a:pt x="7682545" y="2855830"/>
                  <a:pt x="7683986" y="2858426"/>
                  <a:pt x="7686457" y="2859155"/>
                </a:cubicBezTo>
                <a:cubicBezTo>
                  <a:pt x="7686884" y="2859280"/>
                  <a:pt x="7687329" y="2859351"/>
                  <a:pt x="7687755" y="2859350"/>
                </a:cubicBezTo>
                <a:close/>
                <a:moveTo>
                  <a:pt x="6514490" y="3290418"/>
                </a:moveTo>
                <a:cubicBezTo>
                  <a:pt x="6515432" y="3290045"/>
                  <a:pt x="6515911" y="3288979"/>
                  <a:pt x="6515539" y="3288036"/>
                </a:cubicBezTo>
                <a:cubicBezTo>
                  <a:pt x="6515165" y="3287094"/>
                  <a:pt x="6514098" y="3286614"/>
                  <a:pt x="6513137" y="3287004"/>
                </a:cubicBezTo>
                <a:cubicBezTo>
                  <a:pt x="6512179" y="3287361"/>
                  <a:pt x="6511717" y="3288427"/>
                  <a:pt x="6512089" y="3289370"/>
                </a:cubicBezTo>
                <a:lnTo>
                  <a:pt x="6512107" y="3289370"/>
                </a:lnTo>
                <a:cubicBezTo>
                  <a:pt x="6512392" y="3290098"/>
                  <a:pt x="6513085" y="3290543"/>
                  <a:pt x="6513815" y="3290543"/>
                </a:cubicBezTo>
                <a:cubicBezTo>
                  <a:pt x="6514045" y="3290543"/>
                  <a:pt x="6514258" y="3290507"/>
                  <a:pt x="6514490" y="3290418"/>
                </a:cubicBezTo>
                <a:close/>
                <a:moveTo>
                  <a:pt x="6682892" y="3230237"/>
                </a:moveTo>
                <a:cubicBezTo>
                  <a:pt x="6683870" y="3229917"/>
                  <a:pt x="6684403" y="3228885"/>
                  <a:pt x="6684084" y="3227926"/>
                </a:cubicBezTo>
                <a:cubicBezTo>
                  <a:pt x="6683781" y="3226947"/>
                  <a:pt x="6682750" y="3226432"/>
                  <a:pt x="6681771" y="3226734"/>
                </a:cubicBezTo>
                <a:cubicBezTo>
                  <a:pt x="6680811" y="3227037"/>
                  <a:pt x="6680278" y="3228085"/>
                  <a:pt x="6680580" y="3229045"/>
                </a:cubicBezTo>
                <a:cubicBezTo>
                  <a:pt x="6680829" y="3229829"/>
                  <a:pt x="6681558" y="3230326"/>
                  <a:pt x="6682341" y="3230326"/>
                </a:cubicBezTo>
                <a:cubicBezTo>
                  <a:pt x="6682518" y="3230326"/>
                  <a:pt x="6682713" y="3230290"/>
                  <a:pt x="6682892" y="3230237"/>
                </a:cubicBezTo>
                <a:close/>
                <a:moveTo>
                  <a:pt x="6431587" y="3324038"/>
                </a:moveTo>
                <a:cubicBezTo>
                  <a:pt x="6432512" y="3323647"/>
                  <a:pt x="6432955" y="3322562"/>
                  <a:pt x="6432564" y="3321638"/>
                </a:cubicBezTo>
                <a:cubicBezTo>
                  <a:pt x="6432174" y="3320696"/>
                  <a:pt x="6431107" y="3320251"/>
                  <a:pt x="6430164" y="3320642"/>
                </a:cubicBezTo>
                <a:cubicBezTo>
                  <a:pt x="6429223" y="3321034"/>
                  <a:pt x="6428796" y="3322117"/>
                  <a:pt x="6429186" y="3323060"/>
                </a:cubicBezTo>
                <a:cubicBezTo>
                  <a:pt x="6429472" y="3323754"/>
                  <a:pt x="6430147" y="3324180"/>
                  <a:pt x="6430876" y="3324180"/>
                </a:cubicBezTo>
                <a:cubicBezTo>
                  <a:pt x="6431107" y="3324179"/>
                  <a:pt x="6431355" y="3324127"/>
                  <a:pt x="6431587" y="3324038"/>
                </a:cubicBezTo>
                <a:close/>
                <a:moveTo>
                  <a:pt x="6768586" y="3204706"/>
                </a:moveTo>
                <a:cubicBezTo>
                  <a:pt x="6769564" y="3204422"/>
                  <a:pt x="6770133" y="3203426"/>
                  <a:pt x="6769866" y="3202448"/>
                </a:cubicBezTo>
                <a:cubicBezTo>
                  <a:pt x="6769598" y="3201453"/>
                  <a:pt x="6768586" y="3200884"/>
                  <a:pt x="6767608" y="3201150"/>
                </a:cubicBezTo>
                <a:cubicBezTo>
                  <a:pt x="6766630" y="3201435"/>
                  <a:pt x="6766061" y="3202448"/>
                  <a:pt x="6766328" y="3203408"/>
                </a:cubicBezTo>
                <a:cubicBezTo>
                  <a:pt x="6766541" y="3204226"/>
                  <a:pt x="6767288" y="3204760"/>
                  <a:pt x="6768088" y="3204759"/>
                </a:cubicBezTo>
                <a:cubicBezTo>
                  <a:pt x="6768248" y="3204759"/>
                  <a:pt x="6768426" y="3204742"/>
                  <a:pt x="6768586" y="3204706"/>
                </a:cubicBezTo>
                <a:close/>
                <a:moveTo>
                  <a:pt x="6349377" y="3359329"/>
                </a:moveTo>
                <a:cubicBezTo>
                  <a:pt x="6350320" y="3358920"/>
                  <a:pt x="6350729" y="3357836"/>
                  <a:pt x="6350320" y="3356912"/>
                </a:cubicBezTo>
                <a:cubicBezTo>
                  <a:pt x="6349911" y="3355969"/>
                  <a:pt x="6348825" y="3355561"/>
                  <a:pt x="6347900" y="3355969"/>
                </a:cubicBezTo>
                <a:cubicBezTo>
                  <a:pt x="6346976" y="3356378"/>
                  <a:pt x="6346551" y="3357462"/>
                  <a:pt x="6346959" y="3358387"/>
                </a:cubicBezTo>
                <a:cubicBezTo>
                  <a:pt x="6347261" y="3359080"/>
                  <a:pt x="6347937" y="3359489"/>
                  <a:pt x="6348648" y="3359490"/>
                </a:cubicBezTo>
                <a:cubicBezTo>
                  <a:pt x="6348897" y="3359490"/>
                  <a:pt x="6349145" y="3359436"/>
                  <a:pt x="6349377" y="3359329"/>
                </a:cubicBezTo>
                <a:close/>
                <a:moveTo>
                  <a:pt x="7255692" y="3027593"/>
                </a:moveTo>
                <a:cubicBezTo>
                  <a:pt x="7257168" y="3027593"/>
                  <a:pt x="7258413" y="3026419"/>
                  <a:pt x="7258484" y="3024926"/>
                </a:cubicBezTo>
                <a:cubicBezTo>
                  <a:pt x="7258554" y="3023397"/>
                  <a:pt x="7257364" y="3022099"/>
                  <a:pt x="7255817" y="3022028"/>
                </a:cubicBezTo>
                <a:cubicBezTo>
                  <a:pt x="7254288" y="3021939"/>
                  <a:pt x="7252972" y="3023130"/>
                  <a:pt x="7252918" y="3024676"/>
                </a:cubicBezTo>
                <a:cubicBezTo>
                  <a:pt x="7252830" y="3026206"/>
                  <a:pt x="7254021" y="3027504"/>
                  <a:pt x="7255568" y="3027593"/>
                </a:cubicBezTo>
                <a:close/>
                <a:moveTo>
                  <a:pt x="7893226" y="2797267"/>
                </a:moveTo>
                <a:cubicBezTo>
                  <a:pt x="7895573" y="2797267"/>
                  <a:pt x="7897760" y="2795774"/>
                  <a:pt x="7898560" y="2793426"/>
                </a:cubicBezTo>
                <a:cubicBezTo>
                  <a:pt x="7899555" y="2790476"/>
                  <a:pt x="7897974" y="2787293"/>
                  <a:pt x="7895023" y="2786298"/>
                </a:cubicBezTo>
                <a:cubicBezTo>
                  <a:pt x="7892071" y="2785320"/>
                  <a:pt x="7888888" y="2786884"/>
                  <a:pt x="7887892" y="2789835"/>
                </a:cubicBezTo>
                <a:cubicBezTo>
                  <a:pt x="7886898" y="2792787"/>
                  <a:pt x="7888479" y="2795970"/>
                  <a:pt x="7891431" y="2796965"/>
                </a:cubicBezTo>
                <a:cubicBezTo>
                  <a:pt x="7892018" y="2797178"/>
                  <a:pt x="7892622" y="2797267"/>
                  <a:pt x="7893226" y="2797267"/>
                </a:cubicBezTo>
                <a:close/>
                <a:moveTo>
                  <a:pt x="6267701" y="3395847"/>
                </a:moveTo>
                <a:cubicBezTo>
                  <a:pt x="6268608" y="3395420"/>
                  <a:pt x="6269034" y="3394336"/>
                  <a:pt x="6268608" y="3393412"/>
                </a:cubicBezTo>
                <a:cubicBezTo>
                  <a:pt x="6268199" y="3392505"/>
                  <a:pt x="6267097" y="3392078"/>
                  <a:pt x="6266171" y="3392505"/>
                </a:cubicBezTo>
                <a:cubicBezTo>
                  <a:pt x="6265265" y="3392914"/>
                  <a:pt x="6264839" y="3393998"/>
                  <a:pt x="6265265" y="3394922"/>
                </a:cubicBezTo>
                <a:cubicBezTo>
                  <a:pt x="6265567" y="3395599"/>
                  <a:pt x="6266244" y="3396007"/>
                  <a:pt x="6266936" y="3396008"/>
                </a:cubicBezTo>
                <a:cubicBezTo>
                  <a:pt x="6267186" y="3396008"/>
                  <a:pt x="6267452" y="3395953"/>
                  <a:pt x="6267701" y="3395847"/>
                </a:cubicBezTo>
                <a:close/>
                <a:moveTo>
                  <a:pt x="6855294" y="3182963"/>
                </a:moveTo>
                <a:cubicBezTo>
                  <a:pt x="6856289" y="3182750"/>
                  <a:pt x="6856911" y="3181753"/>
                  <a:pt x="6856698" y="3180775"/>
                </a:cubicBezTo>
                <a:cubicBezTo>
                  <a:pt x="6856467" y="3179780"/>
                  <a:pt x="6855488" y="3179158"/>
                  <a:pt x="6854493" y="3179371"/>
                </a:cubicBezTo>
                <a:cubicBezTo>
                  <a:pt x="6853498" y="3179602"/>
                  <a:pt x="6852875" y="3180598"/>
                  <a:pt x="6853107" y="3181576"/>
                </a:cubicBezTo>
                <a:cubicBezTo>
                  <a:pt x="6853302" y="3182429"/>
                  <a:pt x="6854049" y="3183016"/>
                  <a:pt x="6854903" y="3183016"/>
                </a:cubicBezTo>
                <a:cubicBezTo>
                  <a:pt x="6855027" y="3183016"/>
                  <a:pt x="6855169" y="3182998"/>
                  <a:pt x="6855294" y="3182963"/>
                </a:cubicBezTo>
                <a:close/>
                <a:moveTo>
                  <a:pt x="6186344" y="3433093"/>
                </a:moveTo>
                <a:cubicBezTo>
                  <a:pt x="6187269" y="3432667"/>
                  <a:pt x="6187661" y="3431583"/>
                  <a:pt x="6187234" y="3430658"/>
                </a:cubicBezTo>
                <a:cubicBezTo>
                  <a:pt x="6186825" y="3429734"/>
                  <a:pt x="6185722" y="3429325"/>
                  <a:pt x="6184798" y="3429751"/>
                </a:cubicBezTo>
                <a:cubicBezTo>
                  <a:pt x="6183873" y="3430178"/>
                  <a:pt x="6183482" y="3431280"/>
                  <a:pt x="6183909" y="3432187"/>
                </a:cubicBezTo>
                <a:cubicBezTo>
                  <a:pt x="6184211" y="3432863"/>
                  <a:pt x="6184869" y="3433254"/>
                  <a:pt x="6185580" y="3433254"/>
                </a:cubicBezTo>
                <a:cubicBezTo>
                  <a:pt x="6185829" y="3433254"/>
                  <a:pt x="6186096" y="3433201"/>
                  <a:pt x="6186344" y="3433093"/>
                </a:cubicBezTo>
                <a:close/>
                <a:moveTo>
                  <a:pt x="8683072" y="2518280"/>
                </a:moveTo>
                <a:cubicBezTo>
                  <a:pt x="8687642" y="2518280"/>
                  <a:pt x="8691659" y="2514956"/>
                  <a:pt x="8692388" y="2510298"/>
                </a:cubicBezTo>
                <a:cubicBezTo>
                  <a:pt x="8693171" y="2505160"/>
                  <a:pt x="8689651" y="2500341"/>
                  <a:pt x="8684513" y="2499542"/>
                </a:cubicBezTo>
                <a:cubicBezTo>
                  <a:pt x="8679357" y="2498759"/>
                  <a:pt x="8674556" y="2502280"/>
                  <a:pt x="8673756" y="2507418"/>
                </a:cubicBezTo>
                <a:cubicBezTo>
                  <a:pt x="8672956" y="2512574"/>
                  <a:pt x="8676494" y="2517374"/>
                  <a:pt x="8681632" y="2518174"/>
                </a:cubicBezTo>
                <a:cubicBezTo>
                  <a:pt x="8682112" y="2518245"/>
                  <a:pt x="8682592" y="2518280"/>
                  <a:pt x="8683072" y="2518280"/>
                </a:cubicBezTo>
                <a:close/>
                <a:moveTo>
                  <a:pt x="8094093" y="2737636"/>
                </a:moveTo>
                <a:cubicBezTo>
                  <a:pt x="8096830" y="2737636"/>
                  <a:pt x="8099391" y="2735912"/>
                  <a:pt x="8100316" y="2733156"/>
                </a:cubicBezTo>
                <a:cubicBezTo>
                  <a:pt x="8101488" y="2729724"/>
                  <a:pt x="8099640" y="2725991"/>
                  <a:pt x="8096191" y="2724835"/>
                </a:cubicBezTo>
                <a:cubicBezTo>
                  <a:pt x="8092760" y="2723662"/>
                  <a:pt x="8089008" y="2725511"/>
                  <a:pt x="8087852" y="2728960"/>
                </a:cubicBezTo>
                <a:cubicBezTo>
                  <a:pt x="8086697" y="2732392"/>
                  <a:pt x="8088546" y="2736143"/>
                  <a:pt x="8091995" y="2737298"/>
                </a:cubicBezTo>
                <a:cubicBezTo>
                  <a:pt x="8092689" y="2737530"/>
                  <a:pt x="8093398" y="2737636"/>
                  <a:pt x="8094093" y="2737636"/>
                </a:cubicBezTo>
                <a:close/>
                <a:moveTo>
                  <a:pt x="6105113" y="3470643"/>
                </a:moveTo>
                <a:cubicBezTo>
                  <a:pt x="6106037" y="3470216"/>
                  <a:pt x="6106429" y="3469131"/>
                  <a:pt x="6106001" y="3468207"/>
                </a:cubicBezTo>
                <a:cubicBezTo>
                  <a:pt x="6105576" y="3467283"/>
                  <a:pt x="6104490" y="3466891"/>
                  <a:pt x="6103566" y="3467318"/>
                </a:cubicBezTo>
                <a:cubicBezTo>
                  <a:pt x="6102642" y="3467745"/>
                  <a:pt x="6102250" y="3468829"/>
                  <a:pt x="6102677" y="3469754"/>
                </a:cubicBezTo>
                <a:cubicBezTo>
                  <a:pt x="6102980" y="3470429"/>
                  <a:pt x="6103655" y="3470821"/>
                  <a:pt x="6104348" y="3470821"/>
                </a:cubicBezTo>
                <a:cubicBezTo>
                  <a:pt x="6104597" y="3470821"/>
                  <a:pt x="6104864" y="3470768"/>
                  <a:pt x="6105113" y="3470643"/>
                </a:cubicBezTo>
                <a:close/>
                <a:moveTo>
                  <a:pt x="6940863" y="3164117"/>
                </a:moveTo>
                <a:lnTo>
                  <a:pt x="6940872" y="3164106"/>
                </a:lnTo>
                <a:lnTo>
                  <a:pt x="6940863" y="3164099"/>
                </a:lnTo>
                <a:close/>
                <a:moveTo>
                  <a:pt x="6942979" y="3165628"/>
                </a:moveTo>
                <a:cubicBezTo>
                  <a:pt x="6943974" y="3165450"/>
                  <a:pt x="6944651" y="3164508"/>
                  <a:pt x="6944473" y="3163513"/>
                </a:cubicBezTo>
                <a:cubicBezTo>
                  <a:pt x="6944312" y="3162499"/>
                  <a:pt x="6943370" y="3161842"/>
                  <a:pt x="6942358" y="3162001"/>
                </a:cubicBezTo>
                <a:lnTo>
                  <a:pt x="6940872" y="3164106"/>
                </a:lnTo>
                <a:lnTo>
                  <a:pt x="6942676" y="3165628"/>
                </a:lnTo>
                <a:cubicBezTo>
                  <a:pt x="6942767" y="3165627"/>
                  <a:pt x="6942873" y="3165628"/>
                  <a:pt x="6942979" y="3165628"/>
                </a:cubicBezTo>
                <a:close/>
                <a:moveTo>
                  <a:pt x="8292150" y="2674148"/>
                </a:moveTo>
                <a:cubicBezTo>
                  <a:pt x="8295367" y="2674148"/>
                  <a:pt x="8298354" y="2672032"/>
                  <a:pt x="8299350" y="2668797"/>
                </a:cubicBezTo>
                <a:cubicBezTo>
                  <a:pt x="8300540" y="2664815"/>
                  <a:pt x="8298283" y="2660619"/>
                  <a:pt x="8294318" y="2659410"/>
                </a:cubicBezTo>
                <a:cubicBezTo>
                  <a:pt x="8290336" y="2658200"/>
                  <a:pt x="8286122" y="2660458"/>
                  <a:pt x="8284932" y="2664441"/>
                </a:cubicBezTo>
                <a:cubicBezTo>
                  <a:pt x="8283722" y="2668424"/>
                  <a:pt x="8285980" y="2672620"/>
                  <a:pt x="8289963" y="2673828"/>
                </a:cubicBezTo>
                <a:cubicBezTo>
                  <a:pt x="8290691" y="2674042"/>
                  <a:pt x="8291421" y="2674148"/>
                  <a:pt x="8292150" y="2674148"/>
                </a:cubicBezTo>
                <a:close/>
                <a:moveTo>
                  <a:pt x="8488500" y="2602126"/>
                </a:moveTo>
                <a:cubicBezTo>
                  <a:pt x="8492340" y="2602126"/>
                  <a:pt x="8495806" y="2599513"/>
                  <a:pt x="8496731" y="2595618"/>
                </a:cubicBezTo>
                <a:cubicBezTo>
                  <a:pt x="8497815" y="2591067"/>
                  <a:pt x="8495007" y="2586498"/>
                  <a:pt x="8490455" y="2585413"/>
                </a:cubicBezTo>
                <a:cubicBezTo>
                  <a:pt x="8485904" y="2584328"/>
                  <a:pt x="8481334" y="2587138"/>
                  <a:pt x="8480250" y="2591689"/>
                </a:cubicBezTo>
                <a:cubicBezTo>
                  <a:pt x="8479166" y="2596241"/>
                  <a:pt x="8481975" y="2600810"/>
                  <a:pt x="8486527" y="2601895"/>
                </a:cubicBezTo>
                <a:cubicBezTo>
                  <a:pt x="8487183" y="2602054"/>
                  <a:pt x="8487841" y="2602125"/>
                  <a:pt x="8488500" y="2602126"/>
                </a:cubicBezTo>
                <a:close/>
                <a:moveTo>
                  <a:pt x="8970290" y="2425617"/>
                </a:moveTo>
                <a:cubicBezTo>
                  <a:pt x="8975927" y="2425617"/>
                  <a:pt x="8980549" y="2421101"/>
                  <a:pt x="8980674" y="2415448"/>
                </a:cubicBezTo>
                <a:cubicBezTo>
                  <a:pt x="8980780" y="2409723"/>
                  <a:pt x="8976246" y="2404976"/>
                  <a:pt x="8970522" y="2404869"/>
                </a:cubicBezTo>
                <a:cubicBezTo>
                  <a:pt x="8964780" y="2404745"/>
                  <a:pt x="8960050" y="2409296"/>
                  <a:pt x="8959926" y="2415020"/>
                </a:cubicBezTo>
                <a:cubicBezTo>
                  <a:pt x="8959819" y="2420745"/>
                  <a:pt x="8964371" y="2425492"/>
                  <a:pt x="8970095" y="2425599"/>
                </a:cubicBezTo>
                <a:cubicBezTo>
                  <a:pt x="8970149" y="2425616"/>
                  <a:pt x="8970290" y="2425617"/>
                  <a:pt x="8970290" y="2425617"/>
                </a:cubicBezTo>
                <a:close/>
                <a:moveTo>
                  <a:pt x="6023809" y="3508068"/>
                </a:moveTo>
                <a:cubicBezTo>
                  <a:pt x="6024735" y="3507641"/>
                  <a:pt x="6025143" y="3506557"/>
                  <a:pt x="6024716" y="3505632"/>
                </a:cubicBezTo>
                <a:cubicBezTo>
                  <a:pt x="6024289" y="3504708"/>
                  <a:pt x="6023205" y="3504299"/>
                  <a:pt x="6022280" y="3504725"/>
                </a:cubicBezTo>
                <a:cubicBezTo>
                  <a:pt x="6021374" y="3505151"/>
                  <a:pt x="6020947" y="3506236"/>
                  <a:pt x="6021374" y="3507161"/>
                </a:cubicBezTo>
                <a:cubicBezTo>
                  <a:pt x="6021695" y="3507837"/>
                  <a:pt x="6022352" y="3508228"/>
                  <a:pt x="6023045" y="3508227"/>
                </a:cubicBezTo>
                <a:cubicBezTo>
                  <a:pt x="6023312" y="3508228"/>
                  <a:pt x="6023560" y="3508174"/>
                  <a:pt x="6023809" y="3508068"/>
                </a:cubicBezTo>
                <a:close/>
                <a:moveTo>
                  <a:pt x="5942241" y="3544905"/>
                </a:moveTo>
                <a:cubicBezTo>
                  <a:pt x="5943183" y="3544479"/>
                  <a:pt x="5943591" y="3543395"/>
                  <a:pt x="5943183" y="3542470"/>
                </a:cubicBezTo>
                <a:cubicBezTo>
                  <a:pt x="5942756" y="3541545"/>
                  <a:pt x="5941672" y="3541136"/>
                  <a:pt x="5940747" y="3541545"/>
                </a:cubicBezTo>
                <a:cubicBezTo>
                  <a:pt x="5939805" y="3541954"/>
                  <a:pt x="5939396" y="3543039"/>
                  <a:pt x="5939805" y="3543963"/>
                </a:cubicBezTo>
                <a:cubicBezTo>
                  <a:pt x="5940125" y="3544657"/>
                  <a:pt x="5940801" y="3545065"/>
                  <a:pt x="5941493" y="3545065"/>
                </a:cubicBezTo>
                <a:cubicBezTo>
                  <a:pt x="5941742" y="3545066"/>
                  <a:pt x="5941991" y="3545013"/>
                  <a:pt x="5942241" y="3544905"/>
                </a:cubicBezTo>
                <a:close/>
                <a:moveTo>
                  <a:pt x="7563978" y="2951837"/>
                </a:moveTo>
                <a:cubicBezTo>
                  <a:pt x="7565649" y="2951837"/>
                  <a:pt x="7567179" y="2950700"/>
                  <a:pt x="7567606" y="2948993"/>
                </a:cubicBezTo>
                <a:cubicBezTo>
                  <a:pt x="7568086" y="2946984"/>
                  <a:pt x="7566877" y="2944957"/>
                  <a:pt x="7564867" y="2944478"/>
                </a:cubicBezTo>
                <a:cubicBezTo>
                  <a:pt x="7562859" y="2943978"/>
                  <a:pt x="7560831" y="2945206"/>
                  <a:pt x="7560352" y="2947215"/>
                </a:cubicBezTo>
                <a:cubicBezTo>
                  <a:pt x="7559854" y="2949223"/>
                  <a:pt x="7561081" y="2951233"/>
                  <a:pt x="7563089" y="2951731"/>
                </a:cubicBezTo>
                <a:cubicBezTo>
                  <a:pt x="7563392" y="2951801"/>
                  <a:pt x="7563676" y="2951838"/>
                  <a:pt x="7563978" y="2951837"/>
                </a:cubicBezTo>
                <a:close/>
                <a:moveTo>
                  <a:pt x="7345476" y="3034882"/>
                </a:moveTo>
                <a:cubicBezTo>
                  <a:pt x="7346862" y="3034882"/>
                  <a:pt x="7348071" y="3033833"/>
                  <a:pt x="7348232" y="3032411"/>
                </a:cubicBezTo>
                <a:cubicBezTo>
                  <a:pt x="7348409" y="3030881"/>
                  <a:pt x="7347324" y="3029513"/>
                  <a:pt x="7345796" y="3029335"/>
                </a:cubicBezTo>
                <a:cubicBezTo>
                  <a:pt x="7344267" y="3029157"/>
                  <a:pt x="7342880" y="3030242"/>
                  <a:pt x="7342702" y="3031770"/>
                </a:cubicBezTo>
                <a:cubicBezTo>
                  <a:pt x="7342524" y="3033300"/>
                  <a:pt x="7343627" y="3034686"/>
                  <a:pt x="7345156" y="3034864"/>
                </a:cubicBezTo>
                <a:lnTo>
                  <a:pt x="7345156" y="3034882"/>
                </a:lnTo>
                <a:cubicBezTo>
                  <a:pt x="7345262" y="3034882"/>
                  <a:pt x="7345369" y="3034882"/>
                  <a:pt x="7345476" y="3034882"/>
                </a:cubicBezTo>
                <a:close/>
                <a:moveTo>
                  <a:pt x="5860084" y="3580463"/>
                </a:moveTo>
                <a:cubicBezTo>
                  <a:pt x="5861027" y="3580072"/>
                  <a:pt x="5861470" y="3578988"/>
                  <a:pt x="5861080" y="3578045"/>
                </a:cubicBezTo>
                <a:cubicBezTo>
                  <a:pt x="5860688" y="3577121"/>
                  <a:pt x="5859603" y="3576676"/>
                  <a:pt x="5858662" y="3577067"/>
                </a:cubicBezTo>
                <a:cubicBezTo>
                  <a:pt x="5857737" y="3577459"/>
                  <a:pt x="5857293" y="3578525"/>
                  <a:pt x="5857684" y="3579468"/>
                </a:cubicBezTo>
                <a:cubicBezTo>
                  <a:pt x="5857968" y="3580179"/>
                  <a:pt x="5858662" y="3580606"/>
                  <a:pt x="5859373" y="3580606"/>
                </a:cubicBezTo>
                <a:cubicBezTo>
                  <a:pt x="5859622" y="3580606"/>
                  <a:pt x="5859853" y="3580552"/>
                  <a:pt x="5860084" y="3580463"/>
                </a:cubicBezTo>
                <a:close/>
                <a:moveTo>
                  <a:pt x="7031483" y="3153272"/>
                </a:moveTo>
                <a:cubicBezTo>
                  <a:pt x="7032479" y="3153164"/>
                  <a:pt x="7033207" y="3152258"/>
                  <a:pt x="7033101" y="3151245"/>
                </a:cubicBezTo>
                <a:cubicBezTo>
                  <a:pt x="7032994" y="3150232"/>
                  <a:pt x="7032086" y="3149503"/>
                  <a:pt x="7031074" y="3149609"/>
                </a:cubicBezTo>
                <a:cubicBezTo>
                  <a:pt x="7030060" y="3149716"/>
                  <a:pt x="7029349" y="3150640"/>
                  <a:pt x="7029456" y="3151636"/>
                </a:cubicBezTo>
                <a:cubicBezTo>
                  <a:pt x="7029562" y="3152596"/>
                  <a:pt x="7030345" y="3153271"/>
                  <a:pt x="7031269" y="3153271"/>
                </a:cubicBezTo>
                <a:close/>
                <a:moveTo>
                  <a:pt x="5776878" y="3613638"/>
                </a:moveTo>
                <a:cubicBezTo>
                  <a:pt x="5777839" y="3613265"/>
                  <a:pt x="5778319" y="3612216"/>
                  <a:pt x="5777946" y="3611256"/>
                </a:cubicBezTo>
                <a:cubicBezTo>
                  <a:pt x="5777590" y="3610314"/>
                  <a:pt x="5776523" y="3609834"/>
                  <a:pt x="5775581" y="3610189"/>
                </a:cubicBezTo>
                <a:cubicBezTo>
                  <a:pt x="5774639" y="3610563"/>
                  <a:pt x="5774159" y="3611630"/>
                  <a:pt x="5774514" y="3612573"/>
                </a:cubicBezTo>
                <a:lnTo>
                  <a:pt x="5774496" y="3612572"/>
                </a:lnTo>
                <a:cubicBezTo>
                  <a:pt x="5774781" y="3613301"/>
                  <a:pt x="5775474" y="3613746"/>
                  <a:pt x="5776221" y="3613746"/>
                </a:cubicBezTo>
                <a:cubicBezTo>
                  <a:pt x="5776434" y="3613746"/>
                  <a:pt x="5776666" y="3613710"/>
                  <a:pt x="5776878" y="3613638"/>
                </a:cubicBezTo>
                <a:close/>
                <a:moveTo>
                  <a:pt x="7775031" y="2886001"/>
                </a:moveTo>
                <a:cubicBezTo>
                  <a:pt x="7777005" y="2886002"/>
                  <a:pt x="7778855" y="2884739"/>
                  <a:pt x="7779495" y="2882748"/>
                </a:cubicBezTo>
                <a:cubicBezTo>
                  <a:pt x="7780277" y="2880277"/>
                  <a:pt x="7778908" y="2877646"/>
                  <a:pt x="7776455" y="2876864"/>
                </a:cubicBezTo>
                <a:cubicBezTo>
                  <a:pt x="7773983" y="2876080"/>
                  <a:pt x="7771352" y="2877432"/>
                  <a:pt x="7770569" y="2879904"/>
                </a:cubicBezTo>
                <a:cubicBezTo>
                  <a:pt x="7769787" y="2882357"/>
                  <a:pt x="7771138" y="2885006"/>
                  <a:pt x="7773609" y="2885788"/>
                </a:cubicBezTo>
                <a:cubicBezTo>
                  <a:pt x="7774072" y="2885930"/>
                  <a:pt x="7774551" y="2886001"/>
                  <a:pt x="7775031" y="2886001"/>
                </a:cubicBezTo>
                <a:close/>
                <a:moveTo>
                  <a:pt x="8776553" y="2530086"/>
                </a:moveTo>
                <a:cubicBezTo>
                  <a:pt x="8781337" y="2530086"/>
                  <a:pt x="8785443" y="2526458"/>
                  <a:pt x="8785924" y="2521605"/>
                </a:cubicBezTo>
                <a:cubicBezTo>
                  <a:pt x="8786439" y="2516414"/>
                  <a:pt x="8782652" y="2511808"/>
                  <a:pt x="8777479" y="2511293"/>
                </a:cubicBezTo>
                <a:cubicBezTo>
                  <a:pt x="8772288" y="2510778"/>
                  <a:pt x="8767681" y="2514565"/>
                  <a:pt x="8767167" y="2519738"/>
                </a:cubicBezTo>
                <a:cubicBezTo>
                  <a:pt x="8766651" y="2524912"/>
                  <a:pt x="8770438" y="2529534"/>
                  <a:pt x="8775611" y="2530049"/>
                </a:cubicBezTo>
                <a:cubicBezTo>
                  <a:pt x="8775931" y="2530085"/>
                  <a:pt x="8776251" y="2530086"/>
                  <a:pt x="8776553" y="2530086"/>
                </a:cubicBezTo>
                <a:close/>
                <a:moveTo>
                  <a:pt x="9065372" y="2425314"/>
                </a:moveTo>
                <a:cubicBezTo>
                  <a:pt x="9071097" y="2425173"/>
                  <a:pt x="9075613" y="2420408"/>
                  <a:pt x="9075470" y="2414684"/>
                </a:cubicBezTo>
                <a:cubicBezTo>
                  <a:pt x="9075311" y="2408958"/>
                  <a:pt x="9070564" y="2404442"/>
                  <a:pt x="9064822" y="2404585"/>
                </a:cubicBezTo>
                <a:cubicBezTo>
                  <a:pt x="9059078" y="2404727"/>
                  <a:pt x="9054563" y="2409492"/>
                  <a:pt x="9054705" y="2415216"/>
                </a:cubicBezTo>
                <a:lnTo>
                  <a:pt x="9054722" y="2415199"/>
                </a:lnTo>
                <a:cubicBezTo>
                  <a:pt x="9054882" y="2420835"/>
                  <a:pt x="9059505" y="2425314"/>
                  <a:pt x="9065105" y="2425314"/>
                </a:cubicBezTo>
                <a:cubicBezTo>
                  <a:pt x="9065195" y="2425315"/>
                  <a:pt x="9065372" y="2425314"/>
                  <a:pt x="9065372" y="2425314"/>
                </a:cubicBezTo>
                <a:close/>
                <a:moveTo>
                  <a:pt x="7980202" y="2826834"/>
                </a:moveTo>
                <a:cubicBezTo>
                  <a:pt x="7982530" y="2826834"/>
                  <a:pt x="7984717" y="2825358"/>
                  <a:pt x="7985517" y="2823029"/>
                </a:cubicBezTo>
                <a:cubicBezTo>
                  <a:pt x="7986531" y="2820078"/>
                  <a:pt x="7984948" y="2816877"/>
                  <a:pt x="7982015" y="2815882"/>
                </a:cubicBezTo>
                <a:cubicBezTo>
                  <a:pt x="7979063" y="2814869"/>
                  <a:pt x="7975881" y="2816433"/>
                  <a:pt x="7974868" y="2819384"/>
                </a:cubicBezTo>
                <a:cubicBezTo>
                  <a:pt x="7973853" y="2822318"/>
                  <a:pt x="7975419" y="2825518"/>
                  <a:pt x="7978370" y="2826532"/>
                </a:cubicBezTo>
                <a:cubicBezTo>
                  <a:pt x="7978974" y="2826744"/>
                  <a:pt x="7979596" y="2826834"/>
                  <a:pt x="7980202" y="2826834"/>
                </a:cubicBezTo>
                <a:close/>
                <a:moveTo>
                  <a:pt x="7120555" y="3146444"/>
                </a:moveTo>
                <a:cubicBezTo>
                  <a:pt x="7121568" y="3146409"/>
                  <a:pt x="7122350" y="3145556"/>
                  <a:pt x="7122297" y="3144543"/>
                </a:cubicBezTo>
                <a:cubicBezTo>
                  <a:pt x="7122262" y="3143511"/>
                  <a:pt x="7121409" y="3142729"/>
                  <a:pt x="7120395" y="3142783"/>
                </a:cubicBezTo>
                <a:cubicBezTo>
                  <a:pt x="7119382" y="3142818"/>
                  <a:pt x="7118582" y="3143689"/>
                  <a:pt x="7118635" y="3144685"/>
                </a:cubicBezTo>
                <a:cubicBezTo>
                  <a:pt x="7118670" y="3145680"/>
                  <a:pt x="7119488" y="3146445"/>
                  <a:pt x="7120466" y="3146444"/>
                </a:cubicBezTo>
                <a:close/>
                <a:moveTo>
                  <a:pt x="9149377" y="2411127"/>
                </a:moveTo>
                <a:lnTo>
                  <a:pt x="9149382" y="2411114"/>
                </a:lnTo>
                <a:lnTo>
                  <a:pt x="9149377" y="2411109"/>
                </a:lnTo>
                <a:close/>
                <a:moveTo>
                  <a:pt x="8181885" y="2766651"/>
                </a:moveTo>
                <a:cubicBezTo>
                  <a:pt x="8184659" y="2766651"/>
                  <a:pt x="8187236" y="2764874"/>
                  <a:pt x="8188144" y="2762100"/>
                </a:cubicBezTo>
                <a:cubicBezTo>
                  <a:pt x="8189263" y="2758633"/>
                  <a:pt x="8187361" y="2754934"/>
                  <a:pt x="8183894" y="2753815"/>
                </a:cubicBezTo>
                <a:cubicBezTo>
                  <a:pt x="8180445" y="2752713"/>
                  <a:pt x="8176729" y="2754597"/>
                  <a:pt x="8175627" y="2758064"/>
                </a:cubicBezTo>
                <a:cubicBezTo>
                  <a:pt x="8174507" y="2761513"/>
                  <a:pt x="8176409" y="2765229"/>
                  <a:pt x="8179858" y="2766331"/>
                </a:cubicBezTo>
                <a:cubicBezTo>
                  <a:pt x="8180534" y="2766562"/>
                  <a:pt x="8181210" y="2766651"/>
                  <a:pt x="8181885" y="2766651"/>
                </a:cubicBezTo>
                <a:close/>
                <a:moveTo>
                  <a:pt x="8580025" y="2621753"/>
                </a:moveTo>
                <a:cubicBezTo>
                  <a:pt x="8584026" y="2621754"/>
                  <a:pt x="8587581" y="2618926"/>
                  <a:pt x="8588346" y="2614856"/>
                </a:cubicBezTo>
                <a:cubicBezTo>
                  <a:pt x="8589217" y="2610250"/>
                  <a:pt x="8586194" y="2605824"/>
                  <a:pt x="8581608" y="2604952"/>
                </a:cubicBezTo>
                <a:cubicBezTo>
                  <a:pt x="8577002" y="2604081"/>
                  <a:pt x="8572576" y="2607104"/>
                  <a:pt x="8571704" y="2611708"/>
                </a:cubicBezTo>
                <a:cubicBezTo>
                  <a:pt x="8570833" y="2616295"/>
                  <a:pt x="8573855" y="2620722"/>
                  <a:pt x="8578443" y="2621593"/>
                </a:cubicBezTo>
                <a:cubicBezTo>
                  <a:pt x="8578976" y="2621700"/>
                  <a:pt x="8579509" y="2621753"/>
                  <a:pt x="8580025" y="2621753"/>
                </a:cubicBezTo>
                <a:close/>
                <a:moveTo>
                  <a:pt x="8381613" y="2699715"/>
                </a:moveTo>
                <a:cubicBezTo>
                  <a:pt x="8384938" y="2699715"/>
                  <a:pt x="8387978" y="2697492"/>
                  <a:pt x="8388884" y="2694132"/>
                </a:cubicBezTo>
                <a:cubicBezTo>
                  <a:pt x="8389951" y="2690114"/>
                  <a:pt x="8387569" y="2685990"/>
                  <a:pt x="8383550" y="2684904"/>
                </a:cubicBezTo>
                <a:cubicBezTo>
                  <a:pt x="8379533" y="2683838"/>
                  <a:pt x="8375408" y="2686202"/>
                  <a:pt x="8374342" y="2690221"/>
                </a:cubicBezTo>
                <a:cubicBezTo>
                  <a:pt x="8373256" y="2694239"/>
                  <a:pt x="8375640" y="2698363"/>
                  <a:pt x="8379657" y="2699448"/>
                </a:cubicBezTo>
                <a:cubicBezTo>
                  <a:pt x="8380315" y="2699626"/>
                  <a:pt x="8380973" y="2699714"/>
                  <a:pt x="8381613" y="2699715"/>
                </a:cubicBezTo>
                <a:close/>
                <a:moveTo>
                  <a:pt x="7434548" y="3048198"/>
                </a:moveTo>
                <a:cubicBezTo>
                  <a:pt x="7435863" y="3048198"/>
                  <a:pt x="7437037" y="3047256"/>
                  <a:pt x="7437286" y="3045905"/>
                </a:cubicBezTo>
                <a:cubicBezTo>
                  <a:pt x="7437552" y="3044412"/>
                  <a:pt x="7436557" y="3042953"/>
                  <a:pt x="7435028" y="3042669"/>
                </a:cubicBezTo>
                <a:cubicBezTo>
                  <a:pt x="7433517" y="3042403"/>
                  <a:pt x="7432059" y="3043398"/>
                  <a:pt x="7431793" y="3044927"/>
                </a:cubicBezTo>
                <a:cubicBezTo>
                  <a:pt x="7431507" y="3046420"/>
                  <a:pt x="7432504" y="3047878"/>
                  <a:pt x="7434032" y="3048162"/>
                </a:cubicBezTo>
                <a:lnTo>
                  <a:pt x="7434050" y="3048163"/>
                </a:lnTo>
                <a:cubicBezTo>
                  <a:pt x="7434210" y="3048198"/>
                  <a:pt x="7434370" y="3048198"/>
                  <a:pt x="7434548" y="3048198"/>
                </a:cubicBezTo>
                <a:close/>
                <a:moveTo>
                  <a:pt x="9160436" y="2420764"/>
                </a:moveTo>
                <a:cubicBezTo>
                  <a:pt x="9166143" y="2420354"/>
                  <a:pt x="9170464" y="2415411"/>
                  <a:pt x="9170055" y="2409704"/>
                </a:cubicBezTo>
                <a:cubicBezTo>
                  <a:pt x="9169663" y="2403980"/>
                  <a:pt x="9164703" y="2399677"/>
                  <a:pt x="9158996" y="2400068"/>
                </a:cubicBezTo>
                <a:cubicBezTo>
                  <a:pt x="9156134" y="2400264"/>
                  <a:pt x="9153626" y="2401602"/>
                  <a:pt x="9151886" y="2403605"/>
                </a:cubicBezTo>
                <a:lnTo>
                  <a:pt x="9149382" y="2411114"/>
                </a:lnTo>
                <a:lnTo>
                  <a:pt x="9159707" y="2420763"/>
                </a:lnTo>
                <a:cubicBezTo>
                  <a:pt x="9159939" y="2420763"/>
                  <a:pt x="9160187" y="2420763"/>
                  <a:pt x="9160436" y="2420764"/>
                </a:cubicBezTo>
                <a:close/>
                <a:moveTo>
                  <a:pt x="7651539" y="2975235"/>
                </a:moveTo>
                <a:cubicBezTo>
                  <a:pt x="7653176" y="2975235"/>
                  <a:pt x="7654669" y="2974167"/>
                  <a:pt x="7655131" y="2972532"/>
                </a:cubicBezTo>
                <a:cubicBezTo>
                  <a:pt x="7655701" y="2970541"/>
                  <a:pt x="7654562" y="2968479"/>
                  <a:pt x="7652571" y="2967910"/>
                </a:cubicBezTo>
                <a:cubicBezTo>
                  <a:pt x="7650598" y="2967340"/>
                  <a:pt x="7648517" y="2968496"/>
                  <a:pt x="7647967" y="2970470"/>
                </a:cubicBezTo>
                <a:cubicBezTo>
                  <a:pt x="7647398" y="2972443"/>
                  <a:pt x="7648534" y="2974523"/>
                  <a:pt x="7650509" y="2975092"/>
                </a:cubicBezTo>
                <a:cubicBezTo>
                  <a:pt x="7650864" y="2975181"/>
                  <a:pt x="7651201" y="2975235"/>
                  <a:pt x="7651539" y="2975235"/>
                </a:cubicBezTo>
                <a:close/>
                <a:moveTo>
                  <a:pt x="7209947" y="3145627"/>
                </a:moveTo>
                <a:cubicBezTo>
                  <a:pt x="7210943" y="3145627"/>
                  <a:pt x="7211760" y="3144845"/>
                  <a:pt x="7211778" y="3143832"/>
                </a:cubicBezTo>
                <a:cubicBezTo>
                  <a:pt x="7211815" y="3142836"/>
                  <a:pt x="7211014" y="3141964"/>
                  <a:pt x="7210000" y="3141964"/>
                </a:cubicBezTo>
                <a:cubicBezTo>
                  <a:pt x="7208987" y="3141929"/>
                  <a:pt x="7208116" y="3142729"/>
                  <a:pt x="7208116" y="3143742"/>
                </a:cubicBezTo>
                <a:cubicBezTo>
                  <a:pt x="7208081" y="3144755"/>
                  <a:pt x="7208880" y="3145627"/>
                  <a:pt x="7209894" y="3145627"/>
                </a:cubicBezTo>
                <a:lnTo>
                  <a:pt x="7209912" y="3145627"/>
                </a:lnTo>
                <a:close/>
                <a:moveTo>
                  <a:pt x="8870533" y="2536877"/>
                </a:moveTo>
                <a:cubicBezTo>
                  <a:pt x="8875529" y="2536877"/>
                  <a:pt x="8879689" y="2532930"/>
                  <a:pt x="8879921" y="2527881"/>
                </a:cubicBezTo>
                <a:cubicBezTo>
                  <a:pt x="8880169" y="2522689"/>
                  <a:pt x="8876151" y="2518280"/>
                  <a:pt x="8870942" y="2518032"/>
                </a:cubicBezTo>
                <a:cubicBezTo>
                  <a:pt x="8865750" y="2517800"/>
                  <a:pt x="8861341" y="2521818"/>
                  <a:pt x="8861111" y="2527010"/>
                </a:cubicBezTo>
                <a:cubicBezTo>
                  <a:pt x="8860862" y="2532201"/>
                  <a:pt x="8864879" y="2536628"/>
                  <a:pt x="8870088" y="2536859"/>
                </a:cubicBezTo>
                <a:cubicBezTo>
                  <a:pt x="8870231" y="2536859"/>
                  <a:pt x="8870373" y="2536877"/>
                  <a:pt x="8870533" y="2536877"/>
                </a:cubicBezTo>
                <a:close/>
                <a:moveTo>
                  <a:pt x="6553799" y="3392789"/>
                </a:moveTo>
                <a:cubicBezTo>
                  <a:pt x="6554262" y="3392628"/>
                  <a:pt x="6554492" y="3392096"/>
                  <a:pt x="6554315" y="3391652"/>
                </a:cubicBezTo>
                <a:cubicBezTo>
                  <a:pt x="6554136" y="3391188"/>
                  <a:pt x="6553621" y="3390958"/>
                  <a:pt x="6553159" y="3391136"/>
                </a:cubicBezTo>
                <a:cubicBezTo>
                  <a:pt x="6552696" y="3391313"/>
                  <a:pt x="6552484" y="3391828"/>
                  <a:pt x="6552661" y="3392291"/>
                </a:cubicBezTo>
                <a:cubicBezTo>
                  <a:pt x="6552786" y="3392647"/>
                  <a:pt x="6553123" y="3392860"/>
                  <a:pt x="6553479" y="3392860"/>
                </a:cubicBezTo>
                <a:cubicBezTo>
                  <a:pt x="6553585" y="3392860"/>
                  <a:pt x="6553710" y="3392842"/>
                  <a:pt x="6553799" y="3392789"/>
                </a:cubicBezTo>
                <a:close/>
                <a:moveTo>
                  <a:pt x="6637253" y="3362227"/>
                </a:moveTo>
                <a:cubicBezTo>
                  <a:pt x="6637715" y="3362050"/>
                  <a:pt x="6637965" y="3361551"/>
                  <a:pt x="6637804" y="3361089"/>
                </a:cubicBezTo>
                <a:cubicBezTo>
                  <a:pt x="6637645" y="3360627"/>
                  <a:pt x="6637129" y="3360378"/>
                  <a:pt x="6636666" y="3360538"/>
                </a:cubicBezTo>
                <a:cubicBezTo>
                  <a:pt x="6636204" y="3360698"/>
                  <a:pt x="6635954" y="3361214"/>
                  <a:pt x="6636115" y="3361676"/>
                </a:cubicBezTo>
                <a:cubicBezTo>
                  <a:pt x="6636257" y="3362032"/>
                  <a:pt x="6636596" y="3362263"/>
                  <a:pt x="6636969" y="3362263"/>
                </a:cubicBezTo>
                <a:cubicBezTo>
                  <a:pt x="6637057" y="3362263"/>
                  <a:pt x="6637253" y="3362227"/>
                  <a:pt x="6637253" y="3362227"/>
                </a:cubicBezTo>
                <a:close/>
                <a:moveTo>
                  <a:pt x="7861722" y="2914501"/>
                </a:moveTo>
                <a:cubicBezTo>
                  <a:pt x="7863678" y="2914501"/>
                  <a:pt x="7865491" y="2913257"/>
                  <a:pt x="7866148" y="2911301"/>
                </a:cubicBezTo>
                <a:cubicBezTo>
                  <a:pt x="7866984" y="2908865"/>
                  <a:pt x="7865668" y="2906198"/>
                  <a:pt x="7863215" y="2905381"/>
                </a:cubicBezTo>
                <a:cubicBezTo>
                  <a:pt x="7860762" y="2904545"/>
                  <a:pt x="7858112" y="2905860"/>
                  <a:pt x="7857277" y="2908332"/>
                </a:cubicBezTo>
                <a:cubicBezTo>
                  <a:pt x="7856460" y="2910768"/>
                  <a:pt x="7857775" y="2913434"/>
                  <a:pt x="7860229" y="2914252"/>
                </a:cubicBezTo>
                <a:cubicBezTo>
                  <a:pt x="7860726" y="2914412"/>
                  <a:pt x="7861224" y="2914501"/>
                  <a:pt x="7861722" y="2914501"/>
                </a:cubicBezTo>
                <a:close/>
                <a:moveTo>
                  <a:pt x="6471288" y="3425840"/>
                </a:moveTo>
                <a:cubicBezTo>
                  <a:pt x="6471732" y="3425645"/>
                  <a:pt x="6471963" y="3425129"/>
                  <a:pt x="6471768" y="3424666"/>
                </a:cubicBezTo>
                <a:cubicBezTo>
                  <a:pt x="6471571" y="3424222"/>
                  <a:pt x="6471055" y="3423992"/>
                  <a:pt x="6470611" y="3424186"/>
                </a:cubicBezTo>
                <a:cubicBezTo>
                  <a:pt x="6470131" y="3424383"/>
                  <a:pt x="6469936" y="3424898"/>
                  <a:pt x="6470131" y="3425343"/>
                </a:cubicBezTo>
                <a:cubicBezTo>
                  <a:pt x="6470273" y="3425697"/>
                  <a:pt x="6470594" y="3425893"/>
                  <a:pt x="6470948" y="3425893"/>
                </a:cubicBezTo>
                <a:cubicBezTo>
                  <a:pt x="6471055" y="3425893"/>
                  <a:pt x="6471181" y="3425876"/>
                  <a:pt x="6471288" y="3425840"/>
                </a:cubicBezTo>
                <a:close/>
                <a:moveTo>
                  <a:pt x="6721738" y="3334652"/>
                </a:moveTo>
                <a:cubicBezTo>
                  <a:pt x="6722201" y="3334510"/>
                  <a:pt x="6722467" y="3334012"/>
                  <a:pt x="6722325" y="3333550"/>
                </a:cubicBezTo>
                <a:cubicBezTo>
                  <a:pt x="6722183" y="3333069"/>
                  <a:pt x="6721685" y="3332803"/>
                  <a:pt x="6721205" y="3332963"/>
                </a:cubicBezTo>
                <a:cubicBezTo>
                  <a:pt x="6720742" y="3333105"/>
                  <a:pt x="6720476" y="3333603"/>
                  <a:pt x="6720619" y="3334065"/>
                </a:cubicBezTo>
                <a:cubicBezTo>
                  <a:pt x="6720742" y="3334456"/>
                  <a:pt x="6721099" y="3334687"/>
                  <a:pt x="6721471" y="3334687"/>
                </a:cubicBezTo>
                <a:cubicBezTo>
                  <a:pt x="6721561" y="3334687"/>
                  <a:pt x="6721650" y="3334687"/>
                  <a:pt x="6721738" y="3334652"/>
                </a:cubicBezTo>
                <a:close/>
                <a:moveTo>
                  <a:pt x="6389558" y="3460793"/>
                </a:moveTo>
                <a:cubicBezTo>
                  <a:pt x="6390019" y="3460598"/>
                  <a:pt x="6390215" y="3460082"/>
                  <a:pt x="6390019" y="3459619"/>
                </a:cubicBezTo>
                <a:cubicBezTo>
                  <a:pt x="6389824" y="3459176"/>
                  <a:pt x="6389291" y="3458962"/>
                  <a:pt x="6388846" y="3459176"/>
                </a:cubicBezTo>
                <a:cubicBezTo>
                  <a:pt x="6388383" y="3459371"/>
                  <a:pt x="6388188" y="3459887"/>
                  <a:pt x="6388384" y="3460348"/>
                </a:cubicBezTo>
                <a:cubicBezTo>
                  <a:pt x="6388544" y="3460669"/>
                  <a:pt x="6388864" y="3460865"/>
                  <a:pt x="6389202" y="3460865"/>
                </a:cubicBezTo>
                <a:cubicBezTo>
                  <a:pt x="6389326" y="3460864"/>
                  <a:pt x="6389451" y="3460847"/>
                  <a:pt x="6389558" y="3460793"/>
                </a:cubicBezTo>
                <a:close/>
                <a:moveTo>
                  <a:pt x="6807291" y="3310704"/>
                </a:moveTo>
                <a:cubicBezTo>
                  <a:pt x="6807770" y="3310597"/>
                  <a:pt x="6808055" y="3310117"/>
                  <a:pt x="6807930" y="3309637"/>
                </a:cubicBezTo>
                <a:cubicBezTo>
                  <a:pt x="6807806" y="3309157"/>
                  <a:pt x="6807325" y="3308873"/>
                  <a:pt x="6806846" y="3308997"/>
                </a:cubicBezTo>
                <a:cubicBezTo>
                  <a:pt x="6806384" y="3309121"/>
                  <a:pt x="6806099" y="3309602"/>
                  <a:pt x="6806206" y="3310082"/>
                </a:cubicBezTo>
                <a:cubicBezTo>
                  <a:pt x="6806313" y="3310473"/>
                  <a:pt x="6806668" y="3310739"/>
                  <a:pt x="6807077" y="3310739"/>
                </a:cubicBezTo>
                <a:cubicBezTo>
                  <a:pt x="6807148" y="3310739"/>
                  <a:pt x="6807291" y="3310704"/>
                  <a:pt x="6807291" y="3310704"/>
                </a:cubicBezTo>
                <a:close/>
                <a:moveTo>
                  <a:pt x="6308468" y="3497204"/>
                </a:moveTo>
                <a:cubicBezTo>
                  <a:pt x="6308912" y="3497010"/>
                  <a:pt x="6309108" y="3496476"/>
                  <a:pt x="6308912" y="3496031"/>
                </a:cubicBezTo>
                <a:cubicBezTo>
                  <a:pt x="6308699" y="3495587"/>
                  <a:pt x="6308166" y="3495391"/>
                  <a:pt x="6307721" y="3495587"/>
                </a:cubicBezTo>
                <a:cubicBezTo>
                  <a:pt x="6307294" y="3495799"/>
                  <a:pt x="6307081" y="3496315"/>
                  <a:pt x="6307294" y="3496778"/>
                </a:cubicBezTo>
                <a:cubicBezTo>
                  <a:pt x="6307436" y="3497098"/>
                  <a:pt x="6307757" y="3497294"/>
                  <a:pt x="6308094" y="3497294"/>
                </a:cubicBezTo>
                <a:cubicBezTo>
                  <a:pt x="6308219" y="3497294"/>
                  <a:pt x="6308343" y="3497258"/>
                  <a:pt x="6308468" y="3497204"/>
                </a:cubicBezTo>
                <a:close/>
                <a:moveTo>
                  <a:pt x="8067140" y="2856418"/>
                </a:moveTo>
                <a:cubicBezTo>
                  <a:pt x="8069505" y="2856418"/>
                  <a:pt x="8071692" y="2854923"/>
                  <a:pt x="8072491" y="2852577"/>
                </a:cubicBezTo>
                <a:cubicBezTo>
                  <a:pt x="8073488" y="2849626"/>
                  <a:pt x="8071887" y="2846444"/>
                  <a:pt x="8068953" y="2845448"/>
                </a:cubicBezTo>
                <a:cubicBezTo>
                  <a:pt x="8066020" y="2844453"/>
                  <a:pt x="8062819" y="2846035"/>
                  <a:pt x="8061824" y="2848986"/>
                </a:cubicBezTo>
                <a:cubicBezTo>
                  <a:pt x="8060846" y="2851938"/>
                  <a:pt x="8062429" y="2855120"/>
                  <a:pt x="8065379" y="2856116"/>
                </a:cubicBezTo>
                <a:lnTo>
                  <a:pt x="8065362" y="2856116"/>
                </a:lnTo>
                <a:cubicBezTo>
                  <a:pt x="8065949" y="2856328"/>
                  <a:pt x="8066554" y="2856419"/>
                  <a:pt x="8067140" y="2856418"/>
                </a:cubicBezTo>
                <a:close/>
                <a:moveTo>
                  <a:pt x="8672456" y="2636670"/>
                </a:moveTo>
                <a:cubicBezTo>
                  <a:pt x="8676635" y="2636670"/>
                  <a:pt x="8680281" y="2633576"/>
                  <a:pt x="8680849" y="2629310"/>
                </a:cubicBezTo>
                <a:cubicBezTo>
                  <a:pt x="8681453" y="2624687"/>
                  <a:pt x="8678200" y="2620419"/>
                  <a:pt x="8673560" y="2619798"/>
                </a:cubicBezTo>
                <a:cubicBezTo>
                  <a:pt x="8668920" y="2619175"/>
                  <a:pt x="8664653" y="2622447"/>
                  <a:pt x="8664048" y="2627087"/>
                </a:cubicBezTo>
                <a:cubicBezTo>
                  <a:pt x="8663426" y="2631727"/>
                  <a:pt x="8666697" y="2635995"/>
                  <a:pt x="8671338" y="2636599"/>
                </a:cubicBezTo>
                <a:cubicBezTo>
                  <a:pt x="8671711" y="2636652"/>
                  <a:pt x="8672084" y="2636670"/>
                  <a:pt x="8672456" y="2636670"/>
                </a:cubicBezTo>
                <a:close/>
                <a:moveTo>
                  <a:pt x="6892860" y="3290330"/>
                </a:moveTo>
                <a:lnTo>
                  <a:pt x="6892867" y="3290319"/>
                </a:lnTo>
                <a:lnTo>
                  <a:pt x="6892859" y="3290312"/>
                </a:lnTo>
                <a:close/>
                <a:moveTo>
                  <a:pt x="6227822" y="3534611"/>
                </a:moveTo>
                <a:cubicBezTo>
                  <a:pt x="6228249" y="3534398"/>
                  <a:pt x="6228444" y="3533883"/>
                  <a:pt x="6228249" y="3533420"/>
                </a:cubicBezTo>
                <a:cubicBezTo>
                  <a:pt x="6228035" y="3532994"/>
                  <a:pt x="6227502" y="3532798"/>
                  <a:pt x="6227058" y="3532994"/>
                </a:cubicBezTo>
                <a:cubicBezTo>
                  <a:pt x="6226630" y="3533206"/>
                  <a:pt x="6226418" y="3533740"/>
                  <a:pt x="6226632" y="3534185"/>
                </a:cubicBezTo>
                <a:cubicBezTo>
                  <a:pt x="6226791" y="3534504"/>
                  <a:pt x="6227110" y="3534700"/>
                  <a:pt x="6227449" y="3534700"/>
                </a:cubicBezTo>
                <a:cubicBezTo>
                  <a:pt x="6227574" y="3534700"/>
                  <a:pt x="6227698" y="3534665"/>
                  <a:pt x="6227822" y="3534611"/>
                </a:cubicBezTo>
                <a:close/>
                <a:moveTo>
                  <a:pt x="6893909" y="3291022"/>
                </a:moveTo>
                <a:cubicBezTo>
                  <a:pt x="6894390" y="3290933"/>
                  <a:pt x="6894709" y="3290453"/>
                  <a:pt x="6894603" y="3289991"/>
                </a:cubicBezTo>
                <a:cubicBezTo>
                  <a:pt x="6894514" y="3289494"/>
                  <a:pt x="6894051" y="3289191"/>
                  <a:pt x="6893572" y="3289280"/>
                </a:cubicBezTo>
                <a:lnTo>
                  <a:pt x="6892867" y="3290319"/>
                </a:lnTo>
                <a:lnTo>
                  <a:pt x="6893732" y="3291023"/>
                </a:lnTo>
                <a:cubicBezTo>
                  <a:pt x="6893803" y="3291023"/>
                  <a:pt x="6893909" y="3291022"/>
                  <a:pt x="6893909" y="3291022"/>
                </a:cubicBezTo>
                <a:close/>
                <a:moveTo>
                  <a:pt x="7522624" y="3066760"/>
                </a:moveTo>
                <a:cubicBezTo>
                  <a:pt x="7523887" y="3066759"/>
                  <a:pt x="7525043" y="3065907"/>
                  <a:pt x="7525344" y="3064626"/>
                </a:cubicBezTo>
                <a:cubicBezTo>
                  <a:pt x="7525700" y="3063132"/>
                  <a:pt x="7524776" y="3061622"/>
                  <a:pt x="7523265" y="3061266"/>
                </a:cubicBezTo>
                <a:cubicBezTo>
                  <a:pt x="7521771" y="3060911"/>
                  <a:pt x="7520278" y="3061835"/>
                  <a:pt x="7519923" y="3063346"/>
                </a:cubicBezTo>
                <a:cubicBezTo>
                  <a:pt x="7519567" y="3064839"/>
                  <a:pt x="7520491" y="3066333"/>
                  <a:pt x="7521985" y="3066688"/>
                </a:cubicBezTo>
                <a:cubicBezTo>
                  <a:pt x="7522197" y="3066760"/>
                  <a:pt x="7522411" y="3066760"/>
                  <a:pt x="7522624" y="3066760"/>
                </a:cubicBezTo>
                <a:close/>
                <a:moveTo>
                  <a:pt x="8964744" y="2538851"/>
                </a:moveTo>
                <a:cubicBezTo>
                  <a:pt x="8969953" y="2538851"/>
                  <a:pt x="8974131" y="2534601"/>
                  <a:pt x="8974131" y="2529410"/>
                </a:cubicBezTo>
                <a:cubicBezTo>
                  <a:pt x="8974112" y="2524200"/>
                  <a:pt x="8969881" y="2519987"/>
                  <a:pt x="8964673" y="2520022"/>
                </a:cubicBezTo>
                <a:cubicBezTo>
                  <a:pt x="8959481" y="2520041"/>
                  <a:pt x="8955268" y="2524254"/>
                  <a:pt x="8955285" y="2529463"/>
                </a:cubicBezTo>
                <a:cubicBezTo>
                  <a:pt x="8955303" y="2534655"/>
                  <a:pt x="8959516" y="2538851"/>
                  <a:pt x="8964708" y="2538851"/>
                </a:cubicBezTo>
                <a:close/>
                <a:moveTo>
                  <a:pt x="6147426" y="3572569"/>
                </a:moveTo>
                <a:cubicBezTo>
                  <a:pt x="6147853" y="3572356"/>
                  <a:pt x="6148048" y="3571823"/>
                  <a:pt x="6147853" y="3571395"/>
                </a:cubicBezTo>
                <a:cubicBezTo>
                  <a:pt x="6147639" y="3570934"/>
                  <a:pt x="6147106" y="3570756"/>
                  <a:pt x="6146662" y="3570970"/>
                </a:cubicBezTo>
                <a:cubicBezTo>
                  <a:pt x="6146235" y="3571165"/>
                  <a:pt x="6146022" y="3571699"/>
                  <a:pt x="6146236" y="3572143"/>
                </a:cubicBezTo>
                <a:cubicBezTo>
                  <a:pt x="6146396" y="3572463"/>
                  <a:pt x="6146715" y="3572657"/>
                  <a:pt x="6147053" y="3572658"/>
                </a:cubicBezTo>
                <a:cubicBezTo>
                  <a:pt x="6147178" y="3572657"/>
                  <a:pt x="6147302" y="3572623"/>
                  <a:pt x="6147426" y="3572569"/>
                </a:cubicBezTo>
                <a:close/>
                <a:moveTo>
                  <a:pt x="8270193" y="2794031"/>
                </a:moveTo>
                <a:cubicBezTo>
                  <a:pt x="8273038" y="2794030"/>
                  <a:pt x="8275651" y="2792182"/>
                  <a:pt x="8276504" y="2789320"/>
                </a:cubicBezTo>
                <a:cubicBezTo>
                  <a:pt x="8277536" y="2785853"/>
                  <a:pt x="8275544" y="2782190"/>
                  <a:pt x="8272060" y="2781158"/>
                </a:cubicBezTo>
                <a:cubicBezTo>
                  <a:pt x="8268575" y="2780128"/>
                  <a:pt x="8264912" y="2782101"/>
                  <a:pt x="8263882" y="2785586"/>
                </a:cubicBezTo>
                <a:cubicBezTo>
                  <a:pt x="8262851" y="2789071"/>
                  <a:pt x="8264841" y="2792733"/>
                  <a:pt x="8268326" y="2793764"/>
                </a:cubicBezTo>
                <a:cubicBezTo>
                  <a:pt x="8268947" y="2793942"/>
                  <a:pt x="8269570" y="2794030"/>
                  <a:pt x="8270193" y="2794031"/>
                </a:cubicBezTo>
                <a:close/>
                <a:moveTo>
                  <a:pt x="7299250" y="3151156"/>
                </a:moveTo>
                <a:cubicBezTo>
                  <a:pt x="7300175" y="3151156"/>
                  <a:pt x="7300976" y="3150445"/>
                  <a:pt x="7301064" y="3149502"/>
                </a:cubicBezTo>
                <a:cubicBezTo>
                  <a:pt x="7301171" y="3148490"/>
                  <a:pt x="7300424" y="3147583"/>
                  <a:pt x="7299429" y="3147494"/>
                </a:cubicBezTo>
                <a:cubicBezTo>
                  <a:pt x="7298416" y="3147387"/>
                  <a:pt x="7297508" y="3148133"/>
                  <a:pt x="7297419" y="3149130"/>
                </a:cubicBezTo>
                <a:cubicBezTo>
                  <a:pt x="7297313" y="3150143"/>
                  <a:pt x="7298060" y="3151050"/>
                  <a:pt x="7299073" y="3151138"/>
                </a:cubicBezTo>
                <a:lnTo>
                  <a:pt x="7299073" y="3151156"/>
                </a:lnTo>
                <a:cubicBezTo>
                  <a:pt x="7299126" y="3151156"/>
                  <a:pt x="7299250" y="3151156"/>
                  <a:pt x="7299250" y="3151156"/>
                </a:cubicBezTo>
                <a:close/>
                <a:moveTo>
                  <a:pt x="8471930" y="2722063"/>
                </a:moveTo>
                <a:cubicBezTo>
                  <a:pt x="8475361" y="2722063"/>
                  <a:pt x="8478472" y="2719681"/>
                  <a:pt x="8479255" y="2716178"/>
                </a:cubicBezTo>
                <a:cubicBezTo>
                  <a:pt x="8480178" y="2712124"/>
                  <a:pt x="8477619" y="2708106"/>
                  <a:pt x="8473566" y="2707182"/>
                </a:cubicBezTo>
                <a:cubicBezTo>
                  <a:pt x="8469511" y="2706275"/>
                  <a:pt x="8465494" y="2708818"/>
                  <a:pt x="8464570" y="2712871"/>
                </a:cubicBezTo>
                <a:cubicBezTo>
                  <a:pt x="8463662" y="2716925"/>
                  <a:pt x="8466205" y="2720961"/>
                  <a:pt x="8470258" y="2721867"/>
                </a:cubicBezTo>
                <a:cubicBezTo>
                  <a:pt x="8470828" y="2721992"/>
                  <a:pt x="8471379" y="2722063"/>
                  <a:pt x="8471930" y="2722063"/>
                </a:cubicBezTo>
                <a:close/>
                <a:moveTo>
                  <a:pt x="6067084" y="3610652"/>
                </a:moveTo>
                <a:cubicBezTo>
                  <a:pt x="6067510" y="3610438"/>
                  <a:pt x="6067706" y="3609905"/>
                  <a:pt x="6067510" y="3609479"/>
                </a:cubicBezTo>
                <a:cubicBezTo>
                  <a:pt x="6067297" y="3609016"/>
                  <a:pt x="6066764" y="3608838"/>
                  <a:pt x="6066319" y="3609034"/>
                </a:cubicBezTo>
                <a:cubicBezTo>
                  <a:pt x="6065892" y="3609248"/>
                  <a:pt x="6065697" y="3609780"/>
                  <a:pt x="6065892" y="3610225"/>
                </a:cubicBezTo>
                <a:cubicBezTo>
                  <a:pt x="6066052" y="3610545"/>
                  <a:pt x="6066372" y="3610741"/>
                  <a:pt x="6066710" y="3610741"/>
                </a:cubicBezTo>
                <a:cubicBezTo>
                  <a:pt x="6066834" y="3610741"/>
                  <a:pt x="6066959" y="3610705"/>
                  <a:pt x="6067084" y="3610652"/>
                </a:cubicBezTo>
                <a:close/>
                <a:moveTo>
                  <a:pt x="6981489" y="3276248"/>
                </a:moveTo>
                <a:cubicBezTo>
                  <a:pt x="6981969" y="3276176"/>
                  <a:pt x="6982305" y="3275715"/>
                  <a:pt x="6982234" y="3275235"/>
                </a:cubicBezTo>
                <a:cubicBezTo>
                  <a:pt x="6982164" y="3274755"/>
                  <a:pt x="6981719" y="3274417"/>
                  <a:pt x="6981239" y="3274470"/>
                </a:cubicBezTo>
                <a:cubicBezTo>
                  <a:pt x="6980741" y="3274541"/>
                  <a:pt x="6980404" y="3274986"/>
                  <a:pt x="6980475" y="3275484"/>
                </a:cubicBezTo>
                <a:cubicBezTo>
                  <a:pt x="6980546" y="3275928"/>
                  <a:pt x="6980919" y="3276248"/>
                  <a:pt x="6981363" y="3276248"/>
                </a:cubicBezTo>
                <a:close/>
                <a:moveTo>
                  <a:pt x="7738301" y="3001547"/>
                </a:moveTo>
                <a:cubicBezTo>
                  <a:pt x="7739883" y="3001546"/>
                  <a:pt x="7741341" y="3000534"/>
                  <a:pt x="7741857" y="2998934"/>
                </a:cubicBezTo>
                <a:cubicBezTo>
                  <a:pt x="7742479" y="2996978"/>
                  <a:pt x="7741394" y="2994880"/>
                  <a:pt x="7739421" y="2994257"/>
                </a:cubicBezTo>
                <a:cubicBezTo>
                  <a:pt x="7737465" y="2993635"/>
                  <a:pt x="7735367" y="2994721"/>
                  <a:pt x="7734745" y="2996676"/>
                </a:cubicBezTo>
                <a:cubicBezTo>
                  <a:pt x="7734123" y="2998649"/>
                  <a:pt x="7735207" y="3000747"/>
                  <a:pt x="7737163" y="3001369"/>
                </a:cubicBezTo>
                <a:cubicBezTo>
                  <a:pt x="7737536" y="3001493"/>
                  <a:pt x="7737927" y="3001546"/>
                  <a:pt x="7738301" y="3001547"/>
                </a:cubicBezTo>
                <a:close/>
                <a:moveTo>
                  <a:pt x="7948127" y="2943890"/>
                </a:moveTo>
                <a:cubicBezTo>
                  <a:pt x="7950084" y="2943889"/>
                  <a:pt x="7951896" y="2942663"/>
                  <a:pt x="7952554" y="2940725"/>
                </a:cubicBezTo>
                <a:cubicBezTo>
                  <a:pt x="7953390" y="2938272"/>
                  <a:pt x="7952092" y="2935605"/>
                  <a:pt x="7949639" y="2934769"/>
                </a:cubicBezTo>
                <a:cubicBezTo>
                  <a:pt x="7947203" y="2933934"/>
                  <a:pt x="7944537" y="2935249"/>
                  <a:pt x="7943701" y="2937685"/>
                </a:cubicBezTo>
                <a:cubicBezTo>
                  <a:pt x="7942865" y="2940139"/>
                  <a:pt x="7944163" y="2942805"/>
                  <a:pt x="7946616" y="2943623"/>
                </a:cubicBezTo>
                <a:cubicBezTo>
                  <a:pt x="7947114" y="2943801"/>
                  <a:pt x="7947629" y="2943890"/>
                  <a:pt x="7948127" y="2943890"/>
                </a:cubicBezTo>
                <a:close/>
                <a:moveTo>
                  <a:pt x="9059310" y="2536343"/>
                </a:moveTo>
                <a:cubicBezTo>
                  <a:pt x="9064501" y="2536094"/>
                  <a:pt x="9068501" y="2531668"/>
                  <a:pt x="9068252" y="2526476"/>
                </a:cubicBezTo>
                <a:cubicBezTo>
                  <a:pt x="9068003" y="2521267"/>
                  <a:pt x="9063577" y="2517267"/>
                  <a:pt x="9058385" y="2517516"/>
                </a:cubicBezTo>
                <a:cubicBezTo>
                  <a:pt x="9053176" y="2517765"/>
                  <a:pt x="9049175" y="2522192"/>
                  <a:pt x="9049425" y="2527401"/>
                </a:cubicBezTo>
                <a:cubicBezTo>
                  <a:pt x="9049674" y="2532432"/>
                  <a:pt x="9053834" y="2536361"/>
                  <a:pt x="9058830" y="2536361"/>
                </a:cubicBezTo>
                <a:cubicBezTo>
                  <a:pt x="9058990" y="2536361"/>
                  <a:pt x="9059149" y="2536344"/>
                  <a:pt x="9059310" y="2536343"/>
                </a:cubicBezTo>
                <a:close/>
                <a:moveTo>
                  <a:pt x="7069778" y="3266968"/>
                </a:moveTo>
                <a:cubicBezTo>
                  <a:pt x="7070259" y="3266932"/>
                  <a:pt x="7070632" y="3266505"/>
                  <a:pt x="7070596" y="3266025"/>
                </a:cubicBezTo>
                <a:cubicBezTo>
                  <a:pt x="7070560" y="3265527"/>
                  <a:pt x="7070133" y="3265190"/>
                  <a:pt x="7069653" y="3265190"/>
                </a:cubicBezTo>
                <a:cubicBezTo>
                  <a:pt x="7069157" y="3265225"/>
                  <a:pt x="7068783" y="3265652"/>
                  <a:pt x="7068818" y="3266150"/>
                </a:cubicBezTo>
                <a:cubicBezTo>
                  <a:pt x="7068854" y="3266612"/>
                  <a:pt x="7069244" y="3266968"/>
                  <a:pt x="7069707" y="3266968"/>
                </a:cubicBezTo>
                <a:close/>
                <a:moveTo>
                  <a:pt x="8765565" y="2646431"/>
                </a:moveTo>
                <a:cubicBezTo>
                  <a:pt x="8769939" y="2646431"/>
                  <a:pt x="8773656" y="2643053"/>
                  <a:pt x="8774011" y="2638608"/>
                </a:cubicBezTo>
                <a:cubicBezTo>
                  <a:pt x="8774367" y="2633950"/>
                  <a:pt x="8770882" y="2629861"/>
                  <a:pt x="8766206" y="2629505"/>
                </a:cubicBezTo>
                <a:cubicBezTo>
                  <a:pt x="8761548" y="2629149"/>
                  <a:pt x="8757458" y="2632634"/>
                  <a:pt x="8757103" y="2637310"/>
                </a:cubicBezTo>
                <a:cubicBezTo>
                  <a:pt x="8756748" y="2641968"/>
                  <a:pt x="8760232" y="2646039"/>
                  <a:pt x="8764908" y="2646413"/>
                </a:cubicBezTo>
                <a:lnTo>
                  <a:pt x="8764908" y="2646431"/>
                </a:lnTo>
                <a:cubicBezTo>
                  <a:pt x="8765121" y="2646431"/>
                  <a:pt x="8765352" y="2646431"/>
                  <a:pt x="8765565" y="2646431"/>
                </a:cubicBezTo>
                <a:close/>
                <a:moveTo>
                  <a:pt x="7387914" y="3163015"/>
                </a:moveTo>
                <a:cubicBezTo>
                  <a:pt x="7388785" y="3163015"/>
                  <a:pt x="7389568" y="3162375"/>
                  <a:pt x="7389728" y="3161468"/>
                </a:cubicBezTo>
                <a:cubicBezTo>
                  <a:pt x="7389887" y="3160473"/>
                  <a:pt x="7389212" y="3159512"/>
                  <a:pt x="7388216" y="3159352"/>
                </a:cubicBezTo>
                <a:cubicBezTo>
                  <a:pt x="7387203" y="3159192"/>
                  <a:pt x="7386261" y="3159868"/>
                  <a:pt x="7386101" y="3160863"/>
                </a:cubicBezTo>
                <a:cubicBezTo>
                  <a:pt x="7385922" y="3161859"/>
                  <a:pt x="7386598" y="3162801"/>
                  <a:pt x="7387612" y="3162979"/>
                </a:cubicBezTo>
                <a:cubicBezTo>
                  <a:pt x="7387700" y="3163015"/>
                  <a:pt x="7387807" y="3163015"/>
                  <a:pt x="7387914" y="3163015"/>
                </a:cubicBezTo>
                <a:close/>
                <a:moveTo>
                  <a:pt x="8154435" y="2885130"/>
                </a:moveTo>
                <a:cubicBezTo>
                  <a:pt x="8156817" y="2885131"/>
                  <a:pt x="8159039" y="2883602"/>
                  <a:pt x="8159804" y="2881220"/>
                </a:cubicBezTo>
                <a:cubicBezTo>
                  <a:pt x="8160746" y="2878251"/>
                  <a:pt x="8159110" y="2875086"/>
                  <a:pt x="8156159" y="2874143"/>
                </a:cubicBezTo>
                <a:cubicBezTo>
                  <a:pt x="8153190" y="2873183"/>
                  <a:pt x="8150025" y="2874818"/>
                  <a:pt x="8149083" y="2877788"/>
                </a:cubicBezTo>
                <a:cubicBezTo>
                  <a:pt x="8148123" y="2880740"/>
                  <a:pt x="8149758" y="2883921"/>
                  <a:pt x="8152710" y="2884864"/>
                </a:cubicBezTo>
                <a:cubicBezTo>
                  <a:pt x="8153297" y="2885042"/>
                  <a:pt x="8153866" y="2885130"/>
                  <a:pt x="8154435" y="2885130"/>
                </a:cubicBezTo>
                <a:close/>
                <a:moveTo>
                  <a:pt x="7609759" y="3089499"/>
                </a:moveTo>
                <a:cubicBezTo>
                  <a:pt x="7610968" y="3089499"/>
                  <a:pt x="7612106" y="3088698"/>
                  <a:pt x="7612443" y="3087472"/>
                </a:cubicBezTo>
                <a:cubicBezTo>
                  <a:pt x="7612870" y="3085978"/>
                  <a:pt x="7611999" y="3084450"/>
                  <a:pt x="7610524" y="3084023"/>
                </a:cubicBezTo>
                <a:cubicBezTo>
                  <a:pt x="7609030" y="3083614"/>
                  <a:pt x="7607501" y="3084467"/>
                  <a:pt x="7607075" y="3085943"/>
                </a:cubicBezTo>
                <a:cubicBezTo>
                  <a:pt x="7606666" y="3087437"/>
                  <a:pt x="7607519" y="3088965"/>
                  <a:pt x="7609012" y="3089393"/>
                </a:cubicBezTo>
                <a:cubicBezTo>
                  <a:pt x="7609262" y="3089463"/>
                  <a:pt x="7609510" y="3089499"/>
                  <a:pt x="7609759" y="3089499"/>
                </a:cubicBezTo>
                <a:close/>
                <a:moveTo>
                  <a:pt x="8563135" y="2740286"/>
                </a:moveTo>
                <a:cubicBezTo>
                  <a:pt x="8566727" y="2740287"/>
                  <a:pt x="8569910" y="2737709"/>
                  <a:pt x="8570549" y="2734046"/>
                </a:cubicBezTo>
                <a:cubicBezTo>
                  <a:pt x="8571242" y="2729956"/>
                  <a:pt x="8568505" y="2726063"/>
                  <a:pt x="8564415" y="2725351"/>
                </a:cubicBezTo>
                <a:cubicBezTo>
                  <a:pt x="8560309" y="2724641"/>
                  <a:pt x="8556415" y="2727379"/>
                  <a:pt x="8555704" y="2731486"/>
                </a:cubicBezTo>
                <a:cubicBezTo>
                  <a:pt x="8554992" y="2735575"/>
                  <a:pt x="8557748" y="2739468"/>
                  <a:pt x="8561837" y="2740180"/>
                </a:cubicBezTo>
                <a:cubicBezTo>
                  <a:pt x="8562282" y="2740250"/>
                  <a:pt x="8562708" y="2740286"/>
                  <a:pt x="8563135" y="2740286"/>
                </a:cubicBezTo>
                <a:close/>
                <a:moveTo>
                  <a:pt x="8359248" y="2818904"/>
                </a:moveTo>
                <a:cubicBezTo>
                  <a:pt x="8362163" y="2818903"/>
                  <a:pt x="8364848" y="2816948"/>
                  <a:pt x="8365612" y="2813979"/>
                </a:cubicBezTo>
                <a:cubicBezTo>
                  <a:pt x="8366520" y="2810458"/>
                  <a:pt x="8364422" y="2806867"/>
                  <a:pt x="8360901" y="2805961"/>
                </a:cubicBezTo>
                <a:cubicBezTo>
                  <a:pt x="8357381" y="2805036"/>
                  <a:pt x="8353789" y="2807152"/>
                  <a:pt x="8352882" y="2810672"/>
                </a:cubicBezTo>
                <a:cubicBezTo>
                  <a:pt x="8351958" y="2814175"/>
                  <a:pt x="8354075" y="2817766"/>
                  <a:pt x="8357594" y="2818690"/>
                </a:cubicBezTo>
                <a:cubicBezTo>
                  <a:pt x="8358144" y="2818833"/>
                  <a:pt x="8358696" y="2818904"/>
                  <a:pt x="8359248" y="2818904"/>
                </a:cubicBezTo>
                <a:close/>
                <a:moveTo>
                  <a:pt x="9153591" y="2529659"/>
                </a:moveTo>
                <a:cubicBezTo>
                  <a:pt x="9158782" y="2529179"/>
                  <a:pt x="9162605" y="2524591"/>
                  <a:pt x="9162125" y="2519400"/>
                </a:cubicBezTo>
                <a:cubicBezTo>
                  <a:pt x="9161646" y="2514227"/>
                  <a:pt x="9157058" y="2510405"/>
                  <a:pt x="9151866" y="2510885"/>
                </a:cubicBezTo>
                <a:cubicBezTo>
                  <a:pt x="9146694" y="2511364"/>
                  <a:pt x="9142871" y="2515952"/>
                  <a:pt x="9143350" y="2521125"/>
                </a:cubicBezTo>
                <a:cubicBezTo>
                  <a:pt x="9143795" y="2526014"/>
                  <a:pt x="9147903" y="2529694"/>
                  <a:pt x="9152720" y="2529695"/>
                </a:cubicBezTo>
                <a:cubicBezTo>
                  <a:pt x="9153003" y="2529695"/>
                  <a:pt x="9153306" y="2529659"/>
                  <a:pt x="9153591" y="2529659"/>
                </a:cubicBezTo>
                <a:close/>
                <a:moveTo>
                  <a:pt x="7158494" y="3263767"/>
                </a:moveTo>
                <a:cubicBezTo>
                  <a:pt x="7158975" y="3263767"/>
                  <a:pt x="7159384" y="3263376"/>
                  <a:pt x="7159383" y="3262878"/>
                </a:cubicBezTo>
                <a:cubicBezTo>
                  <a:pt x="7159384" y="3262398"/>
                  <a:pt x="7158975" y="3261989"/>
                  <a:pt x="7158495" y="3261989"/>
                </a:cubicBezTo>
                <a:cubicBezTo>
                  <a:pt x="7157997" y="3261989"/>
                  <a:pt x="7157605" y="3262399"/>
                  <a:pt x="7157606" y="3262896"/>
                </a:cubicBezTo>
                <a:cubicBezTo>
                  <a:pt x="7157606" y="3263376"/>
                  <a:pt x="7157998" y="3263767"/>
                  <a:pt x="7158494" y="3263767"/>
                </a:cubicBezTo>
                <a:close/>
                <a:moveTo>
                  <a:pt x="7824457" y="3029780"/>
                </a:moveTo>
                <a:cubicBezTo>
                  <a:pt x="7826021" y="3029780"/>
                  <a:pt x="7827462" y="3028784"/>
                  <a:pt x="7827995" y="3027220"/>
                </a:cubicBezTo>
                <a:cubicBezTo>
                  <a:pt x="7828653" y="3025264"/>
                  <a:pt x="7827605" y="3023148"/>
                  <a:pt x="7825648" y="3022491"/>
                </a:cubicBezTo>
                <a:cubicBezTo>
                  <a:pt x="7823693" y="3021833"/>
                  <a:pt x="7821560" y="3022899"/>
                  <a:pt x="7820919" y="3024855"/>
                </a:cubicBezTo>
                <a:cubicBezTo>
                  <a:pt x="7820262" y="3026793"/>
                  <a:pt x="7821310" y="3028909"/>
                  <a:pt x="7823267" y="3029566"/>
                </a:cubicBezTo>
                <a:cubicBezTo>
                  <a:pt x="7823657" y="3029709"/>
                  <a:pt x="7824066" y="3029780"/>
                  <a:pt x="7824457" y="3029780"/>
                </a:cubicBezTo>
                <a:close/>
                <a:moveTo>
                  <a:pt x="8859065" y="2651177"/>
                </a:moveTo>
                <a:cubicBezTo>
                  <a:pt x="8863652" y="2651177"/>
                  <a:pt x="8867421" y="2647516"/>
                  <a:pt x="8867545" y="2642910"/>
                </a:cubicBezTo>
                <a:cubicBezTo>
                  <a:pt x="8867652" y="2638217"/>
                  <a:pt x="8863954" y="2634341"/>
                  <a:pt x="8859278" y="2634235"/>
                </a:cubicBezTo>
                <a:cubicBezTo>
                  <a:pt x="8854585" y="2634110"/>
                  <a:pt x="8850709" y="2637808"/>
                  <a:pt x="8850585" y="2642483"/>
                </a:cubicBezTo>
                <a:cubicBezTo>
                  <a:pt x="8850478" y="2647159"/>
                  <a:pt x="8854175" y="2651053"/>
                  <a:pt x="8858852" y="2651160"/>
                </a:cubicBezTo>
                <a:lnTo>
                  <a:pt x="8858852" y="2651177"/>
                </a:lnTo>
                <a:cubicBezTo>
                  <a:pt x="8858923" y="2651177"/>
                  <a:pt x="8859065" y="2651177"/>
                  <a:pt x="8859065" y="2651177"/>
                </a:cubicBezTo>
                <a:close/>
                <a:moveTo>
                  <a:pt x="8034515" y="2973278"/>
                </a:moveTo>
                <a:cubicBezTo>
                  <a:pt x="8036471" y="2973278"/>
                  <a:pt x="8038302" y="2972051"/>
                  <a:pt x="8038960" y="2970096"/>
                </a:cubicBezTo>
                <a:cubicBezTo>
                  <a:pt x="8039777" y="2967642"/>
                  <a:pt x="8038462" y="2964976"/>
                  <a:pt x="8036008" y="2964157"/>
                </a:cubicBezTo>
                <a:cubicBezTo>
                  <a:pt x="8033555" y="2963339"/>
                  <a:pt x="8030907" y="2964655"/>
                  <a:pt x="8030089" y="2967109"/>
                </a:cubicBezTo>
                <a:cubicBezTo>
                  <a:pt x="8029253" y="2969562"/>
                  <a:pt x="8030586" y="2972211"/>
                  <a:pt x="8033039" y="2973029"/>
                </a:cubicBezTo>
                <a:lnTo>
                  <a:pt x="8033022" y="2973029"/>
                </a:lnTo>
                <a:cubicBezTo>
                  <a:pt x="8033520" y="2973208"/>
                  <a:pt x="8034035" y="2973278"/>
                  <a:pt x="8034515" y="2973278"/>
                </a:cubicBezTo>
                <a:close/>
                <a:moveTo>
                  <a:pt x="7475654" y="3180385"/>
                </a:moveTo>
                <a:cubicBezTo>
                  <a:pt x="7476489" y="3180384"/>
                  <a:pt x="7477253" y="3179816"/>
                  <a:pt x="7477448" y="3178962"/>
                </a:cubicBezTo>
                <a:cubicBezTo>
                  <a:pt x="7477662" y="3177966"/>
                  <a:pt x="7477039" y="3176989"/>
                  <a:pt x="7476063" y="3176758"/>
                </a:cubicBezTo>
                <a:cubicBezTo>
                  <a:pt x="7475066" y="3176526"/>
                  <a:pt x="7474088" y="3177149"/>
                  <a:pt x="7473857" y="3178144"/>
                </a:cubicBezTo>
                <a:cubicBezTo>
                  <a:pt x="7473626" y="3179140"/>
                  <a:pt x="7474266" y="3180118"/>
                  <a:pt x="7475244" y="3180350"/>
                </a:cubicBezTo>
                <a:cubicBezTo>
                  <a:pt x="7475387" y="3180384"/>
                  <a:pt x="7475511" y="3180384"/>
                  <a:pt x="7475654" y="3180385"/>
                </a:cubicBezTo>
                <a:close/>
                <a:moveTo>
                  <a:pt x="7247301" y="3267092"/>
                </a:moveTo>
                <a:cubicBezTo>
                  <a:pt x="7247763" y="3267093"/>
                  <a:pt x="7248190" y="3266737"/>
                  <a:pt x="7248190" y="3266256"/>
                </a:cubicBezTo>
                <a:cubicBezTo>
                  <a:pt x="7248226" y="3265777"/>
                  <a:pt x="7247870" y="3265350"/>
                  <a:pt x="7247372" y="3265315"/>
                </a:cubicBezTo>
                <a:cubicBezTo>
                  <a:pt x="7246892" y="3265279"/>
                  <a:pt x="7246465" y="3265652"/>
                  <a:pt x="7246429" y="3266132"/>
                </a:cubicBezTo>
                <a:cubicBezTo>
                  <a:pt x="7246394" y="3266611"/>
                  <a:pt x="7246750" y="3267039"/>
                  <a:pt x="7247247" y="3267093"/>
                </a:cubicBezTo>
                <a:close/>
                <a:moveTo>
                  <a:pt x="8655213" y="2753549"/>
                </a:moveTo>
                <a:cubicBezTo>
                  <a:pt x="8658982" y="2753549"/>
                  <a:pt x="8662235" y="2750722"/>
                  <a:pt x="8662679" y="2746882"/>
                </a:cubicBezTo>
                <a:cubicBezTo>
                  <a:pt x="8663160" y="2742757"/>
                  <a:pt x="8660191" y="2739023"/>
                  <a:pt x="8656066" y="2738543"/>
                </a:cubicBezTo>
                <a:cubicBezTo>
                  <a:pt x="8651924" y="2738081"/>
                  <a:pt x="8648207" y="2741032"/>
                  <a:pt x="8647728" y="2745175"/>
                </a:cubicBezTo>
                <a:cubicBezTo>
                  <a:pt x="8647248" y="2749300"/>
                  <a:pt x="8650217" y="2753034"/>
                  <a:pt x="8654341" y="2753496"/>
                </a:cubicBezTo>
                <a:cubicBezTo>
                  <a:pt x="8654643" y="2753550"/>
                  <a:pt x="8654928" y="2753549"/>
                  <a:pt x="8655213" y="2753549"/>
                </a:cubicBezTo>
                <a:close/>
                <a:moveTo>
                  <a:pt x="8952867" y="2651160"/>
                </a:moveTo>
                <a:cubicBezTo>
                  <a:pt x="8957543" y="2651035"/>
                  <a:pt x="8961240" y="2647159"/>
                  <a:pt x="8961133" y="2642483"/>
                </a:cubicBezTo>
                <a:cubicBezTo>
                  <a:pt x="8961027" y="2637790"/>
                  <a:pt x="8957134" y="2634092"/>
                  <a:pt x="8952458" y="2634216"/>
                </a:cubicBezTo>
                <a:cubicBezTo>
                  <a:pt x="8947782" y="2634323"/>
                  <a:pt x="8944084" y="2638217"/>
                  <a:pt x="8944191" y="2642892"/>
                </a:cubicBezTo>
                <a:cubicBezTo>
                  <a:pt x="8944297" y="2647497"/>
                  <a:pt x="8948085" y="2651160"/>
                  <a:pt x="8952671" y="2651160"/>
                </a:cubicBezTo>
                <a:close/>
                <a:moveTo>
                  <a:pt x="8242244" y="2912102"/>
                </a:moveTo>
                <a:cubicBezTo>
                  <a:pt x="8244680" y="2912101"/>
                  <a:pt x="8246938" y="2910519"/>
                  <a:pt x="8247649" y="2908065"/>
                </a:cubicBezTo>
                <a:cubicBezTo>
                  <a:pt x="8248538" y="2905079"/>
                  <a:pt x="8246814" y="2901949"/>
                  <a:pt x="8243845" y="2901078"/>
                </a:cubicBezTo>
                <a:cubicBezTo>
                  <a:pt x="8240858" y="2900189"/>
                  <a:pt x="8237728" y="2901914"/>
                  <a:pt x="8236857" y="2904901"/>
                </a:cubicBezTo>
                <a:cubicBezTo>
                  <a:pt x="8235986" y="2907869"/>
                  <a:pt x="8237693" y="2910999"/>
                  <a:pt x="8240680" y="2911888"/>
                </a:cubicBezTo>
                <a:cubicBezTo>
                  <a:pt x="8241195" y="2912030"/>
                  <a:pt x="8241728" y="2912101"/>
                  <a:pt x="8242244" y="2912102"/>
                </a:cubicBezTo>
                <a:close/>
                <a:moveTo>
                  <a:pt x="7696040" y="3115314"/>
                </a:moveTo>
                <a:cubicBezTo>
                  <a:pt x="7697231" y="3115314"/>
                  <a:pt x="7698334" y="3114549"/>
                  <a:pt x="7698707" y="3113358"/>
                </a:cubicBezTo>
                <a:cubicBezTo>
                  <a:pt x="7699152" y="3111899"/>
                  <a:pt x="7698351" y="3110318"/>
                  <a:pt x="7696875" y="3109855"/>
                </a:cubicBezTo>
                <a:cubicBezTo>
                  <a:pt x="7695418" y="3109394"/>
                  <a:pt x="7693854" y="3110229"/>
                  <a:pt x="7693391" y="3111687"/>
                </a:cubicBezTo>
                <a:cubicBezTo>
                  <a:pt x="7692929" y="3113162"/>
                  <a:pt x="7693728" y="3114727"/>
                  <a:pt x="7695204" y="3115189"/>
                </a:cubicBezTo>
                <a:cubicBezTo>
                  <a:pt x="7695489" y="3115260"/>
                  <a:pt x="7695772" y="3115314"/>
                  <a:pt x="7696040" y="3115314"/>
                </a:cubicBezTo>
                <a:close/>
                <a:moveTo>
                  <a:pt x="8449173" y="2840327"/>
                </a:moveTo>
                <a:cubicBezTo>
                  <a:pt x="8452213" y="2840327"/>
                  <a:pt x="8454934" y="2838212"/>
                  <a:pt x="8455591" y="2835136"/>
                </a:cubicBezTo>
                <a:cubicBezTo>
                  <a:pt x="8456356" y="2831580"/>
                  <a:pt x="8454098" y="2828077"/>
                  <a:pt x="8450542" y="2827313"/>
                </a:cubicBezTo>
                <a:cubicBezTo>
                  <a:pt x="8446986" y="2826566"/>
                  <a:pt x="8443502" y="2828825"/>
                  <a:pt x="8442737" y="2832362"/>
                </a:cubicBezTo>
                <a:cubicBezTo>
                  <a:pt x="8441973" y="2835918"/>
                  <a:pt x="8444231" y="2839420"/>
                  <a:pt x="8447787" y="2840185"/>
                </a:cubicBezTo>
                <a:cubicBezTo>
                  <a:pt x="8448249" y="2840292"/>
                  <a:pt x="8448711" y="2840327"/>
                  <a:pt x="8449173" y="2840327"/>
                </a:cubicBezTo>
                <a:close/>
                <a:moveTo>
                  <a:pt x="9037654" y="2638839"/>
                </a:moveTo>
                <a:lnTo>
                  <a:pt x="9037663" y="2638829"/>
                </a:lnTo>
                <a:lnTo>
                  <a:pt x="9037653" y="2638821"/>
                </a:lnTo>
                <a:close/>
                <a:moveTo>
                  <a:pt x="7910293" y="3058973"/>
                </a:moveTo>
                <a:cubicBezTo>
                  <a:pt x="7911859" y="3058973"/>
                  <a:pt x="7913298" y="3057995"/>
                  <a:pt x="7913832" y="3056449"/>
                </a:cubicBezTo>
                <a:cubicBezTo>
                  <a:pt x="7914490" y="3054492"/>
                  <a:pt x="7913459" y="3052359"/>
                  <a:pt x="7911503" y="3051701"/>
                </a:cubicBezTo>
                <a:cubicBezTo>
                  <a:pt x="7909547" y="3051043"/>
                  <a:pt x="7907432" y="3052075"/>
                  <a:pt x="7906756" y="3054030"/>
                </a:cubicBezTo>
                <a:cubicBezTo>
                  <a:pt x="7906098" y="3055968"/>
                  <a:pt x="7907130" y="3058102"/>
                  <a:pt x="7909085" y="3058759"/>
                </a:cubicBezTo>
                <a:cubicBezTo>
                  <a:pt x="7909494" y="3058902"/>
                  <a:pt x="7909903" y="3058973"/>
                  <a:pt x="7910293" y="3058973"/>
                </a:cubicBezTo>
                <a:close/>
                <a:moveTo>
                  <a:pt x="9046703" y="2646697"/>
                </a:moveTo>
                <a:cubicBezTo>
                  <a:pt x="9051360" y="2646377"/>
                  <a:pt x="9054882" y="2642323"/>
                  <a:pt x="9054562" y="2637647"/>
                </a:cubicBezTo>
                <a:cubicBezTo>
                  <a:pt x="9054242" y="2632989"/>
                  <a:pt x="9050188" y="2629470"/>
                  <a:pt x="9045512" y="2629789"/>
                </a:cubicBezTo>
                <a:lnTo>
                  <a:pt x="9037663" y="2638829"/>
                </a:lnTo>
                <a:lnTo>
                  <a:pt x="9046100" y="2646697"/>
                </a:lnTo>
                <a:cubicBezTo>
                  <a:pt x="9046294" y="2646698"/>
                  <a:pt x="9046508" y="2646697"/>
                  <a:pt x="9046703" y="2646697"/>
                </a:cubicBezTo>
                <a:close/>
                <a:moveTo>
                  <a:pt x="7335608" y="3277048"/>
                </a:moveTo>
                <a:cubicBezTo>
                  <a:pt x="7336035" y="3277049"/>
                  <a:pt x="7336427" y="3276728"/>
                  <a:pt x="7336497" y="3276284"/>
                </a:cubicBezTo>
                <a:cubicBezTo>
                  <a:pt x="7336550" y="3275803"/>
                  <a:pt x="7336231" y="3275359"/>
                  <a:pt x="7335733" y="3275288"/>
                </a:cubicBezTo>
                <a:cubicBezTo>
                  <a:pt x="7335252" y="3275217"/>
                  <a:pt x="7334808" y="3275555"/>
                  <a:pt x="7334720" y="3276035"/>
                </a:cubicBezTo>
                <a:cubicBezTo>
                  <a:pt x="7334666" y="3276515"/>
                  <a:pt x="7334986" y="3276959"/>
                  <a:pt x="7335484" y="3277049"/>
                </a:cubicBezTo>
                <a:close/>
                <a:moveTo>
                  <a:pt x="8747894" y="2761585"/>
                </a:moveTo>
                <a:cubicBezTo>
                  <a:pt x="8751841" y="2761585"/>
                  <a:pt x="8755166" y="2758491"/>
                  <a:pt x="8755397" y="2754492"/>
                </a:cubicBezTo>
                <a:cubicBezTo>
                  <a:pt x="8755645" y="2750349"/>
                  <a:pt x="8752481" y="2746776"/>
                  <a:pt x="8748338" y="2746544"/>
                </a:cubicBezTo>
                <a:cubicBezTo>
                  <a:pt x="8744178" y="2746296"/>
                  <a:pt x="8740604" y="2749460"/>
                  <a:pt x="8740373" y="2753603"/>
                </a:cubicBezTo>
                <a:cubicBezTo>
                  <a:pt x="8740125" y="2757763"/>
                  <a:pt x="8743289" y="2761318"/>
                  <a:pt x="8747449" y="2761567"/>
                </a:cubicBezTo>
                <a:lnTo>
                  <a:pt x="8747449" y="2761585"/>
                </a:lnTo>
                <a:cubicBezTo>
                  <a:pt x="8747592" y="2761585"/>
                  <a:pt x="8747752" y="2761585"/>
                  <a:pt x="8747894" y="2761585"/>
                </a:cubicBezTo>
                <a:close/>
                <a:moveTo>
                  <a:pt x="7562397" y="3202199"/>
                </a:moveTo>
                <a:cubicBezTo>
                  <a:pt x="7563215" y="3202199"/>
                  <a:pt x="7563961" y="3201665"/>
                  <a:pt x="7564175" y="3200848"/>
                </a:cubicBezTo>
                <a:cubicBezTo>
                  <a:pt x="7564441" y="3199870"/>
                  <a:pt x="7563871" y="3198856"/>
                  <a:pt x="7562894" y="3198590"/>
                </a:cubicBezTo>
                <a:cubicBezTo>
                  <a:pt x="7561917" y="3198323"/>
                  <a:pt x="7560902" y="3198892"/>
                  <a:pt x="7560636" y="3199870"/>
                </a:cubicBezTo>
                <a:cubicBezTo>
                  <a:pt x="7560369" y="3200848"/>
                  <a:pt x="7560938" y="3201861"/>
                  <a:pt x="7561917" y="3202146"/>
                </a:cubicBezTo>
                <a:cubicBezTo>
                  <a:pt x="7562076" y="3202200"/>
                  <a:pt x="7562236" y="3202199"/>
                  <a:pt x="7562397" y="3202199"/>
                </a:cubicBezTo>
                <a:close/>
                <a:moveTo>
                  <a:pt x="8121258" y="3001778"/>
                </a:moveTo>
                <a:cubicBezTo>
                  <a:pt x="8123232" y="3001778"/>
                  <a:pt x="8125081" y="3000516"/>
                  <a:pt x="8125720" y="2998524"/>
                </a:cubicBezTo>
                <a:cubicBezTo>
                  <a:pt x="8126503" y="2996053"/>
                  <a:pt x="8125134" y="2993422"/>
                  <a:pt x="8122680" y="2992639"/>
                </a:cubicBezTo>
                <a:cubicBezTo>
                  <a:pt x="8120210" y="2991857"/>
                  <a:pt x="8117578" y="2993208"/>
                  <a:pt x="8116795" y="2995680"/>
                </a:cubicBezTo>
                <a:cubicBezTo>
                  <a:pt x="8116013" y="2998134"/>
                  <a:pt x="8117365" y="3000764"/>
                  <a:pt x="8119837" y="3001564"/>
                </a:cubicBezTo>
                <a:cubicBezTo>
                  <a:pt x="8120298" y="3001706"/>
                  <a:pt x="8120779" y="3001778"/>
                  <a:pt x="8121258" y="3001778"/>
                </a:cubicBezTo>
                <a:close/>
                <a:moveTo>
                  <a:pt x="8540005" y="2857395"/>
                </a:moveTo>
                <a:cubicBezTo>
                  <a:pt x="8543171" y="2857395"/>
                  <a:pt x="8545980" y="2855083"/>
                  <a:pt x="8546495" y="2851848"/>
                </a:cubicBezTo>
                <a:cubicBezTo>
                  <a:pt x="8547064" y="2848256"/>
                  <a:pt x="8544628" y="2844878"/>
                  <a:pt x="8541037" y="2844309"/>
                </a:cubicBezTo>
                <a:cubicBezTo>
                  <a:pt x="8537445" y="2843741"/>
                  <a:pt x="8534068" y="2846176"/>
                  <a:pt x="8533499" y="2849767"/>
                </a:cubicBezTo>
                <a:cubicBezTo>
                  <a:pt x="8532930" y="2853358"/>
                  <a:pt x="8535365" y="2856737"/>
                  <a:pt x="8538957" y="2857306"/>
                </a:cubicBezTo>
                <a:cubicBezTo>
                  <a:pt x="8539313" y="2857359"/>
                  <a:pt x="8539650" y="2857395"/>
                  <a:pt x="8540005" y="2857395"/>
                </a:cubicBezTo>
                <a:close/>
                <a:moveTo>
                  <a:pt x="9140185" y="2638181"/>
                </a:moveTo>
                <a:cubicBezTo>
                  <a:pt x="9144843" y="2637648"/>
                  <a:pt x="9148185" y="2633469"/>
                  <a:pt x="9147669" y="2628812"/>
                </a:cubicBezTo>
                <a:cubicBezTo>
                  <a:pt x="9147155" y="2624154"/>
                  <a:pt x="9142958" y="2620811"/>
                  <a:pt x="9138300" y="2621326"/>
                </a:cubicBezTo>
                <a:cubicBezTo>
                  <a:pt x="9133643" y="2621842"/>
                  <a:pt x="9130300" y="2626038"/>
                  <a:pt x="9130816" y="2630696"/>
                </a:cubicBezTo>
                <a:cubicBezTo>
                  <a:pt x="9131313" y="2635034"/>
                  <a:pt x="9134977" y="2638234"/>
                  <a:pt x="9139243" y="2638234"/>
                </a:cubicBezTo>
                <a:cubicBezTo>
                  <a:pt x="9139545" y="2638234"/>
                  <a:pt x="9139865" y="2638217"/>
                  <a:pt x="9140185" y="2638181"/>
                </a:cubicBezTo>
                <a:close/>
                <a:moveTo>
                  <a:pt x="8330837" y="2936423"/>
                </a:moveTo>
                <a:cubicBezTo>
                  <a:pt x="8333361" y="2936423"/>
                  <a:pt x="8335637" y="2934734"/>
                  <a:pt x="8336295" y="2932192"/>
                </a:cubicBezTo>
                <a:cubicBezTo>
                  <a:pt x="8337059" y="2929169"/>
                  <a:pt x="8335246" y="2926093"/>
                  <a:pt x="8332224" y="2925329"/>
                </a:cubicBezTo>
                <a:cubicBezTo>
                  <a:pt x="8329219" y="2924565"/>
                  <a:pt x="8326143" y="2926395"/>
                  <a:pt x="8325378" y="2929400"/>
                </a:cubicBezTo>
                <a:cubicBezTo>
                  <a:pt x="8324614" y="2932404"/>
                  <a:pt x="8326427" y="2935480"/>
                  <a:pt x="8329450" y="2936244"/>
                </a:cubicBezTo>
                <a:cubicBezTo>
                  <a:pt x="8329912" y="2936369"/>
                  <a:pt x="8330375" y="2936423"/>
                  <a:pt x="8330837" y="2936423"/>
                </a:cubicBezTo>
                <a:close/>
                <a:moveTo>
                  <a:pt x="7781682" y="3143191"/>
                </a:moveTo>
                <a:cubicBezTo>
                  <a:pt x="7782855" y="3143191"/>
                  <a:pt x="7783939" y="3142461"/>
                  <a:pt x="7784330" y="3141289"/>
                </a:cubicBezTo>
                <a:cubicBezTo>
                  <a:pt x="7784809" y="3139831"/>
                  <a:pt x="7784027" y="3138266"/>
                  <a:pt x="7782570" y="3137768"/>
                </a:cubicBezTo>
                <a:cubicBezTo>
                  <a:pt x="7781113" y="3137271"/>
                  <a:pt x="7779530" y="3138071"/>
                  <a:pt x="7779050" y="3139529"/>
                </a:cubicBezTo>
                <a:cubicBezTo>
                  <a:pt x="7778552" y="3140987"/>
                  <a:pt x="7779335" y="3142550"/>
                  <a:pt x="7780810" y="3143048"/>
                </a:cubicBezTo>
                <a:cubicBezTo>
                  <a:pt x="7781094" y="3143156"/>
                  <a:pt x="7781396" y="3143191"/>
                  <a:pt x="7781682" y="3143191"/>
                </a:cubicBezTo>
                <a:close/>
                <a:moveTo>
                  <a:pt x="8840877" y="2764590"/>
                </a:moveTo>
                <a:cubicBezTo>
                  <a:pt x="8845002" y="2764590"/>
                  <a:pt x="8848363" y="2761248"/>
                  <a:pt x="8848398" y="2757122"/>
                </a:cubicBezTo>
                <a:cubicBezTo>
                  <a:pt x="8848416" y="2752962"/>
                  <a:pt x="8845073" y="2749567"/>
                  <a:pt x="8840913" y="2749549"/>
                </a:cubicBezTo>
                <a:cubicBezTo>
                  <a:pt x="8836753" y="2749513"/>
                  <a:pt x="8833375" y="2752856"/>
                  <a:pt x="8833340" y="2757015"/>
                </a:cubicBezTo>
                <a:cubicBezTo>
                  <a:pt x="8833321" y="2761176"/>
                  <a:pt x="8836664" y="2764590"/>
                  <a:pt x="8840824" y="2764590"/>
                </a:cubicBezTo>
                <a:close/>
                <a:moveTo>
                  <a:pt x="9233205" y="2625967"/>
                </a:moveTo>
                <a:cubicBezTo>
                  <a:pt x="9237845" y="2625273"/>
                  <a:pt x="9241027" y="2620953"/>
                  <a:pt x="9240334" y="2616331"/>
                </a:cubicBezTo>
                <a:cubicBezTo>
                  <a:pt x="9239640" y="2611708"/>
                  <a:pt x="9235320" y="2608508"/>
                  <a:pt x="9230698" y="2609201"/>
                </a:cubicBezTo>
                <a:cubicBezTo>
                  <a:pt x="9226075" y="2609895"/>
                  <a:pt x="9222875" y="2614215"/>
                  <a:pt x="9223568" y="2618837"/>
                </a:cubicBezTo>
                <a:cubicBezTo>
                  <a:pt x="9224208" y="2623052"/>
                  <a:pt x="9227817" y="2626056"/>
                  <a:pt x="9231942" y="2626056"/>
                </a:cubicBezTo>
                <a:cubicBezTo>
                  <a:pt x="9232369" y="2626055"/>
                  <a:pt x="9232796" y="2626038"/>
                  <a:pt x="9233205" y="2625967"/>
                </a:cubicBezTo>
                <a:close/>
                <a:moveTo>
                  <a:pt x="7423045" y="3292890"/>
                </a:moveTo>
                <a:cubicBezTo>
                  <a:pt x="7423454" y="3292890"/>
                  <a:pt x="7423828" y="3292604"/>
                  <a:pt x="7423916" y="3292178"/>
                </a:cubicBezTo>
                <a:cubicBezTo>
                  <a:pt x="7424005" y="3291698"/>
                  <a:pt x="7423703" y="3291236"/>
                  <a:pt x="7423223" y="3291129"/>
                </a:cubicBezTo>
                <a:cubicBezTo>
                  <a:pt x="7422743" y="3291040"/>
                  <a:pt x="7422281" y="3291342"/>
                  <a:pt x="7422174" y="3291805"/>
                </a:cubicBezTo>
                <a:cubicBezTo>
                  <a:pt x="7422067" y="3292303"/>
                  <a:pt x="7422388" y="3292765"/>
                  <a:pt x="7422867" y="3292871"/>
                </a:cubicBezTo>
                <a:lnTo>
                  <a:pt x="7422867" y="3292890"/>
                </a:lnTo>
                <a:cubicBezTo>
                  <a:pt x="7422920" y="3292889"/>
                  <a:pt x="7423045" y="3292890"/>
                  <a:pt x="7423045" y="3292890"/>
                </a:cubicBezTo>
                <a:close/>
                <a:moveTo>
                  <a:pt x="7996131" y="3088219"/>
                </a:moveTo>
                <a:cubicBezTo>
                  <a:pt x="7997695" y="3088219"/>
                  <a:pt x="7999153" y="3087224"/>
                  <a:pt x="7999668" y="3085677"/>
                </a:cubicBezTo>
                <a:cubicBezTo>
                  <a:pt x="8000326" y="3083721"/>
                  <a:pt x="7999277" y="3081605"/>
                  <a:pt x="7997339" y="3080930"/>
                </a:cubicBezTo>
                <a:cubicBezTo>
                  <a:pt x="7995366" y="3080272"/>
                  <a:pt x="7993250" y="3081321"/>
                  <a:pt x="7992592" y="3083294"/>
                </a:cubicBezTo>
                <a:cubicBezTo>
                  <a:pt x="7991934" y="3085232"/>
                  <a:pt x="7992984" y="3087348"/>
                  <a:pt x="7994939" y="3088006"/>
                </a:cubicBezTo>
                <a:cubicBezTo>
                  <a:pt x="7995330" y="3088148"/>
                  <a:pt x="7995739" y="3088219"/>
                  <a:pt x="7996131" y="3088219"/>
                </a:cubicBezTo>
                <a:close/>
                <a:moveTo>
                  <a:pt x="7648268" y="3227356"/>
                </a:moveTo>
                <a:cubicBezTo>
                  <a:pt x="7649050" y="3227356"/>
                  <a:pt x="7649779" y="3226840"/>
                  <a:pt x="7650011" y="3226058"/>
                </a:cubicBezTo>
                <a:cubicBezTo>
                  <a:pt x="7650313" y="3225081"/>
                  <a:pt x="7649779" y="3224050"/>
                  <a:pt x="7648802" y="3223765"/>
                </a:cubicBezTo>
                <a:cubicBezTo>
                  <a:pt x="7647842" y="3223463"/>
                  <a:pt x="7646811" y="3223996"/>
                  <a:pt x="7646509" y="3224974"/>
                </a:cubicBezTo>
                <a:cubicBezTo>
                  <a:pt x="7646205" y="3225951"/>
                  <a:pt x="7646740" y="3226965"/>
                  <a:pt x="7647717" y="3227267"/>
                </a:cubicBezTo>
                <a:cubicBezTo>
                  <a:pt x="7647895" y="3227321"/>
                  <a:pt x="7648073" y="3227356"/>
                  <a:pt x="7648268" y="3227356"/>
                </a:cubicBezTo>
                <a:close/>
                <a:moveTo>
                  <a:pt x="8631674" y="2869271"/>
                </a:moveTo>
                <a:cubicBezTo>
                  <a:pt x="8635017" y="2869271"/>
                  <a:pt x="8637878" y="2866746"/>
                  <a:pt x="8638217" y="2863350"/>
                </a:cubicBezTo>
                <a:cubicBezTo>
                  <a:pt x="8638573" y="2859724"/>
                  <a:pt x="8635940" y="2856506"/>
                  <a:pt x="8632331" y="2856150"/>
                </a:cubicBezTo>
                <a:cubicBezTo>
                  <a:pt x="8628705" y="2855777"/>
                  <a:pt x="8625486" y="2858426"/>
                  <a:pt x="8625131" y="2862035"/>
                </a:cubicBezTo>
                <a:cubicBezTo>
                  <a:pt x="8624758" y="2865662"/>
                  <a:pt x="8627407" y="2868880"/>
                  <a:pt x="8631016" y="2869236"/>
                </a:cubicBezTo>
                <a:cubicBezTo>
                  <a:pt x="8631247" y="2869254"/>
                  <a:pt x="8631461" y="2869272"/>
                  <a:pt x="8631674" y="2869271"/>
                </a:cubicBezTo>
                <a:close/>
                <a:moveTo>
                  <a:pt x="8208552" y="3028464"/>
                </a:moveTo>
                <a:cubicBezTo>
                  <a:pt x="8210579" y="3028464"/>
                  <a:pt x="8212446" y="3027148"/>
                  <a:pt x="8213033" y="3025104"/>
                </a:cubicBezTo>
                <a:cubicBezTo>
                  <a:pt x="8213761" y="3022615"/>
                  <a:pt x="8212322" y="3020018"/>
                  <a:pt x="8209850" y="3019289"/>
                </a:cubicBezTo>
                <a:cubicBezTo>
                  <a:pt x="8207362" y="3018579"/>
                  <a:pt x="8204766" y="3020001"/>
                  <a:pt x="8204037" y="3022490"/>
                </a:cubicBezTo>
                <a:cubicBezTo>
                  <a:pt x="8203326" y="3024962"/>
                  <a:pt x="8204748" y="3027557"/>
                  <a:pt x="8207237" y="3028286"/>
                </a:cubicBezTo>
                <a:cubicBezTo>
                  <a:pt x="8207664" y="3028411"/>
                  <a:pt x="8208108" y="3028464"/>
                  <a:pt x="8208552" y="3028464"/>
                </a:cubicBezTo>
                <a:close/>
                <a:moveTo>
                  <a:pt x="8934163" y="2762883"/>
                </a:moveTo>
                <a:cubicBezTo>
                  <a:pt x="8938306" y="2762723"/>
                  <a:pt x="8941542" y="2759203"/>
                  <a:pt x="8941363" y="2755060"/>
                </a:cubicBezTo>
                <a:cubicBezTo>
                  <a:pt x="8941187" y="2750900"/>
                  <a:pt x="8937684" y="2747682"/>
                  <a:pt x="8933524" y="2747860"/>
                </a:cubicBezTo>
                <a:cubicBezTo>
                  <a:pt x="8929363" y="2748019"/>
                  <a:pt x="8926146" y="2751540"/>
                  <a:pt x="8926322" y="2755701"/>
                </a:cubicBezTo>
                <a:cubicBezTo>
                  <a:pt x="8926483" y="2759736"/>
                  <a:pt x="8929825" y="2762901"/>
                  <a:pt x="8933843" y="2762901"/>
                </a:cubicBezTo>
                <a:cubicBezTo>
                  <a:pt x="8933950" y="2762901"/>
                  <a:pt x="8934056" y="2762901"/>
                  <a:pt x="8934163" y="2762883"/>
                </a:cubicBezTo>
                <a:close/>
                <a:moveTo>
                  <a:pt x="8420318" y="2957135"/>
                </a:moveTo>
                <a:cubicBezTo>
                  <a:pt x="8422931" y="2957135"/>
                  <a:pt x="8425278" y="2955304"/>
                  <a:pt x="8425830" y="2952637"/>
                </a:cubicBezTo>
                <a:cubicBezTo>
                  <a:pt x="8426452" y="2949596"/>
                  <a:pt x="8424496" y="2946628"/>
                  <a:pt x="8421456" y="2945988"/>
                </a:cubicBezTo>
                <a:cubicBezTo>
                  <a:pt x="8418398" y="2945365"/>
                  <a:pt x="8415429" y="2947321"/>
                  <a:pt x="8414806" y="2950361"/>
                </a:cubicBezTo>
                <a:cubicBezTo>
                  <a:pt x="8414167" y="2953401"/>
                  <a:pt x="8416122" y="2956389"/>
                  <a:pt x="8419180" y="2957011"/>
                </a:cubicBezTo>
                <a:cubicBezTo>
                  <a:pt x="8419553" y="2957100"/>
                  <a:pt x="8419944" y="2957135"/>
                  <a:pt x="8420318" y="2957135"/>
                </a:cubicBezTo>
                <a:close/>
                <a:moveTo>
                  <a:pt x="7866984" y="3172170"/>
                </a:moveTo>
                <a:cubicBezTo>
                  <a:pt x="7868139" y="3172170"/>
                  <a:pt x="7869224" y="3171441"/>
                  <a:pt x="7869616" y="3170286"/>
                </a:cubicBezTo>
                <a:cubicBezTo>
                  <a:pt x="7870113" y="3168828"/>
                  <a:pt x="7869348" y="3167246"/>
                  <a:pt x="7867890" y="3166748"/>
                </a:cubicBezTo>
                <a:cubicBezTo>
                  <a:pt x="7866433" y="3166250"/>
                  <a:pt x="7864850" y="3167032"/>
                  <a:pt x="7864353" y="3168490"/>
                </a:cubicBezTo>
                <a:cubicBezTo>
                  <a:pt x="7863855" y="3169948"/>
                  <a:pt x="7864620" y="3171531"/>
                  <a:pt x="7866078" y="3172029"/>
                </a:cubicBezTo>
                <a:cubicBezTo>
                  <a:pt x="7866380" y="3172118"/>
                  <a:pt x="7866682" y="3172170"/>
                  <a:pt x="7866984" y="3172170"/>
                </a:cubicBezTo>
                <a:close/>
                <a:moveTo>
                  <a:pt x="9019075" y="2749976"/>
                </a:moveTo>
                <a:lnTo>
                  <a:pt x="9019083" y="2749966"/>
                </a:lnTo>
                <a:lnTo>
                  <a:pt x="9019075" y="2749958"/>
                </a:lnTo>
                <a:close/>
                <a:moveTo>
                  <a:pt x="7509486" y="3313495"/>
                </a:moveTo>
                <a:cubicBezTo>
                  <a:pt x="7509878" y="3313494"/>
                  <a:pt x="7510232" y="3313228"/>
                  <a:pt x="7510339" y="3312837"/>
                </a:cubicBezTo>
                <a:cubicBezTo>
                  <a:pt x="7510465" y="3312357"/>
                  <a:pt x="7510179" y="3311877"/>
                  <a:pt x="7509699" y="3311752"/>
                </a:cubicBezTo>
                <a:cubicBezTo>
                  <a:pt x="7509237" y="3311628"/>
                  <a:pt x="7508740" y="3311912"/>
                  <a:pt x="7508615" y="3312393"/>
                </a:cubicBezTo>
                <a:cubicBezTo>
                  <a:pt x="7508490" y="3312855"/>
                  <a:pt x="7508775" y="3313353"/>
                  <a:pt x="7509255" y="3313477"/>
                </a:cubicBezTo>
                <a:lnTo>
                  <a:pt x="7509255" y="3313495"/>
                </a:lnTo>
                <a:cubicBezTo>
                  <a:pt x="7509326" y="3313494"/>
                  <a:pt x="7509397" y="3313495"/>
                  <a:pt x="7509486" y="3313495"/>
                </a:cubicBezTo>
                <a:close/>
                <a:moveTo>
                  <a:pt x="9027236" y="2756820"/>
                </a:moveTo>
                <a:cubicBezTo>
                  <a:pt x="9031379" y="2756447"/>
                  <a:pt x="9034437" y="2752802"/>
                  <a:pt x="9034081" y="2748660"/>
                </a:cubicBezTo>
                <a:cubicBezTo>
                  <a:pt x="9033708" y="2744518"/>
                  <a:pt x="9030063" y="2741460"/>
                  <a:pt x="9025921" y="2741815"/>
                </a:cubicBezTo>
                <a:lnTo>
                  <a:pt x="9019083" y="2749966"/>
                </a:lnTo>
                <a:lnTo>
                  <a:pt x="9026578" y="2756820"/>
                </a:lnTo>
                <a:cubicBezTo>
                  <a:pt x="9026792" y="2756820"/>
                  <a:pt x="9027023" y="2756820"/>
                  <a:pt x="9027236" y="2756820"/>
                </a:cubicBezTo>
                <a:close/>
                <a:moveTo>
                  <a:pt x="8723893" y="2875885"/>
                </a:moveTo>
                <a:cubicBezTo>
                  <a:pt x="8727396" y="2875885"/>
                  <a:pt x="8730310" y="2873130"/>
                  <a:pt x="8730453" y="2869591"/>
                </a:cubicBezTo>
                <a:cubicBezTo>
                  <a:pt x="8730613" y="2865964"/>
                  <a:pt x="8727804" y="2862888"/>
                  <a:pt x="8724178" y="2862729"/>
                </a:cubicBezTo>
                <a:cubicBezTo>
                  <a:pt x="8720551" y="2862569"/>
                  <a:pt x="8717475" y="2865395"/>
                  <a:pt x="8717315" y="2869022"/>
                </a:cubicBezTo>
                <a:cubicBezTo>
                  <a:pt x="8717155" y="2872650"/>
                  <a:pt x="8719963" y="2875708"/>
                  <a:pt x="8723591" y="2875885"/>
                </a:cubicBezTo>
                <a:lnTo>
                  <a:pt x="8723608" y="2875885"/>
                </a:lnTo>
                <a:close/>
                <a:moveTo>
                  <a:pt x="8082269" y="3116577"/>
                </a:moveTo>
                <a:cubicBezTo>
                  <a:pt x="8083852" y="3116577"/>
                  <a:pt x="8085309" y="3115563"/>
                  <a:pt x="8085825" y="3113981"/>
                </a:cubicBezTo>
                <a:cubicBezTo>
                  <a:pt x="8086447" y="3112025"/>
                  <a:pt x="8085363" y="3109909"/>
                  <a:pt x="8083407" y="3109287"/>
                </a:cubicBezTo>
                <a:cubicBezTo>
                  <a:pt x="8081434" y="3108664"/>
                  <a:pt x="8079336" y="3109749"/>
                  <a:pt x="8078713" y="3111705"/>
                </a:cubicBezTo>
                <a:cubicBezTo>
                  <a:pt x="8078092" y="3113678"/>
                  <a:pt x="8079158" y="3115776"/>
                  <a:pt x="8081132" y="3116398"/>
                </a:cubicBezTo>
                <a:cubicBezTo>
                  <a:pt x="8081505" y="3116523"/>
                  <a:pt x="8081896" y="3116577"/>
                  <a:pt x="8082269" y="3116577"/>
                </a:cubicBezTo>
                <a:close/>
                <a:moveTo>
                  <a:pt x="7733429" y="3254789"/>
                </a:moveTo>
                <a:cubicBezTo>
                  <a:pt x="7734194" y="3254789"/>
                  <a:pt x="7734923" y="3254292"/>
                  <a:pt x="7735172" y="3253527"/>
                </a:cubicBezTo>
                <a:cubicBezTo>
                  <a:pt x="7735492" y="3252567"/>
                  <a:pt x="7734976" y="3251518"/>
                  <a:pt x="7733998" y="3251198"/>
                </a:cubicBezTo>
                <a:cubicBezTo>
                  <a:pt x="7733039" y="3250878"/>
                  <a:pt x="7732007" y="3251411"/>
                  <a:pt x="7731687" y="3252372"/>
                </a:cubicBezTo>
                <a:cubicBezTo>
                  <a:pt x="7731368" y="3253331"/>
                  <a:pt x="7731882" y="3254380"/>
                  <a:pt x="7732842" y="3254682"/>
                </a:cubicBezTo>
                <a:cubicBezTo>
                  <a:pt x="7733039" y="3254754"/>
                  <a:pt x="7733234" y="3254789"/>
                  <a:pt x="7733429" y="3254789"/>
                </a:cubicBezTo>
                <a:close/>
                <a:moveTo>
                  <a:pt x="9119918" y="2746758"/>
                </a:moveTo>
                <a:cubicBezTo>
                  <a:pt x="9124042" y="2746224"/>
                  <a:pt x="9126958" y="2742437"/>
                  <a:pt x="9126425" y="2738330"/>
                </a:cubicBezTo>
                <a:cubicBezTo>
                  <a:pt x="9125891" y="2734206"/>
                  <a:pt x="9122123" y="2731290"/>
                  <a:pt x="9117997" y="2731823"/>
                </a:cubicBezTo>
                <a:cubicBezTo>
                  <a:pt x="9113873" y="2732357"/>
                  <a:pt x="9110957" y="2736126"/>
                  <a:pt x="9111490" y="2740250"/>
                </a:cubicBezTo>
                <a:cubicBezTo>
                  <a:pt x="9111988" y="2744038"/>
                  <a:pt x="9115224" y="2746811"/>
                  <a:pt x="9118940" y="2746811"/>
                </a:cubicBezTo>
                <a:cubicBezTo>
                  <a:pt x="9119276" y="2746811"/>
                  <a:pt x="9119597" y="2746793"/>
                  <a:pt x="9119918" y="2746758"/>
                </a:cubicBezTo>
                <a:close/>
                <a:moveTo>
                  <a:pt x="8510724" y="2973278"/>
                </a:moveTo>
                <a:cubicBezTo>
                  <a:pt x="8513462" y="2973278"/>
                  <a:pt x="8515879" y="2971269"/>
                  <a:pt x="8516288" y="2968479"/>
                </a:cubicBezTo>
                <a:cubicBezTo>
                  <a:pt x="8516733" y="2965403"/>
                  <a:pt x="8514617" y="2962540"/>
                  <a:pt x="8511541" y="2962078"/>
                </a:cubicBezTo>
                <a:cubicBezTo>
                  <a:pt x="8508465" y="2961615"/>
                  <a:pt x="8505604" y="2963730"/>
                  <a:pt x="8505141" y="2966806"/>
                </a:cubicBezTo>
                <a:cubicBezTo>
                  <a:pt x="8504696" y="2969883"/>
                  <a:pt x="8506812" y="2972745"/>
                  <a:pt x="8509888" y="2973207"/>
                </a:cubicBezTo>
                <a:cubicBezTo>
                  <a:pt x="8510172" y="2973260"/>
                  <a:pt x="8510439" y="2973278"/>
                  <a:pt x="8510724" y="2973278"/>
                </a:cubicBezTo>
                <a:close/>
                <a:moveTo>
                  <a:pt x="8296612" y="3052412"/>
                </a:moveTo>
                <a:cubicBezTo>
                  <a:pt x="8298710" y="3052430"/>
                  <a:pt x="8300612" y="3051007"/>
                  <a:pt x="8301146" y="3048874"/>
                </a:cubicBezTo>
                <a:cubicBezTo>
                  <a:pt x="8301785" y="3046367"/>
                  <a:pt x="8300257" y="3043825"/>
                  <a:pt x="8297750" y="3043202"/>
                </a:cubicBezTo>
                <a:cubicBezTo>
                  <a:pt x="8295243" y="3042562"/>
                  <a:pt x="8292701" y="3044091"/>
                  <a:pt x="8292078" y="3046598"/>
                </a:cubicBezTo>
                <a:cubicBezTo>
                  <a:pt x="8291438" y="3049105"/>
                  <a:pt x="8292967" y="3051648"/>
                  <a:pt x="8295473" y="3052287"/>
                </a:cubicBezTo>
                <a:cubicBezTo>
                  <a:pt x="8295847" y="3052376"/>
                  <a:pt x="8296238" y="3052412"/>
                  <a:pt x="8296612" y="3052412"/>
                </a:cubicBezTo>
                <a:close/>
                <a:moveTo>
                  <a:pt x="8816343" y="2877485"/>
                </a:moveTo>
                <a:cubicBezTo>
                  <a:pt x="8819988" y="2877450"/>
                  <a:pt x="8822904" y="2874480"/>
                  <a:pt x="8822868" y="2870854"/>
                </a:cubicBezTo>
                <a:cubicBezTo>
                  <a:pt x="8822832" y="2867226"/>
                  <a:pt x="8819863" y="2864293"/>
                  <a:pt x="8816236" y="2864329"/>
                </a:cubicBezTo>
                <a:cubicBezTo>
                  <a:pt x="8812610" y="2864364"/>
                  <a:pt x="8809676" y="2867333"/>
                  <a:pt x="8809712" y="2870960"/>
                </a:cubicBezTo>
                <a:cubicBezTo>
                  <a:pt x="8809746" y="2874605"/>
                  <a:pt x="8812716" y="2877520"/>
                  <a:pt x="8816343" y="2877485"/>
                </a:cubicBezTo>
                <a:close/>
                <a:moveTo>
                  <a:pt x="9212101" y="2733103"/>
                </a:moveTo>
                <a:cubicBezTo>
                  <a:pt x="9216190" y="2732410"/>
                  <a:pt x="9218963" y="2728534"/>
                  <a:pt x="9218288" y="2724445"/>
                </a:cubicBezTo>
                <a:cubicBezTo>
                  <a:pt x="9217595" y="2720338"/>
                  <a:pt x="9213720" y="2717565"/>
                  <a:pt x="9209630" y="2718258"/>
                </a:cubicBezTo>
                <a:cubicBezTo>
                  <a:pt x="9205523" y="2718933"/>
                  <a:pt x="9202749" y="2722809"/>
                  <a:pt x="9203425" y="2726917"/>
                </a:cubicBezTo>
                <a:cubicBezTo>
                  <a:pt x="9204047" y="2730597"/>
                  <a:pt x="9207230" y="2733210"/>
                  <a:pt x="9210856" y="2733210"/>
                </a:cubicBezTo>
                <a:cubicBezTo>
                  <a:pt x="9211265" y="2733210"/>
                  <a:pt x="9211674" y="2733174"/>
                  <a:pt x="9212101" y="2733103"/>
                </a:cubicBezTo>
                <a:close/>
                <a:moveTo>
                  <a:pt x="7952235" y="3201293"/>
                </a:moveTo>
                <a:cubicBezTo>
                  <a:pt x="7953390" y="3201293"/>
                  <a:pt x="7954475" y="3200563"/>
                  <a:pt x="7954883" y="3199408"/>
                </a:cubicBezTo>
                <a:cubicBezTo>
                  <a:pt x="7955363" y="3197949"/>
                  <a:pt x="7954581" y="3196367"/>
                  <a:pt x="7953124" y="3195869"/>
                </a:cubicBezTo>
                <a:cubicBezTo>
                  <a:pt x="7951665" y="3195372"/>
                  <a:pt x="7950084" y="3196154"/>
                  <a:pt x="7949603" y="3197612"/>
                </a:cubicBezTo>
                <a:cubicBezTo>
                  <a:pt x="7949105" y="3199070"/>
                  <a:pt x="7949887" y="3200652"/>
                  <a:pt x="7951346" y="3201150"/>
                </a:cubicBezTo>
                <a:cubicBezTo>
                  <a:pt x="7951629" y="3201239"/>
                  <a:pt x="7951932" y="3201292"/>
                  <a:pt x="7952235" y="3201293"/>
                </a:cubicBezTo>
                <a:close/>
                <a:moveTo>
                  <a:pt x="7594967" y="3337763"/>
                </a:moveTo>
                <a:cubicBezTo>
                  <a:pt x="7595359" y="3337763"/>
                  <a:pt x="7595713" y="3337514"/>
                  <a:pt x="7595820" y="3337140"/>
                </a:cubicBezTo>
                <a:cubicBezTo>
                  <a:pt x="7595963" y="3336661"/>
                  <a:pt x="7595696" y="3336163"/>
                  <a:pt x="7595233" y="3336021"/>
                </a:cubicBezTo>
                <a:cubicBezTo>
                  <a:pt x="7594754" y="3335878"/>
                  <a:pt x="7594257" y="3336146"/>
                  <a:pt x="7594114" y="3336625"/>
                </a:cubicBezTo>
                <a:cubicBezTo>
                  <a:pt x="7593971" y="3337087"/>
                  <a:pt x="7594238" y="3337585"/>
                  <a:pt x="7594718" y="3337728"/>
                </a:cubicBezTo>
                <a:cubicBezTo>
                  <a:pt x="7594807" y="3337763"/>
                  <a:pt x="7594967" y="3337763"/>
                  <a:pt x="7594967" y="3337763"/>
                </a:cubicBezTo>
                <a:close/>
                <a:moveTo>
                  <a:pt x="9302936" y="2716340"/>
                </a:moveTo>
                <a:lnTo>
                  <a:pt x="9298650" y="2704656"/>
                </a:lnTo>
                <a:lnTo>
                  <a:pt x="9294845" y="2710364"/>
                </a:lnTo>
                <a:cubicBezTo>
                  <a:pt x="9295555" y="2713938"/>
                  <a:pt x="9298702" y="2716409"/>
                  <a:pt x="9302223" y="2716409"/>
                </a:cubicBezTo>
                <a:close/>
                <a:moveTo>
                  <a:pt x="8902056" y="2868205"/>
                </a:moveTo>
                <a:lnTo>
                  <a:pt x="8902064" y="2868195"/>
                </a:lnTo>
                <a:lnTo>
                  <a:pt x="8902056" y="2868187"/>
                </a:lnTo>
                <a:close/>
                <a:moveTo>
                  <a:pt x="8601929" y="2984088"/>
                </a:moveTo>
                <a:cubicBezTo>
                  <a:pt x="8604809" y="2984088"/>
                  <a:pt x="8607263" y="2981883"/>
                  <a:pt x="8607529" y="2978968"/>
                </a:cubicBezTo>
                <a:cubicBezTo>
                  <a:pt x="8607797" y="2975874"/>
                  <a:pt x="8605521" y="2973135"/>
                  <a:pt x="8602428" y="2972852"/>
                </a:cubicBezTo>
                <a:cubicBezTo>
                  <a:pt x="8599316" y="2972585"/>
                  <a:pt x="8596595" y="2974879"/>
                  <a:pt x="8596312" y="2977972"/>
                </a:cubicBezTo>
                <a:cubicBezTo>
                  <a:pt x="8596027" y="2981065"/>
                  <a:pt x="8598320" y="2983804"/>
                  <a:pt x="8601413" y="2984070"/>
                </a:cubicBezTo>
                <a:lnTo>
                  <a:pt x="8601413" y="2984088"/>
                </a:lnTo>
                <a:cubicBezTo>
                  <a:pt x="8601592" y="2984088"/>
                  <a:pt x="8601751" y="2984088"/>
                  <a:pt x="8601929" y="2984088"/>
                </a:cubicBezTo>
                <a:close/>
                <a:moveTo>
                  <a:pt x="8168977" y="3143138"/>
                </a:moveTo>
                <a:cubicBezTo>
                  <a:pt x="8170595" y="3143138"/>
                  <a:pt x="8172088" y="3142090"/>
                  <a:pt x="8172551" y="3140453"/>
                </a:cubicBezTo>
                <a:cubicBezTo>
                  <a:pt x="8173138" y="3138480"/>
                  <a:pt x="8171999" y="3136399"/>
                  <a:pt x="8170026" y="3135831"/>
                </a:cubicBezTo>
                <a:cubicBezTo>
                  <a:pt x="8168034" y="3135244"/>
                  <a:pt x="8165972" y="3136381"/>
                  <a:pt x="8165386" y="3138373"/>
                </a:cubicBezTo>
                <a:cubicBezTo>
                  <a:pt x="8164817" y="3140347"/>
                  <a:pt x="8165954" y="3142427"/>
                  <a:pt x="8167928" y="3142996"/>
                </a:cubicBezTo>
                <a:cubicBezTo>
                  <a:pt x="8168284" y="3143103"/>
                  <a:pt x="8168639" y="3143138"/>
                  <a:pt x="8168977" y="3143138"/>
                </a:cubicBezTo>
                <a:close/>
                <a:moveTo>
                  <a:pt x="8908989" y="2874391"/>
                </a:moveTo>
                <a:cubicBezTo>
                  <a:pt x="8912616" y="2874178"/>
                  <a:pt x="8915390" y="2871085"/>
                  <a:pt x="8915194" y="2867458"/>
                </a:cubicBezTo>
                <a:cubicBezTo>
                  <a:pt x="8914981" y="2863831"/>
                  <a:pt x="8911869" y="2861057"/>
                  <a:pt x="8908242" y="2861271"/>
                </a:cubicBezTo>
                <a:lnTo>
                  <a:pt x="8902064" y="2868195"/>
                </a:lnTo>
                <a:lnTo>
                  <a:pt x="8908615" y="2874391"/>
                </a:lnTo>
                <a:cubicBezTo>
                  <a:pt x="8908740" y="2874392"/>
                  <a:pt x="8908865" y="2874391"/>
                  <a:pt x="8908989" y="2874391"/>
                </a:cubicBezTo>
                <a:close/>
                <a:moveTo>
                  <a:pt x="8385595" y="3072644"/>
                </a:moveTo>
                <a:cubicBezTo>
                  <a:pt x="8387782" y="3072644"/>
                  <a:pt x="8389720" y="3071116"/>
                  <a:pt x="8390182" y="3068892"/>
                </a:cubicBezTo>
                <a:cubicBezTo>
                  <a:pt x="8390680" y="3066351"/>
                  <a:pt x="8389044" y="3063879"/>
                  <a:pt x="8386501" y="3063364"/>
                </a:cubicBezTo>
                <a:cubicBezTo>
                  <a:pt x="8383977" y="3062866"/>
                  <a:pt x="8381506" y="3064502"/>
                  <a:pt x="8380990" y="3067044"/>
                </a:cubicBezTo>
                <a:cubicBezTo>
                  <a:pt x="8380492" y="3069568"/>
                  <a:pt x="8382128" y="3072040"/>
                  <a:pt x="8384653" y="3072555"/>
                </a:cubicBezTo>
                <a:cubicBezTo>
                  <a:pt x="8384973" y="3072608"/>
                  <a:pt x="8385292" y="3072644"/>
                  <a:pt x="8385595" y="3072644"/>
                </a:cubicBezTo>
                <a:close/>
                <a:moveTo>
                  <a:pt x="7818181" y="3283502"/>
                </a:moveTo>
                <a:cubicBezTo>
                  <a:pt x="7818946" y="3283502"/>
                  <a:pt x="7819657" y="3283022"/>
                  <a:pt x="7819924" y="3282258"/>
                </a:cubicBezTo>
                <a:cubicBezTo>
                  <a:pt x="7820244" y="3281297"/>
                  <a:pt x="7819728" y="3280249"/>
                  <a:pt x="7818786" y="3279929"/>
                </a:cubicBezTo>
                <a:cubicBezTo>
                  <a:pt x="7817826" y="3279592"/>
                  <a:pt x="7816777" y="3280106"/>
                  <a:pt x="7816439" y="3281066"/>
                </a:cubicBezTo>
                <a:cubicBezTo>
                  <a:pt x="7816119" y="3282026"/>
                  <a:pt x="7816635" y="3283058"/>
                  <a:pt x="7817595" y="3283396"/>
                </a:cubicBezTo>
                <a:cubicBezTo>
                  <a:pt x="7817791" y="3283466"/>
                  <a:pt x="7817986" y="3283502"/>
                  <a:pt x="7818181" y="3283502"/>
                </a:cubicBezTo>
                <a:close/>
                <a:moveTo>
                  <a:pt x="9001333" y="2866978"/>
                </a:moveTo>
                <a:cubicBezTo>
                  <a:pt x="9004942" y="2866604"/>
                  <a:pt x="9007573" y="2863386"/>
                  <a:pt x="9007200" y="2859759"/>
                </a:cubicBezTo>
                <a:cubicBezTo>
                  <a:pt x="9006827" y="2856150"/>
                  <a:pt x="9003608" y="2853519"/>
                  <a:pt x="8999982" y="2853892"/>
                </a:cubicBezTo>
                <a:cubicBezTo>
                  <a:pt x="8996373" y="2854266"/>
                  <a:pt x="8993740" y="2857484"/>
                  <a:pt x="8994114" y="2861111"/>
                </a:cubicBezTo>
                <a:cubicBezTo>
                  <a:pt x="8994470" y="2864489"/>
                  <a:pt x="8997315" y="2867014"/>
                  <a:pt x="9000639" y="2867014"/>
                </a:cubicBezTo>
                <a:cubicBezTo>
                  <a:pt x="9000871" y="2867013"/>
                  <a:pt x="9001101" y="2866978"/>
                  <a:pt x="9001333" y="2866978"/>
                </a:cubicBezTo>
                <a:close/>
                <a:moveTo>
                  <a:pt x="8037769" y="3229632"/>
                </a:moveTo>
                <a:cubicBezTo>
                  <a:pt x="8038960" y="3229632"/>
                  <a:pt x="8040044" y="3228867"/>
                  <a:pt x="8040418" y="3227694"/>
                </a:cubicBezTo>
                <a:cubicBezTo>
                  <a:pt x="8040897" y="3226236"/>
                  <a:pt x="8040097" y="3224653"/>
                  <a:pt x="8038622" y="3224192"/>
                </a:cubicBezTo>
                <a:cubicBezTo>
                  <a:pt x="8037146" y="3223711"/>
                  <a:pt x="8035582" y="3224512"/>
                  <a:pt x="8035102" y="3225987"/>
                </a:cubicBezTo>
                <a:cubicBezTo>
                  <a:pt x="8034639" y="3227445"/>
                  <a:pt x="8035439" y="3229010"/>
                  <a:pt x="8036915" y="3229489"/>
                </a:cubicBezTo>
                <a:lnTo>
                  <a:pt x="8036933" y="3229489"/>
                </a:lnTo>
                <a:cubicBezTo>
                  <a:pt x="8037200" y="3229579"/>
                  <a:pt x="8037502" y="3229632"/>
                  <a:pt x="8037769" y="3229632"/>
                </a:cubicBezTo>
                <a:close/>
                <a:moveTo>
                  <a:pt x="8693598" y="2989617"/>
                </a:moveTo>
                <a:cubicBezTo>
                  <a:pt x="8696638" y="2989617"/>
                  <a:pt x="8699126" y="2987217"/>
                  <a:pt x="8699234" y="2984177"/>
                </a:cubicBezTo>
                <a:cubicBezTo>
                  <a:pt x="8699322" y="2981065"/>
                  <a:pt x="8696887" y="2978452"/>
                  <a:pt x="8693792" y="2978364"/>
                </a:cubicBezTo>
                <a:cubicBezTo>
                  <a:pt x="8690682" y="2978257"/>
                  <a:pt x="8688069" y="2980692"/>
                  <a:pt x="8687979" y="2983804"/>
                </a:cubicBezTo>
                <a:cubicBezTo>
                  <a:pt x="8687873" y="2986915"/>
                  <a:pt x="8690308" y="2989510"/>
                  <a:pt x="8693419" y="2989617"/>
                </a:cubicBezTo>
                <a:close/>
                <a:moveTo>
                  <a:pt x="7679702" y="3364592"/>
                </a:moveTo>
                <a:cubicBezTo>
                  <a:pt x="7680075" y="3364592"/>
                  <a:pt x="7680430" y="3364360"/>
                  <a:pt x="7680555" y="3363987"/>
                </a:cubicBezTo>
                <a:cubicBezTo>
                  <a:pt x="7680697" y="3363526"/>
                  <a:pt x="7680448" y="3363027"/>
                  <a:pt x="7679985" y="3362867"/>
                </a:cubicBezTo>
                <a:cubicBezTo>
                  <a:pt x="7679523" y="3362707"/>
                  <a:pt x="7679025" y="3362956"/>
                  <a:pt x="7678866" y="3363436"/>
                </a:cubicBezTo>
                <a:cubicBezTo>
                  <a:pt x="7678706" y="3363898"/>
                  <a:pt x="7678955" y="3364396"/>
                  <a:pt x="7679435" y="3364557"/>
                </a:cubicBezTo>
                <a:cubicBezTo>
                  <a:pt x="7679523" y="3364592"/>
                  <a:pt x="7679702" y="3364592"/>
                  <a:pt x="7679702" y="3364592"/>
                </a:cubicBezTo>
                <a:close/>
                <a:moveTo>
                  <a:pt x="9093214" y="2855652"/>
                </a:moveTo>
                <a:cubicBezTo>
                  <a:pt x="9096806" y="2855137"/>
                  <a:pt x="9099313" y="2851794"/>
                  <a:pt x="9098797" y="2848203"/>
                </a:cubicBezTo>
                <a:cubicBezTo>
                  <a:pt x="9098281" y="2844612"/>
                  <a:pt x="9094939" y="2842105"/>
                  <a:pt x="9091347" y="2842621"/>
                </a:cubicBezTo>
                <a:cubicBezTo>
                  <a:pt x="9087757" y="2843136"/>
                  <a:pt x="9085249" y="2846479"/>
                  <a:pt x="9085765" y="2850070"/>
                </a:cubicBezTo>
                <a:cubicBezTo>
                  <a:pt x="9086245" y="2853358"/>
                  <a:pt x="9089054" y="2855724"/>
                  <a:pt x="9092272" y="2855724"/>
                </a:cubicBezTo>
                <a:cubicBezTo>
                  <a:pt x="9092591" y="2855724"/>
                  <a:pt x="9092894" y="2855688"/>
                  <a:pt x="9093214" y="2855652"/>
                </a:cubicBezTo>
                <a:close/>
                <a:moveTo>
                  <a:pt x="8256467" y="3166926"/>
                </a:moveTo>
                <a:cubicBezTo>
                  <a:pt x="8258138" y="3166926"/>
                  <a:pt x="8259667" y="3165806"/>
                  <a:pt x="8260094" y="3164099"/>
                </a:cubicBezTo>
                <a:cubicBezTo>
                  <a:pt x="8260592" y="3162108"/>
                  <a:pt x="8259383" y="3160082"/>
                  <a:pt x="8257374" y="3159584"/>
                </a:cubicBezTo>
                <a:cubicBezTo>
                  <a:pt x="8255382" y="3159068"/>
                  <a:pt x="8253355" y="3160295"/>
                  <a:pt x="8252858" y="3162286"/>
                </a:cubicBezTo>
                <a:cubicBezTo>
                  <a:pt x="8252360" y="3164295"/>
                  <a:pt x="8253569" y="3166304"/>
                  <a:pt x="8255560" y="3166820"/>
                </a:cubicBezTo>
                <a:cubicBezTo>
                  <a:pt x="8255862" y="3166891"/>
                  <a:pt x="8256165" y="3166927"/>
                  <a:pt x="8256467" y="3166926"/>
                </a:cubicBezTo>
                <a:close/>
                <a:moveTo>
                  <a:pt x="8475503" y="3088165"/>
                </a:moveTo>
                <a:cubicBezTo>
                  <a:pt x="8477797" y="3088165"/>
                  <a:pt x="8479805" y="3086476"/>
                  <a:pt x="8480143" y="3084130"/>
                </a:cubicBezTo>
                <a:cubicBezTo>
                  <a:pt x="8480499" y="3081569"/>
                  <a:pt x="8478721" y="3079205"/>
                  <a:pt x="8476161" y="3078832"/>
                </a:cubicBezTo>
                <a:cubicBezTo>
                  <a:pt x="8473601" y="3078476"/>
                  <a:pt x="8471236" y="3080254"/>
                  <a:pt x="8470863" y="3082813"/>
                </a:cubicBezTo>
                <a:cubicBezTo>
                  <a:pt x="8470507" y="3085375"/>
                  <a:pt x="8472285" y="3087739"/>
                  <a:pt x="8474845" y="3088112"/>
                </a:cubicBezTo>
                <a:cubicBezTo>
                  <a:pt x="8475058" y="3088165"/>
                  <a:pt x="8475290" y="3088165"/>
                  <a:pt x="8475503" y="3088165"/>
                </a:cubicBezTo>
                <a:close/>
                <a:moveTo>
                  <a:pt x="9184561" y="2840807"/>
                </a:moveTo>
                <a:cubicBezTo>
                  <a:pt x="9188136" y="2840167"/>
                  <a:pt x="9190500" y="2836736"/>
                  <a:pt x="9189860" y="2833163"/>
                </a:cubicBezTo>
                <a:cubicBezTo>
                  <a:pt x="9189220" y="2829589"/>
                  <a:pt x="9185789" y="2827224"/>
                  <a:pt x="9182216" y="2827864"/>
                </a:cubicBezTo>
                <a:cubicBezTo>
                  <a:pt x="9178641" y="2828504"/>
                  <a:pt x="9176278" y="2831918"/>
                  <a:pt x="9176917" y="2835509"/>
                </a:cubicBezTo>
                <a:cubicBezTo>
                  <a:pt x="9177486" y="2838692"/>
                  <a:pt x="9180259" y="2840913"/>
                  <a:pt x="9183371" y="2840913"/>
                </a:cubicBezTo>
                <a:cubicBezTo>
                  <a:pt x="9183762" y="2840914"/>
                  <a:pt x="9184171" y="2840879"/>
                  <a:pt x="9184561" y="2840807"/>
                </a:cubicBezTo>
                <a:close/>
                <a:moveTo>
                  <a:pt x="7902845" y="3312518"/>
                </a:moveTo>
                <a:cubicBezTo>
                  <a:pt x="7903609" y="3312518"/>
                  <a:pt x="7904320" y="3312038"/>
                  <a:pt x="7904587" y="3311273"/>
                </a:cubicBezTo>
                <a:cubicBezTo>
                  <a:pt x="7904907" y="3310313"/>
                  <a:pt x="7904391" y="3309264"/>
                  <a:pt x="7903431" y="3308944"/>
                </a:cubicBezTo>
                <a:cubicBezTo>
                  <a:pt x="7902471" y="3308606"/>
                  <a:pt x="7901440" y="3309122"/>
                  <a:pt x="7901102" y="3310082"/>
                </a:cubicBezTo>
                <a:cubicBezTo>
                  <a:pt x="7900782" y="3311041"/>
                  <a:pt x="7901297" y="3312091"/>
                  <a:pt x="7902258" y="3312411"/>
                </a:cubicBezTo>
                <a:cubicBezTo>
                  <a:pt x="7902454" y="3312482"/>
                  <a:pt x="7902649" y="3312518"/>
                  <a:pt x="7902845" y="3312518"/>
                </a:cubicBezTo>
                <a:close/>
                <a:moveTo>
                  <a:pt x="8785551" y="2990115"/>
                </a:moveTo>
                <a:cubicBezTo>
                  <a:pt x="8788661" y="2990061"/>
                  <a:pt x="8791132" y="2987484"/>
                  <a:pt x="8791061" y="2984372"/>
                </a:cubicBezTo>
                <a:cubicBezTo>
                  <a:pt x="8790991" y="2981260"/>
                  <a:pt x="8788430" y="2978790"/>
                  <a:pt x="8785318" y="2978861"/>
                </a:cubicBezTo>
                <a:cubicBezTo>
                  <a:pt x="8782208" y="2978932"/>
                  <a:pt x="8779736" y="2981492"/>
                  <a:pt x="8779808" y="2984603"/>
                </a:cubicBezTo>
                <a:cubicBezTo>
                  <a:pt x="8779861" y="2987680"/>
                  <a:pt x="8782368" y="2990115"/>
                  <a:pt x="8785425" y="2990115"/>
                </a:cubicBezTo>
                <a:close/>
                <a:moveTo>
                  <a:pt x="9275324" y="2822886"/>
                </a:moveTo>
                <a:cubicBezTo>
                  <a:pt x="9278880" y="2822121"/>
                  <a:pt x="9281138" y="2818619"/>
                  <a:pt x="9280372" y="2815063"/>
                </a:cubicBezTo>
                <a:cubicBezTo>
                  <a:pt x="9279626" y="2811526"/>
                  <a:pt x="9276123" y="2809250"/>
                  <a:pt x="9272568" y="2810014"/>
                </a:cubicBezTo>
                <a:cubicBezTo>
                  <a:pt x="9269012" y="2810779"/>
                  <a:pt x="9266754" y="2814281"/>
                  <a:pt x="9267518" y="2817819"/>
                </a:cubicBezTo>
                <a:cubicBezTo>
                  <a:pt x="9268177" y="2820912"/>
                  <a:pt x="9270896" y="2823028"/>
                  <a:pt x="9273936" y="2823028"/>
                </a:cubicBezTo>
                <a:cubicBezTo>
                  <a:pt x="9274399" y="2823028"/>
                  <a:pt x="9274861" y="2822975"/>
                  <a:pt x="9275324" y="2822886"/>
                </a:cubicBezTo>
                <a:close/>
                <a:moveTo>
                  <a:pt x="8123854" y="3256194"/>
                </a:moveTo>
                <a:cubicBezTo>
                  <a:pt x="8125045" y="3256194"/>
                  <a:pt x="8126165" y="3255411"/>
                  <a:pt x="8126520" y="3254202"/>
                </a:cubicBezTo>
                <a:cubicBezTo>
                  <a:pt x="8126948" y="3252709"/>
                  <a:pt x="8126112" y="3251181"/>
                  <a:pt x="8124635" y="3250736"/>
                </a:cubicBezTo>
                <a:cubicBezTo>
                  <a:pt x="8123143" y="3250308"/>
                  <a:pt x="8121596" y="3251145"/>
                  <a:pt x="8121170" y="3252621"/>
                </a:cubicBezTo>
                <a:cubicBezTo>
                  <a:pt x="8120742" y="3254096"/>
                  <a:pt x="8121579" y="3255642"/>
                  <a:pt x="8123053" y="3256087"/>
                </a:cubicBezTo>
                <a:cubicBezTo>
                  <a:pt x="8123321" y="3256158"/>
                  <a:pt x="8123587" y="3256194"/>
                  <a:pt x="8123854" y="3256194"/>
                </a:cubicBezTo>
                <a:close/>
                <a:moveTo>
                  <a:pt x="8566193" y="3098246"/>
                </a:moveTo>
                <a:cubicBezTo>
                  <a:pt x="8568612" y="3098246"/>
                  <a:pt x="8570656" y="3096397"/>
                  <a:pt x="8570869" y="3093943"/>
                </a:cubicBezTo>
                <a:cubicBezTo>
                  <a:pt x="8571065" y="3091365"/>
                  <a:pt x="8569144" y="3089108"/>
                  <a:pt x="8566567" y="3088894"/>
                </a:cubicBezTo>
                <a:cubicBezTo>
                  <a:pt x="8563988" y="3088681"/>
                  <a:pt x="8561731" y="3090601"/>
                  <a:pt x="8561535" y="3093179"/>
                </a:cubicBezTo>
                <a:cubicBezTo>
                  <a:pt x="8561322" y="3095757"/>
                  <a:pt x="8563242" y="3098015"/>
                  <a:pt x="8565819" y="3098229"/>
                </a:cubicBezTo>
                <a:cubicBezTo>
                  <a:pt x="8565945" y="3098246"/>
                  <a:pt x="8566069" y="3098246"/>
                  <a:pt x="8566193" y="3098246"/>
                </a:cubicBezTo>
                <a:close/>
                <a:moveTo>
                  <a:pt x="7763955" y="3392967"/>
                </a:moveTo>
                <a:cubicBezTo>
                  <a:pt x="7764329" y="3392967"/>
                  <a:pt x="7764667" y="3392717"/>
                  <a:pt x="7764791" y="3392362"/>
                </a:cubicBezTo>
                <a:cubicBezTo>
                  <a:pt x="7764951" y="3391900"/>
                  <a:pt x="7764703" y="3391384"/>
                  <a:pt x="7764240" y="3391224"/>
                </a:cubicBezTo>
                <a:cubicBezTo>
                  <a:pt x="7763778" y="3391064"/>
                  <a:pt x="7763280" y="3391314"/>
                  <a:pt x="7763120" y="3391776"/>
                </a:cubicBezTo>
                <a:cubicBezTo>
                  <a:pt x="7762960" y="3392237"/>
                  <a:pt x="7763192" y="3392753"/>
                  <a:pt x="7763671" y="3392914"/>
                </a:cubicBezTo>
                <a:cubicBezTo>
                  <a:pt x="7763760" y="3392967"/>
                  <a:pt x="7763867" y="3392967"/>
                  <a:pt x="7763955" y="3392967"/>
                </a:cubicBezTo>
                <a:close/>
                <a:moveTo>
                  <a:pt x="8877502" y="2985936"/>
                </a:moveTo>
                <a:cubicBezTo>
                  <a:pt x="8880614" y="2985724"/>
                  <a:pt x="8882943" y="2983022"/>
                  <a:pt x="8882730" y="2979928"/>
                </a:cubicBezTo>
                <a:cubicBezTo>
                  <a:pt x="8882516" y="2976816"/>
                  <a:pt x="8879814" y="2974487"/>
                  <a:pt x="8876720" y="2974701"/>
                </a:cubicBezTo>
                <a:cubicBezTo>
                  <a:pt x="8873609" y="2974913"/>
                  <a:pt x="8871279" y="2977598"/>
                  <a:pt x="8871493" y="2980710"/>
                </a:cubicBezTo>
                <a:cubicBezTo>
                  <a:pt x="8871707" y="2983679"/>
                  <a:pt x="8874178" y="2985955"/>
                  <a:pt x="8877112" y="2985955"/>
                </a:cubicBezTo>
                <a:cubicBezTo>
                  <a:pt x="8877235" y="2985955"/>
                  <a:pt x="8877360" y="2985937"/>
                  <a:pt x="8877502" y="2985936"/>
                </a:cubicBezTo>
                <a:close/>
                <a:moveTo>
                  <a:pt x="8344899" y="3186927"/>
                </a:moveTo>
                <a:cubicBezTo>
                  <a:pt x="8346642" y="3186927"/>
                  <a:pt x="8348188" y="3185701"/>
                  <a:pt x="8348562" y="3183941"/>
                </a:cubicBezTo>
                <a:cubicBezTo>
                  <a:pt x="8348953" y="3181914"/>
                  <a:pt x="8347655" y="3179940"/>
                  <a:pt x="8345628" y="3179531"/>
                </a:cubicBezTo>
                <a:cubicBezTo>
                  <a:pt x="8343601" y="3179140"/>
                  <a:pt x="8341646" y="3180438"/>
                  <a:pt x="8341237" y="3182464"/>
                </a:cubicBezTo>
                <a:cubicBezTo>
                  <a:pt x="8340828" y="3184492"/>
                  <a:pt x="8342144" y="3186447"/>
                  <a:pt x="8344153" y="3186856"/>
                </a:cubicBezTo>
                <a:cubicBezTo>
                  <a:pt x="8344401" y="3186910"/>
                  <a:pt x="8344651" y="3186927"/>
                  <a:pt x="8344899" y="3186927"/>
                </a:cubicBezTo>
                <a:close/>
                <a:moveTo>
                  <a:pt x="8969100" y="2977456"/>
                </a:moveTo>
                <a:cubicBezTo>
                  <a:pt x="8972193" y="2977100"/>
                  <a:pt x="8974415" y="2974310"/>
                  <a:pt x="8974059" y="2971234"/>
                </a:cubicBezTo>
                <a:cubicBezTo>
                  <a:pt x="8973705" y="2968140"/>
                  <a:pt x="8970913" y="2965918"/>
                  <a:pt x="8967820" y="2966273"/>
                </a:cubicBezTo>
                <a:cubicBezTo>
                  <a:pt x="8964726" y="2966628"/>
                  <a:pt x="8962522" y="2969420"/>
                  <a:pt x="8962876" y="2972496"/>
                </a:cubicBezTo>
                <a:cubicBezTo>
                  <a:pt x="8963197" y="2975376"/>
                  <a:pt x="8965633" y="2977492"/>
                  <a:pt x="8968459" y="2977492"/>
                </a:cubicBezTo>
                <a:cubicBezTo>
                  <a:pt x="8968673" y="2977491"/>
                  <a:pt x="8968885" y="2977492"/>
                  <a:pt x="8969100" y="2977456"/>
                </a:cubicBezTo>
                <a:close/>
                <a:moveTo>
                  <a:pt x="7987739" y="3340874"/>
                </a:moveTo>
                <a:cubicBezTo>
                  <a:pt x="7988503" y="3340875"/>
                  <a:pt x="7989232" y="3340377"/>
                  <a:pt x="7989481" y="3339612"/>
                </a:cubicBezTo>
                <a:cubicBezTo>
                  <a:pt x="7989801" y="3338635"/>
                  <a:pt x="7989268" y="3337603"/>
                  <a:pt x="7988309" y="3337283"/>
                </a:cubicBezTo>
                <a:cubicBezTo>
                  <a:pt x="7987348" y="3336981"/>
                  <a:pt x="7986299" y="3337496"/>
                  <a:pt x="7985996" y="3338475"/>
                </a:cubicBezTo>
                <a:cubicBezTo>
                  <a:pt x="7985676" y="3339434"/>
                  <a:pt x="7986210" y="3340465"/>
                  <a:pt x="7987170" y="3340786"/>
                </a:cubicBezTo>
                <a:cubicBezTo>
                  <a:pt x="7987348" y="3340839"/>
                  <a:pt x="7987544" y="3340875"/>
                  <a:pt x="7987739" y="3340874"/>
                </a:cubicBezTo>
                <a:close/>
                <a:moveTo>
                  <a:pt x="8657309" y="3102993"/>
                </a:moveTo>
                <a:cubicBezTo>
                  <a:pt x="8659852" y="3102993"/>
                  <a:pt x="8661933" y="3100984"/>
                  <a:pt x="8662003" y="3098424"/>
                </a:cubicBezTo>
                <a:cubicBezTo>
                  <a:pt x="8662075" y="3095846"/>
                  <a:pt x="8660012" y="3093695"/>
                  <a:pt x="8657435" y="3093641"/>
                </a:cubicBezTo>
                <a:cubicBezTo>
                  <a:pt x="8654856" y="3093570"/>
                  <a:pt x="8652704" y="3095632"/>
                  <a:pt x="8652652" y="3098210"/>
                </a:cubicBezTo>
                <a:cubicBezTo>
                  <a:pt x="8652581" y="3100788"/>
                  <a:pt x="8654625" y="3102939"/>
                  <a:pt x="8657203" y="3102993"/>
                </a:cubicBezTo>
                <a:close/>
                <a:moveTo>
                  <a:pt x="9060216" y="2965118"/>
                </a:moveTo>
                <a:cubicBezTo>
                  <a:pt x="9063292" y="2964637"/>
                  <a:pt x="9065390" y="2961758"/>
                  <a:pt x="9064910" y="2958682"/>
                </a:cubicBezTo>
                <a:cubicBezTo>
                  <a:pt x="9064430" y="2955607"/>
                  <a:pt x="9061550" y="2953508"/>
                  <a:pt x="9058492" y="2953988"/>
                </a:cubicBezTo>
                <a:cubicBezTo>
                  <a:pt x="9055417" y="2954468"/>
                  <a:pt x="9053300" y="2957349"/>
                  <a:pt x="9053780" y="2960424"/>
                </a:cubicBezTo>
                <a:cubicBezTo>
                  <a:pt x="9054225" y="2963198"/>
                  <a:pt x="9056625" y="2965189"/>
                  <a:pt x="9059346" y="2965189"/>
                </a:cubicBezTo>
                <a:cubicBezTo>
                  <a:pt x="9059629" y="2965189"/>
                  <a:pt x="9059914" y="2965153"/>
                  <a:pt x="9060216" y="2965118"/>
                </a:cubicBezTo>
                <a:close/>
                <a:moveTo>
                  <a:pt x="8210721" y="3280017"/>
                </a:moveTo>
                <a:cubicBezTo>
                  <a:pt x="8211966" y="3280017"/>
                  <a:pt x="8213105" y="3279181"/>
                  <a:pt x="8213424" y="3277920"/>
                </a:cubicBezTo>
                <a:cubicBezTo>
                  <a:pt x="8213797" y="3276426"/>
                  <a:pt x="8212891" y="3274914"/>
                  <a:pt x="8211398" y="3274541"/>
                </a:cubicBezTo>
                <a:cubicBezTo>
                  <a:pt x="8209903" y="3274168"/>
                  <a:pt x="8208391" y="3275057"/>
                  <a:pt x="8208019" y="3276551"/>
                </a:cubicBezTo>
                <a:cubicBezTo>
                  <a:pt x="8207646" y="3278044"/>
                  <a:pt x="8208552" y="3279556"/>
                  <a:pt x="8210029" y="3279947"/>
                </a:cubicBezTo>
                <a:cubicBezTo>
                  <a:pt x="8210259" y="3280017"/>
                  <a:pt x="8210491" y="3280017"/>
                  <a:pt x="8210721" y="3280017"/>
                </a:cubicBezTo>
                <a:close/>
                <a:moveTo>
                  <a:pt x="8434256" y="3202146"/>
                </a:moveTo>
                <a:cubicBezTo>
                  <a:pt x="8436105" y="3202146"/>
                  <a:pt x="8437705" y="3200777"/>
                  <a:pt x="8437954" y="3198910"/>
                </a:cubicBezTo>
                <a:cubicBezTo>
                  <a:pt x="8438239" y="3196884"/>
                  <a:pt x="8436816" y="3194999"/>
                  <a:pt x="8434771" y="3194715"/>
                </a:cubicBezTo>
                <a:cubicBezTo>
                  <a:pt x="8432727" y="3194430"/>
                  <a:pt x="8430842" y="3195852"/>
                  <a:pt x="8430559" y="3197879"/>
                </a:cubicBezTo>
                <a:cubicBezTo>
                  <a:pt x="8430273" y="3199924"/>
                  <a:pt x="8431696" y="3201826"/>
                  <a:pt x="8433740" y="3202111"/>
                </a:cubicBezTo>
                <a:cubicBezTo>
                  <a:pt x="8433918" y="3202146"/>
                  <a:pt x="8434096" y="3202147"/>
                  <a:pt x="8434256" y="3202146"/>
                </a:cubicBezTo>
                <a:close/>
                <a:moveTo>
                  <a:pt x="7848032" y="3421858"/>
                </a:moveTo>
                <a:cubicBezTo>
                  <a:pt x="7848405" y="3421858"/>
                  <a:pt x="7848744" y="3421626"/>
                  <a:pt x="7848868" y="3421253"/>
                </a:cubicBezTo>
                <a:cubicBezTo>
                  <a:pt x="7849028" y="3420791"/>
                  <a:pt x="7848779" y="3420275"/>
                  <a:pt x="7848317" y="3420115"/>
                </a:cubicBezTo>
                <a:cubicBezTo>
                  <a:pt x="7847855" y="3419955"/>
                  <a:pt x="7847357" y="3420204"/>
                  <a:pt x="7847197" y="3420666"/>
                </a:cubicBezTo>
                <a:cubicBezTo>
                  <a:pt x="7847037" y="3421146"/>
                  <a:pt x="7847285" y="3421644"/>
                  <a:pt x="7847748" y="3421804"/>
                </a:cubicBezTo>
                <a:cubicBezTo>
                  <a:pt x="7847837" y="3421857"/>
                  <a:pt x="7847925" y="3421857"/>
                  <a:pt x="7848032" y="3421858"/>
                </a:cubicBezTo>
                <a:close/>
                <a:moveTo>
                  <a:pt x="9150764" y="2949330"/>
                </a:moveTo>
                <a:cubicBezTo>
                  <a:pt x="9153805" y="2948744"/>
                  <a:pt x="9155813" y="2945792"/>
                  <a:pt x="9155227" y="2942734"/>
                </a:cubicBezTo>
                <a:cubicBezTo>
                  <a:pt x="9154640" y="2939676"/>
                  <a:pt x="9151689" y="2937685"/>
                  <a:pt x="9148631" y="2938272"/>
                </a:cubicBezTo>
                <a:cubicBezTo>
                  <a:pt x="9145573" y="2938858"/>
                  <a:pt x="9143582" y="2941809"/>
                  <a:pt x="9144168" y="2944867"/>
                </a:cubicBezTo>
                <a:cubicBezTo>
                  <a:pt x="9144684" y="2947552"/>
                  <a:pt x="9147049" y="2949437"/>
                  <a:pt x="9149698" y="2949437"/>
                </a:cubicBezTo>
                <a:cubicBezTo>
                  <a:pt x="9150054" y="2949436"/>
                  <a:pt x="9150409" y="2949402"/>
                  <a:pt x="9150764" y="2949330"/>
                </a:cubicBezTo>
                <a:close/>
                <a:moveTo>
                  <a:pt x="8748694" y="3102709"/>
                </a:moveTo>
                <a:cubicBezTo>
                  <a:pt x="8751272" y="3102620"/>
                  <a:pt x="8753316" y="3100468"/>
                  <a:pt x="8753227" y="3097890"/>
                </a:cubicBezTo>
                <a:cubicBezTo>
                  <a:pt x="8753156" y="3095294"/>
                  <a:pt x="8751005" y="3093268"/>
                  <a:pt x="8748409" y="3093339"/>
                </a:cubicBezTo>
                <a:cubicBezTo>
                  <a:pt x="8745831" y="3093428"/>
                  <a:pt x="8743787" y="3095580"/>
                  <a:pt x="8743876" y="3098156"/>
                </a:cubicBezTo>
                <a:cubicBezTo>
                  <a:pt x="8743947" y="3100753"/>
                  <a:pt x="8746098" y="3102780"/>
                  <a:pt x="8748694" y="3102709"/>
                </a:cubicBezTo>
                <a:close/>
                <a:moveTo>
                  <a:pt x="9240708" y="2930520"/>
                </a:moveTo>
                <a:cubicBezTo>
                  <a:pt x="9243731" y="2929844"/>
                  <a:pt x="9245651" y="2926822"/>
                  <a:pt x="9244957" y="2923799"/>
                </a:cubicBezTo>
                <a:cubicBezTo>
                  <a:pt x="9244281" y="2920760"/>
                  <a:pt x="9241259" y="2918857"/>
                  <a:pt x="9238236" y="2919533"/>
                </a:cubicBezTo>
                <a:cubicBezTo>
                  <a:pt x="9235196" y="2920227"/>
                  <a:pt x="9233294" y="2923230"/>
                  <a:pt x="9233969" y="2926271"/>
                </a:cubicBezTo>
                <a:cubicBezTo>
                  <a:pt x="9234556" y="2928884"/>
                  <a:pt x="9236886" y="2930662"/>
                  <a:pt x="9239464" y="2930662"/>
                </a:cubicBezTo>
                <a:cubicBezTo>
                  <a:pt x="9239873" y="2930662"/>
                  <a:pt x="9240282" y="2930626"/>
                  <a:pt x="9240708" y="2930520"/>
                </a:cubicBezTo>
                <a:close/>
                <a:moveTo>
                  <a:pt x="8073148" y="3367596"/>
                </a:moveTo>
                <a:cubicBezTo>
                  <a:pt x="8073949" y="3367597"/>
                  <a:pt x="8074678" y="3367081"/>
                  <a:pt x="8074909" y="3366281"/>
                </a:cubicBezTo>
                <a:cubicBezTo>
                  <a:pt x="8075212" y="3365303"/>
                  <a:pt x="8074660" y="3364289"/>
                  <a:pt x="8073681" y="3364005"/>
                </a:cubicBezTo>
                <a:cubicBezTo>
                  <a:pt x="8072704" y="3363702"/>
                  <a:pt x="8071691" y="3364253"/>
                  <a:pt x="8071406" y="3365232"/>
                </a:cubicBezTo>
                <a:cubicBezTo>
                  <a:pt x="8071104" y="3366210"/>
                  <a:pt x="8071656" y="3367223"/>
                  <a:pt x="8072633" y="3367525"/>
                </a:cubicBezTo>
                <a:cubicBezTo>
                  <a:pt x="8072811" y="3367579"/>
                  <a:pt x="8072988" y="3367597"/>
                  <a:pt x="8073148" y="3367596"/>
                </a:cubicBezTo>
                <a:close/>
                <a:moveTo>
                  <a:pt x="9330047" y="2909097"/>
                </a:moveTo>
                <a:cubicBezTo>
                  <a:pt x="9333051" y="2908333"/>
                  <a:pt x="9334883" y="2905274"/>
                  <a:pt x="9334118" y="2902252"/>
                </a:cubicBezTo>
                <a:cubicBezTo>
                  <a:pt x="9333353" y="2899247"/>
                  <a:pt x="9330277" y="2897415"/>
                  <a:pt x="9327273" y="2898180"/>
                </a:cubicBezTo>
                <a:cubicBezTo>
                  <a:pt x="9324268" y="2898944"/>
                  <a:pt x="9322438" y="2902020"/>
                  <a:pt x="9323202" y="2905025"/>
                </a:cubicBezTo>
                <a:cubicBezTo>
                  <a:pt x="9323859" y="2907585"/>
                  <a:pt x="9326136" y="2909274"/>
                  <a:pt x="9328660" y="2909274"/>
                </a:cubicBezTo>
                <a:cubicBezTo>
                  <a:pt x="9329122" y="2909274"/>
                  <a:pt x="9329585" y="2909221"/>
                  <a:pt x="9330047" y="2909097"/>
                </a:cubicBezTo>
                <a:close/>
                <a:moveTo>
                  <a:pt x="8524395" y="3211853"/>
                </a:moveTo>
                <a:cubicBezTo>
                  <a:pt x="8526333" y="3211853"/>
                  <a:pt x="8527968" y="3210361"/>
                  <a:pt x="8528129" y="3208404"/>
                </a:cubicBezTo>
                <a:cubicBezTo>
                  <a:pt x="8528271" y="3206342"/>
                  <a:pt x="8526742" y="3204564"/>
                  <a:pt x="8524680" y="3204404"/>
                </a:cubicBezTo>
                <a:cubicBezTo>
                  <a:pt x="8522635" y="3204226"/>
                  <a:pt x="8520840" y="3205773"/>
                  <a:pt x="8520680" y="3207835"/>
                </a:cubicBezTo>
                <a:cubicBezTo>
                  <a:pt x="8520519" y="3209899"/>
                  <a:pt x="8522049" y="3211676"/>
                  <a:pt x="8524110" y="3211836"/>
                </a:cubicBezTo>
                <a:lnTo>
                  <a:pt x="8524110" y="3211853"/>
                </a:lnTo>
                <a:cubicBezTo>
                  <a:pt x="8524200" y="3211853"/>
                  <a:pt x="8524395" y="3211853"/>
                  <a:pt x="8524395" y="3211853"/>
                </a:cubicBezTo>
                <a:close/>
                <a:moveTo>
                  <a:pt x="8839952" y="3097713"/>
                </a:moveTo>
                <a:cubicBezTo>
                  <a:pt x="8842530" y="3097517"/>
                  <a:pt x="8844469" y="3095258"/>
                  <a:pt x="8844255" y="3092681"/>
                </a:cubicBezTo>
                <a:cubicBezTo>
                  <a:pt x="8844060" y="3090103"/>
                  <a:pt x="8841801" y="3088165"/>
                  <a:pt x="8839224" y="3088379"/>
                </a:cubicBezTo>
                <a:cubicBezTo>
                  <a:pt x="8836646" y="3088575"/>
                  <a:pt x="8834726" y="3090832"/>
                  <a:pt x="8834922" y="3093411"/>
                </a:cubicBezTo>
                <a:lnTo>
                  <a:pt x="8834903" y="3093410"/>
                </a:lnTo>
                <a:cubicBezTo>
                  <a:pt x="8835099" y="3095864"/>
                  <a:pt x="8837144" y="3097731"/>
                  <a:pt x="8839562" y="3097731"/>
                </a:cubicBezTo>
                <a:cubicBezTo>
                  <a:pt x="8839704" y="3097731"/>
                  <a:pt x="8839829" y="3097731"/>
                  <a:pt x="8839952" y="3097713"/>
                </a:cubicBezTo>
                <a:close/>
                <a:moveTo>
                  <a:pt x="8298514" y="3300072"/>
                </a:moveTo>
                <a:cubicBezTo>
                  <a:pt x="8299812" y="3300072"/>
                  <a:pt x="8300985" y="3299165"/>
                  <a:pt x="8301252" y="3297850"/>
                </a:cubicBezTo>
                <a:cubicBezTo>
                  <a:pt x="8301554" y="3296338"/>
                  <a:pt x="8300576" y="3294863"/>
                  <a:pt x="8299064" y="3294561"/>
                </a:cubicBezTo>
                <a:cubicBezTo>
                  <a:pt x="8297554" y="3294258"/>
                  <a:pt x="8296096" y="3295236"/>
                  <a:pt x="8295793" y="3296747"/>
                </a:cubicBezTo>
                <a:cubicBezTo>
                  <a:pt x="8295473" y="3298241"/>
                  <a:pt x="8296452" y="3299717"/>
                  <a:pt x="8297963" y="3300019"/>
                </a:cubicBezTo>
                <a:cubicBezTo>
                  <a:pt x="8298158" y="3300072"/>
                  <a:pt x="8298336" y="3300072"/>
                  <a:pt x="8298514" y="3300072"/>
                </a:cubicBezTo>
                <a:close/>
                <a:moveTo>
                  <a:pt x="7932269" y="3450286"/>
                </a:moveTo>
                <a:cubicBezTo>
                  <a:pt x="7932642" y="3450286"/>
                  <a:pt x="7932998" y="3450055"/>
                  <a:pt x="7933122" y="3449682"/>
                </a:cubicBezTo>
                <a:cubicBezTo>
                  <a:pt x="7933264" y="3449219"/>
                  <a:pt x="7933015" y="3448704"/>
                  <a:pt x="7932553" y="3448561"/>
                </a:cubicBezTo>
                <a:cubicBezTo>
                  <a:pt x="7932091" y="3448401"/>
                  <a:pt x="7931576" y="3448650"/>
                  <a:pt x="7931433" y="3449112"/>
                </a:cubicBezTo>
                <a:cubicBezTo>
                  <a:pt x="7931273" y="3449593"/>
                  <a:pt x="7931522" y="3450091"/>
                  <a:pt x="7931984" y="3450250"/>
                </a:cubicBezTo>
                <a:cubicBezTo>
                  <a:pt x="7932091" y="3450286"/>
                  <a:pt x="7932269" y="3450286"/>
                  <a:pt x="7932269" y="3450286"/>
                </a:cubicBezTo>
                <a:close/>
                <a:moveTo>
                  <a:pt x="8930839" y="3088450"/>
                </a:moveTo>
                <a:cubicBezTo>
                  <a:pt x="8933399" y="3088130"/>
                  <a:pt x="8935231" y="3085783"/>
                  <a:pt x="8934909" y="3083223"/>
                </a:cubicBezTo>
                <a:cubicBezTo>
                  <a:pt x="8934590" y="3080662"/>
                  <a:pt x="8932261" y="3078832"/>
                  <a:pt x="8929683" y="3079152"/>
                </a:cubicBezTo>
                <a:cubicBezTo>
                  <a:pt x="8927123" y="3079471"/>
                  <a:pt x="8925310" y="3081819"/>
                  <a:pt x="8925612" y="3084379"/>
                </a:cubicBezTo>
                <a:cubicBezTo>
                  <a:pt x="8925913" y="3086743"/>
                  <a:pt x="8927941" y="3088485"/>
                  <a:pt x="8930270" y="3088485"/>
                </a:cubicBezTo>
                <a:cubicBezTo>
                  <a:pt x="8930465" y="3088485"/>
                  <a:pt x="8930643" y="3088468"/>
                  <a:pt x="8930839" y="3088450"/>
                </a:cubicBezTo>
                <a:close/>
                <a:moveTo>
                  <a:pt x="8614944" y="3216174"/>
                </a:moveTo>
                <a:cubicBezTo>
                  <a:pt x="8616988" y="3216174"/>
                  <a:pt x="8618640" y="3214555"/>
                  <a:pt x="8618675" y="3212511"/>
                </a:cubicBezTo>
                <a:cubicBezTo>
                  <a:pt x="8618730" y="3210449"/>
                  <a:pt x="8617095" y="3208742"/>
                  <a:pt x="8615032" y="3208706"/>
                </a:cubicBezTo>
                <a:cubicBezTo>
                  <a:pt x="8612969" y="3208672"/>
                  <a:pt x="8611262" y="3210307"/>
                  <a:pt x="8611227" y="3212369"/>
                </a:cubicBezTo>
                <a:cubicBezTo>
                  <a:pt x="8611174" y="3214431"/>
                  <a:pt x="8612827" y="3216138"/>
                  <a:pt x="8614890" y="3216174"/>
                </a:cubicBezTo>
                <a:close/>
                <a:moveTo>
                  <a:pt x="9021209" y="3075329"/>
                </a:moveTo>
                <a:cubicBezTo>
                  <a:pt x="9023752" y="3074902"/>
                  <a:pt x="9025494" y="3072502"/>
                  <a:pt x="9025067" y="3069959"/>
                </a:cubicBezTo>
                <a:cubicBezTo>
                  <a:pt x="9024641" y="3067399"/>
                  <a:pt x="9022240" y="3065675"/>
                  <a:pt x="9019680" y="3066101"/>
                </a:cubicBezTo>
                <a:cubicBezTo>
                  <a:pt x="9017136" y="3066528"/>
                  <a:pt x="9015413" y="3068928"/>
                  <a:pt x="9015822" y="3071488"/>
                </a:cubicBezTo>
                <a:cubicBezTo>
                  <a:pt x="9016195" y="3073782"/>
                  <a:pt x="9018186" y="3075399"/>
                  <a:pt x="9020444" y="3075400"/>
                </a:cubicBezTo>
                <a:cubicBezTo>
                  <a:pt x="9020693" y="3075399"/>
                  <a:pt x="9020942" y="3075383"/>
                  <a:pt x="9021209" y="3075329"/>
                </a:cubicBezTo>
                <a:close/>
                <a:moveTo>
                  <a:pt x="8159359" y="3391669"/>
                </a:moveTo>
                <a:cubicBezTo>
                  <a:pt x="8160177" y="3391669"/>
                  <a:pt x="8160904" y="3391118"/>
                  <a:pt x="8161137" y="3390300"/>
                </a:cubicBezTo>
                <a:cubicBezTo>
                  <a:pt x="8161385" y="3389304"/>
                  <a:pt x="8160781" y="3388308"/>
                  <a:pt x="8159804" y="3388060"/>
                </a:cubicBezTo>
                <a:cubicBezTo>
                  <a:pt x="8158825" y="3387810"/>
                  <a:pt x="8157829" y="3388398"/>
                  <a:pt x="8157563" y="3389376"/>
                </a:cubicBezTo>
                <a:cubicBezTo>
                  <a:pt x="8157314" y="3390354"/>
                  <a:pt x="8157900" y="3391348"/>
                  <a:pt x="8158879" y="3391616"/>
                </a:cubicBezTo>
                <a:cubicBezTo>
                  <a:pt x="8159039" y="3391669"/>
                  <a:pt x="8159198" y="3391669"/>
                  <a:pt x="8159359" y="3391669"/>
                </a:cubicBezTo>
                <a:close/>
                <a:moveTo>
                  <a:pt x="8387284" y="3315309"/>
                </a:moveTo>
                <a:cubicBezTo>
                  <a:pt x="8388651" y="3315308"/>
                  <a:pt x="8389844" y="3314313"/>
                  <a:pt x="8390040" y="3312908"/>
                </a:cubicBezTo>
                <a:cubicBezTo>
                  <a:pt x="8390236" y="3311398"/>
                  <a:pt x="8389187" y="3309993"/>
                  <a:pt x="8387657" y="3309779"/>
                </a:cubicBezTo>
                <a:cubicBezTo>
                  <a:pt x="8386128" y="3309566"/>
                  <a:pt x="8384724" y="3310615"/>
                  <a:pt x="8384510" y="3312144"/>
                </a:cubicBezTo>
                <a:cubicBezTo>
                  <a:pt x="8384297" y="3313673"/>
                  <a:pt x="8385364" y="3315077"/>
                  <a:pt x="8386893" y="3315291"/>
                </a:cubicBezTo>
                <a:cubicBezTo>
                  <a:pt x="8387017" y="3315309"/>
                  <a:pt x="8387160" y="3315308"/>
                  <a:pt x="8387284" y="3315309"/>
                </a:cubicBezTo>
                <a:close/>
                <a:moveTo>
                  <a:pt x="9110975" y="3058830"/>
                </a:moveTo>
                <a:cubicBezTo>
                  <a:pt x="9113517" y="3058315"/>
                  <a:pt x="9115152" y="3055843"/>
                  <a:pt x="9114655" y="3053301"/>
                </a:cubicBezTo>
                <a:cubicBezTo>
                  <a:pt x="9114139" y="3050777"/>
                  <a:pt x="9111667" y="3049123"/>
                  <a:pt x="9109143" y="3049638"/>
                </a:cubicBezTo>
                <a:lnTo>
                  <a:pt x="9109126" y="3049638"/>
                </a:lnTo>
                <a:cubicBezTo>
                  <a:pt x="9106583" y="3050154"/>
                  <a:pt x="9104964" y="3052626"/>
                  <a:pt x="9105463" y="3055149"/>
                </a:cubicBezTo>
                <a:cubicBezTo>
                  <a:pt x="9105907" y="3057390"/>
                  <a:pt x="9107864" y="3058919"/>
                  <a:pt x="9110051" y="3058919"/>
                </a:cubicBezTo>
                <a:cubicBezTo>
                  <a:pt x="9110352" y="3058919"/>
                  <a:pt x="9110672" y="3058883"/>
                  <a:pt x="9110975" y="3058830"/>
                </a:cubicBezTo>
                <a:close/>
                <a:moveTo>
                  <a:pt x="8705705" y="3215409"/>
                </a:moveTo>
                <a:cubicBezTo>
                  <a:pt x="8707767" y="3215320"/>
                  <a:pt x="8709384" y="3213596"/>
                  <a:pt x="8709313" y="3211534"/>
                </a:cubicBezTo>
                <a:cubicBezTo>
                  <a:pt x="8709243" y="3209471"/>
                  <a:pt x="8707518" y="3207871"/>
                  <a:pt x="8705455" y="3207942"/>
                </a:cubicBezTo>
                <a:cubicBezTo>
                  <a:pt x="8703394" y="3208013"/>
                  <a:pt x="8701776" y="3209738"/>
                  <a:pt x="8701847" y="3211800"/>
                </a:cubicBezTo>
                <a:cubicBezTo>
                  <a:pt x="8701917" y="3213827"/>
                  <a:pt x="8703589" y="3215409"/>
                  <a:pt x="8705580" y="3215409"/>
                </a:cubicBezTo>
                <a:close/>
                <a:moveTo>
                  <a:pt x="9200136" y="3039327"/>
                </a:moveTo>
                <a:cubicBezTo>
                  <a:pt x="9202660" y="3038740"/>
                  <a:pt x="9204225" y="3036215"/>
                  <a:pt x="9203638" y="3033708"/>
                </a:cubicBezTo>
                <a:cubicBezTo>
                  <a:pt x="9203052" y="3031185"/>
                  <a:pt x="9200526" y="3029619"/>
                  <a:pt x="9198002" y="3030224"/>
                </a:cubicBezTo>
                <a:cubicBezTo>
                  <a:pt x="9195496" y="3030811"/>
                  <a:pt x="9193931" y="3033317"/>
                  <a:pt x="9194516" y="3035842"/>
                </a:cubicBezTo>
                <a:cubicBezTo>
                  <a:pt x="9195016" y="3037993"/>
                  <a:pt x="9196954" y="3039451"/>
                  <a:pt x="9199069" y="3039451"/>
                </a:cubicBezTo>
                <a:cubicBezTo>
                  <a:pt x="9199425" y="3039451"/>
                  <a:pt x="9199780" y="3039415"/>
                  <a:pt x="9200136" y="3039327"/>
                </a:cubicBezTo>
                <a:close/>
                <a:moveTo>
                  <a:pt x="8016985" y="3477274"/>
                </a:moveTo>
                <a:cubicBezTo>
                  <a:pt x="8017358" y="3477275"/>
                  <a:pt x="8017713" y="3477026"/>
                  <a:pt x="8017839" y="3476652"/>
                </a:cubicBezTo>
                <a:cubicBezTo>
                  <a:pt x="8017981" y="3476172"/>
                  <a:pt x="8017713" y="3475674"/>
                  <a:pt x="8017234" y="3475532"/>
                </a:cubicBezTo>
                <a:cubicBezTo>
                  <a:pt x="8016772" y="3475390"/>
                  <a:pt x="8016275" y="3475656"/>
                  <a:pt x="8016132" y="3476137"/>
                </a:cubicBezTo>
                <a:cubicBezTo>
                  <a:pt x="8015988" y="3476599"/>
                  <a:pt x="8016256" y="3477096"/>
                  <a:pt x="8016736" y="3477238"/>
                </a:cubicBezTo>
                <a:cubicBezTo>
                  <a:pt x="8016807" y="3477274"/>
                  <a:pt x="8016985" y="3477274"/>
                  <a:pt x="8016985" y="3477274"/>
                </a:cubicBezTo>
                <a:close/>
                <a:moveTo>
                  <a:pt x="9288674" y="3017281"/>
                </a:moveTo>
                <a:cubicBezTo>
                  <a:pt x="9291181" y="3016623"/>
                  <a:pt x="9292675" y="3014063"/>
                  <a:pt x="9292017" y="3011575"/>
                </a:cubicBezTo>
                <a:cubicBezTo>
                  <a:pt x="9291360" y="3009067"/>
                  <a:pt x="9288800" y="3007574"/>
                  <a:pt x="9286310" y="3008231"/>
                </a:cubicBezTo>
                <a:cubicBezTo>
                  <a:pt x="9283821" y="3008889"/>
                  <a:pt x="9282328" y="3011450"/>
                  <a:pt x="9282985" y="3013956"/>
                </a:cubicBezTo>
                <a:lnTo>
                  <a:pt x="9282968" y="3013956"/>
                </a:lnTo>
                <a:cubicBezTo>
                  <a:pt x="9283519" y="3016055"/>
                  <a:pt x="9285404" y="3017441"/>
                  <a:pt x="9287483" y="3017441"/>
                </a:cubicBezTo>
                <a:cubicBezTo>
                  <a:pt x="9287875" y="3017442"/>
                  <a:pt x="9288284" y="3017388"/>
                  <a:pt x="9288674" y="3017281"/>
                </a:cubicBezTo>
                <a:close/>
                <a:moveTo>
                  <a:pt x="8792270" y="3206502"/>
                </a:moveTo>
                <a:lnTo>
                  <a:pt x="8792279" y="3206492"/>
                </a:lnTo>
                <a:lnTo>
                  <a:pt x="8792270" y="3206484"/>
                </a:lnTo>
                <a:close/>
                <a:moveTo>
                  <a:pt x="9376680" y="2993066"/>
                </a:moveTo>
                <a:cubicBezTo>
                  <a:pt x="9379169" y="2992373"/>
                  <a:pt x="9380609" y="2989777"/>
                  <a:pt x="9379898" y="2987288"/>
                </a:cubicBezTo>
                <a:cubicBezTo>
                  <a:pt x="9379169" y="2984799"/>
                  <a:pt x="9376574" y="2983359"/>
                  <a:pt x="9374102" y="2984070"/>
                </a:cubicBezTo>
                <a:cubicBezTo>
                  <a:pt x="9371613" y="2984782"/>
                  <a:pt x="9370174" y="2987376"/>
                  <a:pt x="9370885" y="2989865"/>
                </a:cubicBezTo>
                <a:cubicBezTo>
                  <a:pt x="9371472" y="2991928"/>
                  <a:pt x="9373355" y="2993262"/>
                  <a:pt x="9375382" y="2993262"/>
                </a:cubicBezTo>
                <a:cubicBezTo>
                  <a:pt x="9375809" y="2993261"/>
                  <a:pt x="9376253" y="2993190"/>
                  <a:pt x="9376680" y="2993066"/>
                </a:cubicBezTo>
                <a:close/>
                <a:moveTo>
                  <a:pt x="8476818" y="3324998"/>
                </a:moveTo>
                <a:cubicBezTo>
                  <a:pt x="8478258" y="3324998"/>
                  <a:pt x="8479485" y="3323896"/>
                  <a:pt x="8479592" y="3322420"/>
                </a:cubicBezTo>
                <a:cubicBezTo>
                  <a:pt x="8479716" y="3320891"/>
                  <a:pt x="8478561" y="3319557"/>
                  <a:pt x="8477032" y="3319433"/>
                </a:cubicBezTo>
                <a:cubicBezTo>
                  <a:pt x="8475503" y="3319326"/>
                  <a:pt x="8474151" y="3320465"/>
                  <a:pt x="8474046" y="3321993"/>
                </a:cubicBezTo>
                <a:cubicBezTo>
                  <a:pt x="8473920" y="3323540"/>
                  <a:pt x="8475076" y="3324874"/>
                  <a:pt x="8476606" y="3324998"/>
                </a:cubicBezTo>
                <a:close/>
                <a:moveTo>
                  <a:pt x="8796324" y="3209915"/>
                </a:moveTo>
                <a:cubicBezTo>
                  <a:pt x="8798368" y="3209738"/>
                  <a:pt x="8799897" y="3207924"/>
                  <a:pt x="8799719" y="3205862"/>
                </a:cubicBezTo>
                <a:cubicBezTo>
                  <a:pt x="8799541" y="3203818"/>
                  <a:pt x="8797728" y="3202288"/>
                  <a:pt x="8795683" y="3202466"/>
                </a:cubicBezTo>
                <a:lnTo>
                  <a:pt x="8792279" y="3206492"/>
                </a:lnTo>
                <a:lnTo>
                  <a:pt x="8796004" y="3209915"/>
                </a:lnTo>
                <a:cubicBezTo>
                  <a:pt x="8796092" y="3209916"/>
                  <a:pt x="8796217" y="3209915"/>
                  <a:pt x="8796324" y="3209915"/>
                </a:cubicBezTo>
                <a:close/>
                <a:moveTo>
                  <a:pt x="8246457" y="3412061"/>
                </a:moveTo>
                <a:cubicBezTo>
                  <a:pt x="8247311" y="3412061"/>
                  <a:pt x="8248075" y="3411457"/>
                  <a:pt x="8248271" y="3410586"/>
                </a:cubicBezTo>
                <a:cubicBezTo>
                  <a:pt x="8248466" y="3409590"/>
                  <a:pt x="8247826" y="3408612"/>
                  <a:pt x="8246830" y="3408417"/>
                </a:cubicBezTo>
                <a:cubicBezTo>
                  <a:pt x="8245835" y="3408203"/>
                  <a:pt x="8244875" y="3408844"/>
                  <a:pt x="8244662" y="3409839"/>
                </a:cubicBezTo>
                <a:cubicBezTo>
                  <a:pt x="8244466" y="3410834"/>
                  <a:pt x="8245106" y="3411813"/>
                  <a:pt x="8246084" y="3412026"/>
                </a:cubicBezTo>
                <a:cubicBezTo>
                  <a:pt x="8246209" y="3412061"/>
                  <a:pt x="8246333" y="3412061"/>
                  <a:pt x="8246457" y="3412061"/>
                </a:cubicBezTo>
                <a:close/>
                <a:moveTo>
                  <a:pt x="8886498" y="3200120"/>
                </a:moveTo>
                <a:cubicBezTo>
                  <a:pt x="8888542" y="3199853"/>
                  <a:pt x="8889982" y="3197986"/>
                  <a:pt x="8889716" y="3195941"/>
                </a:cubicBezTo>
                <a:cubicBezTo>
                  <a:pt x="8889450" y="3193896"/>
                  <a:pt x="8887565" y="3192457"/>
                  <a:pt x="8885538" y="3192723"/>
                </a:cubicBezTo>
                <a:cubicBezTo>
                  <a:pt x="8883494" y="3192973"/>
                  <a:pt x="8882036" y="3194857"/>
                  <a:pt x="8882320" y="3196902"/>
                </a:cubicBezTo>
                <a:cubicBezTo>
                  <a:pt x="8882552" y="3198787"/>
                  <a:pt x="8884168" y="3200155"/>
                  <a:pt x="8886018" y="3200155"/>
                </a:cubicBezTo>
                <a:cubicBezTo>
                  <a:pt x="8886178" y="3200155"/>
                  <a:pt x="8886338" y="3200119"/>
                  <a:pt x="8886498" y="3200120"/>
                </a:cubicBezTo>
                <a:close/>
                <a:moveTo>
                  <a:pt x="8566780" y="3329229"/>
                </a:moveTo>
                <a:cubicBezTo>
                  <a:pt x="8568309" y="3329229"/>
                  <a:pt x="8569535" y="3328020"/>
                  <a:pt x="8569571" y="3326492"/>
                </a:cubicBezTo>
                <a:cubicBezTo>
                  <a:pt x="8569588" y="3324945"/>
                  <a:pt x="8568361" y="3323683"/>
                  <a:pt x="8566834" y="3323665"/>
                </a:cubicBezTo>
                <a:cubicBezTo>
                  <a:pt x="8565303" y="3323629"/>
                  <a:pt x="8564006" y="3324856"/>
                  <a:pt x="8564006" y="3326403"/>
                </a:cubicBezTo>
                <a:cubicBezTo>
                  <a:pt x="8563970" y="3327932"/>
                  <a:pt x="8565198" y="3329194"/>
                  <a:pt x="8566744" y="3329229"/>
                </a:cubicBezTo>
                <a:close/>
                <a:moveTo>
                  <a:pt x="8102431" y="3501809"/>
                </a:moveTo>
                <a:cubicBezTo>
                  <a:pt x="8102821" y="3501810"/>
                  <a:pt x="8103195" y="3501542"/>
                  <a:pt x="8103301" y="3501134"/>
                </a:cubicBezTo>
                <a:cubicBezTo>
                  <a:pt x="8103427" y="3500671"/>
                  <a:pt x="8103142" y="3500173"/>
                  <a:pt x="8102662" y="3500049"/>
                </a:cubicBezTo>
                <a:cubicBezTo>
                  <a:pt x="8102199" y="3499925"/>
                  <a:pt x="8101702" y="3500209"/>
                  <a:pt x="8101577" y="3500671"/>
                </a:cubicBezTo>
                <a:cubicBezTo>
                  <a:pt x="8101453" y="3501151"/>
                  <a:pt x="8101737" y="3501649"/>
                  <a:pt x="8102218" y="3501774"/>
                </a:cubicBezTo>
                <a:cubicBezTo>
                  <a:pt x="8102289" y="3501809"/>
                  <a:pt x="8102431" y="3501809"/>
                  <a:pt x="8102431" y="3501809"/>
                </a:cubicBezTo>
                <a:close/>
                <a:moveTo>
                  <a:pt x="8976157" y="3186483"/>
                </a:moveTo>
                <a:cubicBezTo>
                  <a:pt x="8978184" y="3186128"/>
                  <a:pt x="8979535" y="3184208"/>
                  <a:pt x="8979197" y="3182163"/>
                </a:cubicBezTo>
                <a:cubicBezTo>
                  <a:pt x="8978841" y="3180136"/>
                  <a:pt x="8976922" y="3178785"/>
                  <a:pt x="8974877" y="3179122"/>
                </a:cubicBezTo>
                <a:cubicBezTo>
                  <a:pt x="8972850" y="3179478"/>
                  <a:pt x="8971482" y="3181416"/>
                  <a:pt x="8971836" y="3183443"/>
                </a:cubicBezTo>
                <a:cubicBezTo>
                  <a:pt x="8972158" y="3185256"/>
                  <a:pt x="8973739" y="3186536"/>
                  <a:pt x="8975517" y="3186536"/>
                </a:cubicBezTo>
                <a:cubicBezTo>
                  <a:pt x="8975730" y="3186536"/>
                  <a:pt x="8975944" y="3186519"/>
                  <a:pt x="8976157" y="3186483"/>
                </a:cubicBezTo>
                <a:close/>
                <a:moveTo>
                  <a:pt x="8334551" y="3427672"/>
                </a:moveTo>
                <a:cubicBezTo>
                  <a:pt x="8335441" y="3427672"/>
                  <a:pt x="8336241" y="3427013"/>
                  <a:pt x="8336365" y="3426106"/>
                </a:cubicBezTo>
                <a:cubicBezTo>
                  <a:pt x="8336508" y="3425093"/>
                  <a:pt x="8335815" y="3424169"/>
                  <a:pt x="8334819" y="3424009"/>
                </a:cubicBezTo>
                <a:cubicBezTo>
                  <a:pt x="8333805" y="3423867"/>
                  <a:pt x="8332880" y="3424560"/>
                  <a:pt x="8332739" y="3425574"/>
                </a:cubicBezTo>
                <a:cubicBezTo>
                  <a:pt x="8332579" y="3426569"/>
                  <a:pt x="8333272" y="3427511"/>
                  <a:pt x="8334285" y="3427654"/>
                </a:cubicBezTo>
                <a:lnTo>
                  <a:pt x="8334285" y="3427671"/>
                </a:lnTo>
                <a:cubicBezTo>
                  <a:pt x="8334375" y="3427672"/>
                  <a:pt x="8334551" y="3427672"/>
                  <a:pt x="8334551" y="3427672"/>
                </a:cubicBezTo>
                <a:close/>
                <a:moveTo>
                  <a:pt x="9065194" y="3169469"/>
                </a:moveTo>
                <a:cubicBezTo>
                  <a:pt x="9067221" y="3169042"/>
                  <a:pt x="9068501" y="3167050"/>
                  <a:pt x="9068092" y="3165041"/>
                </a:cubicBezTo>
                <a:cubicBezTo>
                  <a:pt x="9067665" y="3163015"/>
                  <a:pt x="9065674" y="3161735"/>
                  <a:pt x="9063665" y="3162144"/>
                </a:cubicBezTo>
                <a:cubicBezTo>
                  <a:pt x="9061638" y="3162571"/>
                  <a:pt x="9060340" y="3164544"/>
                  <a:pt x="9060767" y="3166570"/>
                </a:cubicBezTo>
                <a:cubicBezTo>
                  <a:pt x="9061141" y="3168330"/>
                  <a:pt x="9062687" y="3169540"/>
                  <a:pt x="9064430" y="3169539"/>
                </a:cubicBezTo>
                <a:cubicBezTo>
                  <a:pt x="9064678" y="3169540"/>
                  <a:pt x="9064927" y="3169522"/>
                  <a:pt x="9065194" y="3169469"/>
                </a:cubicBezTo>
                <a:close/>
                <a:moveTo>
                  <a:pt x="8656919" y="3328305"/>
                </a:moveTo>
                <a:cubicBezTo>
                  <a:pt x="8658466" y="3328233"/>
                  <a:pt x="8659657" y="3326953"/>
                  <a:pt x="8659603" y="3325407"/>
                </a:cubicBezTo>
                <a:cubicBezTo>
                  <a:pt x="8659550" y="3323877"/>
                  <a:pt x="8658252" y="3322669"/>
                  <a:pt x="8656706" y="3322740"/>
                </a:cubicBezTo>
                <a:cubicBezTo>
                  <a:pt x="8655177" y="3322794"/>
                  <a:pt x="8653986" y="3324074"/>
                  <a:pt x="8654039" y="3325620"/>
                </a:cubicBezTo>
                <a:cubicBezTo>
                  <a:pt x="8654093" y="3327114"/>
                  <a:pt x="8655337" y="3328305"/>
                  <a:pt x="8656812" y="3328305"/>
                </a:cubicBezTo>
                <a:close/>
                <a:moveTo>
                  <a:pt x="9153608" y="3149485"/>
                </a:moveTo>
                <a:cubicBezTo>
                  <a:pt x="9155618" y="3149005"/>
                  <a:pt x="9156844" y="3146978"/>
                  <a:pt x="9156364" y="3144970"/>
                </a:cubicBezTo>
                <a:cubicBezTo>
                  <a:pt x="9155867" y="3142978"/>
                  <a:pt x="9153857" y="3141733"/>
                  <a:pt x="9151849" y="3142232"/>
                </a:cubicBezTo>
                <a:cubicBezTo>
                  <a:pt x="9149839" y="3142712"/>
                  <a:pt x="9148613" y="3144720"/>
                  <a:pt x="9149093" y="3146729"/>
                </a:cubicBezTo>
                <a:cubicBezTo>
                  <a:pt x="9149502" y="3148436"/>
                  <a:pt x="9151048" y="3149592"/>
                  <a:pt x="9152720" y="3149592"/>
                </a:cubicBezTo>
                <a:cubicBezTo>
                  <a:pt x="9153022" y="3149592"/>
                  <a:pt x="9153306" y="3149556"/>
                  <a:pt x="9153608" y="3149485"/>
                </a:cubicBezTo>
                <a:close/>
                <a:moveTo>
                  <a:pt x="9241401" y="3126977"/>
                </a:moveTo>
                <a:cubicBezTo>
                  <a:pt x="9243391" y="3126444"/>
                  <a:pt x="9244565" y="3124400"/>
                  <a:pt x="9244032" y="3122408"/>
                </a:cubicBezTo>
                <a:cubicBezTo>
                  <a:pt x="9243499" y="3120417"/>
                  <a:pt x="9241454" y="3119225"/>
                  <a:pt x="9239464" y="3119777"/>
                </a:cubicBezTo>
                <a:cubicBezTo>
                  <a:pt x="9237471" y="3120310"/>
                  <a:pt x="9236298" y="3122354"/>
                  <a:pt x="9236832" y="3124346"/>
                </a:cubicBezTo>
                <a:cubicBezTo>
                  <a:pt x="9237277" y="3126017"/>
                  <a:pt x="9238787" y="3127119"/>
                  <a:pt x="9240440" y="3127119"/>
                </a:cubicBezTo>
                <a:cubicBezTo>
                  <a:pt x="9240761" y="3127119"/>
                  <a:pt x="9241080" y="3127066"/>
                  <a:pt x="9241401" y="3126977"/>
                </a:cubicBezTo>
                <a:close/>
                <a:moveTo>
                  <a:pt x="9328641" y="3102354"/>
                </a:moveTo>
                <a:cubicBezTo>
                  <a:pt x="9330616" y="3101766"/>
                  <a:pt x="9331753" y="3099704"/>
                  <a:pt x="9331166" y="3097713"/>
                </a:cubicBezTo>
                <a:cubicBezTo>
                  <a:pt x="9330580" y="3095739"/>
                  <a:pt x="9328500" y="3094602"/>
                  <a:pt x="9326526" y="3095188"/>
                </a:cubicBezTo>
                <a:cubicBezTo>
                  <a:pt x="9324553" y="3095775"/>
                  <a:pt x="9323414" y="3097855"/>
                  <a:pt x="9324002" y="3099829"/>
                </a:cubicBezTo>
                <a:cubicBezTo>
                  <a:pt x="9324482" y="3101447"/>
                  <a:pt x="9325974" y="3102513"/>
                  <a:pt x="9327575" y="3102514"/>
                </a:cubicBezTo>
                <a:cubicBezTo>
                  <a:pt x="9327931" y="3102514"/>
                  <a:pt x="9328287" y="3102460"/>
                  <a:pt x="9328641" y="3102354"/>
                </a:cubicBezTo>
                <a:close/>
                <a:moveTo>
                  <a:pt x="8188818" y="3522770"/>
                </a:moveTo>
                <a:cubicBezTo>
                  <a:pt x="8189209" y="3522771"/>
                  <a:pt x="8189583" y="3522486"/>
                  <a:pt x="8189671" y="3522077"/>
                </a:cubicBezTo>
                <a:cubicBezTo>
                  <a:pt x="8189777" y="3521597"/>
                  <a:pt x="8189477" y="3521117"/>
                  <a:pt x="8188996" y="3521010"/>
                </a:cubicBezTo>
                <a:cubicBezTo>
                  <a:pt x="8188516" y="3520904"/>
                  <a:pt x="8188036" y="3521224"/>
                  <a:pt x="8187946" y="3521704"/>
                </a:cubicBezTo>
                <a:cubicBezTo>
                  <a:pt x="8187841" y="3522166"/>
                  <a:pt x="8188143" y="3522646"/>
                  <a:pt x="8188623" y="3522753"/>
                </a:cubicBezTo>
                <a:lnTo>
                  <a:pt x="8188623" y="3522770"/>
                </a:lnTo>
                <a:cubicBezTo>
                  <a:pt x="8188676" y="3522770"/>
                  <a:pt x="8188818" y="3522770"/>
                  <a:pt x="8188818" y="3522770"/>
                </a:cubicBezTo>
                <a:close/>
                <a:moveTo>
                  <a:pt x="8423447" y="3437698"/>
                </a:moveTo>
                <a:cubicBezTo>
                  <a:pt x="8424406" y="3437699"/>
                  <a:pt x="8425205" y="3436987"/>
                  <a:pt x="8425295" y="3436009"/>
                </a:cubicBezTo>
                <a:cubicBezTo>
                  <a:pt x="8425366" y="3434996"/>
                  <a:pt x="8424620" y="3434125"/>
                  <a:pt x="8423607" y="3434036"/>
                </a:cubicBezTo>
                <a:cubicBezTo>
                  <a:pt x="8422592" y="3433965"/>
                  <a:pt x="8421704" y="3434711"/>
                  <a:pt x="8421634" y="3435725"/>
                </a:cubicBezTo>
                <a:cubicBezTo>
                  <a:pt x="8421544" y="3436721"/>
                  <a:pt x="8422291" y="3437610"/>
                  <a:pt x="8423305" y="3437698"/>
                </a:cubicBezTo>
                <a:close/>
                <a:moveTo>
                  <a:pt x="9415367" y="3075987"/>
                </a:moveTo>
                <a:cubicBezTo>
                  <a:pt x="9417341" y="3075365"/>
                  <a:pt x="9418425" y="3073266"/>
                  <a:pt x="9417803" y="3071311"/>
                </a:cubicBezTo>
                <a:cubicBezTo>
                  <a:pt x="9417198" y="3069338"/>
                  <a:pt x="9415100" y="3068235"/>
                  <a:pt x="9413127" y="3068858"/>
                </a:cubicBezTo>
                <a:cubicBezTo>
                  <a:pt x="9411154" y="3069480"/>
                  <a:pt x="9410070" y="3071561"/>
                  <a:pt x="9410691" y="3073534"/>
                </a:cubicBezTo>
                <a:cubicBezTo>
                  <a:pt x="9411189" y="3075134"/>
                  <a:pt x="9412665" y="3076147"/>
                  <a:pt x="9414247" y="3076147"/>
                </a:cubicBezTo>
                <a:cubicBezTo>
                  <a:pt x="9414621" y="3076147"/>
                  <a:pt x="9414994" y="3076094"/>
                  <a:pt x="9415367" y="3075987"/>
                </a:cubicBezTo>
                <a:close/>
                <a:moveTo>
                  <a:pt x="8746862" y="3322598"/>
                </a:moveTo>
                <a:cubicBezTo>
                  <a:pt x="8748409" y="3322456"/>
                  <a:pt x="8749529" y="3321104"/>
                  <a:pt x="8749405" y="3319575"/>
                </a:cubicBezTo>
                <a:cubicBezTo>
                  <a:pt x="8749262" y="3318028"/>
                  <a:pt x="8747911" y="3316909"/>
                  <a:pt x="8746382" y="3317050"/>
                </a:cubicBezTo>
                <a:cubicBezTo>
                  <a:pt x="8744836" y="3317175"/>
                  <a:pt x="8743715" y="3318526"/>
                  <a:pt x="8743858" y="3320055"/>
                </a:cubicBezTo>
                <a:cubicBezTo>
                  <a:pt x="8743982" y="3321513"/>
                  <a:pt x="8745191" y="3322597"/>
                  <a:pt x="8746613" y="3322597"/>
                </a:cubicBezTo>
                <a:close/>
                <a:moveTo>
                  <a:pt x="8836397" y="3312553"/>
                </a:moveTo>
                <a:cubicBezTo>
                  <a:pt x="8837907" y="3312339"/>
                  <a:pt x="8838975" y="3310934"/>
                  <a:pt x="8838780" y="3309424"/>
                </a:cubicBezTo>
                <a:cubicBezTo>
                  <a:pt x="8838566" y="3307894"/>
                  <a:pt x="8837162" y="3306828"/>
                  <a:pt x="8835650" y="3307024"/>
                </a:cubicBezTo>
                <a:cubicBezTo>
                  <a:pt x="8834121" y="3307237"/>
                  <a:pt x="8833054" y="3308641"/>
                  <a:pt x="8833268" y="3310170"/>
                </a:cubicBezTo>
                <a:cubicBezTo>
                  <a:pt x="8833445" y="3311557"/>
                  <a:pt x="8834637" y="3312571"/>
                  <a:pt x="8836023" y="3312571"/>
                </a:cubicBezTo>
                <a:cubicBezTo>
                  <a:pt x="8836130" y="3312571"/>
                  <a:pt x="8836255" y="3312571"/>
                  <a:pt x="8836397" y="3312553"/>
                </a:cubicBezTo>
                <a:close/>
                <a:moveTo>
                  <a:pt x="8512821" y="3442197"/>
                </a:moveTo>
                <a:cubicBezTo>
                  <a:pt x="8513816" y="3442197"/>
                  <a:pt x="8514652" y="3441397"/>
                  <a:pt x="8514652" y="3440401"/>
                </a:cubicBezTo>
                <a:cubicBezTo>
                  <a:pt x="8514670" y="3439369"/>
                  <a:pt x="8513870" y="3438516"/>
                  <a:pt x="8512856" y="3438516"/>
                </a:cubicBezTo>
                <a:cubicBezTo>
                  <a:pt x="8511844" y="3438499"/>
                  <a:pt x="8510990" y="3439299"/>
                  <a:pt x="8510990" y="3440312"/>
                </a:cubicBezTo>
                <a:cubicBezTo>
                  <a:pt x="8510973" y="3441326"/>
                  <a:pt x="8511772" y="3442161"/>
                  <a:pt x="8512786" y="3442197"/>
                </a:cubicBezTo>
                <a:close/>
                <a:moveTo>
                  <a:pt x="8925363" y="3298632"/>
                </a:moveTo>
                <a:cubicBezTo>
                  <a:pt x="8926874" y="3298366"/>
                  <a:pt x="8927888" y="3296925"/>
                  <a:pt x="8927620" y="3295414"/>
                </a:cubicBezTo>
                <a:cubicBezTo>
                  <a:pt x="8927354" y="3293885"/>
                  <a:pt x="8925896" y="3292890"/>
                  <a:pt x="8924385" y="3293156"/>
                </a:cubicBezTo>
                <a:cubicBezTo>
                  <a:pt x="8922873" y="3293423"/>
                  <a:pt x="8921861" y="3294863"/>
                  <a:pt x="8922127" y="3296375"/>
                </a:cubicBezTo>
                <a:cubicBezTo>
                  <a:pt x="8922376" y="3297725"/>
                  <a:pt x="8923549" y="3298685"/>
                  <a:pt x="8924865" y="3298685"/>
                </a:cubicBezTo>
                <a:cubicBezTo>
                  <a:pt x="8925023" y="3298685"/>
                  <a:pt x="8925203" y="3298667"/>
                  <a:pt x="8925363" y="3298632"/>
                </a:cubicBezTo>
                <a:close/>
                <a:moveTo>
                  <a:pt x="8276148" y="3539109"/>
                </a:moveTo>
                <a:cubicBezTo>
                  <a:pt x="8276593" y="3539109"/>
                  <a:pt x="8276966" y="3538807"/>
                  <a:pt x="8277037" y="3538363"/>
                </a:cubicBezTo>
                <a:cubicBezTo>
                  <a:pt x="8277109" y="3537883"/>
                  <a:pt x="8276771" y="3537421"/>
                  <a:pt x="8276291" y="3537349"/>
                </a:cubicBezTo>
                <a:cubicBezTo>
                  <a:pt x="8275811" y="3537278"/>
                  <a:pt x="8275348" y="3537598"/>
                  <a:pt x="8275277" y="3538078"/>
                </a:cubicBezTo>
                <a:cubicBezTo>
                  <a:pt x="8275205" y="3538576"/>
                  <a:pt x="8275526" y="3539021"/>
                  <a:pt x="8276023" y="3539110"/>
                </a:cubicBezTo>
                <a:close/>
                <a:moveTo>
                  <a:pt x="9013706" y="3281316"/>
                </a:moveTo>
                <a:cubicBezTo>
                  <a:pt x="9015217" y="3280977"/>
                  <a:pt x="9016177" y="3279502"/>
                  <a:pt x="9015839" y="3277990"/>
                </a:cubicBezTo>
                <a:cubicBezTo>
                  <a:pt x="9015519" y="3276497"/>
                  <a:pt x="9014044" y="3275537"/>
                  <a:pt x="9012533" y="3275857"/>
                </a:cubicBezTo>
                <a:cubicBezTo>
                  <a:pt x="9011039" y="3276176"/>
                  <a:pt x="9010079" y="3277653"/>
                  <a:pt x="9010399" y="3279165"/>
                </a:cubicBezTo>
                <a:cubicBezTo>
                  <a:pt x="9010684" y="3280479"/>
                  <a:pt x="9011839" y="3281369"/>
                  <a:pt x="9013119" y="3281368"/>
                </a:cubicBezTo>
                <a:cubicBezTo>
                  <a:pt x="9013315" y="3281369"/>
                  <a:pt x="9013510" y="3281351"/>
                  <a:pt x="9013706" y="3281316"/>
                </a:cubicBezTo>
                <a:close/>
                <a:moveTo>
                  <a:pt x="8602338" y="3441433"/>
                </a:moveTo>
                <a:cubicBezTo>
                  <a:pt x="8603352" y="3441397"/>
                  <a:pt x="8604134" y="3440544"/>
                  <a:pt x="8604098" y="3439530"/>
                </a:cubicBezTo>
                <a:cubicBezTo>
                  <a:pt x="8604063" y="3438516"/>
                  <a:pt x="8603209" y="3437734"/>
                  <a:pt x="8602195" y="3437769"/>
                </a:cubicBezTo>
                <a:cubicBezTo>
                  <a:pt x="8601182" y="3437805"/>
                  <a:pt x="8600400" y="3438658"/>
                  <a:pt x="8600436" y="3439672"/>
                </a:cubicBezTo>
                <a:cubicBezTo>
                  <a:pt x="8600471" y="3440650"/>
                  <a:pt x="8601271" y="3441433"/>
                  <a:pt x="8602266" y="3441433"/>
                </a:cubicBezTo>
                <a:close/>
                <a:moveTo>
                  <a:pt x="9101409" y="3261030"/>
                </a:moveTo>
                <a:cubicBezTo>
                  <a:pt x="9102903" y="3260656"/>
                  <a:pt x="9103809" y="3259145"/>
                  <a:pt x="9103454" y="3257652"/>
                </a:cubicBezTo>
                <a:cubicBezTo>
                  <a:pt x="9103080" y="3256158"/>
                  <a:pt x="9101570" y="3255251"/>
                  <a:pt x="9100076" y="3255625"/>
                </a:cubicBezTo>
                <a:cubicBezTo>
                  <a:pt x="9098583" y="3255980"/>
                  <a:pt x="9097677" y="3257491"/>
                  <a:pt x="9098031" y="3258984"/>
                </a:cubicBezTo>
                <a:cubicBezTo>
                  <a:pt x="9098352" y="3260264"/>
                  <a:pt x="9099489" y="3261119"/>
                  <a:pt x="9100734" y="3261118"/>
                </a:cubicBezTo>
                <a:cubicBezTo>
                  <a:pt x="9100965" y="3261118"/>
                  <a:pt x="9101196" y="3261082"/>
                  <a:pt x="9101409" y="3261030"/>
                </a:cubicBezTo>
                <a:close/>
                <a:moveTo>
                  <a:pt x="9188490" y="3238219"/>
                </a:moveTo>
                <a:cubicBezTo>
                  <a:pt x="9189984" y="3237811"/>
                  <a:pt x="9190838" y="3236281"/>
                  <a:pt x="9190446" y="3234806"/>
                </a:cubicBezTo>
                <a:cubicBezTo>
                  <a:pt x="9190037" y="3233312"/>
                  <a:pt x="9188490" y="3232441"/>
                  <a:pt x="9187015" y="3232850"/>
                </a:cubicBezTo>
                <a:cubicBezTo>
                  <a:pt x="9185539" y="3233259"/>
                  <a:pt x="9184668" y="3234788"/>
                  <a:pt x="9185076" y="3236281"/>
                </a:cubicBezTo>
                <a:cubicBezTo>
                  <a:pt x="9185415" y="3237507"/>
                  <a:pt x="9186535" y="3238326"/>
                  <a:pt x="9187743" y="3238326"/>
                </a:cubicBezTo>
                <a:cubicBezTo>
                  <a:pt x="9187993" y="3238327"/>
                  <a:pt x="9188242" y="3238290"/>
                  <a:pt x="9188490" y="3238219"/>
                </a:cubicBezTo>
                <a:close/>
                <a:moveTo>
                  <a:pt x="9275002" y="3213310"/>
                </a:moveTo>
                <a:cubicBezTo>
                  <a:pt x="9276479" y="3212867"/>
                  <a:pt x="9277313" y="3211301"/>
                  <a:pt x="9276869" y="3209826"/>
                </a:cubicBezTo>
                <a:cubicBezTo>
                  <a:pt x="9276425" y="3208368"/>
                  <a:pt x="9274878" y="3207533"/>
                  <a:pt x="9273403" y="3207959"/>
                </a:cubicBezTo>
                <a:cubicBezTo>
                  <a:pt x="9271927" y="3208404"/>
                  <a:pt x="9271091" y="3209968"/>
                  <a:pt x="9271535" y="3211426"/>
                </a:cubicBezTo>
                <a:cubicBezTo>
                  <a:pt x="9271891" y="3212635"/>
                  <a:pt x="9273011" y="3213417"/>
                  <a:pt x="9274202" y="3213417"/>
                </a:cubicBezTo>
                <a:cubicBezTo>
                  <a:pt x="9274469" y="3213417"/>
                  <a:pt x="9274736" y="3213383"/>
                  <a:pt x="9275002" y="3213310"/>
                </a:cubicBezTo>
                <a:close/>
                <a:moveTo>
                  <a:pt x="8364385" y="3549883"/>
                </a:moveTo>
                <a:cubicBezTo>
                  <a:pt x="8364830" y="3549883"/>
                  <a:pt x="8365221" y="3549546"/>
                  <a:pt x="8365274" y="3549083"/>
                </a:cubicBezTo>
                <a:cubicBezTo>
                  <a:pt x="8365310" y="3548585"/>
                  <a:pt x="8364954" y="3548159"/>
                  <a:pt x="8364457" y="3548105"/>
                </a:cubicBezTo>
                <a:cubicBezTo>
                  <a:pt x="8363976" y="3548070"/>
                  <a:pt x="8363532" y="3548426"/>
                  <a:pt x="8363496" y="3548905"/>
                </a:cubicBezTo>
                <a:cubicBezTo>
                  <a:pt x="8363443" y="3549404"/>
                  <a:pt x="8363816" y="3549830"/>
                  <a:pt x="8364296" y="3549883"/>
                </a:cubicBezTo>
                <a:close/>
                <a:moveTo>
                  <a:pt x="9361017" y="3186661"/>
                </a:moveTo>
                <a:cubicBezTo>
                  <a:pt x="9362475" y="3186198"/>
                  <a:pt x="9363293" y="3184633"/>
                  <a:pt x="9362813" y="3183176"/>
                </a:cubicBezTo>
                <a:cubicBezTo>
                  <a:pt x="9362350" y="3181700"/>
                  <a:pt x="9360786" y="3180900"/>
                  <a:pt x="9359328" y="3181362"/>
                </a:cubicBezTo>
                <a:cubicBezTo>
                  <a:pt x="9357852" y="3181825"/>
                  <a:pt x="9357052" y="3183389"/>
                  <a:pt x="9357515" y="3184865"/>
                </a:cubicBezTo>
                <a:cubicBezTo>
                  <a:pt x="9357888" y="3186038"/>
                  <a:pt x="9358991" y="3186803"/>
                  <a:pt x="9360163" y="3186803"/>
                </a:cubicBezTo>
                <a:cubicBezTo>
                  <a:pt x="9360448" y="3186802"/>
                  <a:pt x="9360733" y="3186749"/>
                  <a:pt x="9361017" y="3186661"/>
                </a:cubicBezTo>
                <a:close/>
                <a:moveTo>
                  <a:pt x="9446605" y="3158677"/>
                </a:moveTo>
                <a:cubicBezTo>
                  <a:pt x="9448062" y="3158179"/>
                  <a:pt x="9448845" y="3156596"/>
                  <a:pt x="9448366" y="3155138"/>
                </a:cubicBezTo>
                <a:cubicBezTo>
                  <a:pt x="9447867" y="3153681"/>
                  <a:pt x="9446302" y="3152898"/>
                  <a:pt x="9444845" y="3153396"/>
                </a:cubicBezTo>
                <a:cubicBezTo>
                  <a:pt x="9443386" y="3153876"/>
                  <a:pt x="9442587" y="3155458"/>
                  <a:pt x="9443084" y="3156916"/>
                </a:cubicBezTo>
                <a:cubicBezTo>
                  <a:pt x="9443476" y="3158072"/>
                  <a:pt x="9444560" y="3158819"/>
                  <a:pt x="9445716" y="3158819"/>
                </a:cubicBezTo>
                <a:cubicBezTo>
                  <a:pt x="9446018" y="3158818"/>
                  <a:pt x="9446320" y="3158766"/>
                  <a:pt x="9446605" y="3158677"/>
                </a:cubicBezTo>
                <a:close/>
                <a:moveTo>
                  <a:pt x="8691641" y="3435832"/>
                </a:moveTo>
                <a:cubicBezTo>
                  <a:pt x="8692655" y="3435743"/>
                  <a:pt x="8693401" y="3434854"/>
                  <a:pt x="8693312" y="3433840"/>
                </a:cubicBezTo>
                <a:cubicBezTo>
                  <a:pt x="8693224" y="3432827"/>
                  <a:pt x="8692335" y="3432081"/>
                  <a:pt x="8691322" y="3432169"/>
                </a:cubicBezTo>
                <a:cubicBezTo>
                  <a:pt x="8690308" y="3432258"/>
                  <a:pt x="8689561" y="3433147"/>
                  <a:pt x="8689651" y="3434161"/>
                </a:cubicBezTo>
                <a:cubicBezTo>
                  <a:pt x="8689739" y="3435121"/>
                  <a:pt x="8690540" y="3435832"/>
                  <a:pt x="8691499" y="3435832"/>
                </a:cubicBezTo>
                <a:close/>
                <a:moveTo>
                  <a:pt x="8780536" y="3425804"/>
                </a:moveTo>
                <a:cubicBezTo>
                  <a:pt x="8781531" y="3425680"/>
                  <a:pt x="8782243" y="3424756"/>
                  <a:pt x="8782101" y="3423742"/>
                </a:cubicBezTo>
                <a:cubicBezTo>
                  <a:pt x="8781958" y="3422747"/>
                  <a:pt x="8781051" y="3422035"/>
                  <a:pt x="8780039" y="3422177"/>
                </a:cubicBezTo>
                <a:cubicBezTo>
                  <a:pt x="8779025" y="3422302"/>
                  <a:pt x="8778332" y="3423227"/>
                  <a:pt x="8778474" y="3424240"/>
                </a:cubicBezTo>
                <a:cubicBezTo>
                  <a:pt x="8778598" y="3425165"/>
                  <a:pt x="8779380" y="3425840"/>
                  <a:pt x="8780287" y="3425840"/>
                </a:cubicBezTo>
                <a:cubicBezTo>
                  <a:pt x="8780376" y="3425840"/>
                  <a:pt x="8780446" y="3425822"/>
                  <a:pt x="8780536" y="3425804"/>
                </a:cubicBezTo>
                <a:close/>
                <a:moveTo>
                  <a:pt x="8453084" y="3555003"/>
                </a:moveTo>
                <a:cubicBezTo>
                  <a:pt x="8453581" y="3555021"/>
                  <a:pt x="8453990" y="3554630"/>
                  <a:pt x="8453990" y="3554151"/>
                </a:cubicBezTo>
                <a:cubicBezTo>
                  <a:pt x="8454009" y="3553653"/>
                  <a:pt x="8453635" y="3553244"/>
                  <a:pt x="8453137" y="3553244"/>
                </a:cubicBezTo>
                <a:cubicBezTo>
                  <a:pt x="8452639" y="3553225"/>
                  <a:pt x="8452230" y="3553617"/>
                  <a:pt x="8452230" y="3554096"/>
                </a:cubicBezTo>
                <a:cubicBezTo>
                  <a:pt x="8452212" y="3554594"/>
                  <a:pt x="8452604" y="3555003"/>
                  <a:pt x="8453084" y="3555003"/>
                </a:cubicBezTo>
                <a:close/>
                <a:moveTo>
                  <a:pt x="8868862" y="3411866"/>
                </a:moveTo>
                <a:cubicBezTo>
                  <a:pt x="8869857" y="3411688"/>
                  <a:pt x="8870515" y="3410728"/>
                  <a:pt x="8870338" y="3409732"/>
                </a:cubicBezTo>
                <a:cubicBezTo>
                  <a:pt x="8870159" y="3408737"/>
                  <a:pt x="8869199" y="3408061"/>
                  <a:pt x="8868204" y="3408239"/>
                </a:cubicBezTo>
                <a:cubicBezTo>
                  <a:pt x="8867208" y="3408435"/>
                  <a:pt x="8866550" y="3409377"/>
                  <a:pt x="8866728" y="3410390"/>
                </a:cubicBezTo>
                <a:cubicBezTo>
                  <a:pt x="8866889" y="3411262"/>
                  <a:pt x="8867652" y="3411901"/>
                  <a:pt x="8868540" y="3411901"/>
                </a:cubicBezTo>
                <a:cubicBezTo>
                  <a:pt x="8868648" y="3411901"/>
                  <a:pt x="8868755" y="3411866"/>
                  <a:pt x="8868862" y="3411866"/>
                </a:cubicBezTo>
                <a:close/>
                <a:moveTo>
                  <a:pt x="8956547" y="3394460"/>
                </a:moveTo>
                <a:cubicBezTo>
                  <a:pt x="8957543" y="3394247"/>
                  <a:pt x="8958165" y="3393251"/>
                  <a:pt x="8957952" y="3392273"/>
                </a:cubicBezTo>
                <a:cubicBezTo>
                  <a:pt x="8957738" y="3391278"/>
                  <a:pt x="8956760" y="3390638"/>
                  <a:pt x="8955765" y="3390868"/>
                </a:cubicBezTo>
                <a:cubicBezTo>
                  <a:pt x="8954769" y="3391082"/>
                  <a:pt x="8954147" y="3392061"/>
                  <a:pt x="8954360" y="3393056"/>
                </a:cubicBezTo>
                <a:cubicBezTo>
                  <a:pt x="8954556" y="3393910"/>
                  <a:pt x="8955303" y="3394496"/>
                  <a:pt x="8956156" y="3394496"/>
                </a:cubicBezTo>
                <a:cubicBezTo>
                  <a:pt x="8956281" y="3394496"/>
                  <a:pt x="8956422" y="3394460"/>
                  <a:pt x="8956547" y="3394460"/>
                </a:cubicBezTo>
                <a:close/>
                <a:moveTo>
                  <a:pt x="8541996" y="3554790"/>
                </a:moveTo>
                <a:cubicBezTo>
                  <a:pt x="8542494" y="3554773"/>
                  <a:pt x="8542885" y="3554364"/>
                  <a:pt x="8542867" y="3553866"/>
                </a:cubicBezTo>
                <a:cubicBezTo>
                  <a:pt x="8542850" y="3553386"/>
                  <a:pt x="8542441" y="3553012"/>
                  <a:pt x="8541944" y="3553012"/>
                </a:cubicBezTo>
                <a:cubicBezTo>
                  <a:pt x="8541463" y="3553030"/>
                  <a:pt x="8541089" y="3553439"/>
                  <a:pt x="8541090" y="3553937"/>
                </a:cubicBezTo>
                <a:cubicBezTo>
                  <a:pt x="8541108" y="3554417"/>
                  <a:pt x="8541499" y="3554790"/>
                  <a:pt x="8541979" y="3554790"/>
                </a:cubicBezTo>
                <a:close/>
                <a:moveTo>
                  <a:pt x="9043592" y="3374049"/>
                </a:moveTo>
                <a:cubicBezTo>
                  <a:pt x="9044571" y="3373801"/>
                  <a:pt x="9045175" y="3372806"/>
                  <a:pt x="9044925" y="3371828"/>
                </a:cubicBezTo>
                <a:cubicBezTo>
                  <a:pt x="9044678" y="3370832"/>
                  <a:pt x="9043682" y="3370246"/>
                  <a:pt x="9042704" y="3370494"/>
                </a:cubicBezTo>
                <a:cubicBezTo>
                  <a:pt x="9041709" y="3370725"/>
                  <a:pt x="9041122" y="3371739"/>
                  <a:pt x="9041353" y="3372716"/>
                </a:cubicBezTo>
                <a:cubicBezTo>
                  <a:pt x="9041566" y="3373552"/>
                  <a:pt x="9042312" y="3374103"/>
                  <a:pt x="9043148" y="3374104"/>
                </a:cubicBezTo>
                <a:cubicBezTo>
                  <a:pt x="9043290" y="3374103"/>
                  <a:pt x="9043433" y="3374086"/>
                  <a:pt x="9043592" y="3374049"/>
                </a:cubicBezTo>
                <a:close/>
                <a:moveTo>
                  <a:pt x="9129998" y="3351098"/>
                </a:moveTo>
                <a:cubicBezTo>
                  <a:pt x="9130976" y="3350831"/>
                  <a:pt x="9131545" y="3349818"/>
                  <a:pt x="9131260" y="3348839"/>
                </a:cubicBezTo>
                <a:cubicBezTo>
                  <a:pt x="9130994" y="3347862"/>
                  <a:pt x="9129980" y="3347293"/>
                  <a:pt x="9129002" y="3347559"/>
                </a:cubicBezTo>
                <a:cubicBezTo>
                  <a:pt x="9128025" y="3347843"/>
                  <a:pt x="9127456" y="3348857"/>
                  <a:pt x="9127723" y="3349835"/>
                </a:cubicBezTo>
                <a:cubicBezTo>
                  <a:pt x="9127953" y="3350635"/>
                  <a:pt x="9128700" y="3351169"/>
                  <a:pt x="9129501" y="3351169"/>
                </a:cubicBezTo>
                <a:cubicBezTo>
                  <a:pt x="9129660" y="3351169"/>
                  <a:pt x="9129820" y="3351151"/>
                  <a:pt x="9129998" y="3351098"/>
                </a:cubicBezTo>
                <a:close/>
                <a:moveTo>
                  <a:pt x="9215817" y="3326029"/>
                </a:moveTo>
                <a:cubicBezTo>
                  <a:pt x="9216795" y="3325727"/>
                  <a:pt x="9217328" y="3324695"/>
                  <a:pt x="9217044" y="3323735"/>
                </a:cubicBezTo>
                <a:cubicBezTo>
                  <a:pt x="9216742" y="3322758"/>
                  <a:pt x="9215728" y="3322207"/>
                  <a:pt x="9214750" y="3322509"/>
                </a:cubicBezTo>
                <a:cubicBezTo>
                  <a:pt x="9213772" y="3322812"/>
                  <a:pt x="9213240" y="3323824"/>
                  <a:pt x="9213523" y="3324802"/>
                </a:cubicBezTo>
                <a:cubicBezTo>
                  <a:pt x="9213772" y="3325602"/>
                  <a:pt x="9214502" y="3326100"/>
                  <a:pt x="9215284" y="3326100"/>
                </a:cubicBezTo>
                <a:cubicBezTo>
                  <a:pt x="9215462" y="3326100"/>
                  <a:pt x="9215639" y="3326082"/>
                  <a:pt x="9215817" y="3326029"/>
                </a:cubicBezTo>
                <a:close/>
                <a:moveTo>
                  <a:pt x="9301138" y="3299218"/>
                </a:moveTo>
                <a:cubicBezTo>
                  <a:pt x="9302098" y="3298916"/>
                  <a:pt x="9302632" y="3297868"/>
                  <a:pt x="9302311" y="3296907"/>
                </a:cubicBezTo>
                <a:cubicBezTo>
                  <a:pt x="9301991" y="3295947"/>
                  <a:pt x="9300961" y="3295414"/>
                  <a:pt x="9300000" y="3295734"/>
                </a:cubicBezTo>
                <a:cubicBezTo>
                  <a:pt x="9299040" y="3296036"/>
                  <a:pt x="9298507" y="3297068"/>
                  <a:pt x="9298827" y="3298045"/>
                </a:cubicBezTo>
                <a:cubicBezTo>
                  <a:pt x="9299076" y="3298828"/>
                  <a:pt x="9299786" y="3299307"/>
                  <a:pt x="9300569" y="3299307"/>
                </a:cubicBezTo>
                <a:cubicBezTo>
                  <a:pt x="9300765" y="3299307"/>
                  <a:pt x="9300942" y="3299290"/>
                  <a:pt x="9301138" y="3299218"/>
                </a:cubicBezTo>
                <a:close/>
                <a:moveTo>
                  <a:pt x="9386033" y="3271057"/>
                </a:moveTo>
                <a:cubicBezTo>
                  <a:pt x="9386992" y="3270737"/>
                  <a:pt x="9387508" y="3269687"/>
                  <a:pt x="9387188" y="3268746"/>
                </a:cubicBezTo>
                <a:cubicBezTo>
                  <a:pt x="9386868" y="3267786"/>
                  <a:pt x="9385819" y="3267252"/>
                  <a:pt x="9384858" y="3267590"/>
                </a:cubicBezTo>
                <a:cubicBezTo>
                  <a:pt x="9383899" y="3267910"/>
                  <a:pt x="9383383" y="3268959"/>
                  <a:pt x="9383703" y="3269919"/>
                </a:cubicBezTo>
                <a:cubicBezTo>
                  <a:pt x="9383970" y="3270684"/>
                  <a:pt x="9384681" y="3271164"/>
                  <a:pt x="9385446" y="3271164"/>
                </a:cubicBezTo>
                <a:cubicBezTo>
                  <a:pt x="9385641" y="3271164"/>
                  <a:pt x="9385836" y="3271128"/>
                  <a:pt x="9386033" y="3271057"/>
                </a:cubicBezTo>
                <a:close/>
                <a:moveTo>
                  <a:pt x="8630712" y="3549599"/>
                </a:moveTo>
                <a:cubicBezTo>
                  <a:pt x="8631193" y="3549563"/>
                  <a:pt x="8631566" y="3549136"/>
                  <a:pt x="8631513" y="3548638"/>
                </a:cubicBezTo>
                <a:cubicBezTo>
                  <a:pt x="8631477" y="3548159"/>
                  <a:pt x="8631050" y="3547786"/>
                  <a:pt x="8630553" y="3547839"/>
                </a:cubicBezTo>
                <a:cubicBezTo>
                  <a:pt x="8630073" y="3547874"/>
                  <a:pt x="8629699" y="3548301"/>
                  <a:pt x="8629752" y="3548799"/>
                </a:cubicBezTo>
                <a:cubicBezTo>
                  <a:pt x="8629788" y="3549261"/>
                  <a:pt x="8630179" y="3549616"/>
                  <a:pt x="8630624" y="3549616"/>
                </a:cubicBezTo>
                <a:cubicBezTo>
                  <a:pt x="8630659" y="3549616"/>
                  <a:pt x="8630712" y="3549599"/>
                  <a:pt x="8630712" y="3549599"/>
                </a:cubicBezTo>
                <a:close/>
                <a:moveTo>
                  <a:pt x="9470625" y="3241917"/>
                </a:moveTo>
                <a:cubicBezTo>
                  <a:pt x="9471584" y="3241579"/>
                  <a:pt x="9472082" y="3240530"/>
                  <a:pt x="9471744" y="3239570"/>
                </a:cubicBezTo>
                <a:cubicBezTo>
                  <a:pt x="9471424" y="3238611"/>
                  <a:pt x="9470375" y="3238113"/>
                  <a:pt x="9469416" y="3238450"/>
                </a:cubicBezTo>
                <a:cubicBezTo>
                  <a:pt x="9468455" y="3238770"/>
                  <a:pt x="9467958" y="3239819"/>
                  <a:pt x="9468295" y="3240780"/>
                </a:cubicBezTo>
                <a:cubicBezTo>
                  <a:pt x="9468544" y="3241544"/>
                  <a:pt x="9469256" y="3242024"/>
                  <a:pt x="9470019" y="3242024"/>
                </a:cubicBezTo>
                <a:cubicBezTo>
                  <a:pt x="9470215" y="3242024"/>
                  <a:pt x="9470428" y="3241988"/>
                  <a:pt x="9470625" y="3241917"/>
                </a:cubicBezTo>
                <a:close/>
                <a:moveTo>
                  <a:pt x="8718986" y="3539910"/>
                </a:moveTo>
                <a:cubicBezTo>
                  <a:pt x="8719483" y="3539838"/>
                  <a:pt x="8719821" y="3539394"/>
                  <a:pt x="8719750" y="3538914"/>
                </a:cubicBezTo>
                <a:cubicBezTo>
                  <a:pt x="8719697" y="3538416"/>
                  <a:pt x="8719252" y="3538078"/>
                  <a:pt x="8718754" y="3538149"/>
                </a:cubicBezTo>
                <a:cubicBezTo>
                  <a:pt x="8718273" y="3538202"/>
                  <a:pt x="8717936" y="3538665"/>
                  <a:pt x="8717990" y="3539145"/>
                </a:cubicBezTo>
                <a:cubicBezTo>
                  <a:pt x="8718061" y="3539589"/>
                  <a:pt x="8718434" y="3539909"/>
                  <a:pt x="8718861" y="3539909"/>
                </a:cubicBezTo>
                <a:close/>
                <a:moveTo>
                  <a:pt x="8806707" y="3526183"/>
                </a:moveTo>
                <a:cubicBezTo>
                  <a:pt x="8807204" y="3526095"/>
                  <a:pt x="8807506" y="3525633"/>
                  <a:pt x="8807436" y="3525153"/>
                </a:cubicBezTo>
                <a:cubicBezTo>
                  <a:pt x="8807346" y="3524673"/>
                  <a:pt x="8806884" y="3524353"/>
                  <a:pt x="8806404" y="3524442"/>
                </a:cubicBezTo>
                <a:cubicBezTo>
                  <a:pt x="8805924" y="3524512"/>
                  <a:pt x="8805604" y="3524976"/>
                  <a:pt x="8805693" y="3525455"/>
                </a:cubicBezTo>
                <a:cubicBezTo>
                  <a:pt x="8805764" y="3525900"/>
                  <a:pt x="8806138" y="3526202"/>
                  <a:pt x="8806563" y="3526201"/>
                </a:cubicBezTo>
                <a:cubicBezTo>
                  <a:pt x="8806617" y="3526201"/>
                  <a:pt x="8806707" y="3526183"/>
                  <a:pt x="8806707" y="3526183"/>
                </a:cubicBezTo>
                <a:close/>
                <a:moveTo>
                  <a:pt x="8893788" y="3508921"/>
                </a:moveTo>
                <a:cubicBezTo>
                  <a:pt x="8894268" y="3508814"/>
                  <a:pt x="8894588" y="3508334"/>
                  <a:pt x="8894481" y="3507871"/>
                </a:cubicBezTo>
                <a:cubicBezTo>
                  <a:pt x="8894375" y="3507373"/>
                  <a:pt x="8893895" y="3507072"/>
                  <a:pt x="8893414" y="3507179"/>
                </a:cubicBezTo>
                <a:cubicBezTo>
                  <a:pt x="8892934" y="3507284"/>
                  <a:pt x="8892632" y="3507764"/>
                  <a:pt x="8892738" y="3508245"/>
                </a:cubicBezTo>
                <a:cubicBezTo>
                  <a:pt x="8892827" y="3508653"/>
                  <a:pt x="8893200" y="3508939"/>
                  <a:pt x="8893609" y="3508939"/>
                </a:cubicBezTo>
                <a:cubicBezTo>
                  <a:pt x="8893663" y="3508939"/>
                  <a:pt x="8893788" y="3508921"/>
                  <a:pt x="8893788" y="3508921"/>
                </a:cubicBezTo>
                <a:close/>
                <a:moveTo>
                  <a:pt x="8979126" y="3487942"/>
                </a:moveTo>
                <a:lnTo>
                  <a:pt x="8979128" y="3487939"/>
                </a:lnTo>
                <a:lnTo>
                  <a:pt x="8979108" y="3487924"/>
                </a:lnTo>
                <a:close/>
                <a:moveTo>
                  <a:pt x="8980193" y="3488600"/>
                </a:moveTo>
                <a:cubicBezTo>
                  <a:pt x="8980673" y="3488475"/>
                  <a:pt x="8980957" y="3487995"/>
                  <a:pt x="8980833" y="3487514"/>
                </a:cubicBezTo>
                <a:cubicBezTo>
                  <a:pt x="8980709" y="3487035"/>
                  <a:pt x="8980229" y="3486750"/>
                  <a:pt x="8979766" y="3486875"/>
                </a:cubicBezTo>
                <a:lnTo>
                  <a:pt x="8979128" y="3487939"/>
                </a:lnTo>
                <a:lnTo>
                  <a:pt x="8979978" y="3488600"/>
                </a:lnTo>
                <a:cubicBezTo>
                  <a:pt x="8980051" y="3488600"/>
                  <a:pt x="8980193" y="3488600"/>
                  <a:pt x="8980193" y="3488600"/>
                </a:cubicBezTo>
                <a:close/>
                <a:moveTo>
                  <a:pt x="9065976" y="3465664"/>
                </a:moveTo>
                <a:cubicBezTo>
                  <a:pt x="9066456" y="3465522"/>
                  <a:pt x="9066723" y="3465042"/>
                  <a:pt x="9066599" y="3464563"/>
                </a:cubicBezTo>
                <a:cubicBezTo>
                  <a:pt x="9066456" y="3464100"/>
                  <a:pt x="9065958" y="3463815"/>
                  <a:pt x="9065496" y="3463957"/>
                </a:cubicBezTo>
                <a:cubicBezTo>
                  <a:pt x="9065017" y="3464082"/>
                  <a:pt x="9064750" y="3464580"/>
                  <a:pt x="9064874" y="3465043"/>
                </a:cubicBezTo>
                <a:cubicBezTo>
                  <a:pt x="9064998" y="3465434"/>
                  <a:pt x="9065354" y="3465700"/>
                  <a:pt x="9065745" y="3465701"/>
                </a:cubicBezTo>
                <a:cubicBezTo>
                  <a:pt x="9065816" y="3465700"/>
                  <a:pt x="9065976" y="3465664"/>
                  <a:pt x="9065976" y="3465664"/>
                </a:cubicBezTo>
                <a:close/>
                <a:moveTo>
                  <a:pt x="9151154" y="3440561"/>
                </a:moveTo>
                <a:cubicBezTo>
                  <a:pt x="9151617" y="3440418"/>
                  <a:pt x="9151884" y="3439920"/>
                  <a:pt x="9151742" y="3439459"/>
                </a:cubicBezTo>
                <a:cubicBezTo>
                  <a:pt x="9151599" y="3438978"/>
                  <a:pt x="9151101" y="3438712"/>
                  <a:pt x="9150639" y="3438872"/>
                </a:cubicBezTo>
                <a:cubicBezTo>
                  <a:pt x="9150159" y="3438996"/>
                  <a:pt x="9149892" y="3439512"/>
                  <a:pt x="9150035" y="3439974"/>
                </a:cubicBezTo>
                <a:cubicBezTo>
                  <a:pt x="9150159" y="3440347"/>
                  <a:pt x="9150515" y="3440597"/>
                  <a:pt x="9150888" y="3440597"/>
                </a:cubicBezTo>
                <a:cubicBezTo>
                  <a:pt x="9150978" y="3440596"/>
                  <a:pt x="9151066" y="3440597"/>
                  <a:pt x="9151154" y="3440561"/>
                </a:cubicBezTo>
                <a:close/>
                <a:moveTo>
                  <a:pt x="9235800" y="3413697"/>
                </a:moveTo>
                <a:cubicBezTo>
                  <a:pt x="9236262" y="3413555"/>
                  <a:pt x="9236529" y="3413039"/>
                  <a:pt x="9236369" y="3412577"/>
                </a:cubicBezTo>
                <a:cubicBezTo>
                  <a:pt x="9236227" y="3412115"/>
                  <a:pt x="9235711" y="3411848"/>
                  <a:pt x="9235249" y="3412008"/>
                </a:cubicBezTo>
                <a:cubicBezTo>
                  <a:pt x="9234786" y="3412150"/>
                  <a:pt x="9234520" y="3412666"/>
                  <a:pt x="9234680" y="3413128"/>
                </a:cubicBezTo>
                <a:cubicBezTo>
                  <a:pt x="9234805" y="3413501"/>
                  <a:pt x="9235160" y="3413732"/>
                  <a:pt x="9235533" y="3413732"/>
                </a:cubicBezTo>
                <a:cubicBezTo>
                  <a:pt x="9235623" y="3413732"/>
                  <a:pt x="9235800" y="3413697"/>
                  <a:pt x="9235800" y="3413697"/>
                </a:cubicBezTo>
                <a:close/>
                <a:moveTo>
                  <a:pt x="9320037" y="3385446"/>
                </a:moveTo>
                <a:cubicBezTo>
                  <a:pt x="9320498" y="3385304"/>
                  <a:pt x="9320748" y="3384789"/>
                  <a:pt x="9320588" y="3384326"/>
                </a:cubicBezTo>
                <a:cubicBezTo>
                  <a:pt x="9320427" y="3383863"/>
                  <a:pt x="9319913" y="3383616"/>
                  <a:pt x="9319468" y="3383775"/>
                </a:cubicBezTo>
                <a:cubicBezTo>
                  <a:pt x="9318989" y="3383935"/>
                  <a:pt x="9318739" y="3384433"/>
                  <a:pt x="9318917" y="3384913"/>
                </a:cubicBezTo>
                <a:cubicBezTo>
                  <a:pt x="9319041" y="3385268"/>
                  <a:pt x="9319379" y="3385499"/>
                  <a:pt x="9319752" y="3385499"/>
                </a:cubicBezTo>
                <a:cubicBezTo>
                  <a:pt x="9319842" y="3385499"/>
                  <a:pt x="9320037" y="3385446"/>
                  <a:pt x="9320037" y="3385446"/>
                </a:cubicBezTo>
                <a:close/>
                <a:moveTo>
                  <a:pt x="9403954" y="3356200"/>
                </a:moveTo>
                <a:cubicBezTo>
                  <a:pt x="9404416" y="3356040"/>
                  <a:pt x="9404646" y="3355524"/>
                  <a:pt x="9404487" y="3355062"/>
                </a:cubicBezTo>
                <a:cubicBezTo>
                  <a:pt x="9404327" y="3354600"/>
                  <a:pt x="9403811" y="3354369"/>
                  <a:pt x="9403348" y="3354529"/>
                </a:cubicBezTo>
                <a:cubicBezTo>
                  <a:pt x="9402904" y="3354689"/>
                  <a:pt x="9402655" y="3355205"/>
                  <a:pt x="9402816" y="3355666"/>
                </a:cubicBezTo>
                <a:cubicBezTo>
                  <a:pt x="9402939" y="3356022"/>
                  <a:pt x="9403296" y="3356253"/>
                  <a:pt x="9403651" y="3356253"/>
                </a:cubicBezTo>
                <a:cubicBezTo>
                  <a:pt x="9403757" y="3356253"/>
                  <a:pt x="9403847" y="3356235"/>
                  <a:pt x="9403954" y="3356200"/>
                </a:cubicBezTo>
                <a:close/>
                <a:moveTo>
                  <a:pt x="9487656" y="3326296"/>
                </a:moveTo>
                <a:cubicBezTo>
                  <a:pt x="9488119" y="3326118"/>
                  <a:pt x="9488368" y="3325602"/>
                  <a:pt x="9488207" y="3325141"/>
                </a:cubicBezTo>
                <a:cubicBezTo>
                  <a:pt x="9488029" y="3324695"/>
                  <a:pt x="9487532" y="3324447"/>
                  <a:pt x="9487070" y="3324607"/>
                </a:cubicBezTo>
                <a:cubicBezTo>
                  <a:pt x="9486608" y="3324784"/>
                  <a:pt x="9486358" y="3325282"/>
                  <a:pt x="9486519" y="3325745"/>
                </a:cubicBezTo>
                <a:cubicBezTo>
                  <a:pt x="9486661" y="3326118"/>
                  <a:pt x="9486999" y="3326332"/>
                  <a:pt x="9487354" y="3326332"/>
                </a:cubicBezTo>
                <a:cubicBezTo>
                  <a:pt x="9487461" y="3326332"/>
                  <a:pt x="9487656" y="3326296"/>
                  <a:pt x="9487656" y="3326296"/>
                </a:cubicBezTo>
                <a:close/>
              </a:path>
            </a:pathLst>
          </a:custGeom>
          <a:gradFill>
            <a:gsLst>
              <a:gs pos="0">
                <a:srgbClr val="1E2757">
                  <a:alpha val="69803"/>
                </a:srgbClr>
              </a:gs>
              <a:gs pos="82000">
                <a:srgbClr val="FEBE20">
                  <a:alpha val="0"/>
                </a:srgbClr>
              </a:gs>
              <a:gs pos="100000">
                <a:srgbClr val="FEBE2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5502" y="411956"/>
            <a:ext cx="1291546" cy="88820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>
            <p:ph type="ctrTitle"/>
          </p:nvPr>
        </p:nvSpPr>
        <p:spPr>
          <a:xfrm>
            <a:off x="5409132" y="3200401"/>
            <a:ext cx="3348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0" type="dt"/>
          </p:nvPr>
        </p:nvSpPr>
        <p:spPr>
          <a:xfrm>
            <a:off x="7680652" y="4400375"/>
            <a:ext cx="1064100" cy="209700"/>
          </a:xfrm>
          <a:prstGeom prst="rect">
            <a:avLst/>
          </a:prstGeom>
          <a:solidFill>
            <a:srgbClr val="FEBE2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idx="11" type="ftr"/>
          </p:nvPr>
        </p:nvSpPr>
        <p:spPr>
          <a:xfrm>
            <a:off x="3028950" y="4862708"/>
            <a:ext cx="3086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>
  <p:cSld name="Agenda Slid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2">
            <a:alphaModFix/>
          </a:blip>
          <a:srcRect b="556" l="23873" r="23873" t="0"/>
          <a:stretch/>
        </p:blipFill>
        <p:spPr>
          <a:xfrm>
            <a:off x="0" y="1"/>
            <a:ext cx="3781425" cy="4697730"/>
          </a:xfrm>
          <a:custGeom>
            <a:rect b="b" l="l" r="r" t="t"/>
            <a:pathLst>
              <a:path extrusionOk="0" h="6858000" w="5041900">
                <a:moveTo>
                  <a:pt x="0" y="0"/>
                </a:moveTo>
                <a:lnTo>
                  <a:pt x="5041900" y="0"/>
                </a:lnTo>
                <a:lnTo>
                  <a:pt x="50419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>
            <a:off x="0" y="1"/>
            <a:ext cx="3781500" cy="4705500"/>
          </a:xfrm>
          <a:prstGeom prst="rect">
            <a:avLst/>
          </a:prstGeom>
          <a:gradFill>
            <a:gsLst>
              <a:gs pos="0">
                <a:srgbClr val="1D214F"/>
              </a:gs>
              <a:gs pos="100000">
                <a:srgbClr val="1D214F">
                  <a:alpha val="11764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8"/>
          <p:cNvSpPr txBox="1"/>
          <p:nvPr>
            <p:ph type="title"/>
          </p:nvPr>
        </p:nvSpPr>
        <p:spPr>
          <a:xfrm>
            <a:off x="386953" y="438149"/>
            <a:ext cx="32610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25" name="Google Shape;125;p18"/>
          <p:cNvCxnSpPr/>
          <p:nvPr/>
        </p:nvCxnSpPr>
        <p:spPr>
          <a:xfrm>
            <a:off x="4381500" y="1194738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18"/>
          <p:cNvSpPr/>
          <p:nvPr/>
        </p:nvSpPr>
        <p:spPr>
          <a:xfrm>
            <a:off x="4381500" y="624599"/>
            <a:ext cx="438600" cy="438600"/>
          </a:xfrm>
          <a:prstGeom prst="ellipse">
            <a:avLst/>
          </a:prstGeom>
          <a:solidFill>
            <a:srgbClr val="FEBE20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4437080" y="690299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18"/>
          <p:cNvSpPr txBox="1"/>
          <p:nvPr>
            <p:ph idx="2" type="body"/>
          </p:nvPr>
        </p:nvSpPr>
        <p:spPr>
          <a:xfrm>
            <a:off x="4950619" y="657556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18"/>
          <p:cNvSpPr/>
          <p:nvPr/>
        </p:nvSpPr>
        <p:spPr>
          <a:xfrm>
            <a:off x="4381500" y="1326298"/>
            <a:ext cx="438600" cy="438600"/>
          </a:xfrm>
          <a:prstGeom prst="ellipse">
            <a:avLst/>
          </a:prstGeom>
          <a:solidFill>
            <a:srgbClr val="FEBE20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30" name="Google Shape;130;p18"/>
          <p:cNvSpPr txBox="1"/>
          <p:nvPr>
            <p:ph idx="3" type="body"/>
          </p:nvPr>
        </p:nvSpPr>
        <p:spPr>
          <a:xfrm>
            <a:off x="4437080" y="1391997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4" type="body"/>
          </p:nvPr>
        </p:nvSpPr>
        <p:spPr>
          <a:xfrm>
            <a:off x="4950619" y="1359254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2" name="Google Shape;132;p18"/>
          <p:cNvSpPr/>
          <p:nvPr/>
        </p:nvSpPr>
        <p:spPr>
          <a:xfrm>
            <a:off x="4381500" y="2027997"/>
            <a:ext cx="438600" cy="438600"/>
          </a:xfrm>
          <a:prstGeom prst="ellipse">
            <a:avLst/>
          </a:prstGeom>
          <a:solidFill>
            <a:srgbClr val="FEBE20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33" name="Google Shape;133;p18"/>
          <p:cNvSpPr txBox="1"/>
          <p:nvPr>
            <p:ph idx="5" type="body"/>
          </p:nvPr>
        </p:nvSpPr>
        <p:spPr>
          <a:xfrm>
            <a:off x="4437080" y="2089398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6" type="body"/>
          </p:nvPr>
        </p:nvSpPr>
        <p:spPr>
          <a:xfrm>
            <a:off x="4950619" y="2060953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18"/>
          <p:cNvSpPr/>
          <p:nvPr/>
        </p:nvSpPr>
        <p:spPr>
          <a:xfrm>
            <a:off x="4381500" y="2729696"/>
            <a:ext cx="438600" cy="438600"/>
          </a:xfrm>
          <a:prstGeom prst="ellipse">
            <a:avLst/>
          </a:prstGeom>
          <a:solidFill>
            <a:srgbClr val="FEBE20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36" name="Google Shape;136;p18"/>
          <p:cNvSpPr txBox="1"/>
          <p:nvPr>
            <p:ph idx="7" type="body"/>
          </p:nvPr>
        </p:nvSpPr>
        <p:spPr>
          <a:xfrm>
            <a:off x="4437080" y="2795394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8" type="body"/>
          </p:nvPr>
        </p:nvSpPr>
        <p:spPr>
          <a:xfrm>
            <a:off x="4950619" y="2762651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18"/>
          <p:cNvSpPr/>
          <p:nvPr/>
        </p:nvSpPr>
        <p:spPr>
          <a:xfrm>
            <a:off x="4381500" y="3431396"/>
            <a:ext cx="438600" cy="438600"/>
          </a:xfrm>
          <a:prstGeom prst="ellipse">
            <a:avLst/>
          </a:prstGeom>
          <a:solidFill>
            <a:srgbClr val="FEBE20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39" name="Google Shape;139;p18"/>
          <p:cNvSpPr txBox="1"/>
          <p:nvPr>
            <p:ph idx="9" type="body"/>
          </p:nvPr>
        </p:nvSpPr>
        <p:spPr>
          <a:xfrm>
            <a:off x="4437080" y="3501646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13" type="body"/>
          </p:nvPr>
        </p:nvSpPr>
        <p:spPr>
          <a:xfrm>
            <a:off x="4950619" y="3464350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18"/>
          <p:cNvSpPr/>
          <p:nvPr/>
        </p:nvSpPr>
        <p:spPr>
          <a:xfrm>
            <a:off x="4381500" y="4133094"/>
            <a:ext cx="438600" cy="438600"/>
          </a:xfrm>
          <a:prstGeom prst="ellipse">
            <a:avLst/>
          </a:prstGeom>
          <a:solidFill>
            <a:srgbClr val="FEBE20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42" name="Google Shape;142;p18"/>
          <p:cNvSpPr txBox="1"/>
          <p:nvPr>
            <p:ph idx="14" type="body"/>
          </p:nvPr>
        </p:nvSpPr>
        <p:spPr>
          <a:xfrm>
            <a:off x="4437080" y="4206049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15" type="body"/>
          </p:nvPr>
        </p:nvSpPr>
        <p:spPr>
          <a:xfrm>
            <a:off x="4950619" y="4166051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44" name="Google Shape;144;p18"/>
          <p:cNvCxnSpPr/>
          <p:nvPr/>
        </p:nvCxnSpPr>
        <p:spPr>
          <a:xfrm>
            <a:off x="4381500" y="1896437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18"/>
          <p:cNvCxnSpPr/>
          <p:nvPr/>
        </p:nvCxnSpPr>
        <p:spPr>
          <a:xfrm>
            <a:off x="4381500" y="2598135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" name="Google Shape;146;p18"/>
          <p:cNvCxnSpPr/>
          <p:nvPr/>
        </p:nvCxnSpPr>
        <p:spPr>
          <a:xfrm>
            <a:off x="4381500" y="3299834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" name="Google Shape;147;p18"/>
          <p:cNvCxnSpPr/>
          <p:nvPr/>
        </p:nvCxnSpPr>
        <p:spPr>
          <a:xfrm>
            <a:off x="4381500" y="4001532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3441" y="210528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0" name="Google Shape;150;p18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9"/>
          <p:cNvPicPr preferRelativeResize="0"/>
          <p:nvPr/>
        </p:nvPicPr>
        <p:blipFill rotWithShape="1">
          <a:blip r:embed="rId2">
            <a:alphaModFix/>
          </a:blip>
          <a:srcRect b="8942" l="0" r="0" t="8942"/>
          <a:stretch/>
        </p:blipFill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53" name="Google Shape;15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E2757"/>
              </a:gs>
              <a:gs pos="12000">
                <a:srgbClr val="1E2757"/>
              </a:gs>
              <a:gs pos="100000">
                <a:srgbClr val="1E2757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3">
            <a:alphaModFix amt="62000"/>
          </a:blip>
          <a:srcRect b="24528" l="0" r="10378" t="2318"/>
          <a:stretch/>
        </p:blipFill>
        <p:spPr>
          <a:xfrm>
            <a:off x="5113855" y="0"/>
            <a:ext cx="4030145" cy="5143500"/>
          </a:xfrm>
          <a:custGeom>
            <a:rect b="b" l="l" r="r" t="t"/>
            <a:pathLst>
              <a:path extrusionOk="0" h="6858000" w="5373526">
                <a:moveTo>
                  <a:pt x="0" y="0"/>
                </a:moveTo>
                <a:lnTo>
                  <a:pt x="5373526" y="0"/>
                </a:lnTo>
                <a:lnTo>
                  <a:pt x="5373526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55" name="Google Shape;155;p19"/>
          <p:cNvSpPr/>
          <p:nvPr/>
        </p:nvSpPr>
        <p:spPr>
          <a:xfrm flipH="1" rot="-1280379">
            <a:off x="-637194" y="-1052772"/>
            <a:ext cx="7262378" cy="3120022"/>
          </a:xfrm>
          <a:custGeom>
            <a:rect b="b" l="l" r="r" t="t"/>
            <a:pathLst>
              <a:path extrusionOk="0" h="4166469" w="9698161">
                <a:moveTo>
                  <a:pt x="9696941" y="3667366"/>
                </a:moveTo>
                <a:cubicBezTo>
                  <a:pt x="9696423" y="3667500"/>
                  <a:pt x="9696136" y="3668037"/>
                  <a:pt x="9696270" y="3668536"/>
                </a:cubicBezTo>
                <a:cubicBezTo>
                  <a:pt x="9696403" y="3668958"/>
                  <a:pt x="9696787" y="3669245"/>
                  <a:pt x="9697208" y="3669245"/>
                </a:cubicBezTo>
                <a:cubicBezTo>
                  <a:pt x="9697285" y="3669245"/>
                  <a:pt x="9697458" y="3669206"/>
                  <a:pt x="9697458" y="3669206"/>
                </a:cubicBezTo>
                <a:cubicBezTo>
                  <a:pt x="9697975" y="3669052"/>
                  <a:pt x="9698262" y="3668536"/>
                  <a:pt x="9698129" y="3668019"/>
                </a:cubicBezTo>
                <a:cubicBezTo>
                  <a:pt x="9697975" y="3667520"/>
                  <a:pt x="9697439" y="3667213"/>
                  <a:pt x="9696941" y="3667366"/>
                </a:cubicBezTo>
                <a:close/>
                <a:moveTo>
                  <a:pt x="9603815" y="3693201"/>
                </a:moveTo>
                <a:lnTo>
                  <a:pt x="9603835" y="3693220"/>
                </a:lnTo>
                <a:lnTo>
                  <a:pt x="9603837" y="3693218"/>
                </a:lnTo>
                <a:close/>
                <a:moveTo>
                  <a:pt x="9604525" y="3692071"/>
                </a:moveTo>
                <a:lnTo>
                  <a:pt x="9603837" y="3693218"/>
                </a:lnTo>
                <a:lnTo>
                  <a:pt x="9604755" y="3693930"/>
                </a:lnTo>
                <a:cubicBezTo>
                  <a:pt x="9604832" y="3693930"/>
                  <a:pt x="9604985" y="3693930"/>
                  <a:pt x="9604985" y="3693930"/>
                </a:cubicBezTo>
                <a:cubicBezTo>
                  <a:pt x="9605502" y="3693795"/>
                  <a:pt x="9605809" y="3693278"/>
                  <a:pt x="9605676" y="3692760"/>
                </a:cubicBezTo>
                <a:cubicBezTo>
                  <a:pt x="9605541" y="3692242"/>
                  <a:pt x="9605024" y="3691936"/>
                  <a:pt x="9604525" y="3692071"/>
                </a:cubicBezTo>
                <a:close/>
                <a:moveTo>
                  <a:pt x="9511439" y="3713958"/>
                </a:moveTo>
                <a:cubicBezTo>
                  <a:pt x="9510922" y="3714072"/>
                  <a:pt x="9510596" y="3714589"/>
                  <a:pt x="9510711" y="3715107"/>
                </a:cubicBezTo>
                <a:cubicBezTo>
                  <a:pt x="9510807" y="3715547"/>
                  <a:pt x="9511209" y="3715855"/>
                  <a:pt x="9511650" y="3715855"/>
                </a:cubicBezTo>
                <a:cubicBezTo>
                  <a:pt x="9511708" y="3715855"/>
                  <a:pt x="9511842" y="3715835"/>
                  <a:pt x="9511842" y="3715835"/>
                </a:cubicBezTo>
                <a:cubicBezTo>
                  <a:pt x="9512360" y="3715720"/>
                  <a:pt x="9512705" y="3715203"/>
                  <a:pt x="9512590" y="3714704"/>
                </a:cubicBezTo>
                <a:cubicBezTo>
                  <a:pt x="9512475" y="3714168"/>
                  <a:pt x="9511957" y="3713843"/>
                  <a:pt x="9511439" y="3713958"/>
                </a:cubicBezTo>
                <a:close/>
                <a:moveTo>
                  <a:pt x="9417644" y="3732567"/>
                </a:moveTo>
                <a:cubicBezTo>
                  <a:pt x="9417127" y="3732643"/>
                  <a:pt x="9416782" y="3733142"/>
                  <a:pt x="9416878" y="3733659"/>
                </a:cubicBezTo>
                <a:cubicBezTo>
                  <a:pt x="9416954" y="3734139"/>
                  <a:pt x="9417357" y="3734464"/>
                  <a:pt x="9417816" y="3734464"/>
                </a:cubicBezTo>
                <a:cubicBezTo>
                  <a:pt x="9417874" y="3734464"/>
                  <a:pt x="9417970" y="3734445"/>
                  <a:pt x="9417970" y="3734445"/>
                </a:cubicBezTo>
                <a:cubicBezTo>
                  <a:pt x="9418506" y="3734349"/>
                  <a:pt x="9418832" y="3733851"/>
                  <a:pt x="9418756" y="3733334"/>
                </a:cubicBezTo>
                <a:cubicBezTo>
                  <a:pt x="9418660" y="3732816"/>
                  <a:pt x="9418162" y="3732471"/>
                  <a:pt x="9417644" y="3732567"/>
                </a:cubicBezTo>
                <a:close/>
                <a:moveTo>
                  <a:pt x="9323159" y="3747343"/>
                </a:moveTo>
                <a:cubicBezTo>
                  <a:pt x="9322641" y="3747401"/>
                  <a:pt x="9322277" y="3747899"/>
                  <a:pt x="9322335" y="3748417"/>
                </a:cubicBezTo>
                <a:cubicBezTo>
                  <a:pt x="9322412" y="3748896"/>
                  <a:pt x="9322814" y="3749240"/>
                  <a:pt x="9323274" y="3749241"/>
                </a:cubicBezTo>
                <a:lnTo>
                  <a:pt x="9323409" y="3749241"/>
                </a:lnTo>
                <a:cubicBezTo>
                  <a:pt x="9323945" y="3749164"/>
                  <a:pt x="9324309" y="3748685"/>
                  <a:pt x="9324233" y="3748168"/>
                </a:cubicBezTo>
                <a:cubicBezTo>
                  <a:pt x="9324176" y="3747630"/>
                  <a:pt x="9323696" y="3747266"/>
                  <a:pt x="9323159" y="3747343"/>
                </a:cubicBezTo>
                <a:close/>
                <a:moveTo>
                  <a:pt x="9228080" y="3757788"/>
                </a:moveTo>
                <a:cubicBezTo>
                  <a:pt x="9227562" y="3757826"/>
                  <a:pt x="9227160" y="3758287"/>
                  <a:pt x="9227217" y="3758823"/>
                </a:cubicBezTo>
                <a:cubicBezTo>
                  <a:pt x="9227256" y="3759321"/>
                  <a:pt x="9227677" y="3759704"/>
                  <a:pt x="9228157" y="3759704"/>
                </a:cubicBezTo>
                <a:cubicBezTo>
                  <a:pt x="9228195" y="3759704"/>
                  <a:pt x="9228252" y="3759686"/>
                  <a:pt x="9228252" y="3759686"/>
                </a:cubicBezTo>
                <a:cubicBezTo>
                  <a:pt x="9228770" y="3759647"/>
                  <a:pt x="9229172" y="3759187"/>
                  <a:pt x="9229115" y="3758650"/>
                </a:cubicBezTo>
                <a:cubicBezTo>
                  <a:pt x="9229077" y="3758134"/>
                  <a:pt x="9228616" y="3757731"/>
                  <a:pt x="9228080" y="3757788"/>
                </a:cubicBezTo>
                <a:close/>
                <a:moveTo>
                  <a:pt x="9672370" y="3566614"/>
                </a:moveTo>
                <a:cubicBezTo>
                  <a:pt x="9671298" y="3566863"/>
                  <a:pt x="9670666" y="3567956"/>
                  <a:pt x="9670914" y="3569010"/>
                </a:cubicBezTo>
                <a:cubicBezTo>
                  <a:pt x="9671144" y="3569910"/>
                  <a:pt x="9671949" y="3570505"/>
                  <a:pt x="9672849" y="3570505"/>
                </a:cubicBezTo>
                <a:cubicBezTo>
                  <a:pt x="9673003" y="3570505"/>
                  <a:pt x="9673156" y="3570486"/>
                  <a:pt x="9673329" y="3570447"/>
                </a:cubicBezTo>
                <a:cubicBezTo>
                  <a:pt x="9674383" y="3570179"/>
                  <a:pt x="9675034" y="3569106"/>
                  <a:pt x="9674765" y="3568052"/>
                </a:cubicBezTo>
                <a:cubicBezTo>
                  <a:pt x="9674499" y="3566979"/>
                  <a:pt x="9673425" y="3566346"/>
                  <a:pt x="9672370" y="3566614"/>
                </a:cubicBezTo>
                <a:close/>
                <a:moveTo>
                  <a:pt x="9132561" y="3763365"/>
                </a:moveTo>
                <a:cubicBezTo>
                  <a:pt x="9132043" y="3763385"/>
                  <a:pt x="9131640" y="3763825"/>
                  <a:pt x="9131640" y="3764362"/>
                </a:cubicBezTo>
                <a:cubicBezTo>
                  <a:pt x="9131660" y="3764879"/>
                  <a:pt x="9132081" y="3765282"/>
                  <a:pt x="9132599" y="3765282"/>
                </a:cubicBezTo>
                <a:lnTo>
                  <a:pt x="9132618" y="3765282"/>
                </a:lnTo>
                <a:cubicBezTo>
                  <a:pt x="9133155" y="3765263"/>
                  <a:pt x="9133576" y="3764822"/>
                  <a:pt x="9133557" y="3764286"/>
                </a:cubicBezTo>
                <a:cubicBezTo>
                  <a:pt x="9133537" y="3763768"/>
                  <a:pt x="9133097" y="3763365"/>
                  <a:pt x="9132561" y="3763365"/>
                </a:cubicBezTo>
                <a:close/>
                <a:moveTo>
                  <a:pt x="9578652" y="3588578"/>
                </a:moveTo>
                <a:cubicBezTo>
                  <a:pt x="9577579" y="3588808"/>
                  <a:pt x="9576909" y="3589863"/>
                  <a:pt x="9577138" y="3590935"/>
                </a:cubicBezTo>
                <a:cubicBezTo>
                  <a:pt x="9577350" y="3591855"/>
                  <a:pt x="9578154" y="3592488"/>
                  <a:pt x="9579074" y="3592488"/>
                </a:cubicBezTo>
                <a:cubicBezTo>
                  <a:pt x="9579208" y="3592487"/>
                  <a:pt x="9579361" y="3592449"/>
                  <a:pt x="9579495" y="3592449"/>
                </a:cubicBezTo>
                <a:cubicBezTo>
                  <a:pt x="9580569" y="3592219"/>
                  <a:pt x="9581240" y="3591145"/>
                  <a:pt x="9581009" y="3590092"/>
                </a:cubicBezTo>
                <a:cubicBezTo>
                  <a:pt x="9580779" y="3589018"/>
                  <a:pt x="9579725" y="3588329"/>
                  <a:pt x="9578652" y="3588578"/>
                </a:cubicBezTo>
                <a:close/>
                <a:moveTo>
                  <a:pt x="9484263" y="3607303"/>
                </a:moveTo>
                <a:cubicBezTo>
                  <a:pt x="9483189" y="3607513"/>
                  <a:pt x="9482481" y="3608529"/>
                  <a:pt x="9482672" y="3609621"/>
                </a:cubicBezTo>
                <a:cubicBezTo>
                  <a:pt x="9482845" y="3610561"/>
                  <a:pt x="9483668" y="3611251"/>
                  <a:pt x="9484626" y="3611251"/>
                </a:cubicBezTo>
                <a:cubicBezTo>
                  <a:pt x="9484742" y="3611251"/>
                  <a:pt x="9484857" y="3611212"/>
                  <a:pt x="9484972" y="3611212"/>
                </a:cubicBezTo>
                <a:cubicBezTo>
                  <a:pt x="9486046" y="3611021"/>
                  <a:pt x="9486755" y="3609985"/>
                  <a:pt x="9486563" y="3608913"/>
                </a:cubicBezTo>
                <a:cubicBezTo>
                  <a:pt x="9486371" y="3607839"/>
                  <a:pt x="9485336" y="3607111"/>
                  <a:pt x="9484263" y="3607303"/>
                </a:cubicBezTo>
                <a:close/>
                <a:moveTo>
                  <a:pt x="9036829" y="3763615"/>
                </a:moveTo>
                <a:cubicBezTo>
                  <a:pt x="9036293" y="3763595"/>
                  <a:pt x="9035852" y="3764017"/>
                  <a:pt x="9035852" y="3764534"/>
                </a:cubicBezTo>
                <a:cubicBezTo>
                  <a:pt x="9035833" y="3765071"/>
                  <a:pt x="9036255" y="3765512"/>
                  <a:pt x="9036772" y="3765512"/>
                </a:cubicBezTo>
                <a:cubicBezTo>
                  <a:pt x="9037308" y="3765531"/>
                  <a:pt x="9037749" y="3765110"/>
                  <a:pt x="9037749" y="3764592"/>
                </a:cubicBezTo>
                <a:cubicBezTo>
                  <a:pt x="9037769" y="3764056"/>
                  <a:pt x="9037366" y="3763615"/>
                  <a:pt x="9036829" y="3763615"/>
                </a:cubicBezTo>
                <a:close/>
                <a:moveTo>
                  <a:pt x="9389223" y="3622328"/>
                </a:moveTo>
                <a:cubicBezTo>
                  <a:pt x="9388130" y="3622462"/>
                  <a:pt x="9387383" y="3623459"/>
                  <a:pt x="9387536" y="3624551"/>
                </a:cubicBezTo>
                <a:cubicBezTo>
                  <a:pt x="9387670" y="3625548"/>
                  <a:pt x="9388513" y="3626276"/>
                  <a:pt x="9389490" y="3626276"/>
                </a:cubicBezTo>
                <a:cubicBezTo>
                  <a:pt x="9389586" y="3626276"/>
                  <a:pt x="9389663" y="3626257"/>
                  <a:pt x="9389758" y="3626237"/>
                </a:cubicBezTo>
                <a:cubicBezTo>
                  <a:pt x="9390832" y="3626104"/>
                  <a:pt x="9391598" y="3625107"/>
                  <a:pt x="9391446" y="3624014"/>
                </a:cubicBezTo>
                <a:cubicBezTo>
                  <a:pt x="9391292" y="3622941"/>
                  <a:pt x="9390314" y="3622174"/>
                  <a:pt x="9389223" y="3622328"/>
                </a:cubicBezTo>
                <a:close/>
                <a:moveTo>
                  <a:pt x="9293588" y="3633099"/>
                </a:moveTo>
                <a:cubicBezTo>
                  <a:pt x="9292494" y="3633195"/>
                  <a:pt x="9291690" y="3634153"/>
                  <a:pt x="9291786" y="3635246"/>
                </a:cubicBezTo>
                <a:cubicBezTo>
                  <a:pt x="9291881" y="3636280"/>
                  <a:pt x="9292745" y="3637047"/>
                  <a:pt x="9293778" y="3637047"/>
                </a:cubicBezTo>
                <a:lnTo>
                  <a:pt x="9293932" y="3637047"/>
                </a:lnTo>
                <a:cubicBezTo>
                  <a:pt x="9295025" y="3636951"/>
                  <a:pt x="9295829" y="3635993"/>
                  <a:pt x="9295734" y="3634900"/>
                </a:cubicBezTo>
                <a:cubicBezTo>
                  <a:pt x="9295638" y="3633808"/>
                  <a:pt x="9294680" y="3633003"/>
                  <a:pt x="9293588" y="3633099"/>
                </a:cubicBezTo>
                <a:close/>
                <a:moveTo>
                  <a:pt x="8941233" y="3758076"/>
                </a:moveTo>
                <a:cubicBezTo>
                  <a:pt x="8940715" y="3758037"/>
                  <a:pt x="8940236" y="3758421"/>
                  <a:pt x="8940198" y="3758938"/>
                </a:cubicBezTo>
                <a:cubicBezTo>
                  <a:pt x="8940141" y="3759475"/>
                  <a:pt x="8940543" y="3759935"/>
                  <a:pt x="8941060" y="3759992"/>
                </a:cubicBezTo>
                <a:lnTo>
                  <a:pt x="8941156" y="3759992"/>
                </a:lnTo>
                <a:cubicBezTo>
                  <a:pt x="8941636" y="3759992"/>
                  <a:pt x="8942057" y="3759628"/>
                  <a:pt x="8942114" y="3759130"/>
                </a:cubicBezTo>
                <a:cubicBezTo>
                  <a:pt x="8942153" y="3758593"/>
                  <a:pt x="8941769" y="3758134"/>
                  <a:pt x="8941233" y="3758076"/>
                </a:cubicBezTo>
                <a:close/>
                <a:moveTo>
                  <a:pt x="9197511" y="3639136"/>
                </a:moveTo>
                <a:cubicBezTo>
                  <a:pt x="9196419" y="3639174"/>
                  <a:pt x="9195575" y="3640094"/>
                  <a:pt x="9195614" y="3641187"/>
                </a:cubicBezTo>
                <a:cubicBezTo>
                  <a:pt x="9195653" y="3642241"/>
                  <a:pt x="9196514" y="3643085"/>
                  <a:pt x="9197588" y="3643085"/>
                </a:cubicBezTo>
                <a:lnTo>
                  <a:pt x="9197665" y="3643085"/>
                </a:lnTo>
                <a:cubicBezTo>
                  <a:pt x="9198758" y="3643046"/>
                  <a:pt x="9199601" y="3642126"/>
                  <a:pt x="9199562" y="3641034"/>
                </a:cubicBezTo>
                <a:cubicBezTo>
                  <a:pt x="9199524" y="3639941"/>
                  <a:pt x="9198604" y="3639098"/>
                  <a:pt x="9197511" y="3639136"/>
                </a:cubicBezTo>
                <a:close/>
                <a:moveTo>
                  <a:pt x="9639847" y="3464597"/>
                </a:moveTo>
                <a:cubicBezTo>
                  <a:pt x="9638237" y="3464942"/>
                  <a:pt x="9637202" y="3466533"/>
                  <a:pt x="9637546" y="3468162"/>
                </a:cubicBezTo>
                <a:cubicBezTo>
                  <a:pt x="9637854" y="3469580"/>
                  <a:pt x="9639099" y="3470538"/>
                  <a:pt x="9640479" y="3470538"/>
                </a:cubicBezTo>
                <a:cubicBezTo>
                  <a:pt x="9640690" y="3470538"/>
                  <a:pt x="9640901" y="3470520"/>
                  <a:pt x="9641112" y="3470481"/>
                </a:cubicBezTo>
                <a:cubicBezTo>
                  <a:pt x="9642740" y="3470116"/>
                  <a:pt x="9643776" y="3468526"/>
                  <a:pt x="9643411" y="3466897"/>
                </a:cubicBezTo>
                <a:cubicBezTo>
                  <a:pt x="9643066" y="3465288"/>
                  <a:pt x="9641476" y="3464252"/>
                  <a:pt x="9639847" y="3464597"/>
                </a:cubicBezTo>
                <a:close/>
                <a:moveTo>
                  <a:pt x="9544825" y="3483245"/>
                </a:moveTo>
                <a:cubicBezTo>
                  <a:pt x="9543196" y="3483533"/>
                  <a:pt x="9542104" y="3485085"/>
                  <a:pt x="9542391" y="3486715"/>
                </a:cubicBezTo>
                <a:cubicBezTo>
                  <a:pt x="9542660" y="3488171"/>
                  <a:pt x="9543924" y="3489206"/>
                  <a:pt x="9545342" y="3489206"/>
                </a:cubicBezTo>
                <a:cubicBezTo>
                  <a:pt x="9545515" y="3489206"/>
                  <a:pt x="9545707" y="3489186"/>
                  <a:pt x="9545879" y="3489148"/>
                </a:cubicBezTo>
                <a:cubicBezTo>
                  <a:pt x="9547508" y="3488861"/>
                  <a:pt x="9548601" y="3487308"/>
                  <a:pt x="9548313" y="3485679"/>
                </a:cubicBezTo>
                <a:cubicBezTo>
                  <a:pt x="9548026" y="3484031"/>
                  <a:pt x="9546454" y="3482958"/>
                  <a:pt x="9544825" y="3483245"/>
                </a:cubicBezTo>
                <a:close/>
                <a:moveTo>
                  <a:pt x="8846192" y="3746481"/>
                </a:moveTo>
                <a:cubicBezTo>
                  <a:pt x="8845675" y="3746404"/>
                  <a:pt x="8845176" y="3746749"/>
                  <a:pt x="8845100" y="3747266"/>
                </a:cubicBezTo>
                <a:cubicBezTo>
                  <a:pt x="8845022" y="3747803"/>
                  <a:pt x="8845368" y="3748283"/>
                  <a:pt x="8845904" y="3748378"/>
                </a:cubicBezTo>
                <a:lnTo>
                  <a:pt x="8846039" y="3748378"/>
                </a:lnTo>
                <a:cubicBezTo>
                  <a:pt x="8846518" y="3748378"/>
                  <a:pt x="8846920" y="3748052"/>
                  <a:pt x="8846997" y="3747574"/>
                </a:cubicBezTo>
                <a:cubicBezTo>
                  <a:pt x="8847074" y="3747056"/>
                  <a:pt x="8846710" y="3746558"/>
                  <a:pt x="8846192" y="3746481"/>
                </a:cubicBezTo>
                <a:close/>
                <a:moveTo>
                  <a:pt x="9101205" y="3639941"/>
                </a:moveTo>
                <a:cubicBezTo>
                  <a:pt x="9100114" y="3639922"/>
                  <a:pt x="9099193" y="3640784"/>
                  <a:pt x="9099193" y="3641877"/>
                </a:cubicBezTo>
                <a:cubicBezTo>
                  <a:pt x="9099175" y="3642970"/>
                  <a:pt x="9100036" y="3643869"/>
                  <a:pt x="9101130" y="3643909"/>
                </a:cubicBezTo>
                <a:lnTo>
                  <a:pt x="9101167" y="3643909"/>
                </a:lnTo>
                <a:cubicBezTo>
                  <a:pt x="9102240" y="3643909"/>
                  <a:pt x="9103141" y="3643046"/>
                  <a:pt x="9103141" y="3641973"/>
                </a:cubicBezTo>
                <a:cubicBezTo>
                  <a:pt x="9103161" y="3640861"/>
                  <a:pt x="9102298" y="3639941"/>
                  <a:pt x="9101205" y="3639941"/>
                </a:cubicBezTo>
                <a:close/>
                <a:moveTo>
                  <a:pt x="9449171" y="3498194"/>
                </a:moveTo>
                <a:cubicBezTo>
                  <a:pt x="9447522" y="3498424"/>
                  <a:pt x="9446373" y="3499938"/>
                  <a:pt x="9446603" y="3501586"/>
                </a:cubicBezTo>
                <a:cubicBezTo>
                  <a:pt x="9446794" y="3503081"/>
                  <a:pt x="9448078" y="3504174"/>
                  <a:pt x="9449573" y="3504174"/>
                </a:cubicBezTo>
                <a:cubicBezTo>
                  <a:pt x="9449688" y="3504174"/>
                  <a:pt x="9449823" y="3504174"/>
                  <a:pt x="9449975" y="3504155"/>
                </a:cubicBezTo>
                <a:cubicBezTo>
                  <a:pt x="9451605" y="3503924"/>
                  <a:pt x="9452755" y="3502410"/>
                  <a:pt x="9452545" y="3500782"/>
                </a:cubicBezTo>
                <a:cubicBezTo>
                  <a:pt x="9452314" y="3499133"/>
                  <a:pt x="9450800" y="3497984"/>
                  <a:pt x="9449171" y="3498194"/>
                </a:cubicBezTo>
                <a:close/>
                <a:moveTo>
                  <a:pt x="9352942" y="3509003"/>
                </a:moveTo>
                <a:cubicBezTo>
                  <a:pt x="9351275" y="3509137"/>
                  <a:pt x="9350067" y="3510595"/>
                  <a:pt x="9350221" y="3512242"/>
                </a:cubicBezTo>
                <a:cubicBezTo>
                  <a:pt x="9350354" y="3513814"/>
                  <a:pt x="9351657" y="3514983"/>
                  <a:pt x="9353191" y="3514983"/>
                </a:cubicBezTo>
                <a:lnTo>
                  <a:pt x="9353459" y="3514983"/>
                </a:lnTo>
                <a:cubicBezTo>
                  <a:pt x="9355127" y="3514830"/>
                  <a:pt x="9356334" y="3513373"/>
                  <a:pt x="9356200" y="3511725"/>
                </a:cubicBezTo>
                <a:cubicBezTo>
                  <a:pt x="9356046" y="3510057"/>
                  <a:pt x="9354590" y="3508850"/>
                  <a:pt x="9352942" y="3509003"/>
                </a:cubicBezTo>
                <a:close/>
                <a:moveTo>
                  <a:pt x="9004996" y="3635111"/>
                </a:moveTo>
                <a:cubicBezTo>
                  <a:pt x="9003903" y="3635035"/>
                  <a:pt x="9002944" y="3635839"/>
                  <a:pt x="9002869" y="3636932"/>
                </a:cubicBezTo>
                <a:cubicBezTo>
                  <a:pt x="9002772" y="3638005"/>
                  <a:pt x="9003578" y="3638964"/>
                  <a:pt x="9004670" y="3639059"/>
                </a:cubicBezTo>
                <a:lnTo>
                  <a:pt x="9004824" y="3639059"/>
                </a:lnTo>
                <a:cubicBezTo>
                  <a:pt x="9005858" y="3639059"/>
                  <a:pt x="9006720" y="3638293"/>
                  <a:pt x="9006816" y="3637239"/>
                </a:cubicBezTo>
                <a:cubicBezTo>
                  <a:pt x="9006893" y="3636146"/>
                  <a:pt x="9006088" y="3635207"/>
                  <a:pt x="9004996" y="3635111"/>
                </a:cubicBezTo>
                <a:close/>
                <a:moveTo>
                  <a:pt x="8752090" y="3728868"/>
                </a:moveTo>
                <a:cubicBezTo>
                  <a:pt x="8751573" y="3728753"/>
                  <a:pt x="8751056" y="3729098"/>
                  <a:pt x="8750959" y="3729616"/>
                </a:cubicBezTo>
                <a:cubicBezTo>
                  <a:pt x="8750845" y="3730114"/>
                  <a:pt x="8751171" y="3730631"/>
                  <a:pt x="8751688" y="3730746"/>
                </a:cubicBezTo>
                <a:lnTo>
                  <a:pt x="8751688" y="3730765"/>
                </a:lnTo>
                <a:cubicBezTo>
                  <a:pt x="8751745" y="3730765"/>
                  <a:pt x="8751899" y="3730765"/>
                  <a:pt x="8751899" y="3730765"/>
                </a:cubicBezTo>
                <a:cubicBezTo>
                  <a:pt x="8752320" y="3730765"/>
                  <a:pt x="8752723" y="3730459"/>
                  <a:pt x="8752818" y="3730018"/>
                </a:cubicBezTo>
                <a:cubicBezTo>
                  <a:pt x="8752933" y="3729500"/>
                  <a:pt x="8752608" y="3728982"/>
                  <a:pt x="8752090" y="3728868"/>
                </a:cubicBezTo>
                <a:close/>
                <a:moveTo>
                  <a:pt x="9256272" y="3515136"/>
                </a:moveTo>
                <a:cubicBezTo>
                  <a:pt x="9254624" y="3515194"/>
                  <a:pt x="9253340" y="3516574"/>
                  <a:pt x="9253397" y="3518241"/>
                </a:cubicBezTo>
                <a:cubicBezTo>
                  <a:pt x="9253455" y="3519851"/>
                  <a:pt x="9254797" y="3521135"/>
                  <a:pt x="9256387" y="3521135"/>
                </a:cubicBezTo>
                <a:lnTo>
                  <a:pt x="9256502" y="3521135"/>
                </a:lnTo>
                <a:cubicBezTo>
                  <a:pt x="9258169" y="3521058"/>
                  <a:pt x="9259453" y="3519678"/>
                  <a:pt x="9259395" y="3518011"/>
                </a:cubicBezTo>
                <a:cubicBezTo>
                  <a:pt x="9259338" y="3516362"/>
                  <a:pt x="9257939" y="3515060"/>
                  <a:pt x="9256272" y="3515136"/>
                </a:cubicBezTo>
                <a:close/>
                <a:moveTo>
                  <a:pt x="9599255" y="3360319"/>
                </a:moveTo>
                <a:cubicBezTo>
                  <a:pt x="9597070" y="3360703"/>
                  <a:pt x="9595595" y="3362792"/>
                  <a:pt x="9595977" y="3364977"/>
                </a:cubicBezTo>
                <a:cubicBezTo>
                  <a:pt x="9596323" y="3366931"/>
                  <a:pt x="9598028" y="3368311"/>
                  <a:pt x="9599944" y="3368311"/>
                </a:cubicBezTo>
                <a:cubicBezTo>
                  <a:pt x="9600175" y="3368311"/>
                  <a:pt x="9600405" y="3368292"/>
                  <a:pt x="9600635" y="3368254"/>
                </a:cubicBezTo>
                <a:cubicBezTo>
                  <a:pt x="9602819" y="3367871"/>
                  <a:pt x="9604276" y="3365801"/>
                  <a:pt x="9603912" y="3363597"/>
                </a:cubicBezTo>
                <a:cubicBezTo>
                  <a:pt x="9603528" y="3361412"/>
                  <a:pt x="9601459" y="3359955"/>
                  <a:pt x="9599255" y="3360319"/>
                </a:cubicBezTo>
                <a:close/>
                <a:moveTo>
                  <a:pt x="8909284" y="3624303"/>
                </a:moveTo>
                <a:cubicBezTo>
                  <a:pt x="8908192" y="3624148"/>
                  <a:pt x="8907195" y="3624896"/>
                  <a:pt x="8907043" y="3625988"/>
                </a:cubicBezTo>
                <a:cubicBezTo>
                  <a:pt x="8906870" y="3627062"/>
                  <a:pt x="8907617" y="3628078"/>
                  <a:pt x="8908709" y="3628231"/>
                </a:cubicBezTo>
                <a:lnTo>
                  <a:pt x="8908709" y="3628251"/>
                </a:lnTo>
                <a:cubicBezTo>
                  <a:pt x="8908806" y="3628251"/>
                  <a:pt x="8908997" y="3628251"/>
                  <a:pt x="8908997" y="3628251"/>
                </a:cubicBezTo>
                <a:cubicBezTo>
                  <a:pt x="8909955" y="3628251"/>
                  <a:pt x="8910818" y="3627541"/>
                  <a:pt x="8910951" y="3626563"/>
                </a:cubicBezTo>
                <a:cubicBezTo>
                  <a:pt x="8911105" y="3625471"/>
                  <a:pt x="8910358" y="3624475"/>
                  <a:pt x="8909284" y="3624303"/>
                </a:cubicBezTo>
                <a:close/>
                <a:moveTo>
                  <a:pt x="9159392" y="3516133"/>
                </a:moveTo>
                <a:cubicBezTo>
                  <a:pt x="9157742" y="3516095"/>
                  <a:pt x="9156344" y="3517417"/>
                  <a:pt x="9156344" y="3519084"/>
                </a:cubicBezTo>
                <a:cubicBezTo>
                  <a:pt x="9156305" y="3520733"/>
                  <a:pt x="9157628" y="3522094"/>
                  <a:pt x="9159295" y="3522131"/>
                </a:cubicBezTo>
                <a:lnTo>
                  <a:pt x="9159334" y="3522131"/>
                </a:lnTo>
                <a:cubicBezTo>
                  <a:pt x="9160983" y="3522131"/>
                  <a:pt x="9162304" y="3520829"/>
                  <a:pt x="9162343" y="3519180"/>
                </a:cubicBezTo>
                <a:cubicBezTo>
                  <a:pt x="9162361" y="3517513"/>
                  <a:pt x="9161040" y="3516152"/>
                  <a:pt x="9159392" y="3516133"/>
                </a:cubicBezTo>
                <a:close/>
                <a:moveTo>
                  <a:pt x="8659024" y="3706272"/>
                </a:moveTo>
                <a:cubicBezTo>
                  <a:pt x="8658525" y="3706138"/>
                  <a:pt x="8657989" y="3706444"/>
                  <a:pt x="8657855" y="3706942"/>
                </a:cubicBezTo>
                <a:cubicBezTo>
                  <a:pt x="8657720" y="3707460"/>
                  <a:pt x="8658027" y="3707996"/>
                  <a:pt x="8658545" y="3708130"/>
                </a:cubicBezTo>
                <a:cubicBezTo>
                  <a:pt x="8658621" y="3708169"/>
                  <a:pt x="8658775" y="3708169"/>
                  <a:pt x="8658775" y="3708169"/>
                </a:cubicBezTo>
                <a:cubicBezTo>
                  <a:pt x="8659196" y="3708169"/>
                  <a:pt x="8659598" y="3707881"/>
                  <a:pt x="8659713" y="3707441"/>
                </a:cubicBezTo>
                <a:cubicBezTo>
                  <a:pt x="8659848" y="3706942"/>
                  <a:pt x="8659541" y="3706405"/>
                  <a:pt x="8659024" y="3706272"/>
                </a:cubicBezTo>
                <a:close/>
                <a:moveTo>
                  <a:pt x="9502949" y="3374981"/>
                </a:moveTo>
                <a:cubicBezTo>
                  <a:pt x="9500745" y="3375250"/>
                  <a:pt x="9499174" y="3377280"/>
                  <a:pt x="9499480" y="3379485"/>
                </a:cubicBezTo>
                <a:cubicBezTo>
                  <a:pt x="9499730" y="3381517"/>
                  <a:pt x="9501473" y="3382992"/>
                  <a:pt x="9503466" y="3382992"/>
                </a:cubicBezTo>
                <a:cubicBezTo>
                  <a:pt x="9503639" y="3382992"/>
                  <a:pt x="9503812" y="3382954"/>
                  <a:pt x="9503984" y="3382954"/>
                </a:cubicBezTo>
                <a:cubicBezTo>
                  <a:pt x="9506187" y="3382666"/>
                  <a:pt x="9507740" y="3380654"/>
                  <a:pt x="9507453" y="3378450"/>
                </a:cubicBezTo>
                <a:cubicBezTo>
                  <a:pt x="9507166" y="3376246"/>
                  <a:pt x="9505134" y="3374694"/>
                  <a:pt x="9502949" y="3374981"/>
                </a:cubicBezTo>
                <a:close/>
                <a:moveTo>
                  <a:pt x="9402408" y="3389815"/>
                </a:moveTo>
                <a:lnTo>
                  <a:pt x="9402408" y="3389834"/>
                </a:lnTo>
                <a:lnTo>
                  <a:pt x="9402417" y="3389823"/>
                </a:lnTo>
                <a:close/>
                <a:moveTo>
                  <a:pt x="9406087" y="3385483"/>
                </a:moveTo>
                <a:lnTo>
                  <a:pt x="9402417" y="3389823"/>
                </a:lnTo>
                <a:lnTo>
                  <a:pt x="9406433" y="3393514"/>
                </a:lnTo>
                <a:cubicBezTo>
                  <a:pt x="9406528" y="3393514"/>
                  <a:pt x="9406663" y="3393514"/>
                  <a:pt x="9406778" y="3393514"/>
                </a:cubicBezTo>
                <a:cubicBezTo>
                  <a:pt x="9408981" y="3393322"/>
                  <a:pt x="9410630" y="3391367"/>
                  <a:pt x="9410438" y="3389144"/>
                </a:cubicBezTo>
                <a:cubicBezTo>
                  <a:pt x="9410246" y="3386940"/>
                  <a:pt x="9408291" y="3385292"/>
                  <a:pt x="9406087" y="3385483"/>
                </a:cubicBezTo>
                <a:close/>
                <a:moveTo>
                  <a:pt x="9062587" y="3511571"/>
                </a:moveTo>
                <a:cubicBezTo>
                  <a:pt x="9060939" y="3511456"/>
                  <a:pt x="9059482" y="3512683"/>
                  <a:pt x="9059368" y="3514330"/>
                </a:cubicBezTo>
                <a:cubicBezTo>
                  <a:pt x="9059233" y="3515999"/>
                  <a:pt x="9060479" y="3517437"/>
                  <a:pt x="9062128" y="3517570"/>
                </a:cubicBezTo>
                <a:lnTo>
                  <a:pt x="9062357" y="3517570"/>
                </a:lnTo>
                <a:cubicBezTo>
                  <a:pt x="9063909" y="3517570"/>
                  <a:pt x="9065232" y="3516382"/>
                  <a:pt x="9065347" y="3514791"/>
                </a:cubicBezTo>
                <a:cubicBezTo>
                  <a:pt x="9065481" y="3513143"/>
                  <a:pt x="9064236" y="3511706"/>
                  <a:pt x="9062587" y="3511571"/>
                </a:cubicBezTo>
                <a:close/>
                <a:moveTo>
                  <a:pt x="8814435" y="3607494"/>
                </a:moveTo>
                <a:cubicBezTo>
                  <a:pt x="8813361" y="3607264"/>
                  <a:pt x="8812327" y="3607954"/>
                  <a:pt x="8812097" y="3609028"/>
                </a:cubicBezTo>
                <a:cubicBezTo>
                  <a:pt x="8811886" y="3610100"/>
                  <a:pt x="8812576" y="3611155"/>
                  <a:pt x="8813630" y="3611385"/>
                </a:cubicBezTo>
                <a:cubicBezTo>
                  <a:pt x="8813764" y="3611423"/>
                  <a:pt x="8813899" y="3611423"/>
                  <a:pt x="8814032" y="3611423"/>
                </a:cubicBezTo>
                <a:cubicBezTo>
                  <a:pt x="8814953" y="3611423"/>
                  <a:pt x="8815777" y="3610771"/>
                  <a:pt x="8815988" y="3609832"/>
                </a:cubicBezTo>
                <a:cubicBezTo>
                  <a:pt x="8816198" y="3608759"/>
                  <a:pt x="8815508" y="3607705"/>
                  <a:pt x="8814435" y="3607494"/>
                </a:cubicBezTo>
                <a:close/>
                <a:moveTo>
                  <a:pt x="9308823" y="3391386"/>
                </a:moveTo>
                <a:cubicBezTo>
                  <a:pt x="9306601" y="3391462"/>
                  <a:pt x="9304857" y="3393322"/>
                  <a:pt x="9304933" y="3395545"/>
                </a:cubicBezTo>
                <a:cubicBezTo>
                  <a:pt x="9305010" y="3397731"/>
                  <a:pt x="9306811" y="3399435"/>
                  <a:pt x="9308958" y="3399435"/>
                </a:cubicBezTo>
                <a:lnTo>
                  <a:pt x="9309092" y="3399435"/>
                </a:lnTo>
                <a:cubicBezTo>
                  <a:pt x="9311315" y="3399340"/>
                  <a:pt x="9313059" y="3397481"/>
                  <a:pt x="9312982" y="3395258"/>
                </a:cubicBezTo>
                <a:cubicBezTo>
                  <a:pt x="9312907" y="3393035"/>
                  <a:pt x="9311047" y="3391310"/>
                  <a:pt x="9308823" y="3391386"/>
                </a:cubicBezTo>
                <a:close/>
                <a:moveTo>
                  <a:pt x="8566934" y="3679843"/>
                </a:moveTo>
                <a:cubicBezTo>
                  <a:pt x="8566436" y="3679690"/>
                  <a:pt x="8565900" y="3679977"/>
                  <a:pt x="8565746" y="3680495"/>
                </a:cubicBezTo>
                <a:cubicBezTo>
                  <a:pt x="8565593" y="3680993"/>
                  <a:pt x="8565880" y="3681529"/>
                  <a:pt x="8566397" y="3681683"/>
                </a:cubicBezTo>
                <a:cubicBezTo>
                  <a:pt x="8566474" y="3681721"/>
                  <a:pt x="8566666" y="3681721"/>
                  <a:pt x="8566666" y="3681721"/>
                </a:cubicBezTo>
                <a:cubicBezTo>
                  <a:pt x="8567068" y="3681721"/>
                  <a:pt x="8567451" y="3681453"/>
                  <a:pt x="8567586" y="3681050"/>
                </a:cubicBezTo>
                <a:cubicBezTo>
                  <a:pt x="8567739" y="3680533"/>
                  <a:pt x="8567451" y="3679996"/>
                  <a:pt x="8566934" y="3679843"/>
                </a:cubicBezTo>
                <a:close/>
                <a:moveTo>
                  <a:pt x="8966243" y="3501165"/>
                </a:moveTo>
                <a:cubicBezTo>
                  <a:pt x="8964595" y="3500935"/>
                  <a:pt x="8963081" y="3502066"/>
                  <a:pt x="8962851" y="3503714"/>
                </a:cubicBezTo>
                <a:cubicBezTo>
                  <a:pt x="8962621" y="3505362"/>
                  <a:pt x="8963771" y="3506877"/>
                  <a:pt x="8965420" y="3507106"/>
                </a:cubicBezTo>
                <a:cubicBezTo>
                  <a:pt x="8965553" y="3507125"/>
                  <a:pt x="8965707" y="3507125"/>
                  <a:pt x="8965840" y="3507125"/>
                </a:cubicBezTo>
                <a:cubicBezTo>
                  <a:pt x="8967316" y="3507125"/>
                  <a:pt x="8968600" y="3506052"/>
                  <a:pt x="8968812" y="3504538"/>
                </a:cubicBezTo>
                <a:cubicBezTo>
                  <a:pt x="8969023" y="3502909"/>
                  <a:pt x="8967892" y="3501394"/>
                  <a:pt x="8966243" y="3501165"/>
                </a:cubicBezTo>
                <a:close/>
                <a:moveTo>
                  <a:pt x="8720622" y="3585549"/>
                </a:moveTo>
                <a:cubicBezTo>
                  <a:pt x="8719567" y="3585281"/>
                  <a:pt x="8718493" y="3585914"/>
                  <a:pt x="8718206" y="3586968"/>
                </a:cubicBezTo>
                <a:cubicBezTo>
                  <a:pt x="8717937" y="3588022"/>
                  <a:pt x="8718570" y="3589095"/>
                  <a:pt x="8719625" y="3589383"/>
                </a:cubicBezTo>
                <a:cubicBezTo>
                  <a:pt x="8719797" y="3589441"/>
                  <a:pt x="8719969" y="3589441"/>
                  <a:pt x="8720142" y="3589441"/>
                </a:cubicBezTo>
                <a:cubicBezTo>
                  <a:pt x="8721024" y="3589441"/>
                  <a:pt x="8721809" y="3588846"/>
                  <a:pt x="8722058" y="3587964"/>
                </a:cubicBezTo>
                <a:cubicBezTo>
                  <a:pt x="8722326" y="3586891"/>
                  <a:pt x="8721676" y="3585818"/>
                  <a:pt x="8720622" y="3585549"/>
                </a:cubicBezTo>
                <a:close/>
                <a:moveTo>
                  <a:pt x="9211348" y="3392210"/>
                </a:moveTo>
                <a:cubicBezTo>
                  <a:pt x="9209125" y="3392173"/>
                  <a:pt x="9207285" y="3393935"/>
                  <a:pt x="9207248" y="3396158"/>
                </a:cubicBezTo>
                <a:cubicBezTo>
                  <a:pt x="9207190" y="3398381"/>
                  <a:pt x="9208972" y="3400221"/>
                  <a:pt x="9211196" y="3400260"/>
                </a:cubicBezTo>
                <a:lnTo>
                  <a:pt x="9211254" y="3400260"/>
                </a:lnTo>
                <a:cubicBezTo>
                  <a:pt x="9213457" y="3400260"/>
                  <a:pt x="9215238" y="3398516"/>
                  <a:pt x="9215277" y="3396312"/>
                </a:cubicBezTo>
                <a:cubicBezTo>
                  <a:pt x="9215335" y="3394089"/>
                  <a:pt x="9213572" y="3392249"/>
                  <a:pt x="9211348" y="3392210"/>
                </a:cubicBezTo>
                <a:close/>
                <a:moveTo>
                  <a:pt x="9550536" y="3252553"/>
                </a:moveTo>
                <a:cubicBezTo>
                  <a:pt x="9547776" y="3252897"/>
                  <a:pt x="9545822" y="3255428"/>
                  <a:pt x="9546148" y="3258187"/>
                </a:cubicBezTo>
                <a:cubicBezTo>
                  <a:pt x="9546473" y="3260736"/>
                  <a:pt x="9548658" y="3262614"/>
                  <a:pt x="9551169" y="3262614"/>
                </a:cubicBezTo>
                <a:cubicBezTo>
                  <a:pt x="9551379" y="3262614"/>
                  <a:pt x="9551571" y="3262596"/>
                  <a:pt x="9551782" y="3262576"/>
                </a:cubicBezTo>
                <a:cubicBezTo>
                  <a:pt x="9554542" y="3262231"/>
                  <a:pt x="9556516" y="3259702"/>
                  <a:pt x="9556170" y="3256942"/>
                </a:cubicBezTo>
                <a:cubicBezTo>
                  <a:pt x="9555826" y="3254181"/>
                  <a:pt x="9553316" y="3252207"/>
                  <a:pt x="9550536" y="3252553"/>
                </a:cubicBezTo>
                <a:close/>
                <a:moveTo>
                  <a:pt x="8475649" y="3650769"/>
                </a:moveTo>
                <a:cubicBezTo>
                  <a:pt x="8475151" y="3650597"/>
                  <a:pt x="8474596" y="3650865"/>
                  <a:pt x="8474443" y="3651363"/>
                </a:cubicBezTo>
                <a:cubicBezTo>
                  <a:pt x="8474270" y="3651881"/>
                  <a:pt x="8474538" y="3652418"/>
                  <a:pt x="8475036" y="3652590"/>
                </a:cubicBezTo>
                <a:cubicBezTo>
                  <a:pt x="8475151" y="3652629"/>
                  <a:pt x="8475344" y="3652629"/>
                  <a:pt x="8475344" y="3652629"/>
                </a:cubicBezTo>
                <a:cubicBezTo>
                  <a:pt x="8475746" y="3652629"/>
                  <a:pt x="8476129" y="3652379"/>
                  <a:pt x="8476263" y="3651977"/>
                </a:cubicBezTo>
                <a:cubicBezTo>
                  <a:pt x="8476416" y="3651477"/>
                  <a:pt x="8476148" y="3650923"/>
                  <a:pt x="8475649" y="3650769"/>
                </a:cubicBezTo>
                <a:close/>
                <a:moveTo>
                  <a:pt x="9453023" y="3262499"/>
                </a:moveTo>
                <a:cubicBezTo>
                  <a:pt x="9450244" y="3262711"/>
                  <a:pt x="9448174" y="3265144"/>
                  <a:pt x="9448386" y="3267924"/>
                </a:cubicBezTo>
                <a:lnTo>
                  <a:pt x="9448366" y="3267924"/>
                </a:lnTo>
                <a:cubicBezTo>
                  <a:pt x="9448576" y="3270568"/>
                  <a:pt x="9450781" y="3272580"/>
                  <a:pt x="9453388" y="3272580"/>
                </a:cubicBezTo>
                <a:cubicBezTo>
                  <a:pt x="9453541" y="3272580"/>
                  <a:pt x="9453675" y="3272580"/>
                  <a:pt x="9453809" y="3272561"/>
                </a:cubicBezTo>
                <a:cubicBezTo>
                  <a:pt x="9456588" y="3272350"/>
                  <a:pt x="9458677" y="3269915"/>
                  <a:pt x="9458447" y="3267137"/>
                </a:cubicBezTo>
                <a:cubicBezTo>
                  <a:pt x="9458236" y="3264358"/>
                  <a:pt x="9455801" y="3262269"/>
                  <a:pt x="9453023" y="3262499"/>
                </a:cubicBezTo>
                <a:close/>
                <a:moveTo>
                  <a:pt x="8870742" y="3484759"/>
                </a:moveTo>
                <a:cubicBezTo>
                  <a:pt x="8869114" y="3484434"/>
                  <a:pt x="8867542" y="3485488"/>
                  <a:pt x="8867216" y="3487117"/>
                </a:cubicBezTo>
                <a:cubicBezTo>
                  <a:pt x="8866871" y="3488727"/>
                  <a:pt x="8867926" y="3490317"/>
                  <a:pt x="8869555" y="3490643"/>
                </a:cubicBezTo>
                <a:cubicBezTo>
                  <a:pt x="8869765" y="3490700"/>
                  <a:pt x="8869957" y="3490700"/>
                  <a:pt x="8870149" y="3490700"/>
                </a:cubicBezTo>
                <a:cubicBezTo>
                  <a:pt x="8871548" y="3490700"/>
                  <a:pt x="8872813" y="3489723"/>
                  <a:pt x="8873100" y="3488305"/>
                </a:cubicBezTo>
                <a:cubicBezTo>
                  <a:pt x="8873426" y="3486676"/>
                  <a:pt x="8872372" y="3485085"/>
                  <a:pt x="8870742" y="3484759"/>
                </a:cubicBezTo>
                <a:close/>
                <a:moveTo>
                  <a:pt x="9113951" y="3387573"/>
                </a:moveTo>
                <a:cubicBezTo>
                  <a:pt x="9111746" y="3387380"/>
                  <a:pt x="9109811" y="3389048"/>
                  <a:pt x="9109639" y="3391271"/>
                </a:cubicBezTo>
                <a:cubicBezTo>
                  <a:pt x="9109466" y="3393495"/>
                  <a:pt x="9111115" y="3395412"/>
                  <a:pt x="9113337" y="3395584"/>
                </a:cubicBezTo>
                <a:lnTo>
                  <a:pt x="9113337" y="3395602"/>
                </a:lnTo>
                <a:cubicBezTo>
                  <a:pt x="9113434" y="3395602"/>
                  <a:pt x="9113644" y="3395602"/>
                  <a:pt x="9113644" y="3395602"/>
                </a:cubicBezTo>
                <a:cubicBezTo>
                  <a:pt x="9115733" y="3395602"/>
                  <a:pt x="9117496" y="3393993"/>
                  <a:pt x="9117669" y="3391884"/>
                </a:cubicBezTo>
                <a:cubicBezTo>
                  <a:pt x="9117823" y="3389661"/>
                  <a:pt x="9116174" y="3387744"/>
                  <a:pt x="9113951" y="3387573"/>
                </a:cubicBezTo>
                <a:close/>
                <a:moveTo>
                  <a:pt x="8627783" y="3559619"/>
                </a:moveTo>
                <a:cubicBezTo>
                  <a:pt x="8626730" y="3559293"/>
                  <a:pt x="8625638" y="3559887"/>
                  <a:pt x="8625331" y="3560942"/>
                </a:cubicBezTo>
                <a:cubicBezTo>
                  <a:pt x="8625005" y="3561996"/>
                  <a:pt x="8625600" y="3563089"/>
                  <a:pt x="8626653" y="3563414"/>
                </a:cubicBezTo>
                <a:cubicBezTo>
                  <a:pt x="8626845" y="3563471"/>
                  <a:pt x="8627037" y="3563491"/>
                  <a:pt x="8627209" y="3563491"/>
                </a:cubicBezTo>
                <a:cubicBezTo>
                  <a:pt x="8628072" y="3563491"/>
                  <a:pt x="8628858" y="3562935"/>
                  <a:pt x="8629107" y="3562072"/>
                </a:cubicBezTo>
                <a:cubicBezTo>
                  <a:pt x="8629433" y="3561018"/>
                  <a:pt x="8628838" y="3559926"/>
                  <a:pt x="8627783" y="3559619"/>
                </a:cubicBezTo>
                <a:close/>
                <a:moveTo>
                  <a:pt x="9355127" y="3267846"/>
                </a:moveTo>
                <a:cubicBezTo>
                  <a:pt x="9352348" y="3267942"/>
                  <a:pt x="9350144" y="3270262"/>
                  <a:pt x="9350240" y="3273040"/>
                </a:cubicBezTo>
                <a:cubicBezTo>
                  <a:pt x="9350316" y="3275838"/>
                  <a:pt x="9352636" y="3278023"/>
                  <a:pt x="9355433" y="3277947"/>
                </a:cubicBezTo>
                <a:cubicBezTo>
                  <a:pt x="9358212" y="3277850"/>
                  <a:pt x="9360416" y="3275532"/>
                  <a:pt x="9360320" y="3272753"/>
                </a:cubicBezTo>
                <a:cubicBezTo>
                  <a:pt x="9360244" y="3269954"/>
                  <a:pt x="9357925" y="3267770"/>
                  <a:pt x="9355127" y="3267846"/>
                </a:cubicBezTo>
                <a:close/>
                <a:moveTo>
                  <a:pt x="9017031" y="3377128"/>
                </a:moveTo>
                <a:cubicBezTo>
                  <a:pt x="9014827" y="3376820"/>
                  <a:pt x="9012796" y="3378354"/>
                  <a:pt x="9012490" y="3380539"/>
                </a:cubicBezTo>
                <a:cubicBezTo>
                  <a:pt x="9012183" y="3382743"/>
                  <a:pt x="9013716" y="3384794"/>
                  <a:pt x="9015920" y="3385100"/>
                </a:cubicBezTo>
                <a:cubicBezTo>
                  <a:pt x="9016111" y="3385139"/>
                  <a:pt x="9016303" y="3385139"/>
                  <a:pt x="9016476" y="3385138"/>
                </a:cubicBezTo>
                <a:cubicBezTo>
                  <a:pt x="9018469" y="3385139"/>
                  <a:pt x="9020194" y="3383662"/>
                  <a:pt x="9020462" y="3381650"/>
                </a:cubicBezTo>
                <a:cubicBezTo>
                  <a:pt x="9020769" y="3379466"/>
                  <a:pt x="9019236" y="3377434"/>
                  <a:pt x="9017031" y="3377128"/>
                </a:cubicBezTo>
                <a:close/>
                <a:moveTo>
                  <a:pt x="8384845" y="3620105"/>
                </a:moveTo>
                <a:cubicBezTo>
                  <a:pt x="8384347" y="3619932"/>
                  <a:pt x="8383810" y="3620201"/>
                  <a:pt x="8383638" y="3620699"/>
                </a:cubicBezTo>
                <a:cubicBezTo>
                  <a:pt x="8383465" y="3621216"/>
                  <a:pt x="8383733" y="3621753"/>
                  <a:pt x="8384231" y="3621926"/>
                </a:cubicBezTo>
                <a:cubicBezTo>
                  <a:pt x="8384327" y="3621983"/>
                  <a:pt x="8384423" y="3621983"/>
                  <a:pt x="8384538" y="3621983"/>
                </a:cubicBezTo>
                <a:cubicBezTo>
                  <a:pt x="8384940" y="3621983"/>
                  <a:pt x="8385305" y="3621733"/>
                  <a:pt x="8385439" y="3621331"/>
                </a:cubicBezTo>
                <a:cubicBezTo>
                  <a:pt x="8385611" y="3620833"/>
                  <a:pt x="8385343" y="3620277"/>
                  <a:pt x="8384845" y="3620105"/>
                </a:cubicBezTo>
                <a:close/>
                <a:moveTo>
                  <a:pt x="8776239" y="3463179"/>
                </a:moveTo>
                <a:cubicBezTo>
                  <a:pt x="8774628" y="3462777"/>
                  <a:pt x="8772999" y="3463735"/>
                  <a:pt x="8772596" y="3465345"/>
                </a:cubicBezTo>
                <a:cubicBezTo>
                  <a:pt x="8772194" y="3466955"/>
                  <a:pt x="8773172" y="3468584"/>
                  <a:pt x="8774763" y="3469006"/>
                </a:cubicBezTo>
                <a:cubicBezTo>
                  <a:pt x="8775012" y="3469082"/>
                  <a:pt x="8775261" y="3469082"/>
                  <a:pt x="8775510" y="3469082"/>
                </a:cubicBezTo>
                <a:cubicBezTo>
                  <a:pt x="8776852" y="3469082"/>
                  <a:pt x="8778079" y="3468181"/>
                  <a:pt x="8778423" y="3466821"/>
                </a:cubicBezTo>
                <a:cubicBezTo>
                  <a:pt x="8778826" y="3465211"/>
                  <a:pt x="8777849" y="3463581"/>
                  <a:pt x="8776239" y="3463179"/>
                </a:cubicBezTo>
                <a:close/>
                <a:moveTo>
                  <a:pt x="9257058" y="3268172"/>
                </a:moveTo>
                <a:cubicBezTo>
                  <a:pt x="9254278" y="3268096"/>
                  <a:pt x="9251960" y="3270319"/>
                  <a:pt x="9251902" y="3273098"/>
                </a:cubicBezTo>
                <a:cubicBezTo>
                  <a:pt x="9251826" y="3275877"/>
                  <a:pt x="9254030" y="3278196"/>
                  <a:pt x="9256809" y="3278254"/>
                </a:cubicBezTo>
                <a:lnTo>
                  <a:pt x="9256923" y="3278254"/>
                </a:lnTo>
                <a:cubicBezTo>
                  <a:pt x="9259664" y="3278254"/>
                  <a:pt x="9261907" y="3276088"/>
                  <a:pt x="9261983" y="3273328"/>
                </a:cubicBezTo>
                <a:cubicBezTo>
                  <a:pt x="9262060" y="3270549"/>
                  <a:pt x="9259836" y="3268230"/>
                  <a:pt x="9257058" y="3268172"/>
                </a:cubicBezTo>
                <a:close/>
                <a:moveTo>
                  <a:pt x="8535753" y="3530814"/>
                </a:moveTo>
                <a:cubicBezTo>
                  <a:pt x="8534718" y="3530488"/>
                  <a:pt x="8533586" y="3531044"/>
                  <a:pt x="8533261" y="3532098"/>
                </a:cubicBezTo>
                <a:cubicBezTo>
                  <a:pt x="8532915" y="3533132"/>
                  <a:pt x="8533491" y="3534244"/>
                  <a:pt x="8534526" y="3534589"/>
                </a:cubicBezTo>
                <a:cubicBezTo>
                  <a:pt x="8534718" y="3534647"/>
                  <a:pt x="8534928" y="3534685"/>
                  <a:pt x="8535139" y="3534685"/>
                </a:cubicBezTo>
                <a:cubicBezTo>
                  <a:pt x="8535963" y="3534685"/>
                  <a:pt x="8536748" y="3534149"/>
                  <a:pt x="8537017" y="3533325"/>
                </a:cubicBezTo>
                <a:cubicBezTo>
                  <a:pt x="8537362" y="3532270"/>
                  <a:pt x="8536787" y="3531159"/>
                  <a:pt x="8535753" y="3530814"/>
                </a:cubicBezTo>
                <a:close/>
                <a:moveTo>
                  <a:pt x="9493443" y="3139957"/>
                </a:moveTo>
                <a:cubicBezTo>
                  <a:pt x="9490090" y="3140186"/>
                  <a:pt x="9487578" y="3143080"/>
                  <a:pt x="9487809" y="3146434"/>
                </a:cubicBezTo>
                <a:cubicBezTo>
                  <a:pt x="9488040" y="3149635"/>
                  <a:pt x="9490703" y="3152088"/>
                  <a:pt x="9493866" y="3152088"/>
                </a:cubicBezTo>
                <a:cubicBezTo>
                  <a:pt x="9493999" y="3152088"/>
                  <a:pt x="9494133" y="3152069"/>
                  <a:pt x="9494286" y="3152069"/>
                </a:cubicBezTo>
                <a:cubicBezTo>
                  <a:pt x="9497641" y="3151839"/>
                  <a:pt x="9500152" y="3148926"/>
                  <a:pt x="9499922" y="3145591"/>
                </a:cubicBezTo>
                <a:cubicBezTo>
                  <a:pt x="9499691" y="3142237"/>
                  <a:pt x="9496779" y="3139727"/>
                  <a:pt x="9493443" y="3139957"/>
                </a:cubicBezTo>
                <a:close/>
                <a:moveTo>
                  <a:pt x="8920937" y="3360760"/>
                </a:moveTo>
                <a:cubicBezTo>
                  <a:pt x="8918752" y="3360338"/>
                  <a:pt x="8916644" y="3361738"/>
                  <a:pt x="8916203" y="3363922"/>
                </a:cubicBezTo>
                <a:cubicBezTo>
                  <a:pt x="8915762" y="3366107"/>
                  <a:pt x="8917180" y="3368215"/>
                  <a:pt x="8919346" y="3368656"/>
                </a:cubicBezTo>
                <a:cubicBezTo>
                  <a:pt x="8919614" y="3368714"/>
                  <a:pt x="8919883" y="3368732"/>
                  <a:pt x="8920151" y="3368732"/>
                </a:cubicBezTo>
                <a:cubicBezTo>
                  <a:pt x="8922030" y="3368732"/>
                  <a:pt x="8923697" y="3367411"/>
                  <a:pt x="8924099" y="3365513"/>
                </a:cubicBezTo>
                <a:cubicBezTo>
                  <a:pt x="8924521" y="3363328"/>
                  <a:pt x="8923121" y="3361201"/>
                  <a:pt x="8920937" y="3360760"/>
                </a:cubicBezTo>
                <a:close/>
                <a:moveTo>
                  <a:pt x="9159105" y="3263055"/>
                </a:moveTo>
                <a:cubicBezTo>
                  <a:pt x="9156325" y="3262825"/>
                  <a:pt x="9153891" y="3264895"/>
                  <a:pt x="9153680" y="3267674"/>
                </a:cubicBezTo>
                <a:cubicBezTo>
                  <a:pt x="9153450" y="3270453"/>
                  <a:pt x="9155520" y="3272887"/>
                  <a:pt x="9158298" y="3273117"/>
                </a:cubicBezTo>
                <a:cubicBezTo>
                  <a:pt x="9158434" y="3273136"/>
                  <a:pt x="9158567" y="3273136"/>
                  <a:pt x="9158702" y="3273136"/>
                </a:cubicBezTo>
                <a:cubicBezTo>
                  <a:pt x="9161308" y="3273136"/>
                  <a:pt x="9163512" y="3271143"/>
                  <a:pt x="9163742" y="3268498"/>
                </a:cubicBezTo>
                <a:cubicBezTo>
                  <a:pt x="9163953" y="3265719"/>
                  <a:pt x="9161883" y="3263285"/>
                  <a:pt x="9159105" y="3263055"/>
                </a:cubicBezTo>
                <a:close/>
                <a:moveTo>
                  <a:pt x="8682711" y="3437517"/>
                </a:moveTo>
                <a:cubicBezTo>
                  <a:pt x="8681102" y="3437057"/>
                  <a:pt x="8679434" y="3437958"/>
                  <a:pt x="8678975" y="3439549"/>
                </a:cubicBezTo>
                <a:cubicBezTo>
                  <a:pt x="8678515" y="3441139"/>
                  <a:pt x="8679416" y="3442806"/>
                  <a:pt x="8681005" y="3443286"/>
                </a:cubicBezTo>
                <a:cubicBezTo>
                  <a:pt x="8681294" y="3443362"/>
                  <a:pt x="8681581" y="3443401"/>
                  <a:pt x="8681868" y="3443400"/>
                </a:cubicBezTo>
                <a:cubicBezTo>
                  <a:pt x="8683152" y="3443401"/>
                  <a:pt x="8684360" y="3442558"/>
                  <a:pt x="8684743" y="3441254"/>
                </a:cubicBezTo>
                <a:cubicBezTo>
                  <a:pt x="8685204" y="3439644"/>
                  <a:pt x="8684303" y="3437997"/>
                  <a:pt x="8682711" y="3437517"/>
                </a:cubicBezTo>
                <a:close/>
                <a:moveTo>
                  <a:pt x="8294212" y="3588961"/>
                </a:moveTo>
                <a:cubicBezTo>
                  <a:pt x="8293714" y="3588788"/>
                  <a:pt x="8293177" y="3589057"/>
                  <a:pt x="8293004" y="3589555"/>
                </a:cubicBezTo>
                <a:cubicBezTo>
                  <a:pt x="8292832" y="3590053"/>
                  <a:pt x="8293081" y="3590609"/>
                  <a:pt x="8293599" y="3590782"/>
                </a:cubicBezTo>
                <a:cubicBezTo>
                  <a:pt x="8293694" y="3590839"/>
                  <a:pt x="8293810" y="3590839"/>
                  <a:pt x="8293904" y="3590839"/>
                </a:cubicBezTo>
                <a:cubicBezTo>
                  <a:pt x="8294308" y="3590839"/>
                  <a:pt x="8294672" y="3590570"/>
                  <a:pt x="8294806" y="3590187"/>
                </a:cubicBezTo>
                <a:cubicBezTo>
                  <a:pt x="8294979" y="3589689"/>
                  <a:pt x="8294711" y="3589133"/>
                  <a:pt x="8294212" y="3588961"/>
                </a:cubicBezTo>
                <a:close/>
                <a:moveTo>
                  <a:pt x="9394914" y="3144442"/>
                </a:moveTo>
                <a:cubicBezTo>
                  <a:pt x="9391561" y="3144518"/>
                  <a:pt x="9388897" y="3147278"/>
                  <a:pt x="9388974" y="3150631"/>
                </a:cubicBezTo>
                <a:cubicBezTo>
                  <a:pt x="9389031" y="3153948"/>
                  <a:pt x="9391734" y="3156573"/>
                  <a:pt x="9395029" y="3156573"/>
                </a:cubicBezTo>
                <a:lnTo>
                  <a:pt x="9395165" y="3156573"/>
                </a:lnTo>
                <a:cubicBezTo>
                  <a:pt x="9398518" y="3156515"/>
                  <a:pt x="9401181" y="3153737"/>
                  <a:pt x="9401105" y="3150383"/>
                </a:cubicBezTo>
                <a:cubicBezTo>
                  <a:pt x="9401029" y="3147028"/>
                  <a:pt x="9398268" y="3144365"/>
                  <a:pt x="9394914" y="3144442"/>
                </a:cubicBezTo>
                <a:close/>
                <a:moveTo>
                  <a:pt x="8444257" y="3500265"/>
                </a:moveTo>
                <a:cubicBezTo>
                  <a:pt x="8443222" y="3499900"/>
                  <a:pt x="8442110" y="3500456"/>
                  <a:pt x="8441746" y="3501491"/>
                </a:cubicBezTo>
                <a:cubicBezTo>
                  <a:pt x="8441401" y="3502525"/>
                  <a:pt x="8441957" y="3503657"/>
                  <a:pt x="8442992" y="3504002"/>
                </a:cubicBezTo>
                <a:cubicBezTo>
                  <a:pt x="8443203" y="3504078"/>
                  <a:pt x="8443414" y="3504117"/>
                  <a:pt x="8443625" y="3504117"/>
                </a:cubicBezTo>
                <a:cubicBezTo>
                  <a:pt x="8444449" y="3504117"/>
                  <a:pt x="8445215" y="3503600"/>
                  <a:pt x="8445503" y="3502775"/>
                </a:cubicBezTo>
                <a:cubicBezTo>
                  <a:pt x="8445848" y="3501740"/>
                  <a:pt x="8445292" y="3500609"/>
                  <a:pt x="8444257" y="3500265"/>
                </a:cubicBezTo>
                <a:close/>
                <a:moveTo>
                  <a:pt x="9061648" y="3252208"/>
                </a:moveTo>
                <a:cubicBezTo>
                  <a:pt x="9058889" y="3251824"/>
                  <a:pt x="9056340" y="3253740"/>
                  <a:pt x="9055937" y="3256500"/>
                </a:cubicBezTo>
                <a:cubicBezTo>
                  <a:pt x="9055554" y="3259260"/>
                  <a:pt x="9057470" y="3261810"/>
                  <a:pt x="9060230" y="3262212"/>
                </a:cubicBezTo>
                <a:cubicBezTo>
                  <a:pt x="9060460" y="3262269"/>
                  <a:pt x="9060709" y="3262269"/>
                  <a:pt x="9060939" y="3262269"/>
                </a:cubicBezTo>
                <a:cubicBezTo>
                  <a:pt x="9063412" y="3262269"/>
                  <a:pt x="9065577" y="3260448"/>
                  <a:pt x="9065942" y="3257919"/>
                </a:cubicBezTo>
                <a:cubicBezTo>
                  <a:pt x="9066324" y="3255159"/>
                  <a:pt x="9064408" y="3252610"/>
                  <a:pt x="9061648" y="3252208"/>
                </a:cubicBezTo>
                <a:close/>
                <a:moveTo>
                  <a:pt x="8825800" y="3339257"/>
                </a:moveTo>
                <a:cubicBezTo>
                  <a:pt x="8823654" y="3338701"/>
                  <a:pt x="8821468" y="3340024"/>
                  <a:pt x="8820933" y="3342170"/>
                </a:cubicBezTo>
                <a:cubicBezTo>
                  <a:pt x="8820395" y="3344335"/>
                  <a:pt x="8821698" y="3346501"/>
                  <a:pt x="8823845" y="3347057"/>
                </a:cubicBezTo>
                <a:cubicBezTo>
                  <a:pt x="8824171" y="3347134"/>
                  <a:pt x="8824497" y="3347172"/>
                  <a:pt x="8824823" y="3347172"/>
                </a:cubicBezTo>
                <a:cubicBezTo>
                  <a:pt x="8826624" y="3347172"/>
                  <a:pt x="8828273" y="3345965"/>
                  <a:pt x="8828732" y="3344124"/>
                </a:cubicBezTo>
                <a:cubicBezTo>
                  <a:pt x="8829270" y="3341978"/>
                  <a:pt x="8827966" y="3339793"/>
                  <a:pt x="8825800" y="3339257"/>
                </a:cubicBezTo>
                <a:close/>
                <a:moveTo>
                  <a:pt x="9296251" y="3143905"/>
                </a:moveTo>
                <a:cubicBezTo>
                  <a:pt x="9292897" y="3143790"/>
                  <a:pt x="9290081" y="3146415"/>
                  <a:pt x="9289984" y="3149769"/>
                </a:cubicBezTo>
                <a:cubicBezTo>
                  <a:pt x="9289870" y="3153123"/>
                  <a:pt x="9292495" y="3155921"/>
                  <a:pt x="9295849" y="3156036"/>
                </a:cubicBezTo>
                <a:lnTo>
                  <a:pt x="9296041" y="3156036"/>
                </a:lnTo>
                <a:cubicBezTo>
                  <a:pt x="9299318" y="3156036"/>
                  <a:pt x="9302000" y="3153449"/>
                  <a:pt x="9302116" y="3150172"/>
                </a:cubicBezTo>
                <a:cubicBezTo>
                  <a:pt x="9302212" y="3146817"/>
                  <a:pt x="9299587" y="3144001"/>
                  <a:pt x="9296251" y="3143905"/>
                </a:cubicBezTo>
                <a:close/>
                <a:moveTo>
                  <a:pt x="8589990" y="3408903"/>
                </a:moveTo>
                <a:cubicBezTo>
                  <a:pt x="8588399" y="3408385"/>
                  <a:pt x="8586713" y="3409248"/>
                  <a:pt x="8586195" y="3410839"/>
                </a:cubicBezTo>
                <a:cubicBezTo>
                  <a:pt x="8585697" y="3412409"/>
                  <a:pt x="8586559" y="3414097"/>
                  <a:pt x="8588150" y="3414614"/>
                </a:cubicBezTo>
                <a:lnTo>
                  <a:pt x="8588169" y="3414614"/>
                </a:lnTo>
                <a:cubicBezTo>
                  <a:pt x="8588457" y="3414710"/>
                  <a:pt x="8588783" y="3414767"/>
                  <a:pt x="8589070" y="3414767"/>
                </a:cubicBezTo>
                <a:cubicBezTo>
                  <a:pt x="8590354" y="3414767"/>
                  <a:pt x="8591522" y="3413944"/>
                  <a:pt x="8591926" y="3412679"/>
                </a:cubicBezTo>
                <a:cubicBezTo>
                  <a:pt x="8592443" y="3411107"/>
                  <a:pt x="8591580" y="3409401"/>
                  <a:pt x="8589990" y="3408903"/>
                </a:cubicBezTo>
                <a:close/>
                <a:moveTo>
                  <a:pt x="8203387" y="3558392"/>
                </a:moveTo>
                <a:cubicBezTo>
                  <a:pt x="8202889" y="3558220"/>
                  <a:pt x="8202352" y="3558488"/>
                  <a:pt x="8202180" y="3559006"/>
                </a:cubicBezTo>
                <a:cubicBezTo>
                  <a:pt x="8202008" y="3559504"/>
                  <a:pt x="8202277" y="3560040"/>
                  <a:pt x="8202793" y="3560214"/>
                </a:cubicBezTo>
                <a:cubicBezTo>
                  <a:pt x="8202889" y="3560252"/>
                  <a:pt x="8203081" y="3560252"/>
                  <a:pt x="8203081" y="3560252"/>
                </a:cubicBezTo>
                <a:cubicBezTo>
                  <a:pt x="8203483" y="3560252"/>
                  <a:pt x="8203866" y="3560002"/>
                  <a:pt x="8204001" y="3559600"/>
                </a:cubicBezTo>
                <a:cubicBezTo>
                  <a:pt x="8204154" y="3559102"/>
                  <a:pt x="8203886" y="3558565"/>
                  <a:pt x="8203387" y="3558392"/>
                </a:cubicBezTo>
                <a:close/>
                <a:moveTo>
                  <a:pt x="8964997" y="3235534"/>
                </a:moveTo>
                <a:cubicBezTo>
                  <a:pt x="8962276" y="3234997"/>
                  <a:pt x="8959612" y="3236761"/>
                  <a:pt x="8959056" y="3239501"/>
                </a:cubicBezTo>
                <a:cubicBezTo>
                  <a:pt x="8958520" y="3242222"/>
                  <a:pt x="8960283" y="3244887"/>
                  <a:pt x="8963004" y="3245442"/>
                </a:cubicBezTo>
                <a:cubicBezTo>
                  <a:pt x="8963350" y="3245499"/>
                  <a:pt x="8963694" y="3245538"/>
                  <a:pt x="8964021" y="3245538"/>
                </a:cubicBezTo>
                <a:cubicBezTo>
                  <a:pt x="8966378" y="3245538"/>
                  <a:pt x="8968467" y="3243890"/>
                  <a:pt x="8968965" y="3241494"/>
                </a:cubicBezTo>
                <a:cubicBezTo>
                  <a:pt x="8969501" y="3238753"/>
                  <a:pt x="8967739" y="3236090"/>
                  <a:pt x="8964997" y="3235534"/>
                </a:cubicBezTo>
                <a:close/>
                <a:moveTo>
                  <a:pt x="8353011" y="3468986"/>
                </a:moveTo>
                <a:cubicBezTo>
                  <a:pt x="8351977" y="3468623"/>
                  <a:pt x="8350845" y="3469178"/>
                  <a:pt x="8350481" y="3470213"/>
                </a:cubicBezTo>
                <a:cubicBezTo>
                  <a:pt x="8350137" y="3471248"/>
                  <a:pt x="8350693" y="3472359"/>
                  <a:pt x="8351727" y="3472724"/>
                </a:cubicBezTo>
                <a:cubicBezTo>
                  <a:pt x="8351938" y="3472800"/>
                  <a:pt x="8352149" y="3472839"/>
                  <a:pt x="8352359" y="3472839"/>
                </a:cubicBezTo>
                <a:cubicBezTo>
                  <a:pt x="8353183" y="3472839"/>
                  <a:pt x="8353950" y="3472321"/>
                  <a:pt x="8354237" y="3471498"/>
                </a:cubicBezTo>
                <a:cubicBezTo>
                  <a:pt x="8354583" y="3470462"/>
                  <a:pt x="8354027" y="3469332"/>
                  <a:pt x="8353011" y="3468986"/>
                </a:cubicBezTo>
                <a:close/>
                <a:moveTo>
                  <a:pt x="9197762" y="3137964"/>
                </a:moveTo>
                <a:cubicBezTo>
                  <a:pt x="9194407" y="3137676"/>
                  <a:pt x="9191475" y="3140148"/>
                  <a:pt x="9191169" y="3143483"/>
                </a:cubicBezTo>
                <a:cubicBezTo>
                  <a:pt x="9190861" y="3146817"/>
                  <a:pt x="9193334" y="3149769"/>
                  <a:pt x="9196668" y="3150057"/>
                </a:cubicBezTo>
                <a:lnTo>
                  <a:pt x="9196668" y="3150076"/>
                </a:lnTo>
                <a:cubicBezTo>
                  <a:pt x="9196860" y="3150076"/>
                  <a:pt x="9197033" y="3150076"/>
                  <a:pt x="9197224" y="3150076"/>
                </a:cubicBezTo>
                <a:cubicBezTo>
                  <a:pt x="9200329" y="3150076"/>
                  <a:pt x="9202974" y="3147699"/>
                  <a:pt x="9203261" y="3144557"/>
                </a:cubicBezTo>
                <a:cubicBezTo>
                  <a:pt x="9203550" y="3141222"/>
                  <a:pt x="9201096" y="3138269"/>
                  <a:pt x="9197762" y="3137964"/>
                </a:cubicBezTo>
                <a:close/>
                <a:moveTo>
                  <a:pt x="8731641" y="3313652"/>
                </a:moveTo>
                <a:cubicBezTo>
                  <a:pt x="8729494" y="3313019"/>
                  <a:pt x="8727271" y="3314246"/>
                  <a:pt x="8726639" y="3316392"/>
                </a:cubicBezTo>
                <a:cubicBezTo>
                  <a:pt x="8726026" y="3318519"/>
                  <a:pt x="8727252" y="3320762"/>
                  <a:pt x="8729379" y="3321376"/>
                </a:cubicBezTo>
                <a:cubicBezTo>
                  <a:pt x="8729763" y="3321491"/>
                  <a:pt x="8730146" y="3321529"/>
                  <a:pt x="8730510" y="3321529"/>
                </a:cubicBezTo>
                <a:cubicBezTo>
                  <a:pt x="8732254" y="3321528"/>
                  <a:pt x="8733864" y="3320398"/>
                  <a:pt x="8734363" y="3318635"/>
                </a:cubicBezTo>
                <a:cubicBezTo>
                  <a:pt x="8734995" y="3316507"/>
                  <a:pt x="8733768" y="3314265"/>
                  <a:pt x="8731641" y="3313652"/>
                </a:cubicBezTo>
                <a:close/>
                <a:moveTo>
                  <a:pt x="9428243" y="3020978"/>
                </a:moveTo>
                <a:cubicBezTo>
                  <a:pt x="9424334" y="3021016"/>
                  <a:pt x="9421171" y="3024216"/>
                  <a:pt x="9421209" y="3028127"/>
                </a:cubicBezTo>
                <a:cubicBezTo>
                  <a:pt x="9421248" y="3032055"/>
                  <a:pt x="9424449" y="3035198"/>
                  <a:pt x="9428358" y="3035160"/>
                </a:cubicBezTo>
                <a:cubicBezTo>
                  <a:pt x="9432287" y="3035121"/>
                  <a:pt x="9435430" y="3031921"/>
                  <a:pt x="9435392" y="3028012"/>
                </a:cubicBezTo>
                <a:cubicBezTo>
                  <a:pt x="9435353" y="3024101"/>
                  <a:pt x="9432153" y="3020939"/>
                  <a:pt x="9428243" y="3020978"/>
                </a:cubicBezTo>
                <a:close/>
                <a:moveTo>
                  <a:pt x="8112026" y="3529453"/>
                </a:moveTo>
                <a:cubicBezTo>
                  <a:pt x="8111509" y="3529299"/>
                  <a:pt x="8110973" y="3529587"/>
                  <a:pt x="8110819" y="3530104"/>
                </a:cubicBezTo>
                <a:cubicBezTo>
                  <a:pt x="8110665" y="3530602"/>
                  <a:pt x="8110953" y="3531139"/>
                  <a:pt x="8111470" y="3531293"/>
                </a:cubicBezTo>
                <a:cubicBezTo>
                  <a:pt x="8111567" y="3531331"/>
                  <a:pt x="8111739" y="3531331"/>
                  <a:pt x="8111739" y="3531331"/>
                </a:cubicBezTo>
                <a:cubicBezTo>
                  <a:pt x="8112161" y="3531331"/>
                  <a:pt x="8112543" y="3531062"/>
                  <a:pt x="8112658" y="3530660"/>
                </a:cubicBezTo>
                <a:cubicBezTo>
                  <a:pt x="8112812" y="3530143"/>
                  <a:pt x="8112525" y="3529606"/>
                  <a:pt x="8112026" y="3529453"/>
                </a:cubicBezTo>
                <a:close/>
                <a:moveTo>
                  <a:pt x="8497824" y="3378372"/>
                </a:moveTo>
                <a:cubicBezTo>
                  <a:pt x="8496252" y="3377836"/>
                  <a:pt x="8494547" y="3378679"/>
                  <a:pt x="8494029" y="3380251"/>
                </a:cubicBezTo>
                <a:cubicBezTo>
                  <a:pt x="8493493" y="3381822"/>
                  <a:pt x="8494336" y="3383528"/>
                  <a:pt x="8495908" y="3384065"/>
                </a:cubicBezTo>
                <a:cubicBezTo>
                  <a:pt x="8496214" y="3384160"/>
                  <a:pt x="8496539" y="3384218"/>
                  <a:pt x="8496866" y="3384218"/>
                </a:cubicBezTo>
                <a:cubicBezTo>
                  <a:pt x="8498112" y="3384218"/>
                  <a:pt x="8499281" y="3383432"/>
                  <a:pt x="8499721" y="3382187"/>
                </a:cubicBezTo>
                <a:cubicBezTo>
                  <a:pt x="8500239" y="3380615"/>
                  <a:pt x="8499396" y="3378909"/>
                  <a:pt x="8497824" y="3378372"/>
                </a:cubicBezTo>
                <a:close/>
                <a:moveTo>
                  <a:pt x="9099788" y="3126349"/>
                </a:moveTo>
                <a:cubicBezTo>
                  <a:pt x="9096472" y="3125851"/>
                  <a:pt x="9093388" y="3128131"/>
                  <a:pt x="9092889" y="3131447"/>
                </a:cubicBezTo>
                <a:cubicBezTo>
                  <a:pt x="9092409" y="3134763"/>
                  <a:pt x="9094690" y="3137848"/>
                  <a:pt x="9098006" y="3138347"/>
                </a:cubicBezTo>
                <a:cubicBezTo>
                  <a:pt x="9098312" y="3138404"/>
                  <a:pt x="9098599" y="3138423"/>
                  <a:pt x="9098907" y="3138423"/>
                </a:cubicBezTo>
                <a:cubicBezTo>
                  <a:pt x="9101858" y="3138423"/>
                  <a:pt x="9104464" y="3136257"/>
                  <a:pt x="9104905" y="3133249"/>
                </a:cubicBezTo>
                <a:cubicBezTo>
                  <a:pt x="9105385" y="3129933"/>
                  <a:pt x="9103104" y="3126848"/>
                  <a:pt x="9099788" y="3126349"/>
                </a:cubicBezTo>
                <a:close/>
                <a:moveTo>
                  <a:pt x="8869325" y="3213800"/>
                </a:moveTo>
                <a:cubicBezTo>
                  <a:pt x="8866622" y="3213110"/>
                  <a:pt x="8863882" y="3214758"/>
                  <a:pt x="8863211" y="3217461"/>
                </a:cubicBezTo>
                <a:cubicBezTo>
                  <a:pt x="8862521" y="3220163"/>
                  <a:pt x="8864169" y="3222904"/>
                  <a:pt x="8866871" y="3223594"/>
                </a:cubicBezTo>
                <a:cubicBezTo>
                  <a:pt x="8867274" y="3223689"/>
                  <a:pt x="8867695" y="3223728"/>
                  <a:pt x="8868098" y="3223728"/>
                </a:cubicBezTo>
                <a:cubicBezTo>
                  <a:pt x="8870359" y="3223747"/>
                  <a:pt x="8872410" y="3222214"/>
                  <a:pt x="8872986" y="3219914"/>
                </a:cubicBezTo>
                <a:cubicBezTo>
                  <a:pt x="8873675" y="3217212"/>
                  <a:pt x="8872027" y="3214471"/>
                  <a:pt x="8869325" y="3213800"/>
                </a:cubicBezTo>
                <a:close/>
                <a:moveTo>
                  <a:pt x="8261612" y="3438016"/>
                </a:moveTo>
                <a:cubicBezTo>
                  <a:pt x="8260577" y="3437670"/>
                  <a:pt x="8259465" y="3438245"/>
                  <a:pt x="8259120" y="3439281"/>
                </a:cubicBezTo>
                <a:cubicBezTo>
                  <a:pt x="8258776" y="3440315"/>
                  <a:pt x="8259331" y="3441446"/>
                  <a:pt x="8260366" y="3441772"/>
                </a:cubicBezTo>
                <a:cubicBezTo>
                  <a:pt x="8260577" y="3441849"/>
                  <a:pt x="8260788" y="3441887"/>
                  <a:pt x="8260998" y="3441887"/>
                </a:cubicBezTo>
                <a:cubicBezTo>
                  <a:pt x="8261823" y="3441887"/>
                  <a:pt x="8262609" y="3441350"/>
                  <a:pt x="8262877" y="3440526"/>
                </a:cubicBezTo>
                <a:cubicBezTo>
                  <a:pt x="8263222" y="3439491"/>
                  <a:pt x="8262666" y="3438360"/>
                  <a:pt x="8261612" y="3438016"/>
                </a:cubicBezTo>
                <a:close/>
                <a:moveTo>
                  <a:pt x="9329005" y="3019253"/>
                </a:moveTo>
                <a:cubicBezTo>
                  <a:pt x="9325096" y="3019081"/>
                  <a:pt x="9321780" y="3022128"/>
                  <a:pt x="9321607" y="3026037"/>
                </a:cubicBezTo>
                <a:cubicBezTo>
                  <a:pt x="9321435" y="3029947"/>
                  <a:pt x="9324463" y="3033244"/>
                  <a:pt x="9328373" y="3033435"/>
                </a:cubicBezTo>
                <a:lnTo>
                  <a:pt x="9328391" y="3033435"/>
                </a:lnTo>
                <a:lnTo>
                  <a:pt x="9328699" y="3033435"/>
                </a:lnTo>
                <a:cubicBezTo>
                  <a:pt x="9332475" y="3033435"/>
                  <a:pt x="9335617" y="3030464"/>
                  <a:pt x="9335770" y="3026650"/>
                </a:cubicBezTo>
                <a:cubicBezTo>
                  <a:pt x="9335942" y="3022741"/>
                  <a:pt x="9332915" y="3019425"/>
                  <a:pt x="9329005" y="3019253"/>
                </a:cubicBezTo>
                <a:close/>
                <a:moveTo>
                  <a:pt x="8638268" y="3285038"/>
                </a:moveTo>
                <a:cubicBezTo>
                  <a:pt x="8636141" y="3284367"/>
                  <a:pt x="8633879" y="3285537"/>
                  <a:pt x="8633208" y="3287645"/>
                </a:cubicBezTo>
                <a:cubicBezTo>
                  <a:pt x="8632538" y="3289772"/>
                  <a:pt x="8633687" y="3292034"/>
                  <a:pt x="8635815" y="3292703"/>
                </a:cubicBezTo>
                <a:cubicBezTo>
                  <a:pt x="8636217" y="3292838"/>
                  <a:pt x="8636639" y="3292896"/>
                  <a:pt x="8637041" y="3292896"/>
                </a:cubicBezTo>
                <a:cubicBezTo>
                  <a:pt x="8638747" y="3292896"/>
                  <a:pt x="8640318" y="3291803"/>
                  <a:pt x="8640874" y="3290098"/>
                </a:cubicBezTo>
                <a:cubicBezTo>
                  <a:pt x="8641545" y="3287990"/>
                  <a:pt x="8640376" y="3285709"/>
                  <a:pt x="8638268" y="3285038"/>
                </a:cubicBezTo>
                <a:close/>
                <a:moveTo>
                  <a:pt x="8019822" y="3503292"/>
                </a:moveTo>
                <a:cubicBezTo>
                  <a:pt x="8019323" y="3503157"/>
                  <a:pt x="8018787" y="3503464"/>
                  <a:pt x="8018653" y="3503982"/>
                </a:cubicBezTo>
                <a:cubicBezTo>
                  <a:pt x="8018518" y="3504480"/>
                  <a:pt x="8018826" y="3505017"/>
                  <a:pt x="8019343" y="3505152"/>
                </a:cubicBezTo>
                <a:lnTo>
                  <a:pt x="8019343" y="3505169"/>
                </a:lnTo>
                <a:cubicBezTo>
                  <a:pt x="8019420" y="3505170"/>
                  <a:pt x="8019496" y="3505170"/>
                  <a:pt x="8019592" y="3505170"/>
                </a:cubicBezTo>
                <a:cubicBezTo>
                  <a:pt x="8020014" y="3505169"/>
                  <a:pt x="8020396" y="3504883"/>
                  <a:pt x="8020511" y="3504461"/>
                </a:cubicBezTo>
                <a:cubicBezTo>
                  <a:pt x="8020647" y="3503944"/>
                  <a:pt x="8020339" y="3503426"/>
                  <a:pt x="8019822" y="3503292"/>
                </a:cubicBezTo>
                <a:close/>
                <a:moveTo>
                  <a:pt x="8405944" y="3346980"/>
                </a:moveTo>
                <a:cubicBezTo>
                  <a:pt x="8404374" y="3346443"/>
                  <a:pt x="8402667" y="3347286"/>
                  <a:pt x="8402132" y="3348858"/>
                </a:cubicBezTo>
                <a:cubicBezTo>
                  <a:pt x="8401595" y="3350429"/>
                  <a:pt x="8402419" y="3352136"/>
                  <a:pt x="8403991" y="3352672"/>
                </a:cubicBezTo>
                <a:cubicBezTo>
                  <a:pt x="8404317" y="3352768"/>
                  <a:pt x="8404642" y="3352825"/>
                  <a:pt x="8404968" y="3352825"/>
                </a:cubicBezTo>
                <a:cubicBezTo>
                  <a:pt x="8406213" y="3352825"/>
                  <a:pt x="8407382" y="3352039"/>
                  <a:pt x="8407805" y="3350794"/>
                </a:cubicBezTo>
                <a:cubicBezTo>
                  <a:pt x="8408341" y="3349222"/>
                  <a:pt x="8407517" y="3347517"/>
                  <a:pt x="8405944" y="3346980"/>
                </a:cubicBezTo>
                <a:close/>
                <a:moveTo>
                  <a:pt x="9002678" y="3109004"/>
                </a:moveTo>
                <a:cubicBezTo>
                  <a:pt x="8999381" y="3108333"/>
                  <a:pt x="8996181" y="3110442"/>
                  <a:pt x="8995509" y="3113719"/>
                </a:cubicBezTo>
                <a:cubicBezTo>
                  <a:pt x="8994820" y="3116996"/>
                  <a:pt x="8996928" y="3120216"/>
                  <a:pt x="9000224" y="3120887"/>
                </a:cubicBezTo>
                <a:cubicBezTo>
                  <a:pt x="9000627" y="3120983"/>
                  <a:pt x="9001048" y="3121021"/>
                  <a:pt x="9001450" y="3121021"/>
                </a:cubicBezTo>
                <a:cubicBezTo>
                  <a:pt x="9004268" y="3121021"/>
                  <a:pt x="9006798" y="3119047"/>
                  <a:pt x="9007392" y="3116173"/>
                </a:cubicBezTo>
                <a:cubicBezTo>
                  <a:pt x="9008063" y="3112895"/>
                  <a:pt x="9005955" y="3109695"/>
                  <a:pt x="9002678" y="3109004"/>
                </a:cubicBezTo>
                <a:close/>
                <a:moveTo>
                  <a:pt x="9229997" y="3012161"/>
                </a:moveTo>
                <a:cubicBezTo>
                  <a:pt x="9226088" y="3011759"/>
                  <a:pt x="9222618" y="3014614"/>
                  <a:pt x="9222235" y="3018505"/>
                </a:cubicBezTo>
                <a:cubicBezTo>
                  <a:pt x="9221833" y="3022415"/>
                  <a:pt x="9224688" y="3025884"/>
                  <a:pt x="9228579" y="3026267"/>
                </a:cubicBezTo>
                <a:cubicBezTo>
                  <a:pt x="9228828" y="3026286"/>
                  <a:pt x="9229059" y="3026306"/>
                  <a:pt x="9229288" y="3026306"/>
                </a:cubicBezTo>
                <a:cubicBezTo>
                  <a:pt x="9232892" y="3026306"/>
                  <a:pt x="9235977" y="3023584"/>
                  <a:pt x="9236341" y="3019923"/>
                </a:cubicBezTo>
                <a:cubicBezTo>
                  <a:pt x="9236725" y="3016014"/>
                  <a:pt x="9233887" y="3012545"/>
                  <a:pt x="9229997" y="3012161"/>
                </a:cubicBezTo>
                <a:close/>
                <a:moveTo>
                  <a:pt x="8774571" y="3188022"/>
                </a:moveTo>
                <a:cubicBezTo>
                  <a:pt x="8771889" y="3187256"/>
                  <a:pt x="8769090" y="3188790"/>
                  <a:pt x="8768304" y="3191472"/>
                </a:cubicBezTo>
                <a:cubicBezTo>
                  <a:pt x="8767538" y="3194137"/>
                  <a:pt x="8769071" y="3196935"/>
                  <a:pt x="8771753" y="3197721"/>
                </a:cubicBezTo>
                <a:cubicBezTo>
                  <a:pt x="8772214" y="3197855"/>
                  <a:pt x="8772693" y="3197912"/>
                  <a:pt x="8773173" y="3197912"/>
                </a:cubicBezTo>
                <a:cubicBezTo>
                  <a:pt x="8775356" y="3197912"/>
                  <a:pt x="8777369" y="3196494"/>
                  <a:pt x="8778002" y="3194290"/>
                </a:cubicBezTo>
                <a:cubicBezTo>
                  <a:pt x="8778787" y="3191606"/>
                  <a:pt x="8777236" y="3188808"/>
                  <a:pt x="8774571" y="3188022"/>
                </a:cubicBezTo>
                <a:close/>
                <a:moveTo>
                  <a:pt x="8169771" y="3408443"/>
                </a:moveTo>
                <a:cubicBezTo>
                  <a:pt x="8168737" y="3408118"/>
                  <a:pt x="8167626" y="3408692"/>
                  <a:pt x="8167300" y="3409746"/>
                </a:cubicBezTo>
                <a:cubicBezTo>
                  <a:pt x="8166973" y="3410799"/>
                  <a:pt x="8167548" y="3411893"/>
                  <a:pt x="8168602" y="3412218"/>
                </a:cubicBezTo>
                <a:cubicBezTo>
                  <a:pt x="8168794" y="3412277"/>
                  <a:pt x="8168986" y="3412314"/>
                  <a:pt x="8169196" y="3412314"/>
                </a:cubicBezTo>
                <a:cubicBezTo>
                  <a:pt x="8170039" y="3412314"/>
                  <a:pt x="8170825" y="3411758"/>
                  <a:pt x="8171075" y="3410915"/>
                </a:cubicBezTo>
                <a:cubicBezTo>
                  <a:pt x="8171401" y="3409861"/>
                  <a:pt x="8170825" y="3408750"/>
                  <a:pt x="8169771" y="3408443"/>
                </a:cubicBezTo>
                <a:close/>
                <a:moveTo>
                  <a:pt x="9447624" y="2904365"/>
                </a:moveTo>
                <a:lnTo>
                  <a:pt x="9446680" y="2905296"/>
                </a:lnTo>
                <a:lnTo>
                  <a:pt x="9448842" y="2907484"/>
                </a:lnTo>
                <a:close/>
                <a:moveTo>
                  <a:pt x="8545488" y="3254469"/>
                </a:moveTo>
                <a:cubicBezTo>
                  <a:pt x="8543361" y="3253760"/>
                  <a:pt x="8541080" y="3254891"/>
                  <a:pt x="8540371" y="3257018"/>
                </a:cubicBezTo>
                <a:cubicBezTo>
                  <a:pt x="8539662" y="3259107"/>
                  <a:pt x="8540793" y="3261388"/>
                  <a:pt x="8542901" y="3262097"/>
                </a:cubicBezTo>
                <a:cubicBezTo>
                  <a:pt x="8543323" y="3262250"/>
                  <a:pt x="8543764" y="3262327"/>
                  <a:pt x="8544185" y="3262327"/>
                </a:cubicBezTo>
                <a:cubicBezTo>
                  <a:pt x="8545872" y="3262327"/>
                  <a:pt x="8547443" y="3261254"/>
                  <a:pt x="8547999" y="3259586"/>
                </a:cubicBezTo>
                <a:cubicBezTo>
                  <a:pt x="8548708" y="3257479"/>
                  <a:pt x="8547577" y="3255197"/>
                  <a:pt x="8545488" y="3254469"/>
                </a:cubicBezTo>
                <a:close/>
                <a:moveTo>
                  <a:pt x="7926602" y="3481061"/>
                </a:moveTo>
                <a:cubicBezTo>
                  <a:pt x="7926084" y="3480964"/>
                  <a:pt x="7925586" y="3481290"/>
                  <a:pt x="7925471" y="3481789"/>
                </a:cubicBezTo>
                <a:cubicBezTo>
                  <a:pt x="7925356" y="3482326"/>
                  <a:pt x="7925701" y="3482824"/>
                  <a:pt x="7926219" y="3482939"/>
                </a:cubicBezTo>
                <a:lnTo>
                  <a:pt x="7926219" y="3482958"/>
                </a:lnTo>
                <a:cubicBezTo>
                  <a:pt x="7926276" y="3482958"/>
                  <a:pt x="7926410" y="3482958"/>
                  <a:pt x="7926410" y="3482958"/>
                </a:cubicBezTo>
                <a:cubicBezTo>
                  <a:pt x="7926851" y="3482958"/>
                  <a:pt x="7927254" y="3482651"/>
                  <a:pt x="7927349" y="3482191"/>
                </a:cubicBezTo>
                <a:cubicBezTo>
                  <a:pt x="7927445" y="3481673"/>
                  <a:pt x="7927119" y="3481176"/>
                  <a:pt x="7926602" y="3481061"/>
                </a:cubicBezTo>
                <a:close/>
                <a:moveTo>
                  <a:pt x="9131583" y="2999397"/>
                </a:moveTo>
                <a:cubicBezTo>
                  <a:pt x="9127712" y="2998784"/>
                  <a:pt x="9124071" y="3001410"/>
                  <a:pt x="9123458" y="3005281"/>
                </a:cubicBezTo>
                <a:cubicBezTo>
                  <a:pt x="9122844" y="3009152"/>
                  <a:pt x="9125469" y="3012794"/>
                  <a:pt x="9129341" y="3013408"/>
                </a:cubicBezTo>
                <a:cubicBezTo>
                  <a:pt x="9129725" y="3013465"/>
                  <a:pt x="9130088" y="3013503"/>
                  <a:pt x="9130471" y="3013503"/>
                </a:cubicBezTo>
                <a:cubicBezTo>
                  <a:pt x="9133884" y="3013503"/>
                  <a:pt x="9136912" y="3011011"/>
                  <a:pt x="9137467" y="3007524"/>
                </a:cubicBezTo>
                <a:cubicBezTo>
                  <a:pt x="9138080" y="3003652"/>
                  <a:pt x="9135455" y="3000010"/>
                  <a:pt x="9131583" y="2999397"/>
                </a:cubicBezTo>
                <a:close/>
                <a:moveTo>
                  <a:pt x="8906487" y="3086735"/>
                </a:moveTo>
                <a:cubicBezTo>
                  <a:pt x="8903248" y="3085911"/>
                  <a:pt x="8899932" y="3087884"/>
                  <a:pt x="8899108" y="3091124"/>
                </a:cubicBezTo>
                <a:cubicBezTo>
                  <a:pt x="8898284" y="3094362"/>
                  <a:pt x="8900238" y="3097678"/>
                  <a:pt x="8903497" y="3098502"/>
                </a:cubicBezTo>
                <a:cubicBezTo>
                  <a:pt x="8903995" y="3098636"/>
                  <a:pt x="8904494" y="3098694"/>
                  <a:pt x="8904992" y="3098694"/>
                </a:cubicBezTo>
                <a:cubicBezTo>
                  <a:pt x="8907713" y="3098694"/>
                  <a:pt x="8910167" y="3096873"/>
                  <a:pt x="8910876" y="3094133"/>
                </a:cubicBezTo>
                <a:cubicBezTo>
                  <a:pt x="8911700" y="3090874"/>
                  <a:pt x="8909744" y="3087558"/>
                  <a:pt x="8906487" y="3086735"/>
                </a:cubicBezTo>
                <a:close/>
                <a:moveTo>
                  <a:pt x="8313972" y="3315740"/>
                </a:moveTo>
                <a:cubicBezTo>
                  <a:pt x="8312400" y="3315204"/>
                  <a:pt x="8310694" y="3316066"/>
                  <a:pt x="8310176" y="3317638"/>
                </a:cubicBezTo>
                <a:cubicBezTo>
                  <a:pt x="8309640" y="3319210"/>
                  <a:pt x="8310484" y="3320895"/>
                  <a:pt x="8312073" y="3321432"/>
                </a:cubicBezTo>
                <a:cubicBezTo>
                  <a:pt x="8312380" y="3321548"/>
                  <a:pt x="8312706" y="3321585"/>
                  <a:pt x="8313013" y="3321586"/>
                </a:cubicBezTo>
                <a:cubicBezTo>
                  <a:pt x="8314278" y="3321586"/>
                  <a:pt x="8315447" y="3320799"/>
                  <a:pt x="8315868" y="3319535"/>
                </a:cubicBezTo>
                <a:cubicBezTo>
                  <a:pt x="8316385" y="3317963"/>
                  <a:pt x="8315542" y="3316277"/>
                  <a:pt x="8313972" y="3315740"/>
                </a:cubicBezTo>
                <a:close/>
                <a:moveTo>
                  <a:pt x="8680603" y="3159294"/>
                </a:moveTo>
                <a:cubicBezTo>
                  <a:pt x="8677940" y="3158451"/>
                  <a:pt x="8675103" y="3159907"/>
                  <a:pt x="8674259" y="3162572"/>
                </a:cubicBezTo>
                <a:cubicBezTo>
                  <a:pt x="8673416" y="3165217"/>
                  <a:pt x="8674873" y="3168053"/>
                  <a:pt x="8677538" y="3168915"/>
                </a:cubicBezTo>
                <a:cubicBezTo>
                  <a:pt x="8678035" y="3169068"/>
                  <a:pt x="8678553" y="3169145"/>
                  <a:pt x="8679071" y="3169145"/>
                </a:cubicBezTo>
                <a:cubicBezTo>
                  <a:pt x="8681198" y="3169145"/>
                  <a:pt x="8683191" y="3167785"/>
                  <a:pt x="8683880" y="3165638"/>
                </a:cubicBezTo>
                <a:cubicBezTo>
                  <a:pt x="8684724" y="3162974"/>
                  <a:pt x="8683249" y="3160137"/>
                  <a:pt x="8680603" y="3159294"/>
                </a:cubicBezTo>
                <a:close/>
                <a:moveTo>
                  <a:pt x="9355050" y="2894008"/>
                </a:moveTo>
                <a:cubicBezTo>
                  <a:pt x="9350566" y="2893740"/>
                  <a:pt x="9346713" y="2897152"/>
                  <a:pt x="9346464" y="2901617"/>
                </a:cubicBezTo>
                <a:cubicBezTo>
                  <a:pt x="9346196" y="2906102"/>
                  <a:pt x="9349607" y="2909935"/>
                  <a:pt x="9354092" y="2910203"/>
                </a:cubicBezTo>
                <a:lnTo>
                  <a:pt x="9354092" y="2910222"/>
                </a:lnTo>
                <a:cubicBezTo>
                  <a:pt x="9354246" y="2910222"/>
                  <a:pt x="9354418" y="2910222"/>
                  <a:pt x="9354571" y="2910222"/>
                </a:cubicBezTo>
                <a:cubicBezTo>
                  <a:pt x="9358826" y="2910222"/>
                  <a:pt x="9362410" y="2906887"/>
                  <a:pt x="9362659" y="2902575"/>
                </a:cubicBezTo>
                <a:cubicBezTo>
                  <a:pt x="9362927" y="2898110"/>
                  <a:pt x="9359516" y="2894257"/>
                  <a:pt x="9355050" y="2894008"/>
                </a:cubicBezTo>
                <a:close/>
                <a:moveTo>
                  <a:pt x="8077164" y="3381305"/>
                </a:moveTo>
                <a:cubicBezTo>
                  <a:pt x="8076111" y="3381018"/>
                  <a:pt x="8075018" y="3381631"/>
                  <a:pt x="8074730" y="3382685"/>
                </a:cubicBezTo>
                <a:cubicBezTo>
                  <a:pt x="8074443" y="3383739"/>
                  <a:pt x="8075056" y="3384831"/>
                  <a:pt x="8076111" y="3385137"/>
                </a:cubicBezTo>
                <a:cubicBezTo>
                  <a:pt x="8076283" y="3385196"/>
                  <a:pt x="8076455" y="3385196"/>
                  <a:pt x="8076629" y="3385196"/>
                </a:cubicBezTo>
                <a:cubicBezTo>
                  <a:pt x="8077510" y="3385196"/>
                  <a:pt x="8078315" y="3384621"/>
                  <a:pt x="8078545" y="3383739"/>
                </a:cubicBezTo>
                <a:cubicBezTo>
                  <a:pt x="8078832" y="3382685"/>
                  <a:pt x="8078218" y="3381592"/>
                  <a:pt x="8077164" y="3381305"/>
                </a:cubicBezTo>
                <a:close/>
                <a:moveTo>
                  <a:pt x="8452958" y="3222961"/>
                </a:moveTo>
                <a:cubicBezTo>
                  <a:pt x="8450850" y="3222252"/>
                  <a:pt x="8448570" y="3223364"/>
                  <a:pt x="8447842" y="3225472"/>
                </a:cubicBezTo>
                <a:cubicBezTo>
                  <a:pt x="8447132" y="3227561"/>
                  <a:pt x="8448244" y="3229861"/>
                  <a:pt x="8450352" y="3230570"/>
                </a:cubicBezTo>
                <a:cubicBezTo>
                  <a:pt x="8450793" y="3230724"/>
                  <a:pt x="8451234" y="3230800"/>
                  <a:pt x="8451654" y="3230800"/>
                </a:cubicBezTo>
                <a:cubicBezTo>
                  <a:pt x="8453342" y="3230800"/>
                  <a:pt x="8454894" y="3229746"/>
                  <a:pt x="8455469" y="3228079"/>
                </a:cubicBezTo>
                <a:cubicBezTo>
                  <a:pt x="8456179" y="3225970"/>
                  <a:pt x="8455067" y="3223671"/>
                  <a:pt x="8452958" y="3222961"/>
                </a:cubicBezTo>
                <a:close/>
                <a:moveTo>
                  <a:pt x="7832290" y="3463983"/>
                </a:moveTo>
                <a:cubicBezTo>
                  <a:pt x="7831771" y="3463908"/>
                  <a:pt x="7831293" y="3464272"/>
                  <a:pt x="7831197" y="3464789"/>
                </a:cubicBezTo>
                <a:cubicBezTo>
                  <a:pt x="7831139" y="3465306"/>
                  <a:pt x="7831484" y="3465786"/>
                  <a:pt x="7832021" y="3465882"/>
                </a:cubicBezTo>
                <a:lnTo>
                  <a:pt x="7832155" y="3465882"/>
                </a:lnTo>
                <a:cubicBezTo>
                  <a:pt x="7832615" y="3465882"/>
                  <a:pt x="7833037" y="3465536"/>
                  <a:pt x="7833113" y="3465058"/>
                </a:cubicBezTo>
                <a:cubicBezTo>
                  <a:pt x="7833171" y="3464539"/>
                  <a:pt x="7832826" y="3464061"/>
                  <a:pt x="7832290" y="3463983"/>
                </a:cubicBezTo>
                <a:close/>
                <a:moveTo>
                  <a:pt x="9034032" y="2981076"/>
                </a:moveTo>
                <a:cubicBezTo>
                  <a:pt x="9030199" y="2980270"/>
                  <a:pt x="9026442" y="2982705"/>
                  <a:pt x="9025619" y="2986519"/>
                </a:cubicBezTo>
                <a:cubicBezTo>
                  <a:pt x="9024795" y="2990352"/>
                  <a:pt x="9027228" y="2994127"/>
                  <a:pt x="9031061" y="2994951"/>
                </a:cubicBezTo>
                <a:cubicBezTo>
                  <a:pt x="9031559" y="2995066"/>
                  <a:pt x="9032058" y="2995104"/>
                  <a:pt x="9032556" y="2995104"/>
                </a:cubicBezTo>
                <a:cubicBezTo>
                  <a:pt x="9035833" y="2995104"/>
                  <a:pt x="9038766" y="2992824"/>
                  <a:pt x="9039475" y="2989508"/>
                </a:cubicBezTo>
                <a:cubicBezTo>
                  <a:pt x="9040299" y="2985675"/>
                  <a:pt x="9037865" y="2981899"/>
                  <a:pt x="9034032" y="2981076"/>
                </a:cubicBezTo>
                <a:close/>
                <a:moveTo>
                  <a:pt x="8811217" y="3060593"/>
                </a:moveTo>
                <a:cubicBezTo>
                  <a:pt x="8807997" y="3059635"/>
                  <a:pt x="8804623" y="3061494"/>
                  <a:pt x="8803684" y="3064713"/>
                </a:cubicBezTo>
                <a:cubicBezTo>
                  <a:pt x="8802744" y="3067914"/>
                  <a:pt x="8804584" y="3071288"/>
                  <a:pt x="8807804" y="3072246"/>
                </a:cubicBezTo>
                <a:cubicBezTo>
                  <a:pt x="8808360" y="3072399"/>
                  <a:pt x="8808935" y="3072476"/>
                  <a:pt x="8809491" y="3072476"/>
                </a:cubicBezTo>
                <a:cubicBezTo>
                  <a:pt x="8812117" y="3072476"/>
                  <a:pt x="8814551" y="3070770"/>
                  <a:pt x="8815317" y="3068125"/>
                </a:cubicBezTo>
                <a:cubicBezTo>
                  <a:pt x="8816276" y="3064906"/>
                  <a:pt x="8814417" y="3061532"/>
                  <a:pt x="8811217" y="3060593"/>
                </a:cubicBezTo>
                <a:close/>
                <a:moveTo>
                  <a:pt x="9255583" y="2885384"/>
                </a:moveTo>
                <a:cubicBezTo>
                  <a:pt x="9251117" y="2884886"/>
                  <a:pt x="9247111" y="2888067"/>
                  <a:pt x="9246594" y="2892532"/>
                </a:cubicBezTo>
                <a:cubicBezTo>
                  <a:pt x="9246077" y="2896979"/>
                  <a:pt x="9249277" y="2901004"/>
                  <a:pt x="9253723" y="2901502"/>
                </a:cubicBezTo>
                <a:cubicBezTo>
                  <a:pt x="9254049" y="2901560"/>
                  <a:pt x="9254356" y="2901560"/>
                  <a:pt x="9254663" y="2901560"/>
                </a:cubicBezTo>
                <a:cubicBezTo>
                  <a:pt x="9258726" y="2901560"/>
                  <a:pt x="9262232" y="2898512"/>
                  <a:pt x="9262711" y="2894372"/>
                </a:cubicBezTo>
                <a:cubicBezTo>
                  <a:pt x="9263229" y="2889926"/>
                  <a:pt x="9260029" y="2885901"/>
                  <a:pt x="9255583" y="2885384"/>
                </a:cubicBezTo>
                <a:close/>
                <a:moveTo>
                  <a:pt x="8221594" y="3285651"/>
                </a:moveTo>
                <a:cubicBezTo>
                  <a:pt x="8220023" y="3285153"/>
                  <a:pt x="8218337" y="3286053"/>
                  <a:pt x="8217838" y="3287625"/>
                </a:cubicBezTo>
                <a:cubicBezTo>
                  <a:pt x="8217340" y="3289215"/>
                  <a:pt x="8218201" y="3290902"/>
                  <a:pt x="8219792" y="3291400"/>
                </a:cubicBezTo>
                <a:cubicBezTo>
                  <a:pt x="8220100" y="3291476"/>
                  <a:pt x="8220406" y="3291535"/>
                  <a:pt x="8220693" y="3291535"/>
                </a:cubicBezTo>
                <a:cubicBezTo>
                  <a:pt x="8221977" y="3291535"/>
                  <a:pt x="8223166" y="3290711"/>
                  <a:pt x="8223568" y="3289427"/>
                </a:cubicBezTo>
                <a:cubicBezTo>
                  <a:pt x="8224048" y="3287854"/>
                  <a:pt x="8223185" y="3286150"/>
                  <a:pt x="8221594" y="3285651"/>
                </a:cubicBezTo>
                <a:close/>
                <a:moveTo>
                  <a:pt x="8587172" y="3128591"/>
                </a:moveTo>
                <a:cubicBezTo>
                  <a:pt x="8584528" y="3127709"/>
                  <a:pt x="8581673" y="3129128"/>
                  <a:pt x="8580791" y="3131773"/>
                </a:cubicBezTo>
                <a:cubicBezTo>
                  <a:pt x="8579890" y="3134417"/>
                  <a:pt x="8581327" y="3137273"/>
                  <a:pt x="8583972" y="3138154"/>
                </a:cubicBezTo>
                <a:lnTo>
                  <a:pt x="8583953" y="3138154"/>
                </a:lnTo>
                <a:cubicBezTo>
                  <a:pt x="8584490" y="3138347"/>
                  <a:pt x="8585045" y="3138423"/>
                  <a:pt x="8585563" y="3138423"/>
                </a:cubicBezTo>
                <a:cubicBezTo>
                  <a:pt x="8587671" y="3138423"/>
                  <a:pt x="8589645" y="3137100"/>
                  <a:pt x="8590354" y="3134992"/>
                </a:cubicBezTo>
                <a:cubicBezTo>
                  <a:pt x="8591235" y="3132348"/>
                  <a:pt x="8589818" y="3129473"/>
                  <a:pt x="8587172" y="3128591"/>
                </a:cubicBezTo>
                <a:close/>
                <a:moveTo>
                  <a:pt x="7983562" y="3357770"/>
                </a:moveTo>
                <a:cubicBezTo>
                  <a:pt x="7982488" y="3357521"/>
                  <a:pt x="7981434" y="3358192"/>
                  <a:pt x="7981184" y="3359265"/>
                </a:cubicBezTo>
                <a:cubicBezTo>
                  <a:pt x="7980936" y="3360338"/>
                  <a:pt x="7981625" y="3361392"/>
                  <a:pt x="7982680" y="3361642"/>
                </a:cubicBezTo>
                <a:cubicBezTo>
                  <a:pt x="7982834" y="3361680"/>
                  <a:pt x="7982967" y="3361680"/>
                  <a:pt x="7983121" y="3361679"/>
                </a:cubicBezTo>
                <a:cubicBezTo>
                  <a:pt x="7984021" y="3361680"/>
                  <a:pt x="7984845" y="3361066"/>
                  <a:pt x="7985056" y="3360147"/>
                </a:cubicBezTo>
                <a:cubicBezTo>
                  <a:pt x="7985286" y="3359072"/>
                  <a:pt x="7984615" y="3358020"/>
                  <a:pt x="7983562" y="3357770"/>
                </a:cubicBezTo>
                <a:close/>
                <a:moveTo>
                  <a:pt x="7737038" y="3453233"/>
                </a:moveTo>
                <a:cubicBezTo>
                  <a:pt x="7736520" y="3453194"/>
                  <a:pt x="7736060" y="3453596"/>
                  <a:pt x="7736022" y="3454114"/>
                </a:cubicBezTo>
                <a:cubicBezTo>
                  <a:pt x="7735984" y="3454631"/>
                  <a:pt x="7736368" y="3455091"/>
                  <a:pt x="7736903" y="3455149"/>
                </a:cubicBezTo>
                <a:lnTo>
                  <a:pt x="7736961" y="3455149"/>
                </a:lnTo>
                <a:cubicBezTo>
                  <a:pt x="7737459" y="3455149"/>
                  <a:pt x="7737920" y="3454765"/>
                  <a:pt x="7737920" y="3454248"/>
                </a:cubicBezTo>
                <a:cubicBezTo>
                  <a:pt x="7737958" y="3453731"/>
                  <a:pt x="7737574" y="3453270"/>
                  <a:pt x="7737038" y="3453233"/>
                </a:cubicBezTo>
                <a:close/>
                <a:moveTo>
                  <a:pt x="8360409" y="3191473"/>
                </a:moveTo>
                <a:cubicBezTo>
                  <a:pt x="8358301" y="3190764"/>
                  <a:pt x="8356001" y="3191913"/>
                  <a:pt x="8355311" y="3194022"/>
                </a:cubicBezTo>
                <a:cubicBezTo>
                  <a:pt x="8354602" y="3196112"/>
                  <a:pt x="8355732" y="3198392"/>
                  <a:pt x="8357841" y="3199100"/>
                </a:cubicBezTo>
                <a:cubicBezTo>
                  <a:pt x="8358262" y="3199254"/>
                  <a:pt x="8358703" y="3199331"/>
                  <a:pt x="8359124" y="3199331"/>
                </a:cubicBezTo>
                <a:cubicBezTo>
                  <a:pt x="8360811" y="3199331"/>
                  <a:pt x="8362364" y="3198257"/>
                  <a:pt x="8362938" y="3196571"/>
                </a:cubicBezTo>
                <a:cubicBezTo>
                  <a:pt x="8363648" y="3194463"/>
                  <a:pt x="8362517" y="3192182"/>
                  <a:pt x="8360409" y="3191473"/>
                </a:cubicBezTo>
                <a:close/>
                <a:moveTo>
                  <a:pt x="8937400" y="2958058"/>
                </a:moveTo>
                <a:cubicBezTo>
                  <a:pt x="8933606" y="2957061"/>
                  <a:pt x="8929734" y="2959342"/>
                  <a:pt x="8928757" y="2963137"/>
                </a:cubicBezTo>
                <a:cubicBezTo>
                  <a:pt x="8927760" y="2966913"/>
                  <a:pt x="8930042" y="2970784"/>
                  <a:pt x="8933836" y="2971780"/>
                </a:cubicBezTo>
                <a:cubicBezTo>
                  <a:pt x="8934429" y="2971934"/>
                  <a:pt x="8935024" y="2972010"/>
                  <a:pt x="8935618" y="2972010"/>
                </a:cubicBezTo>
                <a:cubicBezTo>
                  <a:pt x="8938761" y="2972010"/>
                  <a:pt x="8941655" y="2969902"/>
                  <a:pt x="8942479" y="2966702"/>
                </a:cubicBezTo>
                <a:cubicBezTo>
                  <a:pt x="8943457" y="2962906"/>
                  <a:pt x="8941196" y="2959036"/>
                  <a:pt x="8937400" y="2958058"/>
                </a:cubicBezTo>
                <a:close/>
                <a:moveTo>
                  <a:pt x="9156785" y="2871163"/>
                </a:moveTo>
                <a:cubicBezTo>
                  <a:pt x="9152358" y="2870397"/>
                  <a:pt x="9148161" y="2873348"/>
                  <a:pt x="9147394" y="2877776"/>
                </a:cubicBezTo>
                <a:cubicBezTo>
                  <a:pt x="9146627" y="2882183"/>
                  <a:pt x="9149598" y="2886381"/>
                  <a:pt x="9154006" y="2887147"/>
                </a:cubicBezTo>
                <a:cubicBezTo>
                  <a:pt x="9154486" y="2887224"/>
                  <a:pt x="9154945" y="2887263"/>
                  <a:pt x="9155405" y="2887263"/>
                </a:cubicBezTo>
                <a:cubicBezTo>
                  <a:pt x="9159277" y="2887263"/>
                  <a:pt x="9162708" y="2884483"/>
                  <a:pt x="9163397" y="2880535"/>
                </a:cubicBezTo>
                <a:cubicBezTo>
                  <a:pt x="9164145" y="2876127"/>
                  <a:pt x="9161193" y="2871929"/>
                  <a:pt x="9156785" y="2871163"/>
                </a:cubicBezTo>
                <a:close/>
                <a:moveTo>
                  <a:pt x="8716693" y="3031557"/>
                </a:moveTo>
                <a:cubicBezTo>
                  <a:pt x="8713492" y="3030523"/>
                  <a:pt x="8710081" y="3032285"/>
                  <a:pt x="8709065" y="3035487"/>
                </a:cubicBezTo>
                <a:cubicBezTo>
                  <a:pt x="8708030" y="3038668"/>
                  <a:pt x="8709793" y="3042098"/>
                  <a:pt x="8712975" y="3043114"/>
                </a:cubicBezTo>
                <a:cubicBezTo>
                  <a:pt x="8713607" y="3043306"/>
                  <a:pt x="8714220" y="3043402"/>
                  <a:pt x="8714834" y="3043402"/>
                </a:cubicBezTo>
                <a:cubicBezTo>
                  <a:pt x="8717402" y="3043402"/>
                  <a:pt x="8719798" y="3041754"/>
                  <a:pt x="8720622" y="3039186"/>
                </a:cubicBezTo>
                <a:cubicBezTo>
                  <a:pt x="8721637" y="3035985"/>
                  <a:pt x="8719874" y="3032574"/>
                  <a:pt x="8716693" y="3031557"/>
                </a:cubicBezTo>
                <a:close/>
                <a:moveTo>
                  <a:pt x="7641230" y="3449648"/>
                </a:moveTo>
                <a:cubicBezTo>
                  <a:pt x="7640694" y="3449648"/>
                  <a:pt x="7640272" y="3450089"/>
                  <a:pt x="7640272" y="3450625"/>
                </a:cubicBezTo>
                <a:cubicBezTo>
                  <a:pt x="7640272" y="3451143"/>
                  <a:pt x="7640694" y="3451565"/>
                  <a:pt x="7641230" y="3451565"/>
                </a:cubicBezTo>
                <a:cubicBezTo>
                  <a:pt x="7641748" y="3451565"/>
                  <a:pt x="7642188" y="3451143"/>
                  <a:pt x="7642188" y="3450606"/>
                </a:cubicBezTo>
                <a:cubicBezTo>
                  <a:pt x="7642188" y="3450089"/>
                  <a:pt x="7641748" y="3449648"/>
                  <a:pt x="7641230" y="3449648"/>
                </a:cubicBezTo>
                <a:close/>
                <a:moveTo>
                  <a:pt x="8128509" y="3257803"/>
                </a:moveTo>
                <a:cubicBezTo>
                  <a:pt x="8126899" y="3257362"/>
                  <a:pt x="8125250" y="3258283"/>
                  <a:pt x="8124791" y="3259874"/>
                </a:cubicBezTo>
                <a:cubicBezTo>
                  <a:pt x="8124350" y="3261484"/>
                  <a:pt x="8125269" y="3263131"/>
                  <a:pt x="8126879" y="3263592"/>
                </a:cubicBezTo>
                <a:cubicBezTo>
                  <a:pt x="8127148" y="3263668"/>
                  <a:pt x="8127416" y="3263707"/>
                  <a:pt x="8127684" y="3263707"/>
                </a:cubicBezTo>
                <a:cubicBezTo>
                  <a:pt x="8128987" y="3263707"/>
                  <a:pt x="8130214" y="3262844"/>
                  <a:pt x="8130578" y="3261521"/>
                </a:cubicBezTo>
                <a:cubicBezTo>
                  <a:pt x="8131038" y="3259911"/>
                  <a:pt x="8130099" y="3258264"/>
                  <a:pt x="8128509" y="3257803"/>
                </a:cubicBezTo>
                <a:close/>
                <a:moveTo>
                  <a:pt x="9374311" y="2767843"/>
                </a:moveTo>
                <a:cubicBezTo>
                  <a:pt x="9369290" y="2767459"/>
                  <a:pt x="9364882" y="2771215"/>
                  <a:pt x="9364499" y="2776256"/>
                </a:cubicBezTo>
                <a:cubicBezTo>
                  <a:pt x="9364116" y="2781278"/>
                  <a:pt x="9367871" y="2785666"/>
                  <a:pt x="9372912" y="2786069"/>
                </a:cubicBezTo>
                <a:lnTo>
                  <a:pt x="9372912" y="2786088"/>
                </a:lnTo>
                <a:cubicBezTo>
                  <a:pt x="9373142" y="2786088"/>
                  <a:pt x="9373391" y="2786088"/>
                  <a:pt x="9373621" y="2786088"/>
                </a:cubicBezTo>
                <a:cubicBezTo>
                  <a:pt x="9378336" y="2786088"/>
                  <a:pt x="9382342" y="2782447"/>
                  <a:pt x="9382725" y="2777655"/>
                </a:cubicBezTo>
                <a:cubicBezTo>
                  <a:pt x="9383109" y="2772634"/>
                  <a:pt x="9379352" y="2768226"/>
                  <a:pt x="9374311" y="2767843"/>
                </a:cubicBezTo>
                <a:close/>
                <a:moveTo>
                  <a:pt x="7888865" y="3339007"/>
                </a:moveTo>
                <a:cubicBezTo>
                  <a:pt x="7887774" y="3338835"/>
                  <a:pt x="7886757" y="3339563"/>
                  <a:pt x="7886585" y="3340637"/>
                </a:cubicBezTo>
                <a:cubicBezTo>
                  <a:pt x="7886393" y="3341710"/>
                  <a:pt x="7887121" y="3342725"/>
                  <a:pt x="7888214" y="3342917"/>
                </a:cubicBezTo>
                <a:cubicBezTo>
                  <a:pt x="7888309" y="3342955"/>
                  <a:pt x="7888424" y="3342955"/>
                  <a:pt x="7888539" y="3342955"/>
                </a:cubicBezTo>
                <a:cubicBezTo>
                  <a:pt x="7889478" y="3342956"/>
                  <a:pt x="7890322" y="3342265"/>
                  <a:pt x="7890495" y="3341288"/>
                </a:cubicBezTo>
                <a:cubicBezTo>
                  <a:pt x="7890667" y="3340215"/>
                  <a:pt x="7889939" y="3339179"/>
                  <a:pt x="7888865" y="3339007"/>
                </a:cubicBezTo>
                <a:close/>
                <a:moveTo>
                  <a:pt x="8494068" y="3096911"/>
                </a:moveTo>
                <a:cubicBezTo>
                  <a:pt x="8491443" y="3096011"/>
                  <a:pt x="8488568" y="3097428"/>
                  <a:pt x="8487667" y="3100054"/>
                </a:cubicBezTo>
                <a:cubicBezTo>
                  <a:pt x="8486766" y="3102699"/>
                  <a:pt x="8488165" y="3105574"/>
                  <a:pt x="8490809" y="3106456"/>
                </a:cubicBezTo>
                <a:cubicBezTo>
                  <a:pt x="8491346" y="3106647"/>
                  <a:pt x="8491902" y="3106743"/>
                  <a:pt x="8492439" y="3106743"/>
                </a:cubicBezTo>
                <a:cubicBezTo>
                  <a:pt x="8494547" y="3106743"/>
                  <a:pt x="8496501" y="3105420"/>
                  <a:pt x="8497211" y="3103331"/>
                </a:cubicBezTo>
                <a:cubicBezTo>
                  <a:pt x="8498112" y="3100687"/>
                  <a:pt x="8496713" y="3097812"/>
                  <a:pt x="8494068" y="3096911"/>
                </a:cubicBezTo>
                <a:close/>
                <a:moveTo>
                  <a:pt x="7545461" y="3453098"/>
                </a:moveTo>
                <a:cubicBezTo>
                  <a:pt x="7544925" y="3453136"/>
                  <a:pt x="7544522" y="3453596"/>
                  <a:pt x="7544561" y="3454133"/>
                </a:cubicBezTo>
                <a:cubicBezTo>
                  <a:pt x="7544599" y="3454631"/>
                  <a:pt x="7545020" y="3455015"/>
                  <a:pt x="7545519" y="3455015"/>
                </a:cubicBezTo>
                <a:lnTo>
                  <a:pt x="7545595" y="3455015"/>
                </a:lnTo>
                <a:cubicBezTo>
                  <a:pt x="7546113" y="3454976"/>
                  <a:pt x="7546516" y="3454516"/>
                  <a:pt x="7546477" y="3453999"/>
                </a:cubicBezTo>
                <a:cubicBezTo>
                  <a:pt x="7546438" y="3453462"/>
                  <a:pt x="7545978" y="3453098"/>
                  <a:pt x="7545461" y="3453098"/>
                </a:cubicBezTo>
                <a:close/>
                <a:moveTo>
                  <a:pt x="8267457" y="3161038"/>
                </a:moveTo>
                <a:cubicBezTo>
                  <a:pt x="8265349" y="3160367"/>
                  <a:pt x="8263087" y="3161537"/>
                  <a:pt x="8262416" y="3163645"/>
                </a:cubicBezTo>
                <a:cubicBezTo>
                  <a:pt x="8261746" y="3165773"/>
                  <a:pt x="8262914" y="3168033"/>
                  <a:pt x="8265023" y="3168704"/>
                </a:cubicBezTo>
                <a:cubicBezTo>
                  <a:pt x="8265426" y="3168839"/>
                  <a:pt x="8265847" y="3168896"/>
                  <a:pt x="8266250" y="3168896"/>
                </a:cubicBezTo>
                <a:cubicBezTo>
                  <a:pt x="8267955" y="3168896"/>
                  <a:pt x="8269527" y="3167804"/>
                  <a:pt x="8270083" y="3166079"/>
                </a:cubicBezTo>
                <a:cubicBezTo>
                  <a:pt x="8270753" y="3163971"/>
                  <a:pt x="8269584" y="3161709"/>
                  <a:pt x="8267457" y="3161038"/>
                </a:cubicBezTo>
                <a:close/>
                <a:moveTo>
                  <a:pt x="9058851" y="2851576"/>
                </a:moveTo>
                <a:cubicBezTo>
                  <a:pt x="9054480" y="2850598"/>
                  <a:pt x="9050149" y="2853340"/>
                  <a:pt x="9049153" y="2857709"/>
                </a:cubicBezTo>
                <a:cubicBezTo>
                  <a:pt x="9048175" y="2862079"/>
                  <a:pt x="9050916" y="2866429"/>
                  <a:pt x="9055286" y="2867407"/>
                </a:cubicBezTo>
                <a:cubicBezTo>
                  <a:pt x="9055900" y="2867541"/>
                  <a:pt x="9056493" y="2867618"/>
                  <a:pt x="9057087" y="2867618"/>
                </a:cubicBezTo>
                <a:cubicBezTo>
                  <a:pt x="9060786" y="2867618"/>
                  <a:pt x="9064140" y="2865050"/>
                  <a:pt x="9064983" y="2861274"/>
                </a:cubicBezTo>
                <a:cubicBezTo>
                  <a:pt x="9065979" y="2856904"/>
                  <a:pt x="9063221" y="2852573"/>
                  <a:pt x="9058851" y="2851576"/>
                </a:cubicBezTo>
                <a:close/>
                <a:moveTo>
                  <a:pt x="8841631" y="2931322"/>
                </a:moveTo>
                <a:cubicBezTo>
                  <a:pt x="8837875" y="2930211"/>
                  <a:pt x="8833926" y="2932338"/>
                  <a:pt x="8832815" y="2936095"/>
                </a:cubicBezTo>
                <a:cubicBezTo>
                  <a:pt x="8831704" y="2939851"/>
                  <a:pt x="8833850" y="2943799"/>
                  <a:pt x="8837607" y="2944910"/>
                </a:cubicBezTo>
                <a:cubicBezTo>
                  <a:pt x="8838277" y="2945102"/>
                  <a:pt x="8838948" y="2945198"/>
                  <a:pt x="8839619" y="2945198"/>
                </a:cubicBezTo>
                <a:cubicBezTo>
                  <a:pt x="8842686" y="2945198"/>
                  <a:pt x="8845503" y="2943205"/>
                  <a:pt x="8846422" y="2940119"/>
                </a:cubicBezTo>
                <a:cubicBezTo>
                  <a:pt x="8847534" y="2936382"/>
                  <a:pt x="8845388" y="2932434"/>
                  <a:pt x="8841631" y="2931322"/>
                </a:cubicBezTo>
                <a:close/>
                <a:moveTo>
                  <a:pt x="9274440" y="2757378"/>
                </a:moveTo>
                <a:cubicBezTo>
                  <a:pt x="9269439" y="2756707"/>
                  <a:pt x="9264839" y="2760234"/>
                  <a:pt x="9264187" y="2765236"/>
                </a:cubicBezTo>
                <a:cubicBezTo>
                  <a:pt x="9263517" y="2770238"/>
                  <a:pt x="9267043" y="2774838"/>
                  <a:pt x="9272045" y="2775489"/>
                </a:cubicBezTo>
                <a:cubicBezTo>
                  <a:pt x="9272447" y="2775546"/>
                  <a:pt x="9272850" y="2775566"/>
                  <a:pt x="9273252" y="2775566"/>
                </a:cubicBezTo>
                <a:cubicBezTo>
                  <a:pt x="9277756" y="2775566"/>
                  <a:pt x="9281686" y="2772231"/>
                  <a:pt x="9282299" y="2767632"/>
                </a:cubicBezTo>
                <a:cubicBezTo>
                  <a:pt x="9282949" y="2762648"/>
                  <a:pt x="9279442" y="2758048"/>
                  <a:pt x="9274440" y="2757378"/>
                </a:cubicBezTo>
                <a:close/>
                <a:moveTo>
                  <a:pt x="7450152" y="3463103"/>
                </a:moveTo>
                <a:cubicBezTo>
                  <a:pt x="7449615" y="3463179"/>
                  <a:pt x="7449252" y="3463659"/>
                  <a:pt x="7449328" y="3464195"/>
                </a:cubicBezTo>
                <a:cubicBezTo>
                  <a:pt x="7449405" y="3464674"/>
                  <a:pt x="7449808" y="3465019"/>
                  <a:pt x="7450286" y="3465019"/>
                </a:cubicBezTo>
                <a:lnTo>
                  <a:pt x="7450421" y="3465019"/>
                </a:lnTo>
                <a:cubicBezTo>
                  <a:pt x="7450938" y="3464942"/>
                  <a:pt x="7451302" y="3464444"/>
                  <a:pt x="7451225" y="3463926"/>
                </a:cubicBezTo>
                <a:cubicBezTo>
                  <a:pt x="7451149" y="3463409"/>
                  <a:pt x="7450669" y="3463045"/>
                  <a:pt x="7450152" y="3463103"/>
                </a:cubicBezTo>
                <a:close/>
                <a:moveTo>
                  <a:pt x="8034445" y="3233272"/>
                </a:moveTo>
                <a:cubicBezTo>
                  <a:pt x="8032835" y="3232889"/>
                  <a:pt x="8031225" y="3233886"/>
                  <a:pt x="8030842" y="3235514"/>
                </a:cubicBezTo>
                <a:cubicBezTo>
                  <a:pt x="8030458" y="3237124"/>
                  <a:pt x="8031455" y="3238734"/>
                  <a:pt x="8033065" y="3239117"/>
                </a:cubicBezTo>
                <a:cubicBezTo>
                  <a:pt x="8033295" y="3239194"/>
                  <a:pt x="8033525" y="3239194"/>
                  <a:pt x="8033755" y="3239194"/>
                </a:cubicBezTo>
                <a:cubicBezTo>
                  <a:pt x="8035116" y="3239194"/>
                  <a:pt x="8036362" y="3238275"/>
                  <a:pt x="8036687" y="3236894"/>
                </a:cubicBezTo>
                <a:cubicBezTo>
                  <a:pt x="8037070" y="3235284"/>
                  <a:pt x="8036074" y="3233656"/>
                  <a:pt x="8034445" y="3233272"/>
                </a:cubicBezTo>
                <a:close/>
                <a:moveTo>
                  <a:pt x="7793154" y="3326224"/>
                </a:moveTo>
                <a:cubicBezTo>
                  <a:pt x="7792062" y="3326109"/>
                  <a:pt x="7791084" y="3326914"/>
                  <a:pt x="7790988" y="3327987"/>
                </a:cubicBezTo>
                <a:cubicBezTo>
                  <a:pt x="7790873" y="3329079"/>
                  <a:pt x="7791678" y="3330057"/>
                  <a:pt x="7792770" y="3330153"/>
                </a:cubicBezTo>
                <a:lnTo>
                  <a:pt x="7792770" y="3330172"/>
                </a:lnTo>
                <a:cubicBezTo>
                  <a:pt x="7792828" y="3330172"/>
                  <a:pt x="7792962" y="3330172"/>
                  <a:pt x="7792962" y="3330172"/>
                </a:cubicBezTo>
                <a:cubicBezTo>
                  <a:pt x="7793959" y="3330172"/>
                  <a:pt x="7794822" y="3329405"/>
                  <a:pt x="7794917" y="3328389"/>
                </a:cubicBezTo>
                <a:cubicBezTo>
                  <a:pt x="7795032" y="3327297"/>
                  <a:pt x="7794227" y="3326320"/>
                  <a:pt x="7793154" y="3326224"/>
                </a:cubicBezTo>
                <a:close/>
                <a:moveTo>
                  <a:pt x="8622686" y="3000624"/>
                </a:moveTo>
                <a:cubicBezTo>
                  <a:pt x="8619524" y="2999552"/>
                  <a:pt x="8616074" y="3001257"/>
                  <a:pt x="8615001" y="3004439"/>
                </a:cubicBezTo>
                <a:cubicBezTo>
                  <a:pt x="8613947" y="3007620"/>
                  <a:pt x="8615654" y="3011051"/>
                  <a:pt x="8618834" y="3012124"/>
                </a:cubicBezTo>
                <a:lnTo>
                  <a:pt x="8618816" y="3012124"/>
                </a:lnTo>
                <a:cubicBezTo>
                  <a:pt x="8619448" y="3012354"/>
                  <a:pt x="8620100" y="3012450"/>
                  <a:pt x="8620732" y="3012450"/>
                </a:cubicBezTo>
                <a:cubicBezTo>
                  <a:pt x="8623281" y="3012450"/>
                  <a:pt x="8625639" y="3010839"/>
                  <a:pt x="8626500" y="3008310"/>
                </a:cubicBezTo>
                <a:cubicBezTo>
                  <a:pt x="8627573" y="3005129"/>
                  <a:pt x="8625849" y="3001698"/>
                  <a:pt x="8622686" y="3000624"/>
                </a:cubicBezTo>
                <a:close/>
                <a:moveTo>
                  <a:pt x="6113275" y="3978247"/>
                </a:moveTo>
                <a:cubicBezTo>
                  <a:pt x="6112777" y="3978439"/>
                  <a:pt x="6112547" y="3978994"/>
                  <a:pt x="6112719" y="3979493"/>
                </a:cubicBezTo>
                <a:cubicBezTo>
                  <a:pt x="6112873" y="3979876"/>
                  <a:pt x="6113238" y="3980106"/>
                  <a:pt x="6113621" y="3980106"/>
                </a:cubicBezTo>
                <a:cubicBezTo>
                  <a:pt x="6113736" y="3980106"/>
                  <a:pt x="6113851" y="3980087"/>
                  <a:pt x="6113966" y="3980048"/>
                </a:cubicBezTo>
                <a:cubicBezTo>
                  <a:pt x="6114464" y="3979857"/>
                  <a:pt x="6114694" y="3979301"/>
                  <a:pt x="6114521" y="3978803"/>
                </a:cubicBezTo>
                <a:cubicBezTo>
                  <a:pt x="6114330" y="3978305"/>
                  <a:pt x="6113774" y="3978055"/>
                  <a:pt x="6113275" y="3978247"/>
                </a:cubicBezTo>
                <a:close/>
                <a:moveTo>
                  <a:pt x="6202280" y="3942676"/>
                </a:moveTo>
                <a:cubicBezTo>
                  <a:pt x="6201800" y="3942887"/>
                  <a:pt x="6201552" y="3943443"/>
                  <a:pt x="6201761" y="3943941"/>
                </a:cubicBezTo>
                <a:cubicBezTo>
                  <a:pt x="6201915" y="3944305"/>
                  <a:pt x="6202280" y="3944535"/>
                  <a:pt x="6202663" y="3944535"/>
                </a:cubicBezTo>
                <a:cubicBezTo>
                  <a:pt x="6202778" y="3944535"/>
                  <a:pt x="6202912" y="3944516"/>
                  <a:pt x="6203027" y="3944458"/>
                </a:cubicBezTo>
                <a:cubicBezTo>
                  <a:pt x="6203506" y="3944248"/>
                  <a:pt x="6203736" y="3943672"/>
                  <a:pt x="6203545" y="3943194"/>
                </a:cubicBezTo>
                <a:cubicBezTo>
                  <a:pt x="6203334" y="3942714"/>
                  <a:pt x="6202778" y="3942485"/>
                  <a:pt x="6202280" y="3942676"/>
                </a:cubicBezTo>
                <a:close/>
                <a:moveTo>
                  <a:pt x="6023122" y="4010751"/>
                </a:moveTo>
                <a:cubicBezTo>
                  <a:pt x="6022623" y="4010924"/>
                  <a:pt x="6022356" y="4011460"/>
                  <a:pt x="6022527" y="4011959"/>
                </a:cubicBezTo>
                <a:cubicBezTo>
                  <a:pt x="6022662" y="4012361"/>
                  <a:pt x="6023045" y="4012610"/>
                  <a:pt x="6023429" y="4012610"/>
                </a:cubicBezTo>
                <a:cubicBezTo>
                  <a:pt x="6023544" y="4012610"/>
                  <a:pt x="6023735" y="4012572"/>
                  <a:pt x="6023735" y="4012572"/>
                </a:cubicBezTo>
                <a:cubicBezTo>
                  <a:pt x="6024253" y="4012400"/>
                  <a:pt x="6024521" y="4011843"/>
                  <a:pt x="6024348" y="4011346"/>
                </a:cubicBezTo>
                <a:cubicBezTo>
                  <a:pt x="6024176" y="4010847"/>
                  <a:pt x="6023640" y="4010579"/>
                  <a:pt x="6023122" y="4010751"/>
                </a:cubicBezTo>
                <a:close/>
                <a:moveTo>
                  <a:pt x="6290018" y="3904365"/>
                </a:moveTo>
                <a:cubicBezTo>
                  <a:pt x="6289539" y="3904595"/>
                  <a:pt x="6289329" y="3905151"/>
                  <a:pt x="6289539" y="3905629"/>
                </a:cubicBezTo>
                <a:cubicBezTo>
                  <a:pt x="6289692" y="3905994"/>
                  <a:pt x="6290057" y="3906205"/>
                  <a:pt x="6290421" y="3906205"/>
                </a:cubicBezTo>
                <a:cubicBezTo>
                  <a:pt x="6290536" y="3906205"/>
                  <a:pt x="6290670" y="3906185"/>
                  <a:pt x="6290804" y="3906128"/>
                </a:cubicBezTo>
                <a:cubicBezTo>
                  <a:pt x="6291283" y="3905898"/>
                  <a:pt x="6291494" y="3905342"/>
                  <a:pt x="6291283" y="3904843"/>
                </a:cubicBezTo>
                <a:cubicBezTo>
                  <a:pt x="6291072" y="3904365"/>
                  <a:pt x="6290497" y="3904154"/>
                  <a:pt x="6290018" y="3904365"/>
                </a:cubicBezTo>
                <a:close/>
                <a:moveTo>
                  <a:pt x="5931877" y="4039939"/>
                </a:moveTo>
                <a:cubicBezTo>
                  <a:pt x="5931359" y="4040093"/>
                  <a:pt x="5931073" y="4040630"/>
                  <a:pt x="5931225" y="4041129"/>
                </a:cubicBezTo>
                <a:cubicBezTo>
                  <a:pt x="5931359" y="4041550"/>
                  <a:pt x="5931743" y="4041818"/>
                  <a:pt x="5932145" y="4041818"/>
                </a:cubicBezTo>
                <a:cubicBezTo>
                  <a:pt x="5932240" y="4041818"/>
                  <a:pt x="5932412" y="4041780"/>
                  <a:pt x="5932412" y="4041780"/>
                </a:cubicBezTo>
                <a:cubicBezTo>
                  <a:pt x="5932931" y="4041627"/>
                  <a:pt x="5933219" y="4041090"/>
                  <a:pt x="5933065" y="4040592"/>
                </a:cubicBezTo>
                <a:cubicBezTo>
                  <a:pt x="5932912" y="4040073"/>
                  <a:pt x="5932375" y="4039787"/>
                  <a:pt x="5931877" y="4039939"/>
                </a:cubicBezTo>
                <a:close/>
                <a:moveTo>
                  <a:pt x="6377144" y="3864482"/>
                </a:moveTo>
                <a:cubicBezTo>
                  <a:pt x="6376684" y="3864692"/>
                  <a:pt x="6376453" y="3865268"/>
                  <a:pt x="6376684" y="3865746"/>
                </a:cubicBezTo>
                <a:cubicBezTo>
                  <a:pt x="6376837" y="3866111"/>
                  <a:pt x="6377182" y="3866302"/>
                  <a:pt x="6377546" y="3866302"/>
                </a:cubicBezTo>
                <a:cubicBezTo>
                  <a:pt x="6377681" y="3866302"/>
                  <a:pt x="6377814" y="3866283"/>
                  <a:pt x="6377949" y="3866207"/>
                </a:cubicBezTo>
                <a:cubicBezTo>
                  <a:pt x="6378409" y="3865996"/>
                  <a:pt x="6378639" y="3865420"/>
                  <a:pt x="6378409" y="3864942"/>
                </a:cubicBezTo>
                <a:cubicBezTo>
                  <a:pt x="6378198" y="3864462"/>
                  <a:pt x="6377623" y="3864251"/>
                  <a:pt x="6377144" y="3864482"/>
                </a:cubicBezTo>
                <a:close/>
                <a:moveTo>
                  <a:pt x="7354881" y="3480179"/>
                </a:moveTo>
                <a:lnTo>
                  <a:pt x="7354881" y="3480198"/>
                </a:lnTo>
                <a:lnTo>
                  <a:pt x="7354889" y="3480186"/>
                </a:lnTo>
                <a:close/>
                <a:moveTo>
                  <a:pt x="7355648" y="3479067"/>
                </a:moveTo>
                <a:lnTo>
                  <a:pt x="7354889" y="3480186"/>
                </a:lnTo>
                <a:lnTo>
                  <a:pt x="7355821" y="3480946"/>
                </a:lnTo>
                <a:cubicBezTo>
                  <a:pt x="7355897" y="3480946"/>
                  <a:pt x="7356012" y="3480946"/>
                  <a:pt x="7356012" y="3480946"/>
                </a:cubicBezTo>
                <a:cubicBezTo>
                  <a:pt x="7356530" y="3480849"/>
                  <a:pt x="7356875" y="3480331"/>
                  <a:pt x="7356760" y="3479834"/>
                </a:cubicBezTo>
                <a:cubicBezTo>
                  <a:pt x="7356664" y="3479297"/>
                  <a:pt x="7356165" y="3478971"/>
                  <a:pt x="7355648" y="3479067"/>
                </a:cubicBezTo>
                <a:close/>
                <a:moveTo>
                  <a:pt x="6463886" y="3823755"/>
                </a:moveTo>
                <a:cubicBezTo>
                  <a:pt x="6463425" y="3823985"/>
                  <a:pt x="6463215" y="3824560"/>
                  <a:pt x="6463425" y="3825039"/>
                </a:cubicBezTo>
                <a:cubicBezTo>
                  <a:pt x="6463598" y="3825385"/>
                  <a:pt x="6463944" y="3825595"/>
                  <a:pt x="6464307" y="3825595"/>
                </a:cubicBezTo>
                <a:cubicBezTo>
                  <a:pt x="6464442" y="3825595"/>
                  <a:pt x="6464576" y="3825557"/>
                  <a:pt x="6464710" y="3825500"/>
                </a:cubicBezTo>
                <a:cubicBezTo>
                  <a:pt x="6465170" y="3825270"/>
                  <a:pt x="6465380" y="3824694"/>
                  <a:pt x="6465170" y="3824235"/>
                </a:cubicBezTo>
                <a:cubicBezTo>
                  <a:pt x="6464940" y="3823736"/>
                  <a:pt x="6464365" y="3823544"/>
                  <a:pt x="6463886" y="3823755"/>
                </a:cubicBezTo>
                <a:close/>
                <a:moveTo>
                  <a:pt x="5839557" y="4065525"/>
                </a:moveTo>
                <a:cubicBezTo>
                  <a:pt x="5839039" y="4065640"/>
                  <a:pt x="5838733" y="4066158"/>
                  <a:pt x="5838868" y="4066676"/>
                </a:cubicBezTo>
                <a:cubicBezTo>
                  <a:pt x="5838983" y="4067116"/>
                  <a:pt x="5839365" y="4067404"/>
                  <a:pt x="5839787" y="4067404"/>
                </a:cubicBezTo>
                <a:cubicBezTo>
                  <a:pt x="5839864" y="4067404"/>
                  <a:pt x="5840037" y="4067365"/>
                  <a:pt x="5840037" y="4067365"/>
                </a:cubicBezTo>
                <a:cubicBezTo>
                  <a:pt x="5840535" y="4067250"/>
                  <a:pt x="5840860" y="4066713"/>
                  <a:pt x="5840726" y="4066216"/>
                </a:cubicBezTo>
                <a:cubicBezTo>
                  <a:pt x="5840591" y="4065698"/>
                  <a:pt x="5840075" y="4065372"/>
                  <a:pt x="5839557" y="4065525"/>
                </a:cubicBezTo>
                <a:close/>
                <a:moveTo>
                  <a:pt x="8400905" y="3065231"/>
                </a:moveTo>
                <a:cubicBezTo>
                  <a:pt x="8398260" y="3064330"/>
                  <a:pt x="8395404" y="3065748"/>
                  <a:pt x="8394503" y="3068412"/>
                </a:cubicBezTo>
                <a:cubicBezTo>
                  <a:pt x="8393623" y="3071038"/>
                  <a:pt x="8395040" y="3073913"/>
                  <a:pt x="8397686" y="3074794"/>
                </a:cubicBezTo>
                <a:cubicBezTo>
                  <a:pt x="8398221" y="3074967"/>
                  <a:pt x="8398758" y="3075063"/>
                  <a:pt x="8399296" y="3075063"/>
                </a:cubicBezTo>
                <a:cubicBezTo>
                  <a:pt x="8401404" y="3075063"/>
                  <a:pt x="8403359" y="3073721"/>
                  <a:pt x="8404067" y="3071612"/>
                </a:cubicBezTo>
                <a:cubicBezTo>
                  <a:pt x="8404968" y="3068987"/>
                  <a:pt x="8403549" y="3066112"/>
                  <a:pt x="8400905" y="3065231"/>
                </a:cubicBezTo>
                <a:close/>
                <a:moveTo>
                  <a:pt x="6550494" y="3782723"/>
                </a:moveTo>
                <a:cubicBezTo>
                  <a:pt x="6550034" y="3782933"/>
                  <a:pt x="6549803" y="3783508"/>
                  <a:pt x="6550034" y="3783987"/>
                </a:cubicBezTo>
                <a:cubicBezTo>
                  <a:pt x="6550207" y="3784333"/>
                  <a:pt x="6550552" y="3784542"/>
                  <a:pt x="6550915" y="3784542"/>
                </a:cubicBezTo>
                <a:cubicBezTo>
                  <a:pt x="6551050" y="3784542"/>
                  <a:pt x="6551184" y="3784504"/>
                  <a:pt x="6551318" y="3784448"/>
                </a:cubicBezTo>
                <a:cubicBezTo>
                  <a:pt x="6551778" y="3784218"/>
                  <a:pt x="6551989" y="3783642"/>
                  <a:pt x="6551778" y="3783182"/>
                </a:cubicBezTo>
                <a:cubicBezTo>
                  <a:pt x="6551548" y="3782684"/>
                  <a:pt x="6550972" y="3782493"/>
                  <a:pt x="6550494" y="3782723"/>
                </a:cubicBezTo>
                <a:close/>
                <a:moveTo>
                  <a:pt x="7262159" y="3500321"/>
                </a:moveTo>
                <a:cubicBezTo>
                  <a:pt x="7261661" y="3500456"/>
                  <a:pt x="7261355" y="3500973"/>
                  <a:pt x="7261470" y="3501491"/>
                </a:cubicBezTo>
                <a:cubicBezTo>
                  <a:pt x="7261585" y="3501912"/>
                  <a:pt x="7261968" y="3502199"/>
                  <a:pt x="7262409" y="3502199"/>
                </a:cubicBezTo>
                <a:cubicBezTo>
                  <a:pt x="7262485" y="3502199"/>
                  <a:pt x="7262639" y="3502162"/>
                  <a:pt x="7262639" y="3502162"/>
                </a:cubicBezTo>
                <a:cubicBezTo>
                  <a:pt x="7263156" y="3502047"/>
                  <a:pt x="7263463" y="3501529"/>
                  <a:pt x="7263328" y="3501011"/>
                </a:cubicBezTo>
                <a:cubicBezTo>
                  <a:pt x="7263195" y="3500494"/>
                  <a:pt x="7262677" y="3500187"/>
                  <a:pt x="7262159" y="3500321"/>
                </a:cubicBezTo>
                <a:close/>
                <a:moveTo>
                  <a:pt x="6637159" y="3741786"/>
                </a:moveTo>
                <a:cubicBezTo>
                  <a:pt x="6636699" y="3742015"/>
                  <a:pt x="6636470" y="3742590"/>
                  <a:pt x="6636699" y="3743070"/>
                </a:cubicBezTo>
                <a:cubicBezTo>
                  <a:pt x="6636872" y="3743414"/>
                  <a:pt x="6637216" y="3743625"/>
                  <a:pt x="6637581" y="3743625"/>
                </a:cubicBezTo>
                <a:cubicBezTo>
                  <a:pt x="6637715" y="3743624"/>
                  <a:pt x="6637849" y="3743587"/>
                  <a:pt x="6637983" y="3743529"/>
                </a:cubicBezTo>
                <a:cubicBezTo>
                  <a:pt x="6638443" y="3743299"/>
                  <a:pt x="6638654" y="3742744"/>
                  <a:pt x="6638443" y="3742245"/>
                </a:cubicBezTo>
                <a:cubicBezTo>
                  <a:pt x="6638213" y="3741786"/>
                  <a:pt x="6637639" y="3741575"/>
                  <a:pt x="6637159" y="3741786"/>
                </a:cubicBezTo>
                <a:close/>
                <a:moveTo>
                  <a:pt x="5746242" y="4087124"/>
                </a:moveTo>
                <a:cubicBezTo>
                  <a:pt x="5745723" y="4087239"/>
                  <a:pt x="5745397" y="4087738"/>
                  <a:pt x="5745513" y="4088256"/>
                </a:cubicBezTo>
                <a:cubicBezTo>
                  <a:pt x="5745589" y="4088716"/>
                  <a:pt x="5745992" y="4089022"/>
                  <a:pt x="5746451" y="4089021"/>
                </a:cubicBezTo>
                <a:cubicBezTo>
                  <a:pt x="5746509" y="4089021"/>
                  <a:pt x="5746643" y="4089004"/>
                  <a:pt x="5746643" y="4089004"/>
                </a:cubicBezTo>
                <a:cubicBezTo>
                  <a:pt x="5747162" y="4088888"/>
                  <a:pt x="5747487" y="4088389"/>
                  <a:pt x="5747372" y="4087872"/>
                </a:cubicBezTo>
                <a:cubicBezTo>
                  <a:pt x="5747277" y="4087355"/>
                  <a:pt x="5746759" y="4087009"/>
                  <a:pt x="5746242" y="4087124"/>
                </a:cubicBezTo>
                <a:close/>
                <a:moveTo>
                  <a:pt x="6724112" y="3701462"/>
                </a:moveTo>
                <a:cubicBezTo>
                  <a:pt x="6723652" y="3701691"/>
                  <a:pt x="6723422" y="3702247"/>
                  <a:pt x="6723652" y="3702746"/>
                </a:cubicBezTo>
                <a:cubicBezTo>
                  <a:pt x="6723806" y="3703090"/>
                  <a:pt x="6724151" y="3703302"/>
                  <a:pt x="6724514" y="3703302"/>
                </a:cubicBezTo>
                <a:cubicBezTo>
                  <a:pt x="6724649" y="3703302"/>
                  <a:pt x="6724783" y="3703263"/>
                  <a:pt x="6724918" y="3703205"/>
                </a:cubicBezTo>
                <a:cubicBezTo>
                  <a:pt x="6725397" y="3702995"/>
                  <a:pt x="6725607" y="3702420"/>
                  <a:pt x="6725397" y="3701940"/>
                </a:cubicBezTo>
                <a:cubicBezTo>
                  <a:pt x="6725166" y="3701462"/>
                  <a:pt x="6724592" y="3701251"/>
                  <a:pt x="6724112" y="3701462"/>
                </a:cubicBezTo>
                <a:close/>
                <a:moveTo>
                  <a:pt x="8961816" y="2827562"/>
                </a:moveTo>
                <a:cubicBezTo>
                  <a:pt x="8957485" y="2826412"/>
                  <a:pt x="8953039" y="2828961"/>
                  <a:pt x="8951889" y="2833293"/>
                </a:cubicBezTo>
                <a:cubicBezTo>
                  <a:pt x="8950719" y="2837624"/>
                  <a:pt x="8953288" y="2842070"/>
                  <a:pt x="8957619" y="2843239"/>
                </a:cubicBezTo>
                <a:cubicBezTo>
                  <a:pt x="8958328" y="2843431"/>
                  <a:pt x="8959038" y="2843527"/>
                  <a:pt x="8959727" y="2843527"/>
                </a:cubicBezTo>
                <a:cubicBezTo>
                  <a:pt x="8963312" y="2843527"/>
                  <a:pt x="8966589" y="2841131"/>
                  <a:pt x="8967565" y="2837509"/>
                </a:cubicBezTo>
                <a:cubicBezTo>
                  <a:pt x="8968716" y="2833178"/>
                  <a:pt x="8966148" y="2828732"/>
                  <a:pt x="8961816" y="2827562"/>
                </a:cubicBezTo>
                <a:close/>
                <a:moveTo>
                  <a:pt x="7169840" y="3526156"/>
                </a:moveTo>
                <a:cubicBezTo>
                  <a:pt x="7169341" y="3526309"/>
                  <a:pt x="7169054" y="3526846"/>
                  <a:pt x="7169208" y="3527344"/>
                </a:cubicBezTo>
                <a:cubicBezTo>
                  <a:pt x="7169341" y="3527766"/>
                  <a:pt x="7169725" y="3528015"/>
                  <a:pt x="7170128" y="3528015"/>
                </a:cubicBezTo>
                <a:cubicBezTo>
                  <a:pt x="7170224" y="3528015"/>
                  <a:pt x="7170320" y="3528015"/>
                  <a:pt x="7170415" y="3527977"/>
                </a:cubicBezTo>
                <a:cubicBezTo>
                  <a:pt x="7170914" y="3527824"/>
                  <a:pt x="7171201" y="3527287"/>
                  <a:pt x="7171047" y="3526789"/>
                </a:cubicBezTo>
                <a:cubicBezTo>
                  <a:pt x="7170894" y="3526271"/>
                  <a:pt x="7170358" y="3525984"/>
                  <a:pt x="7169840" y="3526156"/>
                </a:cubicBezTo>
                <a:close/>
                <a:moveTo>
                  <a:pt x="7696753" y="3320263"/>
                </a:moveTo>
                <a:cubicBezTo>
                  <a:pt x="7695660" y="3320225"/>
                  <a:pt x="7694721" y="3321088"/>
                  <a:pt x="7694721" y="3322179"/>
                </a:cubicBezTo>
                <a:cubicBezTo>
                  <a:pt x="7694683" y="3323272"/>
                  <a:pt x="7695545" y="3324212"/>
                  <a:pt x="7696637" y="3324212"/>
                </a:cubicBezTo>
                <a:lnTo>
                  <a:pt x="7696657" y="3324212"/>
                </a:lnTo>
                <a:lnTo>
                  <a:pt x="7696695" y="3324212"/>
                </a:lnTo>
                <a:cubicBezTo>
                  <a:pt x="7697768" y="3324212"/>
                  <a:pt x="7698650" y="3323369"/>
                  <a:pt x="7698669" y="3322276"/>
                </a:cubicBezTo>
                <a:cubicBezTo>
                  <a:pt x="7698708" y="3321203"/>
                  <a:pt x="7697845" y="3320263"/>
                  <a:pt x="7696753" y="3320263"/>
                </a:cubicBezTo>
                <a:close/>
                <a:moveTo>
                  <a:pt x="8173835" y="3132636"/>
                </a:moveTo>
                <a:cubicBezTo>
                  <a:pt x="8171707" y="3132022"/>
                  <a:pt x="8169465" y="3133268"/>
                  <a:pt x="8168871" y="3135396"/>
                </a:cubicBezTo>
                <a:cubicBezTo>
                  <a:pt x="8168258" y="3137523"/>
                  <a:pt x="8169483" y="3139765"/>
                  <a:pt x="8171612" y="3140378"/>
                </a:cubicBezTo>
                <a:cubicBezTo>
                  <a:pt x="8171995" y="3140474"/>
                  <a:pt x="8172358" y="3140532"/>
                  <a:pt x="8172723" y="3140532"/>
                </a:cubicBezTo>
                <a:cubicBezTo>
                  <a:pt x="8174486" y="3140532"/>
                  <a:pt x="8176096" y="3139381"/>
                  <a:pt x="8176594" y="3137619"/>
                </a:cubicBezTo>
                <a:cubicBezTo>
                  <a:pt x="8177208" y="3135472"/>
                  <a:pt x="8175981" y="3133249"/>
                  <a:pt x="8173835" y="3132636"/>
                </a:cubicBezTo>
                <a:close/>
                <a:moveTo>
                  <a:pt x="9175319" y="2741375"/>
                </a:moveTo>
                <a:cubicBezTo>
                  <a:pt x="9170353" y="2740436"/>
                  <a:pt x="9165582" y="2743694"/>
                  <a:pt x="9164643" y="2748657"/>
                </a:cubicBezTo>
                <a:cubicBezTo>
                  <a:pt x="9163704" y="2753602"/>
                  <a:pt x="9166961" y="2758374"/>
                  <a:pt x="9171906" y="2759313"/>
                </a:cubicBezTo>
                <a:cubicBezTo>
                  <a:pt x="9172482" y="2759428"/>
                  <a:pt x="9173056" y="2759486"/>
                  <a:pt x="9173612" y="2759486"/>
                </a:cubicBezTo>
                <a:cubicBezTo>
                  <a:pt x="9177925" y="2759486"/>
                  <a:pt x="9181758" y="2756438"/>
                  <a:pt x="9182581" y="2752050"/>
                </a:cubicBezTo>
                <a:cubicBezTo>
                  <a:pt x="9183520" y="2747086"/>
                  <a:pt x="9180262" y="2742314"/>
                  <a:pt x="9175319" y="2741375"/>
                </a:cubicBezTo>
                <a:close/>
                <a:moveTo>
                  <a:pt x="6811564" y="3662211"/>
                </a:moveTo>
                <a:cubicBezTo>
                  <a:pt x="6811065" y="3662422"/>
                  <a:pt x="6810854" y="3662978"/>
                  <a:pt x="6811065" y="3663476"/>
                </a:cubicBezTo>
                <a:cubicBezTo>
                  <a:pt x="6811238" y="3663821"/>
                  <a:pt x="6811582" y="3664032"/>
                  <a:pt x="6811947" y="3664032"/>
                </a:cubicBezTo>
                <a:cubicBezTo>
                  <a:pt x="6812081" y="3664032"/>
                  <a:pt x="6812216" y="3664013"/>
                  <a:pt x="6812331" y="3663954"/>
                </a:cubicBezTo>
                <a:cubicBezTo>
                  <a:pt x="6812828" y="3663745"/>
                  <a:pt x="6813039" y="3663189"/>
                  <a:pt x="6812828" y="3662690"/>
                </a:cubicBezTo>
                <a:cubicBezTo>
                  <a:pt x="6812618" y="3662211"/>
                  <a:pt x="6812043" y="3661981"/>
                  <a:pt x="6811564" y="3662211"/>
                </a:cubicBezTo>
                <a:close/>
                <a:moveTo>
                  <a:pt x="7078710" y="3555882"/>
                </a:moveTo>
                <a:cubicBezTo>
                  <a:pt x="7078211" y="3556054"/>
                  <a:pt x="7077942" y="3556610"/>
                  <a:pt x="7078115" y="3557108"/>
                </a:cubicBezTo>
                <a:cubicBezTo>
                  <a:pt x="7078268" y="3557492"/>
                  <a:pt x="7078633" y="3557741"/>
                  <a:pt x="7079036" y="3557741"/>
                </a:cubicBezTo>
                <a:cubicBezTo>
                  <a:pt x="7079131" y="3557741"/>
                  <a:pt x="7079341" y="3557703"/>
                  <a:pt x="7079341" y="3557703"/>
                </a:cubicBezTo>
                <a:cubicBezTo>
                  <a:pt x="7079840" y="3557511"/>
                  <a:pt x="7080109" y="3556974"/>
                  <a:pt x="7079936" y="3556476"/>
                </a:cubicBezTo>
                <a:cubicBezTo>
                  <a:pt x="7079764" y="3555977"/>
                  <a:pt x="7079208" y="3555710"/>
                  <a:pt x="7078710" y="3555882"/>
                </a:cubicBezTo>
                <a:close/>
                <a:moveTo>
                  <a:pt x="6899705" y="3624493"/>
                </a:moveTo>
                <a:cubicBezTo>
                  <a:pt x="6899187" y="3624704"/>
                  <a:pt x="6898977" y="3625260"/>
                  <a:pt x="6899187" y="3625739"/>
                </a:cubicBezTo>
                <a:cubicBezTo>
                  <a:pt x="6899340" y="3626122"/>
                  <a:pt x="6899686" y="3626333"/>
                  <a:pt x="6900068" y="3626333"/>
                </a:cubicBezTo>
                <a:cubicBezTo>
                  <a:pt x="6900183" y="3626333"/>
                  <a:pt x="6900319" y="3626314"/>
                  <a:pt x="6900434" y="3626276"/>
                </a:cubicBezTo>
                <a:cubicBezTo>
                  <a:pt x="6900912" y="3626065"/>
                  <a:pt x="6901162" y="3625509"/>
                  <a:pt x="6900951" y="3625010"/>
                </a:cubicBezTo>
                <a:cubicBezTo>
                  <a:pt x="6900739" y="3624532"/>
                  <a:pt x="6900183" y="3624283"/>
                  <a:pt x="6899705" y="3624493"/>
                </a:cubicBezTo>
                <a:close/>
                <a:moveTo>
                  <a:pt x="6988690" y="3588866"/>
                </a:moveTo>
                <a:cubicBezTo>
                  <a:pt x="6988191" y="3589057"/>
                  <a:pt x="6987962" y="3589612"/>
                  <a:pt x="6988153" y="3590111"/>
                </a:cubicBezTo>
                <a:cubicBezTo>
                  <a:pt x="6988288" y="3590494"/>
                  <a:pt x="6988651" y="3590724"/>
                  <a:pt x="6989035" y="3590724"/>
                </a:cubicBezTo>
                <a:cubicBezTo>
                  <a:pt x="6989149" y="3590724"/>
                  <a:pt x="6989283" y="3590705"/>
                  <a:pt x="6989379" y="3590648"/>
                </a:cubicBezTo>
                <a:cubicBezTo>
                  <a:pt x="6989878" y="3590475"/>
                  <a:pt x="6990127" y="3589900"/>
                  <a:pt x="6989935" y="3589421"/>
                </a:cubicBezTo>
                <a:cubicBezTo>
                  <a:pt x="6989743" y="3588923"/>
                  <a:pt x="6989188" y="3588673"/>
                  <a:pt x="6988690" y="3588866"/>
                </a:cubicBezTo>
                <a:close/>
                <a:moveTo>
                  <a:pt x="8746590" y="2901846"/>
                </a:moveTo>
                <a:cubicBezTo>
                  <a:pt x="8742872" y="2900658"/>
                  <a:pt x="8738867" y="2902689"/>
                  <a:pt x="8737679" y="2906427"/>
                </a:cubicBezTo>
                <a:cubicBezTo>
                  <a:pt x="8736472" y="2910145"/>
                  <a:pt x="8738522" y="2914149"/>
                  <a:pt x="8742240" y="2915338"/>
                </a:cubicBezTo>
                <a:cubicBezTo>
                  <a:pt x="8742968" y="2915588"/>
                  <a:pt x="8743697" y="2915683"/>
                  <a:pt x="8744425" y="2915683"/>
                </a:cubicBezTo>
                <a:cubicBezTo>
                  <a:pt x="8747415" y="2915683"/>
                  <a:pt x="8750193" y="2913767"/>
                  <a:pt x="8751172" y="2910777"/>
                </a:cubicBezTo>
                <a:cubicBezTo>
                  <a:pt x="8752378" y="2907040"/>
                  <a:pt x="8750328" y="2903053"/>
                  <a:pt x="8746590" y="2901846"/>
                </a:cubicBezTo>
                <a:close/>
                <a:moveTo>
                  <a:pt x="7939328" y="3213225"/>
                </a:moveTo>
                <a:cubicBezTo>
                  <a:pt x="7937698" y="3212938"/>
                  <a:pt x="7936127" y="3214011"/>
                  <a:pt x="7935840" y="3215659"/>
                </a:cubicBezTo>
                <a:cubicBezTo>
                  <a:pt x="7935532" y="3217269"/>
                  <a:pt x="7936607" y="3218840"/>
                  <a:pt x="7938254" y="3219147"/>
                </a:cubicBezTo>
                <a:lnTo>
                  <a:pt x="7938274" y="3219147"/>
                </a:lnTo>
                <a:cubicBezTo>
                  <a:pt x="7938446" y="3219185"/>
                  <a:pt x="7938618" y="3219185"/>
                  <a:pt x="7938810" y="3219185"/>
                </a:cubicBezTo>
                <a:cubicBezTo>
                  <a:pt x="7940228" y="3219185"/>
                  <a:pt x="7941493" y="3218170"/>
                  <a:pt x="7941762" y="3216714"/>
                </a:cubicBezTo>
                <a:cubicBezTo>
                  <a:pt x="7942049" y="3215104"/>
                  <a:pt x="7940975" y="3213531"/>
                  <a:pt x="7939328" y="3213225"/>
                </a:cubicBezTo>
                <a:close/>
                <a:moveTo>
                  <a:pt x="5651259" y="4105408"/>
                </a:moveTo>
                <a:lnTo>
                  <a:pt x="5651258" y="4105428"/>
                </a:lnTo>
                <a:lnTo>
                  <a:pt x="5651267" y="4105416"/>
                </a:lnTo>
                <a:close/>
                <a:moveTo>
                  <a:pt x="5652044" y="4104316"/>
                </a:moveTo>
                <a:lnTo>
                  <a:pt x="5651267" y="4105416"/>
                </a:lnTo>
                <a:lnTo>
                  <a:pt x="5652197" y="4106213"/>
                </a:lnTo>
                <a:cubicBezTo>
                  <a:pt x="5652255" y="4106213"/>
                  <a:pt x="5652350" y="4106213"/>
                  <a:pt x="5652350" y="4106213"/>
                </a:cubicBezTo>
                <a:cubicBezTo>
                  <a:pt x="5652867" y="4106137"/>
                  <a:pt x="5653232" y="4105638"/>
                  <a:pt x="5653155" y="4105120"/>
                </a:cubicBezTo>
                <a:cubicBezTo>
                  <a:pt x="5653060" y="4104603"/>
                  <a:pt x="5652582" y="4104240"/>
                  <a:pt x="5652044" y="4104316"/>
                </a:cubicBezTo>
                <a:close/>
                <a:moveTo>
                  <a:pt x="8528969" y="2968752"/>
                </a:moveTo>
                <a:cubicBezTo>
                  <a:pt x="8525787" y="2967661"/>
                  <a:pt x="8522356" y="2969347"/>
                  <a:pt x="8521264" y="2972529"/>
                </a:cubicBezTo>
                <a:cubicBezTo>
                  <a:pt x="8520171" y="2975690"/>
                  <a:pt x="8521858" y="2979141"/>
                  <a:pt x="8525039" y="2980233"/>
                </a:cubicBezTo>
                <a:cubicBezTo>
                  <a:pt x="8525691" y="2980462"/>
                  <a:pt x="8526361" y="2980559"/>
                  <a:pt x="8527014" y="2980559"/>
                </a:cubicBezTo>
                <a:cubicBezTo>
                  <a:pt x="8529524" y="2980559"/>
                  <a:pt x="8531882" y="2978968"/>
                  <a:pt x="8532744" y="2976457"/>
                </a:cubicBezTo>
                <a:cubicBezTo>
                  <a:pt x="8533837" y="2973276"/>
                  <a:pt x="8532131" y="2969826"/>
                  <a:pt x="8528969" y="2968752"/>
                </a:cubicBezTo>
                <a:close/>
                <a:moveTo>
                  <a:pt x="7600159" y="3321145"/>
                </a:moveTo>
                <a:cubicBezTo>
                  <a:pt x="7599067" y="3321183"/>
                  <a:pt x="7598204" y="3322122"/>
                  <a:pt x="7598262" y="3323196"/>
                </a:cubicBezTo>
                <a:cubicBezTo>
                  <a:pt x="7598300" y="3324269"/>
                  <a:pt x="7599182" y="3325093"/>
                  <a:pt x="7600236" y="3325093"/>
                </a:cubicBezTo>
                <a:lnTo>
                  <a:pt x="7600332" y="3325093"/>
                </a:lnTo>
                <a:cubicBezTo>
                  <a:pt x="7601424" y="3325054"/>
                  <a:pt x="7602267" y="3324135"/>
                  <a:pt x="7602210" y="3323043"/>
                </a:cubicBezTo>
                <a:cubicBezTo>
                  <a:pt x="7602172" y="3321931"/>
                  <a:pt x="7601252" y="3321088"/>
                  <a:pt x="7600159" y="3321145"/>
                </a:cubicBezTo>
                <a:close/>
                <a:moveTo>
                  <a:pt x="5557099" y="4116601"/>
                </a:moveTo>
                <a:cubicBezTo>
                  <a:pt x="5556581" y="4116658"/>
                  <a:pt x="5556199" y="4117138"/>
                  <a:pt x="5556237" y="4117655"/>
                </a:cubicBezTo>
                <a:cubicBezTo>
                  <a:pt x="5556293" y="4118153"/>
                  <a:pt x="5556715" y="4118518"/>
                  <a:pt x="5557195" y="4118518"/>
                </a:cubicBezTo>
                <a:lnTo>
                  <a:pt x="5557291" y="4118517"/>
                </a:lnTo>
                <a:cubicBezTo>
                  <a:pt x="5557826" y="4118460"/>
                  <a:pt x="5558210" y="4117999"/>
                  <a:pt x="5558153" y="4117464"/>
                </a:cubicBezTo>
                <a:cubicBezTo>
                  <a:pt x="5558095" y="4116946"/>
                  <a:pt x="5557617" y="4116563"/>
                  <a:pt x="5557099" y="4116601"/>
                </a:cubicBezTo>
                <a:close/>
                <a:moveTo>
                  <a:pt x="8307379" y="3034490"/>
                </a:moveTo>
                <a:cubicBezTo>
                  <a:pt x="8304714" y="3033646"/>
                  <a:pt x="8301878" y="3035103"/>
                  <a:pt x="8301035" y="3037767"/>
                </a:cubicBezTo>
                <a:cubicBezTo>
                  <a:pt x="8300191" y="3040412"/>
                  <a:pt x="8301648" y="3043267"/>
                  <a:pt x="8304312" y="3044110"/>
                </a:cubicBezTo>
                <a:cubicBezTo>
                  <a:pt x="8304811" y="3044264"/>
                  <a:pt x="8305327" y="3044340"/>
                  <a:pt x="8305844" y="3044340"/>
                </a:cubicBezTo>
                <a:cubicBezTo>
                  <a:pt x="8307973" y="3044340"/>
                  <a:pt x="8309966" y="3042980"/>
                  <a:pt x="8310656" y="3040833"/>
                </a:cubicBezTo>
                <a:cubicBezTo>
                  <a:pt x="8311499" y="3038169"/>
                  <a:pt x="8310023" y="3035333"/>
                  <a:pt x="8307379" y="3034490"/>
                </a:cubicBezTo>
                <a:close/>
                <a:moveTo>
                  <a:pt x="9077058" y="2720312"/>
                </a:moveTo>
                <a:cubicBezTo>
                  <a:pt x="9072151" y="2719143"/>
                  <a:pt x="9067225" y="2722171"/>
                  <a:pt x="9066057" y="2727078"/>
                </a:cubicBezTo>
                <a:cubicBezTo>
                  <a:pt x="9064888" y="2731984"/>
                  <a:pt x="9067916" y="2736910"/>
                  <a:pt x="9072822" y="2738079"/>
                </a:cubicBezTo>
                <a:cubicBezTo>
                  <a:pt x="9073530" y="2738251"/>
                  <a:pt x="9074240" y="2738327"/>
                  <a:pt x="9074950" y="2738327"/>
                </a:cubicBezTo>
                <a:cubicBezTo>
                  <a:pt x="9079089" y="2738327"/>
                  <a:pt x="9082826" y="2735511"/>
                  <a:pt x="9083822" y="2731313"/>
                </a:cubicBezTo>
                <a:cubicBezTo>
                  <a:pt x="9084992" y="2726407"/>
                  <a:pt x="9081964" y="2721481"/>
                  <a:pt x="9077058" y="2720312"/>
                </a:cubicBezTo>
                <a:close/>
                <a:moveTo>
                  <a:pt x="8079292" y="3107376"/>
                </a:moveTo>
                <a:cubicBezTo>
                  <a:pt x="8077127" y="3106839"/>
                  <a:pt x="8074941" y="3108161"/>
                  <a:pt x="8074424" y="3110327"/>
                </a:cubicBezTo>
                <a:cubicBezTo>
                  <a:pt x="8073887" y="3112492"/>
                  <a:pt x="8075210" y="3114658"/>
                  <a:pt x="8077375" y="3115195"/>
                </a:cubicBezTo>
                <a:cubicBezTo>
                  <a:pt x="8077702" y="3115271"/>
                  <a:pt x="8078007" y="3115310"/>
                  <a:pt x="8078333" y="3115310"/>
                </a:cubicBezTo>
                <a:cubicBezTo>
                  <a:pt x="8080135" y="3115310"/>
                  <a:pt x="8081783" y="3114084"/>
                  <a:pt x="8082244" y="3112244"/>
                </a:cubicBezTo>
                <a:cubicBezTo>
                  <a:pt x="8082761" y="3110078"/>
                  <a:pt x="8081458" y="3107893"/>
                  <a:pt x="8079292" y="3107376"/>
                </a:cubicBezTo>
                <a:close/>
                <a:moveTo>
                  <a:pt x="8865625" y="2800079"/>
                </a:moveTo>
                <a:cubicBezTo>
                  <a:pt x="8861333" y="2798776"/>
                  <a:pt x="8856790" y="2801209"/>
                  <a:pt x="8855507" y="2805503"/>
                </a:cubicBezTo>
                <a:cubicBezTo>
                  <a:pt x="8854203" y="2809796"/>
                  <a:pt x="8856637" y="2814319"/>
                  <a:pt x="8860931" y="2815622"/>
                </a:cubicBezTo>
                <a:cubicBezTo>
                  <a:pt x="8861716" y="2815852"/>
                  <a:pt x="8862502" y="2815967"/>
                  <a:pt x="8863288" y="2815967"/>
                </a:cubicBezTo>
                <a:cubicBezTo>
                  <a:pt x="8866757" y="2815967"/>
                  <a:pt x="8869976" y="2813686"/>
                  <a:pt x="8871050" y="2810198"/>
                </a:cubicBezTo>
                <a:cubicBezTo>
                  <a:pt x="8872333" y="2805906"/>
                  <a:pt x="8869899" y="2801382"/>
                  <a:pt x="8865625" y="2800079"/>
                </a:cubicBezTo>
                <a:close/>
                <a:moveTo>
                  <a:pt x="7843137" y="3198851"/>
                </a:moveTo>
                <a:cubicBezTo>
                  <a:pt x="7841489" y="3198660"/>
                  <a:pt x="7839993" y="3199829"/>
                  <a:pt x="7839802" y="3201476"/>
                </a:cubicBezTo>
                <a:cubicBezTo>
                  <a:pt x="7839610" y="3203125"/>
                  <a:pt x="7840799" y="3204620"/>
                  <a:pt x="7842447" y="3204811"/>
                </a:cubicBezTo>
                <a:lnTo>
                  <a:pt x="7842447" y="3204831"/>
                </a:lnTo>
                <a:cubicBezTo>
                  <a:pt x="7842562" y="3204831"/>
                  <a:pt x="7842677" y="3204831"/>
                  <a:pt x="7842792" y="3204831"/>
                </a:cubicBezTo>
                <a:cubicBezTo>
                  <a:pt x="7844287" y="3204831"/>
                  <a:pt x="7845590" y="3203700"/>
                  <a:pt x="7845763" y="3202167"/>
                </a:cubicBezTo>
                <a:cubicBezTo>
                  <a:pt x="7845954" y="3200518"/>
                  <a:pt x="7844785" y="3199043"/>
                  <a:pt x="7843137" y="3198851"/>
                </a:cubicBezTo>
                <a:close/>
                <a:moveTo>
                  <a:pt x="7503873" y="3328504"/>
                </a:moveTo>
                <a:cubicBezTo>
                  <a:pt x="7502779" y="3328619"/>
                  <a:pt x="7502014" y="3329616"/>
                  <a:pt x="7502129" y="3330690"/>
                </a:cubicBezTo>
                <a:cubicBezTo>
                  <a:pt x="7502244" y="3331724"/>
                  <a:pt x="7503087" y="3332452"/>
                  <a:pt x="7504084" y="3332452"/>
                </a:cubicBezTo>
                <a:lnTo>
                  <a:pt x="7504314" y="3332452"/>
                </a:lnTo>
                <a:cubicBezTo>
                  <a:pt x="7505387" y="3332337"/>
                  <a:pt x="7506172" y="3331360"/>
                  <a:pt x="7506058" y="3330268"/>
                </a:cubicBezTo>
                <a:cubicBezTo>
                  <a:pt x="7505943" y="3329175"/>
                  <a:pt x="7504965" y="3328389"/>
                  <a:pt x="7503873" y="3328504"/>
                </a:cubicBezTo>
                <a:close/>
                <a:moveTo>
                  <a:pt x="5461617" y="4123385"/>
                </a:moveTo>
                <a:cubicBezTo>
                  <a:pt x="5461081" y="4123405"/>
                  <a:pt x="5460678" y="4123845"/>
                  <a:pt x="5460698" y="4124383"/>
                </a:cubicBezTo>
                <a:cubicBezTo>
                  <a:pt x="5460718" y="4124900"/>
                  <a:pt x="5461138" y="4125302"/>
                  <a:pt x="5461656" y="4125302"/>
                </a:cubicBezTo>
                <a:lnTo>
                  <a:pt x="5461694" y="4125302"/>
                </a:lnTo>
                <a:cubicBezTo>
                  <a:pt x="5462232" y="4125282"/>
                  <a:pt x="5462614" y="4124823"/>
                  <a:pt x="5462615" y="4124305"/>
                </a:cubicBezTo>
                <a:cubicBezTo>
                  <a:pt x="5462595" y="4123768"/>
                  <a:pt x="5462135" y="4123385"/>
                  <a:pt x="5461617" y="4123385"/>
                </a:cubicBezTo>
                <a:close/>
                <a:moveTo>
                  <a:pt x="9286248" y="2627744"/>
                </a:moveTo>
                <a:cubicBezTo>
                  <a:pt x="9280690" y="2626900"/>
                  <a:pt x="9275515" y="2630696"/>
                  <a:pt x="9274652" y="2636234"/>
                </a:cubicBezTo>
                <a:cubicBezTo>
                  <a:pt x="9273789" y="2641792"/>
                  <a:pt x="9277603" y="2646967"/>
                  <a:pt x="9283142" y="2647829"/>
                </a:cubicBezTo>
                <a:cubicBezTo>
                  <a:pt x="9283660" y="2647906"/>
                  <a:pt x="9284177" y="2647944"/>
                  <a:pt x="9284695" y="2647944"/>
                </a:cubicBezTo>
                <a:cubicBezTo>
                  <a:pt x="9289620" y="2647944"/>
                  <a:pt x="9293951" y="2644361"/>
                  <a:pt x="9294737" y="2639339"/>
                </a:cubicBezTo>
                <a:cubicBezTo>
                  <a:pt x="9295581" y="2633800"/>
                  <a:pt x="9291786" y="2628606"/>
                  <a:pt x="9286248" y="2627744"/>
                </a:cubicBezTo>
                <a:close/>
                <a:moveTo>
                  <a:pt x="8652048" y="2870607"/>
                </a:moveTo>
                <a:cubicBezTo>
                  <a:pt x="8648349" y="2869342"/>
                  <a:pt x="8644305" y="2871335"/>
                  <a:pt x="8643059" y="2875053"/>
                </a:cubicBezTo>
                <a:cubicBezTo>
                  <a:pt x="8641814" y="2878752"/>
                  <a:pt x="8643808" y="2882796"/>
                  <a:pt x="8647526" y="2884042"/>
                </a:cubicBezTo>
                <a:cubicBezTo>
                  <a:pt x="8648273" y="2884291"/>
                  <a:pt x="8649039" y="2884405"/>
                  <a:pt x="8649787" y="2884405"/>
                </a:cubicBezTo>
                <a:cubicBezTo>
                  <a:pt x="8652737" y="2884405"/>
                  <a:pt x="8655498" y="2882547"/>
                  <a:pt x="8656495" y="2879576"/>
                </a:cubicBezTo>
                <a:cubicBezTo>
                  <a:pt x="8657759" y="2875877"/>
                  <a:pt x="8655766" y="2871852"/>
                  <a:pt x="8652048" y="2870607"/>
                </a:cubicBezTo>
                <a:close/>
                <a:moveTo>
                  <a:pt x="7406627" y="3344124"/>
                </a:moveTo>
                <a:lnTo>
                  <a:pt x="7406627" y="3344144"/>
                </a:lnTo>
                <a:lnTo>
                  <a:pt x="7406637" y="3344132"/>
                </a:lnTo>
                <a:close/>
                <a:moveTo>
                  <a:pt x="7408238" y="3341863"/>
                </a:moveTo>
                <a:lnTo>
                  <a:pt x="7406637" y="3344132"/>
                </a:lnTo>
                <a:lnTo>
                  <a:pt x="7408583" y="3345772"/>
                </a:lnTo>
                <a:cubicBezTo>
                  <a:pt x="7408679" y="3345772"/>
                  <a:pt x="7408794" y="3345772"/>
                  <a:pt x="7408908" y="3345772"/>
                </a:cubicBezTo>
                <a:cubicBezTo>
                  <a:pt x="7409982" y="3345581"/>
                  <a:pt x="7410711" y="3344565"/>
                  <a:pt x="7410518" y="3343492"/>
                </a:cubicBezTo>
                <a:cubicBezTo>
                  <a:pt x="7410345" y="3342399"/>
                  <a:pt x="7409330" y="3341691"/>
                  <a:pt x="7408238" y="3341863"/>
                </a:cubicBezTo>
                <a:close/>
                <a:moveTo>
                  <a:pt x="8435193" y="2936861"/>
                </a:moveTo>
                <a:cubicBezTo>
                  <a:pt x="8432011" y="2935808"/>
                  <a:pt x="8428580" y="2937494"/>
                  <a:pt x="8427507" y="2940675"/>
                </a:cubicBezTo>
                <a:cubicBezTo>
                  <a:pt x="8426434" y="2943857"/>
                  <a:pt x="8428139" y="2947288"/>
                  <a:pt x="8431321" y="2948361"/>
                </a:cubicBezTo>
                <a:cubicBezTo>
                  <a:pt x="8431954" y="2948591"/>
                  <a:pt x="8432605" y="2948686"/>
                  <a:pt x="8433256" y="2948686"/>
                </a:cubicBezTo>
                <a:cubicBezTo>
                  <a:pt x="8435787" y="2948686"/>
                  <a:pt x="8438144" y="2947077"/>
                  <a:pt x="8439006" y="2944547"/>
                </a:cubicBezTo>
                <a:cubicBezTo>
                  <a:pt x="8440079" y="2941366"/>
                  <a:pt x="8438374" y="2937935"/>
                  <a:pt x="8435193" y="2936861"/>
                </a:cubicBezTo>
                <a:close/>
                <a:moveTo>
                  <a:pt x="6150475" y="3825001"/>
                </a:moveTo>
                <a:cubicBezTo>
                  <a:pt x="6149460" y="3825404"/>
                  <a:pt x="6148942" y="3826554"/>
                  <a:pt x="6149326" y="3827570"/>
                </a:cubicBezTo>
                <a:lnTo>
                  <a:pt x="6149307" y="3827570"/>
                </a:lnTo>
                <a:cubicBezTo>
                  <a:pt x="6149614" y="3828355"/>
                  <a:pt x="6150361" y="3828835"/>
                  <a:pt x="6151166" y="3828834"/>
                </a:cubicBezTo>
                <a:cubicBezTo>
                  <a:pt x="6151396" y="3828835"/>
                  <a:pt x="6151645" y="3828796"/>
                  <a:pt x="6151874" y="3828719"/>
                </a:cubicBezTo>
                <a:cubicBezTo>
                  <a:pt x="6152910" y="3828317"/>
                  <a:pt x="6153427" y="3827186"/>
                  <a:pt x="6153025" y="3826151"/>
                </a:cubicBezTo>
                <a:cubicBezTo>
                  <a:pt x="6152641" y="3825135"/>
                  <a:pt x="6151491" y="3824618"/>
                  <a:pt x="6150475" y="3825001"/>
                </a:cubicBezTo>
                <a:close/>
                <a:moveTo>
                  <a:pt x="6240035" y="3789296"/>
                </a:moveTo>
                <a:cubicBezTo>
                  <a:pt x="6239039" y="3789719"/>
                  <a:pt x="6238560" y="3790867"/>
                  <a:pt x="6238981" y="3791884"/>
                </a:cubicBezTo>
                <a:cubicBezTo>
                  <a:pt x="6239288" y="3792650"/>
                  <a:pt x="6240035" y="3793111"/>
                  <a:pt x="6240802" y="3793111"/>
                </a:cubicBezTo>
                <a:cubicBezTo>
                  <a:pt x="6241070" y="3793110"/>
                  <a:pt x="6241320" y="3793053"/>
                  <a:pt x="6241568" y="3792957"/>
                </a:cubicBezTo>
                <a:cubicBezTo>
                  <a:pt x="6242584" y="3792535"/>
                  <a:pt x="6243063" y="3791366"/>
                  <a:pt x="6242641" y="3790349"/>
                </a:cubicBezTo>
                <a:cubicBezTo>
                  <a:pt x="6242220" y="3789354"/>
                  <a:pt x="6241051" y="3788874"/>
                  <a:pt x="6240035" y="3789296"/>
                </a:cubicBezTo>
                <a:close/>
                <a:moveTo>
                  <a:pt x="6059824" y="3857850"/>
                </a:moveTo>
                <a:cubicBezTo>
                  <a:pt x="6058789" y="3858215"/>
                  <a:pt x="6058233" y="3859345"/>
                  <a:pt x="6058597" y="3860381"/>
                </a:cubicBezTo>
                <a:cubicBezTo>
                  <a:pt x="6058885" y="3861205"/>
                  <a:pt x="6059651" y="3861722"/>
                  <a:pt x="6060476" y="3861722"/>
                </a:cubicBezTo>
                <a:cubicBezTo>
                  <a:pt x="6060687" y="3861722"/>
                  <a:pt x="6060896" y="3861683"/>
                  <a:pt x="6061108" y="3861607"/>
                </a:cubicBezTo>
                <a:cubicBezTo>
                  <a:pt x="6062143" y="3861262"/>
                  <a:pt x="6062699" y="3860131"/>
                  <a:pt x="6062334" y="3859097"/>
                </a:cubicBezTo>
                <a:cubicBezTo>
                  <a:pt x="6061989" y="3858061"/>
                  <a:pt x="6060859" y="3857505"/>
                  <a:pt x="6059824" y="3857850"/>
                </a:cubicBezTo>
                <a:close/>
                <a:moveTo>
                  <a:pt x="6328522" y="3751004"/>
                </a:moveTo>
                <a:cubicBezTo>
                  <a:pt x="6327506" y="3751444"/>
                  <a:pt x="6327065" y="3752614"/>
                  <a:pt x="6327506" y="3753611"/>
                </a:cubicBezTo>
                <a:cubicBezTo>
                  <a:pt x="6327850" y="3754358"/>
                  <a:pt x="6328579" y="3754799"/>
                  <a:pt x="6329326" y="3754799"/>
                </a:cubicBezTo>
                <a:cubicBezTo>
                  <a:pt x="6329595" y="3754799"/>
                  <a:pt x="6329863" y="3754742"/>
                  <a:pt x="6330131" y="3754625"/>
                </a:cubicBezTo>
                <a:cubicBezTo>
                  <a:pt x="6331147" y="3754167"/>
                  <a:pt x="6331588" y="3752997"/>
                  <a:pt x="6331147" y="3752001"/>
                </a:cubicBezTo>
                <a:cubicBezTo>
                  <a:pt x="6330687" y="3751004"/>
                  <a:pt x="6329518" y="3750562"/>
                  <a:pt x="6328522" y="3751004"/>
                </a:cubicBezTo>
                <a:close/>
                <a:moveTo>
                  <a:pt x="5365887" y="4123942"/>
                </a:moveTo>
                <a:cubicBezTo>
                  <a:pt x="5365349" y="4123922"/>
                  <a:pt x="5364889" y="4124343"/>
                  <a:pt x="5364889" y="4124881"/>
                </a:cubicBezTo>
                <a:cubicBezTo>
                  <a:pt x="5364871" y="4125397"/>
                  <a:pt x="5365293" y="4125858"/>
                  <a:pt x="5365830" y="4125858"/>
                </a:cubicBezTo>
                <a:cubicBezTo>
                  <a:pt x="5366365" y="4125877"/>
                  <a:pt x="5366806" y="4125455"/>
                  <a:pt x="5366806" y="4124939"/>
                </a:cubicBezTo>
                <a:cubicBezTo>
                  <a:pt x="5366826" y="4124401"/>
                  <a:pt x="5366404" y="4123941"/>
                  <a:pt x="5365887" y="4123942"/>
                </a:cubicBezTo>
                <a:close/>
                <a:moveTo>
                  <a:pt x="5968118" y="3887595"/>
                </a:moveTo>
                <a:cubicBezTo>
                  <a:pt x="5967082" y="3887902"/>
                  <a:pt x="5966489" y="3889013"/>
                  <a:pt x="5966795" y="3890067"/>
                </a:cubicBezTo>
                <a:cubicBezTo>
                  <a:pt x="5967064" y="3890910"/>
                  <a:pt x="5967849" y="3891466"/>
                  <a:pt x="5968692" y="3891466"/>
                </a:cubicBezTo>
                <a:cubicBezTo>
                  <a:pt x="5968884" y="3891466"/>
                  <a:pt x="5969076" y="3891447"/>
                  <a:pt x="5969287" y="3891371"/>
                </a:cubicBezTo>
                <a:cubicBezTo>
                  <a:pt x="5970322" y="3891064"/>
                  <a:pt x="5970915" y="3889952"/>
                  <a:pt x="5970591" y="3888917"/>
                </a:cubicBezTo>
                <a:cubicBezTo>
                  <a:pt x="5970264" y="3887863"/>
                  <a:pt x="5969172" y="3887270"/>
                  <a:pt x="5968118" y="3887595"/>
                </a:cubicBezTo>
                <a:close/>
                <a:moveTo>
                  <a:pt x="6416413" y="3711312"/>
                </a:moveTo>
                <a:cubicBezTo>
                  <a:pt x="6415435" y="3711772"/>
                  <a:pt x="6414976" y="3712941"/>
                  <a:pt x="6415435" y="3713938"/>
                </a:cubicBezTo>
                <a:cubicBezTo>
                  <a:pt x="6415781" y="3714666"/>
                  <a:pt x="6416490" y="3715088"/>
                  <a:pt x="6417238" y="3715088"/>
                </a:cubicBezTo>
                <a:cubicBezTo>
                  <a:pt x="6417525" y="3715088"/>
                  <a:pt x="6417793" y="3715030"/>
                  <a:pt x="6418062" y="3714916"/>
                </a:cubicBezTo>
                <a:cubicBezTo>
                  <a:pt x="6419058" y="3714456"/>
                  <a:pt x="6419499" y="3713286"/>
                  <a:pt x="6419039" y="3712290"/>
                </a:cubicBezTo>
                <a:cubicBezTo>
                  <a:pt x="6418579" y="3711294"/>
                  <a:pt x="6417410" y="3710853"/>
                  <a:pt x="6416413" y="3711312"/>
                </a:cubicBezTo>
                <a:close/>
                <a:moveTo>
                  <a:pt x="7313522" y="3360587"/>
                </a:moveTo>
                <a:cubicBezTo>
                  <a:pt x="7312450" y="3360836"/>
                  <a:pt x="7311779" y="3361909"/>
                  <a:pt x="7312028" y="3362964"/>
                </a:cubicBezTo>
                <a:cubicBezTo>
                  <a:pt x="7312238" y="3363883"/>
                  <a:pt x="7313043" y="3364517"/>
                  <a:pt x="7313964" y="3364517"/>
                </a:cubicBezTo>
                <a:cubicBezTo>
                  <a:pt x="7314097" y="3364517"/>
                  <a:pt x="7314251" y="3364497"/>
                  <a:pt x="7314386" y="3364459"/>
                </a:cubicBezTo>
                <a:cubicBezTo>
                  <a:pt x="7315459" y="3364229"/>
                  <a:pt x="7316129" y="3363155"/>
                  <a:pt x="7315899" y="3362101"/>
                </a:cubicBezTo>
                <a:cubicBezTo>
                  <a:pt x="7315650" y="3361028"/>
                  <a:pt x="7314595" y="3360358"/>
                  <a:pt x="7313522" y="3360587"/>
                </a:cubicBezTo>
                <a:close/>
                <a:moveTo>
                  <a:pt x="7746142" y="3190974"/>
                </a:moveTo>
                <a:cubicBezTo>
                  <a:pt x="7744493" y="3190879"/>
                  <a:pt x="7743075" y="3192163"/>
                  <a:pt x="7743017" y="3193830"/>
                </a:cubicBezTo>
                <a:cubicBezTo>
                  <a:pt x="7742922" y="3195478"/>
                  <a:pt x="7744206" y="3196878"/>
                  <a:pt x="7745873" y="3196973"/>
                </a:cubicBezTo>
                <a:lnTo>
                  <a:pt x="7746007" y="3196973"/>
                </a:lnTo>
                <a:cubicBezTo>
                  <a:pt x="7747598" y="3196973"/>
                  <a:pt x="7748940" y="3195708"/>
                  <a:pt x="7749016" y="3194099"/>
                </a:cubicBezTo>
                <a:cubicBezTo>
                  <a:pt x="7749092" y="3192450"/>
                  <a:pt x="7747808" y="3191051"/>
                  <a:pt x="7746142" y="3190974"/>
                </a:cubicBezTo>
                <a:close/>
                <a:moveTo>
                  <a:pt x="8213181" y="3005703"/>
                </a:moveTo>
                <a:cubicBezTo>
                  <a:pt x="8210497" y="3004937"/>
                  <a:pt x="8207699" y="3006470"/>
                  <a:pt x="8206933" y="3009153"/>
                </a:cubicBezTo>
                <a:cubicBezTo>
                  <a:pt x="8206146" y="3011817"/>
                  <a:pt x="8207699" y="3014615"/>
                  <a:pt x="8210363" y="3015401"/>
                </a:cubicBezTo>
                <a:cubicBezTo>
                  <a:pt x="8210824" y="3015535"/>
                  <a:pt x="8211303" y="3015611"/>
                  <a:pt x="8211762" y="3015611"/>
                </a:cubicBezTo>
                <a:cubicBezTo>
                  <a:pt x="8213966" y="3015611"/>
                  <a:pt x="8215979" y="3014174"/>
                  <a:pt x="8216630" y="3011951"/>
                </a:cubicBezTo>
                <a:cubicBezTo>
                  <a:pt x="8217397" y="3009287"/>
                  <a:pt x="8215864" y="3006489"/>
                  <a:pt x="8213181" y="3005703"/>
                </a:cubicBezTo>
                <a:close/>
                <a:moveTo>
                  <a:pt x="6504037" y="3670988"/>
                </a:moveTo>
                <a:cubicBezTo>
                  <a:pt x="6503040" y="3671448"/>
                  <a:pt x="6502619" y="3672617"/>
                  <a:pt x="6503079" y="3673614"/>
                </a:cubicBezTo>
                <a:cubicBezTo>
                  <a:pt x="6503405" y="3674343"/>
                  <a:pt x="6504133" y="3674765"/>
                  <a:pt x="6504881" y="3674765"/>
                </a:cubicBezTo>
                <a:cubicBezTo>
                  <a:pt x="6505148" y="3674765"/>
                  <a:pt x="6505437" y="3674707"/>
                  <a:pt x="6505704" y="3674573"/>
                </a:cubicBezTo>
                <a:cubicBezTo>
                  <a:pt x="6506701" y="3674112"/>
                  <a:pt x="6507123" y="3672943"/>
                  <a:pt x="6506663" y="3671947"/>
                </a:cubicBezTo>
                <a:cubicBezTo>
                  <a:pt x="6506203" y="3670950"/>
                  <a:pt x="6505033" y="3670528"/>
                  <a:pt x="6504037" y="3670988"/>
                </a:cubicBezTo>
                <a:close/>
                <a:moveTo>
                  <a:pt x="5875393" y="3913898"/>
                </a:moveTo>
                <a:lnTo>
                  <a:pt x="5873978" y="3916305"/>
                </a:lnTo>
                <a:cubicBezTo>
                  <a:pt x="5874207" y="3917206"/>
                  <a:pt x="5875014" y="3917799"/>
                  <a:pt x="5875895" y="3917799"/>
                </a:cubicBezTo>
                <a:cubicBezTo>
                  <a:pt x="5876068" y="3917799"/>
                  <a:pt x="5876221" y="3917760"/>
                  <a:pt x="5876394" y="3917723"/>
                </a:cubicBezTo>
                <a:cubicBezTo>
                  <a:pt x="5877447" y="3917435"/>
                  <a:pt x="5878080" y="3916363"/>
                  <a:pt x="5877812" y="3915308"/>
                </a:cubicBezTo>
                <a:close/>
                <a:moveTo>
                  <a:pt x="5875378" y="3913890"/>
                </a:moveTo>
                <a:lnTo>
                  <a:pt x="5875393" y="3913898"/>
                </a:lnTo>
                <a:lnTo>
                  <a:pt x="5875397" y="3913890"/>
                </a:lnTo>
                <a:close/>
                <a:moveTo>
                  <a:pt x="6591604" y="3630492"/>
                </a:moveTo>
                <a:cubicBezTo>
                  <a:pt x="6590607" y="3630952"/>
                  <a:pt x="6590185" y="3632141"/>
                  <a:pt x="6590646" y="3633118"/>
                </a:cubicBezTo>
                <a:cubicBezTo>
                  <a:pt x="6590971" y="3633846"/>
                  <a:pt x="6591680" y="3634268"/>
                  <a:pt x="6592447" y="3634268"/>
                </a:cubicBezTo>
                <a:cubicBezTo>
                  <a:pt x="6592716" y="3634268"/>
                  <a:pt x="6593003" y="3634211"/>
                  <a:pt x="6593271" y="3634095"/>
                </a:cubicBezTo>
                <a:cubicBezTo>
                  <a:pt x="6594268" y="3633636"/>
                  <a:pt x="6594689" y="3632467"/>
                  <a:pt x="6594229" y="3631470"/>
                </a:cubicBezTo>
                <a:cubicBezTo>
                  <a:pt x="6593789" y="3630474"/>
                  <a:pt x="6592600" y="3630032"/>
                  <a:pt x="6591604" y="3630492"/>
                </a:cubicBezTo>
                <a:close/>
                <a:moveTo>
                  <a:pt x="7983657" y="3086370"/>
                </a:moveTo>
                <a:cubicBezTo>
                  <a:pt x="7981472" y="3085949"/>
                  <a:pt x="7979364" y="3087386"/>
                  <a:pt x="7978942" y="3089552"/>
                </a:cubicBezTo>
                <a:cubicBezTo>
                  <a:pt x="7978521" y="3091737"/>
                  <a:pt x="7979958" y="3093845"/>
                  <a:pt x="7982143" y="3094266"/>
                </a:cubicBezTo>
                <a:cubicBezTo>
                  <a:pt x="7982392" y="3094324"/>
                  <a:pt x="7982660" y="3094344"/>
                  <a:pt x="7982909" y="3094344"/>
                </a:cubicBezTo>
                <a:cubicBezTo>
                  <a:pt x="7984807" y="3094344"/>
                  <a:pt x="7986494" y="3093001"/>
                  <a:pt x="7986857" y="3091085"/>
                </a:cubicBezTo>
                <a:cubicBezTo>
                  <a:pt x="7987279" y="3088901"/>
                  <a:pt x="7985842" y="3086792"/>
                  <a:pt x="7983657" y="3086370"/>
                </a:cubicBezTo>
                <a:close/>
                <a:moveTo>
                  <a:pt x="7219862" y="3384065"/>
                </a:moveTo>
                <a:cubicBezTo>
                  <a:pt x="7218808" y="3384372"/>
                  <a:pt x="7218195" y="3385464"/>
                  <a:pt x="7218482" y="3386498"/>
                </a:cubicBezTo>
                <a:cubicBezTo>
                  <a:pt x="7218712" y="3387380"/>
                  <a:pt x="7219516" y="3387956"/>
                  <a:pt x="7220379" y="3387956"/>
                </a:cubicBezTo>
                <a:cubicBezTo>
                  <a:pt x="7220552" y="3387956"/>
                  <a:pt x="7220743" y="3387936"/>
                  <a:pt x="7220916" y="3387898"/>
                </a:cubicBezTo>
                <a:cubicBezTo>
                  <a:pt x="7221971" y="3387591"/>
                  <a:pt x="7222584" y="3386518"/>
                  <a:pt x="7222297" y="3385464"/>
                </a:cubicBezTo>
                <a:cubicBezTo>
                  <a:pt x="7222008" y="3384391"/>
                  <a:pt x="7220916" y="3383777"/>
                  <a:pt x="7219862" y="3384065"/>
                </a:cubicBezTo>
                <a:close/>
                <a:moveTo>
                  <a:pt x="8979659" y="2695129"/>
                </a:moveTo>
                <a:cubicBezTo>
                  <a:pt x="8974811" y="2693788"/>
                  <a:pt x="8969770" y="2696624"/>
                  <a:pt x="8968410" y="2701492"/>
                </a:cubicBezTo>
                <a:cubicBezTo>
                  <a:pt x="8967067" y="2706360"/>
                  <a:pt x="8969904" y="2711381"/>
                  <a:pt x="8974772" y="2712742"/>
                </a:cubicBezTo>
                <a:cubicBezTo>
                  <a:pt x="8975597" y="2712953"/>
                  <a:pt x="8976420" y="2713068"/>
                  <a:pt x="8977224" y="2713068"/>
                </a:cubicBezTo>
                <a:cubicBezTo>
                  <a:pt x="8981231" y="2713068"/>
                  <a:pt x="8984891" y="2710423"/>
                  <a:pt x="8986023" y="2706379"/>
                </a:cubicBezTo>
                <a:cubicBezTo>
                  <a:pt x="8987363" y="2701512"/>
                  <a:pt x="8984527" y="2696490"/>
                  <a:pt x="8979659" y="2695129"/>
                </a:cubicBezTo>
                <a:close/>
                <a:moveTo>
                  <a:pt x="6679323" y="3590341"/>
                </a:moveTo>
                <a:cubicBezTo>
                  <a:pt x="6678346" y="3590782"/>
                  <a:pt x="6677886" y="3591951"/>
                  <a:pt x="6678346" y="3592947"/>
                </a:cubicBezTo>
                <a:cubicBezTo>
                  <a:pt x="6678671" y="3593676"/>
                  <a:pt x="6679400" y="3594117"/>
                  <a:pt x="6680147" y="3594117"/>
                </a:cubicBezTo>
                <a:cubicBezTo>
                  <a:pt x="6680416" y="3594117"/>
                  <a:pt x="6680703" y="3594059"/>
                  <a:pt x="6680971" y="3593944"/>
                </a:cubicBezTo>
                <a:cubicBezTo>
                  <a:pt x="6681949" y="3593484"/>
                  <a:pt x="6682409" y="3592316"/>
                  <a:pt x="6681949" y="3591319"/>
                </a:cubicBezTo>
                <a:cubicBezTo>
                  <a:pt x="6681508" y="3590341"/>
                  <a:pt x="6680320" y="3589881"/>
                  <a:pt x="6679323" y="3590341"/>
                </a:cubicBezTo>
                <a:close/>
                <a:moveTo>
                  <a:pt x="9186837" y="2609690"/>
                </a:moveTo>
                <a:cubicBezTo>
                  <a:pt x="9181336" y="2608560"/>
                  <a:pt x="9175970" y="2612086"/>
                  <a:pt x="9174820" y="2617587"/>
                </a:cubicBezTo>
                <a:cubicBezTo>
                  <a:pt x="9173689" y="2623067"/>
                  <a:pt x="9177216" y="2628453"/>
                  <a:pt x="9182716" y="2629584"/>
                </a:cubicBezTo>
                <a:cubicBezTo>
                  <a:pt x="9183406" y="2629737"/>
                  <a:pt x="9184096" y="2629794"/>
                  <a:pt x="9184786" y="2629794"/>
                </a:cubicBezTo>
                <a:cubicBezTo>
                  <a:pt x="9189501" y="2629794"/>
                  <a:pt x="9193717" y="2626498"/>
                  <a:pt x="9194713" y="2621707"/>
                </a:cubicBezTo>
                <a:cubicBezTo>
                  <a:pt x="9195864" y="2616207"/>
                  <a:pt x="9192337" y="2610840"/>
                  <a:pt x="9186837" y="2609690"/>
                </a:cubicBezTo>
                <a:close/>
                <a:moveTo>
                  <a:pt x="7127331" y="3411644"/>
                </a:moveTo>
                <a:cubicBezTo>
                  <a:pt x="7126296" y="3411970"/>
                  <a:pt x="7125722" y="3413100"/>
                  <a:pt x="7126048" y="3414135"/>
                </a:cubicBezTo>
                <a:cubicBezTo>
                  <a:pt x="7126316" y="3414979"/>
                  <a:pt x="7127102" y="3415516"/>
                  <a:pt x="7127945" y="3415516"/>
                </a:cubicBezTo>
                <a:cubicBezTo>
                  <a:pt x="7128137" y="3415516"/>
                  <a:pt x="7128347" y="3415477"/>
                  <a:pt x="7128540" y="3415419"/>
                </a:cubicBezTo>
                <a:cubicBezTo>
                  <a:pt x="7129594" y="3415075"/>
                  <a:pt x="7130168" y="3413962"/>
                  <a:pt x="7129824" y="3412928"/>
                </a:cubicBezTo>
                <a:cubicBezTo>
                  <a:pt x="7129498" y="3411873"/>
                  <a:pt x="7128386" y="3411318"/>
                  <a:pt x="7127331" y="3411644"/>
                </a:cubicBezTo>
                <a:close/>
                <a:moveTo>
                  <a:pt x="8770086" y="2770066"/>
                </a:moveTo>
                <a:cubicBezTo>
                  <a:pt x="8765832" y="2768667"/>
                  <a:pt x="8761251" y="2771006"/>
                  <a:pt x="8759872" y="2775260"/>
                </a:cubicBezTo>
                <a:cubicBezTo>
                  <a:pt x="8758473" y="2779534"/>
                  <a:pt x="8760810" y="2784095"/>
                  <a:pt x="8765066" y="2785494"/>
                </a:cubicBezTo>
                <a:cubicBezTo>
                  <a:pt x="8765909" y="2785762"/>
                  <a:pt x="8766752" y="2785897"/>
                  <a:pt x="8767576" y="2785897"/>
                </a:cubicBezTo>
                <a:cubicBezTo>
                  <a:pt x="8771007" y="2785897"/>
                  <a:pt x="8774188" y="2783711"/>
                  <a:pt x="8775300" y="2780282"/>
                </a:cubicBezTo>
                <a:cubicBezTo>
                  <a:pt x="8776680" y="2776027"/>
                  <a:pt x="8774342" y="2771446"/>
                  <a:pt x="8770086" y="2770066"/>
                </a:cubicBezTo>
                <a:close/>
                <a:moveTo>
                  <a:pt x="5781679" y="3936390"/>
                </a:moveTo>
                <a:cubicBezTo>
                  <a:pt x="5780605" y="3936620"/>
                  <a:pt x="5779935" y="3937674"/>
                  <a:pt x="5780165" y="3938747"/>
                </a:cubicBezTo>
                <a:cubicBezTo>
                  <a:pt x="5780375" y="3939667"/>
                  <a:pt x="5781181" y="3940300"/>
                  <a:pt x="5782100" y="3940300"/>
                </a:cubicBezTo>
                <a:cubicBezTo>
                  <a:pt x="5782234" y="3940299"/>
                  <a:pt x="5782387" y="3940260"/>
                  <a:pt x="5782522" y="3940261"/>
                </a:cubicBezTo>
                <a:cubicBezTo>
                  <a:pt x="5783595" y="3940031"/>
                  <a:pt x="5784266" y="3938958"/>
                  <a:pt x="5784036" y="3937904"/>
                </a:cubicBezTo>
                <a:cubicBezTo>
                  <a:pt x="5783805" y="3936831"/>
                  <a:pt x="5782752" y="3936140"/>
                  <a:pt x="5781679" y="3936390"/>
                </a:cubicBezTo>
                <a:close/>
                <a:moveTo>
                  <a:pt x="6767425" y="3550956"/>
                </a:moveTo>
                <a:cubicBezTo>
                  <a:pt x="6766429" y="3551397"/>
                  <a:pt x="6765970" y="3552566"/>
                  <a:pt x="6766410" y="3553563"/>
                </a:cubicBezTo>
                <a:cubicBezTo>
                  <a:pt x="6766736" y="3554311"/>
                  <a:pt x="6767464" y="3554751"/>
                  <a:pt x="6768232" y="3554751"/>
                </a:cubicBezTo>
                <a:cubicBezTo>
                  <a:pt x="6768499" y="3554751"/>
                  <a:pt x="6768767" y="3554693"/>
                  <a:pt x="6769017" y="3554578"/>
                </a:cubicBezTo>
                <a:cubicBezTo>
                  <a:pt x="6770033" y="3554137"/>
                  <a:pt x="6770474" y="3552969"/>
                  <a:pt x="6770033" y="3551972"/>
                </a:cubicBezTo>
                <a:cubicBezTo>
                  <a:pt x="6769592" y="3550956"/>
                  <a:pt x="6768422" y="3550516"/>
                  <a:pt x="6767425" y="3550956"/>
                </a:cubicBezTo>
                <a:close/>
                <a:moveTo>
                  <a:pt x="6856104" y="3512875"/>
                </a:moveTo>
                <a:cubicBezTo>
                  <a:pt x="6855088" y="3513297"/>
                  <a:pt x="6854628" y="3514465"/>
                  <a:pt x="6855050" y="3515482"/>
                </a:cubicBezTo>
                <a:cubicBezTo>
                  <a:pt x="6855357" y="3516229"/>
                  <a:pt x="6856085" y="3516688"/>
                  <a:pt x="6856872" y="3516688"/>
                </a:cubicBezTo>
                <a:cubicBezTo>
                  <a:pt x="6857120" y="3516688"/>
                  <a:pt x="6857388" y="3516631"/>
                  <a:pt x="6857637" y="3516536"/>
                </a:cubicBezTo>
                <a:cubicBezTo>
                  <a:pt x="6858634" y="3516113"/>
                  <a:pt x="6859113" y="3514945"/>
                  <a:pt x="6858691" y="3513947"/>
                </a:cubicBezTo>
                <a:cubicBezTo>
                  <a:pt x="6858270" y="3512932"/>
                  <a:pt x="6857120" y="3512453"/>
                  <a:pt x="6856104" y="3512875"/>
                </a:cubicBezTo>
                <a:close/>
                <a:moveTo>
                  <a:pt x="7035932" y="3442673"/>
                </a:moveTo>
                <a:cubicBezTo>
                  <a:pt x="7034897" y="3443056"/>
                  <a:pt x="7034361" y="3444187"/>
                  <a:pt x="7034725" y="3445222"/>
                </a:cubicBezTo>
                <a:cubicBezTo>
                  <a:pt x="7035012" y="3446026"/>
                  <a:pt x="7035779" y="3446525"/>
                  <a:pt x="7036583" y="3446525"/>
                </a:cubicBezTo>
                <a:cubicBezTo>
                  <a:pt x="7036813" y="3446525"/>
                  <a:pt x="7037043" y="3446486"/>
                  <a:pt x="7037254" y="3446410"/>
                </a:cubicBezTo>
                <a:cubicBezTo>
                  <a:pt x="7038290" y="3446045"/>
                  <a:pt x="7038826" y="3444895"/>
                  <a:pt x="7038463" y="3443880"/>
                </a:cubicBezTo>
                <a:cubicBezTo>
                  <a:pt x="7038079" y="3442845"/>
                  <a:pt x="7036949" y="3442308"/>
                  <a:pt x="7035932" y="3442673"/>
                </a:cubicBezTo>
                <a:close/>
                <a:moveTo>
                  <a:pt x="6945548" y="3476614"/>
                </a:moveTo>
                <a:cubicBezTo>
                  <a:pt x="6944514" y="3476998"/>
                  <a:pt x="6944015" y="3478147"/>
                  <a:pt x="6944418" y="3479164"/>
                </a:cubicBezTo>
                <a:lnTo>
                  <a:pt x="6944437" y="3479164"/>
                </a:lnTo>
                <a:cubicBezTo>
                  <a:pt x="6944744" y="3479949"/>
                  <a:pt x="6945491" y="3480428"/>
                  <a:pt x="6946277" y="3480428"/>
                </a:cubicBezTo>
                <a:cubicBezTo>
                  <a:pt x="6946526" y="3480428"/>
                  <a:pt x="6946756" y="3480390"/>
                  <a:pt x="6947005" y="3480294"/>
                </a:cubicBezTo>
                <a:cubicBezTo>
                  <a:pt x="6948021" y="3479892"/>
                  <a:pt x="6948538" y="3478742"/>
                  <a:pt x="6948136" y="3477726"/>
                </a:cubicBezTo>
                <a:cubicBezTo>
                  <a:pt x="6947733" y="3476710"/>
                  <a:pt x="6946583" y="3476192"/>
                  <a:pt x="6945548" y="3476614"/>
                </a:cubicBezTo>
                <a:close/>
                <a:moveTo>
                  <a:pt x="8557717" y="2838486"/>
                </a:moveTo>
                <a:cubicBezTo>
                  <a:pt x="8554017" y="2837220"/>
                  <a:pt x="8549993" y="2839194"/>
                  <a:pt x="8548727" y="2842894"/>
                </a:cubicBezTo>
                <a:cubicBezTo>
                  <a:pt x="8547463" y="2846612"/>
                  <a:pt x="8549437" y="2850636"/>
                  <a:pt x="8553136" y="2851901"/>
                </a:cubicBezTo>
                <a:cubicBezTo>
                  <a:pt x="8553902" y="2852170"/>
                  <a:pt x="8554669" y="2852285"/>
                  <a:pt x="8555436" y="2852285"/>
                </a:cubicBezTo>
                <a:cubicBezTo>
                  <a:pt x="8558387" y="2852285"/>
                  <a:pt x="8561147" y="2850445"/>
                  <a:pt x="8562143" y="2847494"/>
                </a:cubicBezTo>
                <a:cubicBezTo>
                  <a:pt x="8563408" y="2843794"/>
                  <a:pt x="8561435" y="2839750"/>
                  <a:pt x="8557717" y="2838486"/>
                </a:cubicBezTo>
                <a:close/>
                <a:moveTo>
                  <a:pt x="7648878" y="3189710"/>
                </a:moveTo>
                <a:cubicBezTo>
                  <a:pt x="7647210" y="3189729"/>
                  <a:pt x="7645888" y="3191109"/>
                  <a:pt x="7645926" y="3192756"/>
                </a:cubicBezTo>
                <a:cubicBezTo>
                  <a:pt x="7645964" y="3194405"/>
                  <a:pt x="7647305" y="3195708"/>
                  <a:pt x="7648935" y="3195708"/>
                </a:cubicBezTo>
                <a:lnTo>
                  <a:pt x="7648992" y="3195708"/>
                </a:lnTo>
                <a:cubicBezTo>
                  <a:pt x="7650660" y="3195670"/>
                  <a:pt x="7651943" y="3194308"/>
                  <a:pt x="7651943" y="3192641"/>
                </a:cubicBezTo>
                <a:cubicBezTo>
                  <a:pt x="7651905" y="3190974"/>
                  <a:pt x="7650525" y="3189671"/>
                  <a:pt x="7648878" y="3189710"/>
                </a:cubicBezTo>
                <a:close/>
                <a:moveTo>
                  <a:pt x="5270394" y="4117550"/>
                </a:moveTo>
                <a:lnTo>
                  <a:pt x="5269350" y="4118403"/>
                </a:lnTo>
                <a:cubicBezTo>
                  <a:pt x="5269294" y="4118920"/>
                  <a:pt x="5269657" y="4119400"/>
                  <a:pt x="5270195" y="4119456"/>
                </a:cubicBezTo>
                <a:lnTo>
                  <a:pt x="5270289" y="4119457"/>
                </a:lnTo>
                <a:cubicBezTo>
                  <a:pt x="5270788" y="4119457"/>
                  <a:pt x="5271191" y="4119092"/>
                  <a:pt x="5271247" y="4118594"/>
                </a:cubicBezTo>
                <a:close/>
                <a:moveTo>
                  <a:pt x="5270387" y="4117540"/>
                </a:moveTo>
                <a:lnTo>
                  <a:pt x="5270394" y="4117550"/>
                </a:lnTo>
                <a:lnTo>
                  <a:pt x="5270405" y="4117540"/>
                </a:lnTo>
                <a:close/>
                <a:moveTo>
                  <a:pt x="5687079" y="3954596"/>
                </a:moveTo>
                <a:cubicBezTo>
                  <a:pt x="5685986" y="3954788"/>
                  <a:pt x="5685257" y="3955805"/>
                  <a:pt x="5685450" y="3956878"/>
                </a:cubicBezTo>
                <a:cubicBezTo>
                  <a:pt x="5685603" y="3957855"/>
                  <a:pt x="5686445" y="3958544"/>
                  <a:pt x="5687385" y="3958545"/>
                </a:cubicBezTo>
                <a:cubicBezTo>
                  <a:pt x="5687500" y="3958544"/>
                  <a:pt x="5687710" y="3958506"/>
                  <a:pt x="5687710" y="3958506"/>
                </a:cubicBezTo>
                <a:lnTo>
                  <a:pt x="5687731" y="3958506"/>
                </a:lnTo>
                <a:cubicBezTo>
                  <a:pt x="5688804" y="3958334"/>
                  <a:pt x="5689531" y="3957300"/>
                  <a:pt x="5689340" y="3956226"/>
                </a:cubicBezTo>
                <a:cubicBezTo>
                  <a:pt x="5689168" y="3955153"/>
                  <a:pt x="5688152" y="3954424"/>
                  <a:pt x="5687079" y="3954596"/>
                </a:cubicBezTo>
                <a:close/>
                <a:moveTo>
                  <a:pt x="8341052" y="2905909"/>
                </a:moveTo>
                <a:cubicBezTo>
                  <a:pt x="8337851" y="2904894"/>
                  <a:pt x="8334441" y="2906657"/>
                  <a:pt x="8333405" y="2909858"/>
                </a:cubicBezTo>
                <a:cubicBezTo>
                  <a:pt x="8332389" y="2913039"/>
                  <a:pt x="8334153" y="2916451"/>
                  <a:pt x="8337353" y="2917486"/>
                </a:cubicBezTo>
                <a:cubicBezTo>
                  <a:pt x="8337967" y="2917677"/>
                  <a:pt x="8338580" y="2917773"/>
                  <a:pt x="8339194" y="2917773"/>
                </a:cubicBezTo>
                <a:cubicBezTo>
                  <a:pt x="8341762" y="2917773"/>
                  <a:pt x="8344157" y="2916125"/>
                  <a:pt x="8344982" y="2913538"/>
                </a:cubicBezTo>
                <a:cubicBezTo>
                  <a:pt x="8345997" y="2910356"/>
                  <a:pt x="8344234" y="2906945"/>
                  <a:pt x="8341052" y="2905909"/>
                </a:cubicBezTo>
                <a:close/>
                <a:moveTo>
                  <a:pt x="5591654" y="3968012"/>
                </a:moveTo>
                <a:cubicBezTo>
                  <a:pt x="5590581" y="3968128"/>
                  <a:pt x="5589796" y="3969124"/>
                  <a:pt x="5589910" y="3970197"/>
                </a:cubicBezTo>
                <a:cubicBezTo>
                  <a:pt x="5590026" y="3971213"/>
                  <a:pt x="5590887" y="3971961"/>
                  <a:pt x="5591884" y="3971961"/>
                </a:cubicBezTo>
                <a:lnTo>
                  <a:pt x="5592115" y="3971961"/>
                </a:lnTo>
                <a:cubicBezTo>
                  <a:pt x="5593187" y="3971827"/>
                  <a:pt x="5593972" y="3970849"/>
                  <a:pt x="5593859" y="3969757"/>
                </a:cubicBezTo>
                <a:cubicBezTo>
                  <a:pt x="5593724" y="3968664"/>
                  <a:pt x="5592747" y="3967898"/>
                  <a:pt x="5591654" y="3968012"/>
                </a:cubicBezTo>
                <a:close/>
                <a:moveTo>
                  <a:pt x="7886968" y="3070770"/>
                </a:moveTo>
                <a:cubicBezTo>
                  <a:pt x="7884763" y="3070501"/>
                  <a:pt x="7882732" y="3072054"/>
                  <a:pt x="7882465" y="3074258"/>
                </a:cubicBezTo>
                <a:cubicBezTo>
                  <a:pt x="7882177" y="3076462"/>
                  <a:pt x="7883729" y="3078474"/>
                  <a:pt x="7885933" y="3078762"/>
                </a:cubicBezTo>
                <a:cubicBezTo>
                  <a:pt x="7886106" y="3078800"/>
                  <a:pt x="7886278" y="3078800"/>
                  <a:pt x="7886451" y="3078800"/>
                </a:cubicBezTo>
                <a:cubicBezTo>
                  <a:pt x="7888445" y="3078800"/>
                  <a:pt x="7890169" y="3077305"/>
                  <a:pt x="7890437" y="3075293"/>
                </a:cubicBezTo>
                <a:cubicBezTo>
                  <a:pt x="7890725" y="3073089"/>
                  <a:pt x="7889173" y="3071057"/>
                  <a:pt x="7886968" y="3070770"/>
                </a:cubicBezTo>
                <a:close/>
                <a:moveTo>
                  <a:pt x="8118083" y="2979926"/>
                </a:moveTo>
                <a:cubicBezTo>
                  <a:pt x="8115361" y="2979255"/>
                  <a:pt x="8112640" y="2980884"/>
                  <a:pt x="8111949" y="2983606"/>
                </a:cubicBezTo>
                <a:cubicBezTo>
                  <a:pt x="8111278" y="2986288"/>
                  <a:pt x="8112927" y="2989048"/>
                  <a:pt x="8115629" y="2989719"/>
                </a:cubicBezTo>
                <a:cubicBezTo>
                  <a:pt x="8116032" y="2989815"/>
                  <a:pt x="8116454" y="2989873"/>
                  <a:pt x="8116856" y="2989873"/>
                </a:cubicBezTo>
                <a:cubicBezTo>
                  <a:pt x="8119118" y="2989873"/>
                  <a:pt x="8121168" y="2988339"/>
                  <a:pt x="8121744" y="2986040"/>
                </a:cubicBezTo>
                <a:cubicBezTo>
                  <a:pt x="8122433" y="2983337"/>
                  <a:pt x="8120785" y="2980597"/>
                  <a:pt x="8118083" y="2979926"/>
                </a:cubicBezTo>
                <a:close/>
                <a:moveTo>
                  <a:pt x="7551747" y="3194788"/>
                </a:moveTo>
                <a:cubicBezTo>
                  <a:pt x="7550099" y="3194922"/>
                  <a:pt x="7548872" y="3196379"/>
                  <a:pt x="7549007" y="3198027"/>
                </a:cubicBezTo>
                <a:cubicBezTo>
                  <a:pt x="7549141" y="3199599"/>
                  <a:pt x="7550464" y="3200787"/>
                  <a:pt x="7551996" y="3200787"/>
                </a:cubicBezTo>
                <a:cubicBezTo>
                  <a:pt x="7552093" y="3200787"/>
                  <a:pt x="7552245" y="3200768"/>
                  <a:pt x="7552245" y="3200768"/>
                </a:cubicBezTo>
                <a:cubicBezTo>
                  <a:pt x="7553913" y="3200633"/>
                  <a:pt x="7555140" y="3199177"/>
                  <a:pt x="7554986" y="3197529"/>
                </a:cubicBezTo>
                <a:cubicBezTo>
                  <a:pt x="7554853" y="3195881"/>
                  <a:pt x="7553396" y="3194655"/>
                  <a:pt x="7551747" y="3194788"/>
                </a:cubicBezTo>
                <a:close/>
                <a:moveTo>
                  <a:pt x="9088289" y="2586979"/>
                </a:moveTo>
                <a:cubicBezTo>
                  <a:pt x="9082846" y="2585600"/>
                  <a:pt x="9077326" y="2588915"/>
                  <a:pt x="9075965" y="2594339"/>
                </a:cubicBezTo>
                <a:cubicBezTo>
                  <a:pt x="9074586" y="2599782"/>
                  <a:pt x="9077881" y="2605301"/>
                  <a:pt x="9083325" y="2606681"/>
                </a:cubicBezTo>
                <a:cubicBezTo>
                  <a:pt x="9084148" y="2606892"/>
                  <a:pt x="9084992" y="2606988"/>
                  <a:pt x="9085816" y="2606988"/>
                </a:cubicBezTo>
                <a:cubicBezTo>
                  <a:pt x="9090359" y="2606988"/>
                  <a:pt x="9094498" y="2603922"/>
                  <a:pt x="9095648" y="2599322"/>
                </a:cubicBezTo>
                <a:cubicBezTo>
                  <a:pt x="9097028" y="2593879"/>
                  <a:pt x="9093732" y="2588359"/>
                  <a:pt x="9088289" y="2586979"/>
                </a:cubicBezTo>
                <a:close/>
                <a:moveTo>
                  <a:pt x="8883066" y="2666764"/>
                </a:moveTo>
                <a:cubicBezTo>
                  <a:pt x="8878256" y="2665269"/>
                  <a:pt x="8873138" y="2667972"/>
                  <a:pt x="8871644" y="2672802"/>
                </a:cubicBezTo>
                <a:cubicBezTo>
                  <a:pt x="8870168" y="2677612"/>
                  <a:pt x="8872871" y="2682729"/>
                  <a:pt x="8877680" y="2684224"/>
                </a:cubicBezTo>
                <a:lnTo>
                  <a:pt x="8877700" y="2684224"/>
                </a:lnTo>
                <a:cubicBezTo>
                  <a:pt x="8878581" y="2684492"/>
                  <a:pt x="8879482" y="2684627"/>
                  <a:pt x="8880383" y="2684627"/>
                </a:cubicBezTo>
                <a:cubicBezTo>
                  <a:pt x="8884292" y="2684627"/>
                  <a:pt x="8887895" y="2682097"/>
                  <a:pt x="8889122" y="2678167"/>
                </a:cubicBezTo>
                <a:cubicBezTo>
                  <a:pt x="8890598" y="2673358"/>
                  <a:pt x="8887895" y="2668240"/>
                  <a:pt x="8883066" y="2666764"/>
                </a:cubicBezTo>
                <a:close/>
                <a:moveTo>
                  <a:pt x="8675007" y="2738406"/>
                </a:moveTo>
                <a:cubicBezTo>
                  <a:pt x="8670753" y="2736968"/>
                  <a:pt x="8666153" y="2739249"/>
                  <a:pt x="8664715" y="2743503"/>
                </a:cubicBezTo>
                <a:cubicBezTo>
                  <a:pt x="8663278" y="2747739"/>
                  <a:pt x="8665559" y="2752339"/>
                  <a:pt x="8669795" y="2753775"/>
                </a:cubicBezTo>
                <a:cubicBezTo>
                  <a:pt x="8670657" y="2754064"/>
                  <a:pt x="8671538" y="2754216"/>
                  <a:pt x="8672401" y="2754216"/>
                </a:cubicBezTo>
                <a:cubicBezTo>
                  <a:pt x="8675774" y="2754216"/>
                  <a:pt x="8678937" y="2752089"/>
                  <a:pt x="8680086" y="2748697"/>
                </a:cubicBezTo>
                <a:cubicBezTo>
                  <a:pt x="8681524" y="2744462"/>
                  <a:pt x="8679243" y="2739843"/>
                  <a:pt x="8675007" y="2738406"/>
                </a:cubicBezTo>
                <a:close/>
                <a:moveTo>
                  <a:pt x="9288948" y="2497875"/>
                </a:moveTo>
                <a:lnTo>
                  <a:pt x="9278428" y="2505221"/>
                </a:lnTo>
                <a:cubicBezTo>
                  <a:pt x="9277336" y="2511296"/>
                  <a:pt x="9281398" y="2517102"/>
                  <a:pt x="9287475" y="2518176"/>
                </a:cubicBezTo>
                <a:cubicBezTo>
                  <a:pt x="9288144" y="2518291"/>
                  <a:pt x="9288797" y="2518349"/>
                  <a:pt x="9289448" y="2518349"/>
                </a:cubicBezTo>
                <a:lnTo>
                  <a:pt x="9295091" y="2513612"/>
                </a:lnTo>
                <a:close/>
                <a:moveTo>
                  <a:pt x="5175767" y="4103396"/>
                </a:moveTo>
                <a:cubicBezTo>
                  <a:pt x="5175230" y="4103300"/>
                  <a:pt x="5174733" y="4103625"/>
                  <a:pt x="5174636" y="4104163"/>
                </a:cubicBezTo>
                <a:cubicBezTo>
                  <a:pt x="5174540" y="4104679"/>
                  <a:pt x="5174867" y="4105179"/>
                  <a:pt x="5175383" y="4105275"/>
                </a:cubicBezTo>
                <a:lnTo>
                  <a:pt x="5175384" y="4105293"/>
                </a:lnTo>
                <a:cubicBezTo>
                  <a:pt x="5175460" y="4105294"/>
                  <a:pt x="5175575" y="4105294"/>
                  <a:pt x="5175575" y="4105294"/>
                </a:cubicBezTo>
                <a:cubicBezTo>
                  <a:pt x="5176016" y="4105293"/>
                  <a:pt x="5176419" y="4104987"/>
                  <a:pt x="5176514" y="4104527"/>
                </a:cubicBezTo>
                <a:cubicBezTo>
                  <a:pt x="5176610" y="4104010"/>
                  <a:pt x="5176284" y="4103492"/>
                  <a:pt x="5175767" y="4103396"/>
                </a:cubicBezTo>
                <a:close/>
                <a:moveTo>
                  <a:pt x="5495655" y="3976024"/>
                </a:moveTo>
                <a:cubicBezTo>
                  <a:pt x="5494562" y="3976082"/>
                  <a:pt x="5493739" y="3977001"/>
                  <a:pt x="5493777" y="3978112"/>
                </a:cubicBezTo>
                <a:cubicBezTo>
                  <a:pt x="5493835" y="3979167"/>
                  <a:pt x="5494717" y="3979972"/>
                  <a:pt x="5495770" y="3979972"/>
                </a:cubicBezTo>
                <a:lnTo>
                  <a:pt x="5495867" y="3979971"/>
                </a:lnTo>
                <a:cubicBezTo>
                  <a:pt x="5496959" y="3979914"/>
                  <a:pt x="5497802" y="3978995"/>
                  <a:pt x="5497745" y="3977902"/>
                </a:cubicBezTo>
                <a:cubicBezTo>
                  <a:pt x="5497686" y="3976810"/>
                  <a:pt x="5496747" y="3975967"/>
                  <a:pt x="5495655" y="3976024"/>
                </a:cubicBezTo>
                <a:close/>
                <a:moveTo>
                  <a:pt x="7452567" y="3209200"/>
                </a:moveTo>
                <a:lnTo>
                  <a:pt x="7452586" y="3209220"/>
                </a:lnTo>
                <a:lnTo>
                  <a:pt x="7452588" y="3209218"/>
                </a:lnTo>
                <a:close/>
                <a:moveTo>
                  <a:pt x="7455116" y="3205827"/>
                </a:moveTo>
                <a:lnTo>
                  <a:pt x="7452588" y="3209218"/>
                </a:lnTo>
                <a:lnTo>
                  <a:pt x="7455537" y="3211769"/>
                </a:lnTo>
                <a:cubicBezTo>
                  <a:pt x="7455672" y="3211769"/>
                  <a:pt x="7455824" y="3211769"/>
                  <a:pt x="7455959" y="3211769"/>
                </a:cubicBezTo>
                <a:cubicBezTo>
                  <a:pt x="7457607" y="3211538"/>
                  <a:pt x="7458738" y="3210006"/>
                  <a:pt x="7458508" y="3208357"/>
                </a:cubicBezTo>
                <a:cubicBezTo>
                  <a:pt x="7458278" y="3206728"/>
                  <a:pt x="7456746" y="3205578"/>
                  <a:pt x="7455116" y="3205827"/>
                </a:cubicBezTo>
                <a:close/>
                <a:moveTo>
                  <a:pt x="8463327" y="2806422"/>
                </a:moveTo>
                <a:cubicBezTo>
                  <a:pt x="8459609" y="2805176"/>
                  <a:pt x="8455585" y="2807170"/>
                  <a:pt x="8454358" y="2810888"/>
                </a:cubicBezTo>
                <a:cubicBezTo>
                  <a:pt x="8453093" y="2814606"/>
                  <a:pt x="8455105" y="2818611"/>
                  <a:pt x="8458804" y="2819857"/>
                </a:cubicBezTo>
                <a:cubicBezTo>
                  <a:pt x="8459572" y="2820125"/>
                  <a:pt x="8460318" y="2820240"/>
                  <a:pt x="8461066" y="2820240"/>
                </a:cubicBezTo>
                <a:cubicBezTo>
                  <a:pt x="8464036" y="2820240"/>
                  <a:pt x="8466796" y="2818362"/>
                  <a:pt x="8467793" y="2815410"/>
                </a:cubicBezTo>
                <a:cubicBezTo>
                  <a:pt x="8469039" y="2811692"/>
                  <a:pt x="8467045" y="2807668"/>
                  <a:pt x="8463327" y="2806422"/>
                </a:cubicBezTo>
                <a:close/>
                <a:moveTo>
                  <a:pt x="7789416" y="3061379"/>
                </a:moveTo>
                <a:cubicBezTo>
                  <a:pt x="7787194" y="3061245"/>
                  <a:pt x="7785277" y="3062931"/>
                  <a:pt x="7785143" y="3065154"/>
                </a:cubicBezTo>
                <a:cubicBezTo>
                  <a:pt x="7785008" y="3067377"/>
                  <a:pt x="7786695" y="3069275"/>
                  <a:pt x="7788919" y="3069428"/>
                </a:cubicBezTo>
                <a:lnTo>
                  <a:pt x="7789167" y="3069428"/>
                </a:lnTo>
                <a:cubicBezTo>
                  <a:pt x="7791275" y="3069428"/>
                  <a:pt x="7793058" y="3067800"/>
                  <a:pt x="7793193" y="3065653"/>
                </a:cubicBezTo>
                <a:cubicBezTo>
                  <a:pt x="7793326" y="3063448"/>
                  <a:pt x="7791640" y="3061532"/>
                  <a:pt x="7789416" y="3061379"/>
                </a:cubicBezTo>
                <a:close/>
                <a:moveTo>
                  <a:pt x="8246242" y="2876875"/>
                </a:moveTo>
                <a:cubicBezTo>
                  <a:pt x="8243022" y="2875936"/>
                  <a:pt x="8239649" y="2877794"/>
                  <a:pt x="8238710" y="2881014"/>
                </a:cubicBezTo>
                <a:cubicBezTo>
                  <a:pt x="8237770" y="2884215"/>
                  <a:pt x="8239629" y="2887587"/>
                  <a:pt x="8242850" y="2888527"/>
                </a:cubicBezTo>
                <a:cubicBezTo>
                  <a:pt x="8243405" y="2888699"/>
                  <a:pt x="8243980" y="2888776"/>
                  <a:pt x="8244536" y="2888776"/>
                </a:cubicBezTo>
                <a:cubicBezTo>
                  <a:pt x="8247162" y="2888776"/>
                  <a:pt x="8249596" y="2887051"/>
                  <a:pt x="8250362" y="2884406"/>
                </a:cubicBezTo>
                <a:cubicBezTo>
                  <a:pt x="8251301" y="2881186"/>
                  <a:pt x="8249461" y="2877813"/>
                  <a:pt x="8246242" y="2876875"/>
                </a:cubicBezTo>
                <a:close/>
                <a:moveTo>
                  <a:pt x="7359270" y="3222271"/>
                </a:moveTo>
                <a:cubicBezTo>
                  <a:pt x="7357640" y="3222597"/>
                  <a:pt x="7356586" y="3224187"/>
                  <a:pt x="7356912" y="3225817"/>
                </a:cubicBezTo>
                <a:cubicBezTo>
                  <a:pt x="7357200" y="3227235"/>
                  <a:pt x="7358465" y="3228231"/>
                  <a:pt x="7359864" y="3228231"/>
                </a:cubicBezTo>
                <a:cubicBezTo>
                  <a:pt x="7360056" y="3228231"/>
                  <a:pt x="7360247" y="3228212"/>
                  <a:pt x="7360440" y="3228174"/>
                </a:cubicBezTo>
                <a:cubicBezTo>
                  <a:pt x="7362068" y="3227848"/>
                  <a:pt x="7363123" y="3226258"/>
                  <a:pt x="7362797" y="3224648"/>
                </a:cubicBezTo>
                <a:cubicBezTo>
                  <a:pt x="7362470" y="3223018"/>
                  <a:pt x="7360899" y="3221946"/>
                  <a:pt x="7359270" y="3222271"/>
                </a:cubicBezTo>
                <a:close/>
                <a:moveTo>
                  <a:pt x="8021911" y="2958231"/>
                </a:moveTo>
                <a:cubicBezTo>
                  <a:pt x="8019171" y="2957695"/>
                  <a:pt x="8016506" y="2959477"/>
                  <a:pt x="8015970" y="2962198"/>
                </a:cubicBezTo>
                <a:cubicBezTo>
                  <a:pt x="8015414" y="2964939"/>
                  <a:pt x="8017196" y="2967603"/>
                  <a:pt x="8019937" y="2968140"/>
                </a:cubicBezTo>
                <a:cubicBezTo>
                  <a:pt x="8020263" y="2968197"/>
                  <a:pt x="8020608" y="2968235"/>
                  <a:pt x="8020934" y="2968235"/>
                </a:cubicBezTo>
                <a:cubicBezTo>
                  <a:pt x="8023291" y="2968235"/>
                  <a:pt x="8025399" y="2966567"/>
                  <a:pt x="8025879" y="2964172"/>
                </a:cubicBezTo>
                <a:cubicBezTo>
                  <a:pt x="8026415" y="2961450"/>
                  <a:pt x="8024632" y="2958786"/>
                  <a:pt x="8021911" y="2958231"/>
                </a:cubicBezTo>
                <a:close/>
                <a:moveTo>
                  <a:pt x="6182481" y="3673749"/>
                </a:moveTo>
                <a:cubicBezTo>
                  <a:pt x="6180929" y="3674323"/>
                  <a:pt x="6180143" y="3676068"/>
                  <a:pt x="6180737" y="3677620"/>
                </a:cubicBezTo>
                <a:lnTo>
                  <a:pt x="6180756" y="3677620"/>
                </a:lnTo>
                <a:cubicBezTo>
                  <a:pt x="6181217" y="3678808"/>
                  <a:pt x="6182366" y="3679555"/>
                  <a:pt x="6183574" y="3679555"/>
                </a:cubicBezTo>
                <a:cubicBezTo>
                  <a:pt x="6183919" y="3679555"/>
                  <a:pt x="6184283" y="3679498"/>
                  <a:pt x="6184628" y="3679364"/>
                </a:cubicBezTo>
                <a:cubicBezTo>
                  <a:pt x="6186162" y="3678769"/>
                  <a:pt x="6186947" y="3677045"/>
                  <a:pt x="6186353" y="3675492"/>
                </a:cubicBezTo>
                <a:cubicBezTo>
                  <a:pt x="6185778" y="3673940"/>
                  <a:pt x="6184033" y="3673154"/>
                  <a:pt x="6182481" y="3673749"/>
                </a:cubicBezTo>
                <a:close/>
                <a:moveTo>
                  <a:pt x="6272712" y="3638005"/>
                </a:moveTo>
                <a:cubicBezTo>
                  <a:pt x="6271178" y="3638618"/>
                  <a:pt x="6270450" y="3640381"/>
                  <a:pt x="6271082" y="3641914"/>
                </a:cubicBezTo>
                <a:cubicBezTo>
                  <a:pt x="6271562" y="3643083"/>
                  <a:pt x="6272673" y="3643774"/>
                  <a:pt x="6273861" y="3643774"/>
                </a:cubicBezTo>
                <a:cubicBezTo>
                  <a:pt x="6274245" y="3643774"/>
                  <a:pt x="6274628" y="3643697"/>
                  <a:pt x="6274992" y="3643544"/>
                </a:cubicBezTo>
                <a:cubicBezTo>
                  <a:pt x="6276525" y="3642912"/>
                  <a:pt x="6277255" y="3641167"/>
                  <a:pt x="6276641" y="3639635"/>
                </a:cubicBezTo>
                <a:cubicBezTo>
                  <a:pt x="6275989" y="3638101"/>
                  <a:pt x="6274245" y="3637354"/>
                  <a:pt x="6272712" y="3638005"/>
                </a:cubicBezTo>
                <a:close/>
                <a:moveTo>
                  <a:pt x="5399369" y="3977921"/>
                </a:moveTo>
                <a:cubicBezTo>
                  <a:pt x="5398276" y="3977902"/>
                  <a:pt x="5397375" y="3978783"/>
                  <a:pt x="5397357" y="3979875"/>
                </a:cubicBezTo>
                <a:cubicBezTo>
                  <a:pt x="5397337" y="3980968"/>
                  <a:pt x="5398218" y="3981888"/>
                  <a:pt x="5399311" y="3981888"/>
                </a:cubicBezTo>
                <a:lnTo>
                  <a:pt x="5399331" y="3981888"/>
                </a:lnTo>
                <a:cubicBezTo>
                  <a:pt x="5400423" y="3981888"/>
                  <a:pt x="5401324" y="3981025"/>
                  <a:pt x="5401324" y="3979934"/>
                </a:cubicBezTo>
                <a:cubicBezTo>
                  <a:pt x="5401344" y="3978841"/>
                  <a:pt x="5400460" y="3977940"/>
                  <a:pt x="5399369" y="3977921"/>
                </a:cubicBezTo>
                <a:close/>
                <a:moveTo>
                  <a:pt x="6091255" y="3706808"/>
                </a:moveTo>
                <a:cubicBezTo>
                  <a:pt x="6089702" y="3707346"/>
                  <a:pt x="6088859" y="3709070"/>
                  <a:pt x="6089415" y="3710623"/>
                </a:cubicBezTo>
                <a:cubicBezTo>
                  <a:pt x="6089836" y="3711868"/>
                  <a:pt x="6091005" y="3712654"/>
                  <a:pt x="6092251" y="3712654"/>
                </a:cubicBezTo>
                <a:cubicBezTo>
                  <a:pt x="6092577" y="3712654"/>
                  <a:pt x="6092903" y="3712597"/>
                  <a:pt x="6093228" y="3712482"/>
                </a:cubicBezTo>
                <a:cubicBezTo>
                  <a:pt x="6094801" y="3711944"/>
                  <a:pt x="6095625" y="3710238"/>
                  <a:pt x="6095088" y="3708667"/>
                </a:cubicBezTo>
                <a:cubicBezTo>
                  <a:pt x="6094532" y="3707096"/>
                  <a:pt x="6092826" y="3706272"/>
                  <a:pt x="6091255" y="3706808"/>
                </a:cubicBezTo>
                <a:close/>
                <a:moveTo>
                  <a:pt x="6361908" y="3599847"/>
                </a:moveTo>
                <a:cubicBezTo>
                  <a:pt x="6360374" y="3600517"/>
                  <a:pt x="6359703" y="3602281"/>
                  <a:pt x="6360374" y="3603815"/>
                </a:cubicBezTo>
                <a:lnTo>
                  <a:pt x="6360355" y="3603815"/>
                </a:lnTo>
                <a:cubicBezTo>
                  <a:pt x="6360853" y="3604926"/>
                  <a:pt x="6361945" y="3605597"/>
                  <a:pt x="6363114" y="3605597"/>
                </a:cubicBezTo>
                <a:cubicBezTo>
                  <a:pt x="6363518" y="3605596"/>
                  <a:pt x="6363920" y="3605520"/>
                  <a:pt x="6364322" y="3605347"/>
                </a:cubicBezTo>
                <a:cubicBezTo>
                  <a:pt x="6365836" y="3604676"/>
                  <a:pt x="6366526" y="3602913"/>
                  <a:pt x="6365856" y="3601399"/>
                </a:cubicBezTo>
                <a:cubicBezTo>
                  <a:pt x="6365185" y="3599847"/>
                  <a:pt x="6363421" y="3599176"/>
                  <a:pt x="6361908" y="3599847"/>
                </a:cubicBezTo>
                <a:close/>
                <a:moveTo>
                  <a:pt x="7264402" y="3243582"/>
                </a:moveTo>
                <a:cubicBezTo>
                  <a:pt x="7262792" y="3243985"/>
                  <a:pt x="7261795" y="3245614"/>
                  <a:pt x="7262198" y="3247224"/>
                </a:cubicBezTo>
                <a:cubicBezTo>
                  <a:pt x="7262543" y="3248585"/>
                  <a:pt x="7263769" y="3249505"/>
                  <a:pt x="7265111" y="3249505"/>
                </a:cubicBezTo>
                <a:cubicBezTo>
                  <a:pt x="7265360" y="3249505"/>
                  <a:pt x="7265609" y="3249466"/>
                  <a:pt x="7265839" y="3249409"/>
                </a:cubicBezTo>
                <a:cubicBezTo>
                  <a:pt x="7267450" y="3249007"/>
                  <a:pt x="7268426" y="3247378"/>
                  <a:pt x="7268042" y="3245768"/>
                </a:cubicBezTo>
                <a:cubicBezTo>
                  <a:pt x="7267640" y="3244158"/>
                  <a:pt x="7265992" y="3243180"/>
                  <a:pt x="7264402" y="3243582"/>
                </a:cubicBezTo>
                <a:close/>
                <a:moveTo>
                  <a:pt x="5999050" y="3736936"/>
                </a:moveTo>
                <a:cubicBezTo>
                  <a:pt x="5997459" y="3737416"/>
                  <a:pt x="5996578" y="3739102"/>
                  <a:pt x="5997057" y="3740693"/>
                </a:cubicBezTo>
                <a:cubicBezTo>
                  <a:pt x="5997459" y="3741977"/>
                  <a:pt x="5998648" y="3742801"/>
                  <a:pt x="5999932" y="3742801"/>
                </a:cubicBezTo>
                <a:cubicBezTo>
                  <a:pt x="6000219" y="3742801"/>
                  <a:pt x="6000526" y="3742763"/>
                  <a:pt x="6000814" y="3742666"/>
                </a:cubicBezTo>
                <a:cubicBezTo>
                  <a:pt x="6002404" y="3742188"/>
                  <a:pt x="6003286" y="3740502"/>
                  <a:pt x="6002807" y="3738930"/>
                </a:cubicBezTo>
                <a:cubicBezTo>
                  <a:pt x="6002309" y="3737339"/>
                  <a:pt x="6000641" y="3736438"/>
                  <a:pt x="5999050" y="3736936"/>
                </a:cubicBezTo>
                <a:close/>
                <a:moveTo>
                  <a:pt x="6450623" y="3560404"/>
                </a:moveTo>
                <a:cubicBezTo>
                  <a:pt x="6449110" y="3561075"/>
                  <a:pt x="6448419" y="3562857"/>
                  <a:pt x="6449110" y="3564372"/>
                </a:cubicBezTo>
                <a:cubicBezTo>
                  <a:pt x="6449608" y="3565484"/>
                  <a:pt x="6450700" y="3566135"/>
                  <a:pt x="6451850" y="3566135"/>
                </a:cubicBezTo>
                <a:cubicBezTo>
                  <a:pt x="6452252" y="3566135"/>
                  <a:pt x="6452674" y="3566058"/>
                  <a:pt x="6453076" y="3565867"/>
                </a:cubicBezTo>
                <a:cubicBezTo>
                  <a:pt x="6454590" y="3565196"/>
                  <a:pt x="6455261" y="3563413"/>
                  <a:pt x="6454590" y="3561899"/>
                </a:cubicBezTo>
                <a:cubicBezTo>
                  <a:pt x="6453901" y="3560404"/>
                  <a:pt x="6452137" y="3559715"/>
                  <a:pt x="6450623" y="3560404"/>
                </a:cubicBezTo>
                <a:close/>
                <a:moveTo>
                  <a:pt x="6539129" y="3520445"/>
                </a:moveTo>
                <a:cubicBezTo>
                  <a:pt x="6537615" y="3521135"/>
                  <a:pt x="6536944" y="3522917"/>
                  <a:pt x="6537615" y="3524432"/>
                </a:cubicBezTo>
                <a:cubicBezTo>
                  <a:pt x="6538132" y="3525543"/>
                  <a:pt x="6539224" y="3526195"/>
                  <a:pt x="6540355" y="3526195"/>
                </a:cubicBezTo>
                <a:cubicBezTo>
                  <a:pt x="6540777" y="3526195"/>
                  <a:pt x="6541198" y="3526099"/>
                  <a:pt x="6541602" y="3525927"/>
                </a:cubicBezTo>
                <a:cubicBezTo>
                  <a:pt x="6543096" y="3525236"/>
                  <a:pt x="6543785" y="3523454"/>
                  <a:pt x="6543096" y="3521959"/>
                </a:cubicBezTo>
                <a:cubicBezTo>
                  <a:pt x="6542406" y="3520445"/>
                  <a:pt x="6540623" y="3519775"/>
                  <a:pt x="6539129" y="3520445"/>
                </a:cubicBezTo>
                <a:close/>
                <a:moveTo>
                  <a:pt x="8990584" y="2560493"/>
                </a:moveTo>
                <a:cubicBezTo>
                  <a:pt x="8985199" y="2558941"/>
                  <a:pt x="8979564" y="2562046"/>
                  <a:pt x="8978011" y="2567450"/>
                </a:cubicBezTo>
                <a:cubicBezTo>
                  <a:pt x="8976459" y="2572835"/>
                  <a:pt x="8979564" y="2578470"/>
                  <a:pt x="8984949" y="2580022"/>
                </a:cubicBezTo>
                <a:cubicBezTo>
                  <a:pt x="8985888" y="2580291"/>
                  <a:pt x="8986847" y="2580425"/>
                  <a:pt x="8987766" y="2580425"/>
                </a:cubicBezTo>
                <a:cubicBezTo>
                  <a:pt x="8992194" y="2580425"/>
                  <a:pt x="8996238" y="2577531"/>
                  <a:pt x="8997522" y="2573065"/>
                </a:cubicBezTo>
                <a:cubicBezTo>
                  <a:pt x="8999075" y="2567680"/>
                  <a:pt x="8995970" y="2562046"/>
                  <a:pt x="8990584" y="2560493"/>
                </a:cubicBezTo>
                <a:close/>
                <a:moveTo>
                  <a:pt x="5905849" y="3763787"/>
                </a:moveTo>
                <a:cubicBezTo>
                  <a:pt x="5904240" y="3764208"/>
                  <a:pt x="5903301" y="3765857"/>
                  <a:pt x="5903724" y="3767466"/>
                </a:cubicBezTo>
                <a:cubicBezTo>
                  <a:pt x="5904087" y="3768789"/>
                  <a:pt x="5905295" y="3769690"/>
                  <a:pt x="5906618" y="3769690"/>
                </a:cubicBezTo>
                <a:cubicBezTo>
                  <a:pt x="5906886" y="3769690"/>
                  <a:pt x="5907153" y="3769651"/>
                  <a:pt x="5907402" y="3769575"/>
                </a:cubicBezTo>
                <a:cubicBezTo>
                  <a:pt x="5909012" y="3769153"/>
                  <a:pt x="5909952" y="3767505"/>
                  <a:pt x="5909530" y="3765914"/>
                </a:cubicBezTo>
                <a:cubicBezTo>
                  <a:pt x="5909089" y="3764305"/>
                  <a:pt x="5907460" y="3763347"/>
                  <a:pt x="5905849" y="3763787"/>
                </a:cubicBezTo>
                <a:close/>
                <a:moveTo>
                  <a:pt x="7170588" y="3269150"/>
                </a:moveTo>
                <a:cubicBezTo>
                  <a:pt x="7168978" y="3269609"/>
                  <a:pt x="7168078" y="3271277"/>
                  <a:pt x="7168537" y="3272868"/>
                </a:cubicBezTo>
                <a:cubicBezTo>
                  <a:pt x="7168939" y="3274171"/>
                  <a:pt x="7170128" y="3275034"/>
                  <a:pt x="7171431" y="3275033"/>
                </a:cubicBezTo>
                <a:cubicBezTo>
                  <a:pt x="7171699" y="3275034"/>
                  <a:pt x="7171987" y="3274995"/>
                  <a:pt x="7172274" y="3274899"/>
                </a:cubicBezTo>
                <a:cubicBezTo>
                  <a:pt x="7173865" y="3274439"/>
                  <a:pt x="7174785" y="3272772"/>
                  <a:pt x="7174306" y="3271181"/>
                </a:cubicBezTo>
                <a:cubicBezTo>
                  <a:pt x="7173827" y="3269591"/>
                  <a:pt x="7172159" y="3268689"/>
                  <a:pt x="7170588" y="3269150"/>
                </a:cubicBezTo>
                <a:close/>
                <a:moveTo>
                  <a:pt x="6627654" y="3480524"/>
                </a:moveTo>
                <a:cubicBezTo>
                  <a:pt x="6626140" y="3481195"/>
                  <a:pt x="6625449" y="3482977"/>
                  <a:pt x="6626140" y="3484492"/>
                </a:cubicBezTo>
                <a:cubicBezTo>
                  <a:pt x="6626637" y="3485603"/>
                  <a:pt x="6627730" y="3486254"/>
                  <a:pt x="6628879" y="3486254"/>
                </a:cubicBezTo>
                <a:cubicBezTo>
                  <a:pt x="6629282" y="3486254"/>
                  <a:pt x="6629704" y="3486178"/>
                  <a:pt x="6630106" y="3485986"/>
                </a:cubicBezTo>
                <a:cubicBezTo>
                  <a:pt x="6631620" y="3485315"/>
                  <a:pt x="6632291" y="3483533"/>
                  <a:pt x="6631602" y="3482019"/>
                </a:cubicBezTo>
                <a:cubicBezTo>
                  <a:pt x="6630931" y="3480524"/>
                  <a:pt x="6629148" y="3479833"/>
                  <a:pt x="6627654" y="3480524"/>
                </a:cubicBezTo>
                <a:close/>
                <a:moveTo>
                  <a:pt x="8787067" y="2636081"/>
                </a:moveTo>
                <a:cubicBezTo>
                  <a:pt x="8782256" y="2634509"/>
                  <a:pt x="8777100" y="2637115"/>
                  <a:pt x="8775529" y="2641907"/>
                </a:cubicBezTo>
                <a:cubicBezTo>
                  <a:pt x="8773957" y="2646698"/>
                  <a:pt x="8776544" y="2651854"/>
                  <a:pt x="8781356" y="2653444"/>
                </a:cubicBezTo>
                <a:cubicBezTo>
                  <a:pt x="8782295" y="2653751"/>
                  <a:pt x="8783253" y="2653905"/>
                  <a:pt x="8784211" y="2653905"/>
                </a:cubicBezTo>
                <a:cubicBezTo>
                  <a:pt x="8788044" y="2653905"/>
                  <a:pt x="8791610" y="2651471"/>
                  <a:pt x="8792873" y="2647618"/>
                </a:cubicBezTo>
                <a:cubicBezTo>
                  <a:pt x="8794446" y="2642827"/>
                  <a:pt x="8791858" y="2637652"/>
                  <a:pt x="8787067" y="2636081"/>
                </a:cubicBezTo>
                <a:close/>
                <a:moveTo>
                  <a:pt x="5082816" y="4080742"/>
                </a:moveTo>
                <a:cubicBezTo>
                  <a:pt x="5082299" y="4080590"/>
                  <a:pt x="5081761" y="4080877"/>
                  <a:pt x="5081608" y="4081395"/>
                </a:cubicBezTo>
                <a:cubicBezTo>
                  <a:pt x="5081455" y="4081892"/>
                  <a:pt x="5081761" y="4082429"/>
                  <a:pt x="5082259" y="4082583"/>
                </a:cubicBezTo>
                <a:cubicBezTo>
                  <a:pt x="5082355" y="4082620"/>
                  <a:pt x="5082546" y="4082620"/>
                  <a:pt x="5082546" y="4082620"/>
                </a:cubicBezTo>
                <a:cubicBezTo>
                  <a:pt x="5082949" y="4082621"/>
                  <a:pt x="5083332" y="4082353"/>
                  <a:pt x="5083448" y="4081931"/>
                </a:cubicBezTo>
                <a:cubicBezTo>
                  <a:pt x="5083601" y="4081433"/>
                  <a:pt x="5083313" y="4080896"/>
                  <a:pt x="5082816" y="4080742"/>
                </a:cubicBezTo>
                <a:close/>
                <a:moveTo>
                  <a:pt x="9191762" y="2475935"/>
                </a:moveTo>
                <a:cubicBezTo>
                  <a:pt x="9185744" y="2474575"/>
                  <a:pt x="9179745" y="2478351"/>
                  <a:pt x="9178385" y="2484368"/>
                </a:cubicBezTo>
                <a:cubicBezTo>
                  <a:pt x="9177024" y="2490406"/>
                  <a:pt x="9180800" y="2496386"/>
                  <a:pt x="9186818" y="2497746"/>
                </a:cubicBezTo>
                <a:cubicBezTo>
                  <a:pt x="9187642" y="2497938"/>
                  <a:pt x="9188485" y="2498033"/>
                  <a:pt x="9189290" y="2498033"/>
                </a:cubicBezTo>
                <a:cubicBezTo>
                  <a:pt x="9194407" y="2498033"/>
                  <a:pt x="9199007" y="2494507"/>
                  <a:pt x="9200195" y="2489313"/>
                </a:cubicBezTo>
                <a:cubicBezTo>
                  <a:pt x="9201556" y="2483295"/>
                  <a:pt x="9197780" y="2477297"/>
                  <a:pt x="9191762" y="2475935"/>
                </a:cubicBezTo>
                <a:close/>
                <a:moveTo>
                  <a:pt x="6716408" y="3441062"/>
                </a:moveTo>
                <a:cubicBezTo>
                  <a:pt x="6714874" y="3441733"/>
                  <a:pt x="6714203" y="3443497"/>
                  <a:pt x="6714874" y="3445029"/>
                </a:cubicBezTo>
                <a:cubicBezTo>
                  <a:pt x="6715354" y="3446161"/>
                  <a:pt x="6716465" y="3446812"/>
                  <a:pt x="6717616" y="3446812"/>
                </a:cubicBezTo>
                <a:cubicBezTo>
                  <a:pt x="6718018" y="3446812"/>
                  <a:pt x="6718420" y="3446735"/>
                  <a:pt x="6718822" y="3446563"/>
                </a:cubicBezTo>
                <a:cubicBezTo>
                  <a:pt x="6720355" y="3445892"/>
                  <a:pt x="6721026" y="3444129"/>
                  <a:pt x="6720355" y="3442615"/>
                </a:cubicBezTo>
                <a:cubicBezTo>
                  <a:pt x="6719704" y="3441100"/>
                  <a:pt x="6717922" y="3440411"/>
                  <a:pt x="6716408" y="3441062"/>
                </a:cubicBezTo>
                <a:close/>
                <a:moveTo>
                  <a:pt x="7077847" y="3298358"/>
                </a:moveTo>
                <a:cubicBezTo>
                  <a:pt x="7076276" y="3298894"/>
                  <a:pt x="7075432" y="3300600"/>
                  <a:pt x="7075949" y="3302171"/>
                </a:cubicBezTo>
                <a:cubicBezTo>
                  <a:pt x="7076371" y="3303418"/>
                  <a:pt x="7077540" y="3304222"/>
                  <a:pt x="7078805" y="3304222"/>
                </a:cubicBezTo>
                <a:cubicBezTo>
                  <a:pt x="7079112" y="3304222"/>
                  <a:pt x="7079438" y="3304164"/>
                  <a:pt x="7079764" y="3304049"/>
                </a:cubicBezTo>
                <a:cubicBezTo>
                  <a:pt x="7081334" y="3303532"/>
                  <a:pt x="7082177" y="3301826"/>
                  <a:pt x="7081660" y="3300255"/>
                </a:cubicBezTo>
                <a:cubicBezTo>
                  <a:pt x="7081124" y="3298683"/>
                  <a:pt x="7079418" y="3297840"/>
                  <a:pt x="7077847" y="3298358"/>
                </a:cubicBezTo>
                <a:close/>
                <a:moveTo>
                  <a:pt x="7691483" y="3058370"/>
                </a:moveTo>
                <a:cubicBezTo>
                  <a:pt x="7689259" y="3058370"/>
                  <a:pt x="7687457" y="3060171"/>
                  <a:pt x="7687457" y="3062394"/>
                </a:cubicBezTo>
                <a:cubicBezTo>
                  <a:pt x="7687457" y="3064599"/>
                  <a:pt x="7689259" y="3066400"/>
                  <a:pt x="7691501" y="3066400"/>
                </a:cubicBezTo>
                <a:cubicBezTo>
                  <a:pt x="7693724" y="3066400"/>
                  <a:pt x="7695506" y="3064599"/>
                  <a:pt x="7695506" y="3062375"/>
                </a:cubicBezTo>
                <a:cubicBezTo>
                  <a:pt x="7695506" y="3060152"/>
                  <a:pt x="7693705" y="3058370"/>
                  <a:pt x="7691483" y="3058370"/>
                </a:cubicBezTo>
                <a:close/>
                <a:moveTo>
                  <a:pt x="6805622" y="3402598"/>
                </a:moveTo>
                <a:cubicBezTo>
                  <a:pt x="6804089" y="3403249"/>
                  <a:pt x="6803380" y="3405013"/>
                  <a:pt x="6804031" y="3406526"/>
                </a:cubicBezTo>
                <a:cubicBezTo>
                  <a:pt x="6804511" y="3407677"/>
                  <a:pt x="6805622" y="3408366"/>
                  <a:pt x="6806791" y="3408366"/>
                </a:cubicBezTo>
                <a:cubicBezTo>
                  <a:pt x="6807175" y="3408366"/>
                  <a:pt x="6807577" y="3408290"/>
                  <a:pt x="6807961" y="3408136"/>
                </a:cubicBezTo>
                <a:cubicBezTo>
                  <a:pt x="6809474" y="3407484"/>
                  <a:pt x="6810203" y="3405722"/>
                  <a:pt x="6809551" y="3404207"/>
                </a:cubicBezTo>
                <a:cubicBezTo>
                  <a:pt x="6808919" y="3402674"/>
                  <a:pt x="6807156" y="3401946"/>
                  <a:pt x="6805622" y="3402598"/>
                </a:cubicBezTo>
                <a:close/>
                <a:moveTo>
                  <a:pt x="6986178" y="3330690"/>
                </a:moveTo>
                <a:cubicBezTo>
                  <a:pt x="6984607" y="3331264"/>
                  <a:pt x="6983821" y="3332989"/>
                  <a:pt x="6984396" y="3334542"/>
                </a:cubicBezTo>
                <a:cubicBezTo>
                  <a:pt x="6984837" y="3335768"/>
                  <a:pt x="6985987" y="3336515"/>
                  <a:pt x="6987213" y="3336515"/>
                </a:cubicBezTo>
                <a:cubicBezTo>
                  <a:pt x="6987559" y="3336515"/>
                  <a:pt x="6987904" y="3336458"/>
                  <a:pt x="6988249" y="3336324"/>
                </a:cubicBezTo>
                <a:cubicBezTo>
                  <a:pt x="6989820" y="3335748"/>
                  <a:pt x="6990606" y="3334025"/>
                  <a:pt x="6990031" y="3332472"/>
                </a:cubicBezTo>
                <a:cubicBezTo>
                  <a:pt x="6989456" y="3330919"/>
                  <a:pt x="6987732" y="3330114"/>
                  <a:pt x="6986178" y="3330690"/>
                </a:cubicBezTo>
                <a:close/>
                <a:moveTo>
                  <a:pt x="6895489" y="3365628"/>
                </a:moveTo>
                <a:cubicBezTo>
                  <a:pt x="6893936" y="3366241"/>
                  <a:pt x="6893188" y="3367985"/>
                  <a:pt x="6893802" y="3369538"/>
                </a:cubicBezTo>
                <a:cubicBezTo>
                  <a:pt x="6894280" y="3370706"/>
                  <a:pt x="6895392" y="3371416"/>
                  <a:pt x="6896601" y="3371416"/>
                </a:cubicBezTo>
                <a:cubicBezTo>
                  <a:pt x="6896964" y="3371416"/>
                  <a:pt x="6897347" y="3371358"/>
                  <a:pt x="6897711" y="3371205"/>
                </a:cubicBezTo>
                <a:cubicBezTo>
                  <a:pt x="6899245" y="3370591"/>
                  <a:pt x="6899993" y="3368848"/>
                  <a:pt x="6899379" y="3367294"/>
                </a:cubicBezTo>
                <a:cubicBezTo>
                  <a:pt x="6898766" y="3365762"/>
                  <a:pt x="6897021" y="3365015"/>
                  <a:pt x="6895489" y="3365628"/>
                </a:cubicBezTo>
                <a:close/>
                <a:moveTo>
                  <a:pt x="5811691" y="3786977"/>
                </a:moveTo>
                <a:cubicBezTo>
                  <a:pt x="5810083" y="3787322"/>
                  <a:pt x="5809047" y="3788931"/>
                  <a:pt x="5809411" y="3790561"/>
                </a:cubicBezTo>
                <a:cubicBezTo>
                  <a:pt x="5809737" y="3791959"/>
                  <a:pt x="5810963" y="3792899"/>
                  <a:pt x="5812343" y="3792898"/>
                </a:cubicBezTo>
                <a:cubicBezTo>
                  <a:pt x="5812574" y="3792898"/>
                  <a:pt x="5812783" y="3792879"/>
                  <a:pt x="5813014" y="3792822"/>
                </a:cubicBezTo>
                <a:cubicBezTo>
                  <a:pt x="5814623" y="3792458"/>
                  <a:pt x="5815639" y="3790867"/>
                  <a:pt x="5815276" y="3789239"/>
                </a:cubicBezTo>
                <a:cubicBezTo>
                  <a:pt x="5814911" y="3787628"/>
                  <a:pt x="5813300" y="3786612"/>
                  <a:pt x="5811691" y="3786977"/>
                </a:cubicBezTo>
                <a:close/>
                <a:moveTo>
                  <a:pt x="8580101" y="2706035"/>
                </a:moveTo>
                <a:cubicBezTo>
                  <a:pt x="8575846" y="2704579"/>
                  <a:pt x="8571246" y="2706839"/>
                  <a:pt x="8569790" y="2711095"/>
                </a:cubicBezTo>
                <a:cubicBezTo>
                  <a:pt x="8568334" y="2715330"/>
                  <a:pt x="8570595" y="2719930"/>
                  <a:pt x="8574850" y="2721386"/>
                </a:cubicBezTo>
                <a:cubicBezTo>
                  <a:pt x="8575712" y="2721693"/>
                  <a:pt x="8576594" y="2721827"/>
                  <a:pt x="8577475" y="2721827"/>
                </a:cubicBezTo>
                <a:cubicBezTo>
                  <a:pt x="8580848" y="2721827"/>
                  <a:pt x="8583992" y="2719700"/>
                  <a:pt x="8585141" y="2716346"/>
                </a:cubicBezTo>
                <a:cubicBezTo>
                  <a:pt x="8586598" y="2712091"/>
                  <a:pt x="8584336" y="2707491"/>
                  <a:pt x="8580101" y="2706035"/>
                </a:cubicBezTo>
                <a:close/>
                <a:moveTo>
                  <a:pt x="5303225" y="3972947"/>
                </a:moveTo>
                <a:lnTo>
                  <a:pt x="5301070" y="3974739"/>
                </a:lnTo>
                <a:cubicBezTo>
                  <a:pt x="5300975" y="3975812"/>
                  <a:pt x="5301779" y="3976790"/>
                  <a:pt x="5302870" y="3976886"/>
                </a:cubicBezTo>
                <a:lnTo>
                  <a:pt x="5303044" y="3976886"/>
                </a:lnTo>
                <a:cubicBezTo>
                  <a:pt x="5304060" y="3976886"/>
                  <a:pt x="5304922" y="3976120"/>
                  <a:pt x="5305017" y="3975084"/>
                </a:cubicBezTo>
                <a:close/>
                <a:moveTo>
                  <a:pt x="5303216" y="3972938"/>
                </a:moveTo>
                <a:lnTo>
                  <a:pt x="5303225" y="3972947"/>
                </a:lnTo>
                <a:lnTo>
                  <a:pt x="5303236" y="3972938"/>
                </a:lnTo>
                <a:close/>
                <a:moveTo>
                  <a:pt x="8368536" y="2775317"/>
                </a:moveTo>
                <a:cubicBezTo>
                  <a:pt x="8364817" y="2774128"/>
                  <a:pt x="8360831" y="2776198"/>
                  <a:pt x="8359623" y="2779916"/>
                </a:cubicBezTo>
                <a:cubicBezTo>
                  <a:pt x="8358454" y="2783653"/>
                  <a:pt x="8360505" y="2787640"/>
                  <a:pt x="8364224" y="2788829"/>
                </a:cubicBezTo>
                <a:cubicBezTo>
                  <a:pt x="8364952" y="2789059"/>
                  <a:pt x="8365680" y="2789174"/>
                  <a:pt x="8366389" y="2789174"/>
                </a:cubicBezTo>
                <a:cubicBezTo>
                  <a:pt x="8369398" y="2789174"/>
                  <a:pt x="8372177" y="2787238"/>
                  <a:pt x="8373154" y="2784229"/>
                </a:cubicBezTo>
                <a:cubicBezTo>
                  <a:pt x="8374342" y="2780491"/>
                  <a:pt x="8372273" y="2776505"/>
                  <a:pt x="8368536" y="2775317"/>
                </a:cubicBezTo>
                <a:close/>
                <a:moveTo>
                  <a:pt x="5716631" y="3805989"/>
                </a:moveTo>
                <a:cubicBezTo>
                  <a:pt x="5714983" y="3806257"/>
                  <a:pt x="5713891" y="3807829"/>
                  <a:pt x="5714178" y="3809458"/>
                </a:cubicBezTo>
                <a:cubicBezTo>
                  <a:pt x="5714445" y="3810914"/>
                  <a:pt x="5715712" y="3811950"/>
                  <a:pt x="5717129" y="3811950"/>
                </a:cubicBezTo>
                <a:cubicBezTo>
                  <a:pt x="5717302" y="3811949"/>
                  <a:pt x="5717494" y="3811930"/>
                  <a:pt x="5717666" y="3811892"/>
                </a:cubicBezTo>
                <a:cubicBezTo>
                  <a:pt x="5719296" y="3811605"/>
                  <a:pt x="5720388" y="3810051"/>
                  <a:pt x="5720099" y="3808423"/>
                </a:cubicBezTo>
                <a:cubicBezTo>
                  <a:pt x="5719813" y="3806794"/>
                  <a:pt x="5718259" y="3805701"/>
                  <a:pt x="5716631" y="3805989"/>
                </a:cubicBezTo>
                <a:close/>
                <a:moveTo>
                  <a:pt x="7924646" y="2941787"/>
                </a:moveTo>
                <a:cubicBezTo>
                  <a:pt x="7921887" y="2941403"/>
                  <a:pt x="7919338" y="2943339"/>
                  <a:pt x="7918955" y="2946099"/>
                </a:cubicBezTo>
                <a:cubicBezTo>
                  <a:pt x="7918571" y="2948859"/>
                  <a:pt x="7920508" y="2951407"/>
                  <a:pt x="7923268" y="2951791"/>
                </a:cubicBezTo>
                <a:cubicBezTo>
                  <a:pt x="7923497" y="2951830"/>
                  <a:pt x="7923727" y="2951830"/>
                  <a:pt x="7923957" y="2951830"/>
                </a:cubicBezTo>
                <a:cubicBezTo>
                  <a:pt x="7926448" y="2951830"/>
                  <a:pt x="7928615" y="2950009"/>
                  <a:pt x="7928959" y="2947479"/>
                </a:cubicBezTo>
                <a:cubicBezTo>
                  <a:pt x="7929343" y="2944700"/>
                  <a:pt x="7927406" y="2942170"/>
                  <a:pt x="7924646" y="2941787"/>
                </a:cubicBezTo>
                <a:close/>
                <a:moveTo>
                  <a:pt x="8150531" y="2850772"/>
                </a:moveTo>
                <a:cubicBezTo>
                  <a:pt x="8147272" y="2849947"/>
                  <a:pt x="8143975" y="2851921"/>
                  <a:pt x="8143151" y="2855160"/>
                </a:cubicBezTo>
                <a:cubicBezTo>
                  <a:pt x="8142347" y="2858418"/>
                  <a:pt x="8144302" y="2861715"/>
                  <a:pt x="8147560" y="2862520"/>
                </a:cubicBezTo>
                <a:cubicBezTo>
                  <a:pt x="8148058" y="2862654"/>
                  <a:pt x="8148556" y="2862712"/>
                  <a:pt x="8149054" y="2862712"/>
                </a:cubicBezTo>
                <a:cubicBezTo>
                  <a:pt x="8151756" y="2862711"/>
                  <a:pt x="8154229" y="2860891"/>
                  <a:pt x="8154918" y="2858131"/>
                </a:cubicBezTo>
                <a:cubicBezTo>
                  <a:pt x="8155743" y="2854872"/>
                  <a:pt x="8153788" y="2851576"/>
                  <a:pt x="8150531" y="2850772"/>
                </a:cubicBezTo>
                <a:close/>
                <a:moveTo>
                  <a:pt x="7589791" y="3065768"/>
                </a:moveTo>
                <a:lnTo>
                  <a:pt x="7589791" y="3065787"/>
                </a:lnTo>
                <a:lnTo>
                  <a:pt x="7589800" y="3065776"/>
                </a:lnTo>
                <a:close/>
                <a:moveTo>
                  <a:pt x="7593566" y="3061513"/>
                </a:moveTo>
                <a:lnTo>
                  <a:pt x="7589800" y="3065776"/>
                </a:lnTo>
                <a:lnTo>
                  <a:pt x="7593815" y="3069543"/>
                </a:lnTo>
                <a:cubicBezTo>
                  <a:pt x="7593892" y="3069543"/>
                  <a:pt x="7594065" y="3069543"/>
                  <a:pt x="7594065" y="3069543"/>
                </a:cubicBezTo>
                <a:cubicBezTo>
                  <a:pt x="7596288" y="3069409"/>
                  <a:pt x="7597974" y="3067492"/>
                  <a:pt x="7597840" y="3065269"/>
                </a:cubicBezTo>
                <a:cubicBezTo>
                  <a:pt x="7597686" y="3063066"/>
                  <a:pt x="7595790" y="3061379"/>
                  <a:pt x="7593566" y="3061513"/>
                </a:cubicBezTo>
                <a:close/>
                <a:moveTo>
                  <a:pt x="5618140" y="3823602"/>
                </a:moveTo>
                <a:lnTo>
                  <a:pt x="5618141" y="3823621"/>
                </a:lnTo>
                <a:lnTo>
                  <a:pt x="5618149" y="3823610"/>
                </a:lnTo>
                <a:close/>
                <a:moveTo>
                  <a:pt x="5620748" y="3820268"/>
                </a:moveTo>
                <a:lnTo>
                  <a:pt x="5618149" y="3823610"/>
                </a:lnTo>
                <a:lnTo>
                  <a:pt x="5621111" y="3826227"/>
                </a:lnTo>
                <a:cubicBezTo>
                  <a:pt x="5621225" y="3826227"/>
                  <a:pt x="5621360" y="3826227"/>
                  <a:pt x="5621475" y="3826228"/>
                </a:cubicBezTo>
                <a:cubicBezTo>
                  <a:pt x="5623124" y="3826036"/>
                  <a:pt x="5624293" y="3824541"/>
                  <a:pt x="5624101" y="3822893"/>
                </a:cubicBezTo>
                <a:cubicBezTo>
                  <a:pt x="5623889" y="3821245"/>
                  <a:pt x="5622396" y="3820075"/>
                  <a:pt x="5620748" y="3820268"/>
                </a:cubicBezTo>
                <a:close/>
                <a:moveTo>
                  <a:pt x="8893589" y="2531132"/>
                </a:moveTo>
                <a:cubicBezTo>
                  <a:pt x="8888241" y="2529445"/>
                  <a:pt x="8882549" y="2532415"/>
                  <a:pt x="8880862" y="2537763"/>
                </a:cubicBezTo>
                <a:cubicBezTo>
                  <a:pt x="8879157" y="2543110"/>
                  <a:pt x="8882128" y="2548822"/>
                  <a:pt x="8887474" y="2550508"/>
                </a:cubicBezTo>
                <a:cubicBezTo>
                  <a:pt x="8888491" y="2550834"/>
                  <a:pt x="8889525" y="2550987"/>
                  <a:pt x="8890541" y="2550987"/>
                </a:cubicBezTo>
                <a:cubicBezTo>
                  <a:pt x="8894853" y="2550987"/>
                  <a:pt x="8898859" y="2548208"/>
                  <a:pt x="8900220" y="2543877"/>
                </a:cubicBezTo>
                <a:cubicBezTo>
                  <a:pt x="8901906" y="2538529"/>
                  <a:pt x="8898936" y="2532838"/>
                  <a:pt x="8893589" y="2531132"/>
                </a:cubicBezTo>
                <a:close/>
                <a:moveTo>
                  <a:pt x="9092965" y="2451462"/>
                </a:moveTo>
                <a:cubicBezTo>
                  <a:pt x="9087005" y="2449871"/>
                  <a:pt x="9080871" y="2453417"/>
                  <a:pt x="9079281" y="2459377"/>
                </a:cubicBezTo>
                <a:cubicBezTo>
                  <a:pt x="9077672" y="2465357"/>
                  <a:pt x="9081217" y="2471470"/>
                  <a:pt x="9087197" y="2473080"/>
                </a:cubicBezTo>
                <a:cubicBezTo>
                  <a:pt x="9088155" y="2473330"/>
                  <a:pt x="9089132" y="2473445"/>
                  <a:pt x="9090072" y="2473445"/>
                </a:cubicBezTo>
                <a:cubicBezTo>
                  <a:pt x="9095016" y="2473445"/>
                  <a:pt x="9099539" y="2470148"/>
                  <a:pt x="9100880" y="2465165"/>
                </a:cubicBezTo>
                <a:cubicBezTo>
                  <a:pt x="9102471" y="2459204"/>
                  <a:pt x="9098925" y="2453072"/>
                  <a:pt x="9092965" y="2451462"/>
                </a:cubicBezTo>
                <a:close/>
                <a:moveTo>
                  <a:pt x="4992566" y="4048967"/>
                </a:moveTo>
                <a:cubicBezTo>
                  <a:pt x="4992085" y="4048775"/>
                  <a:pt x="4991512" y="4049004"/>
                  <a:pt x="4991320" y="4049484"/>
                </a:cubicBezTo>
                <a:cubicBezTo>
                  <a:pt x="4991127" y="4049982"/>
                  <a:pt x="4991359" y="4050538"/>
                  <a:pt x="4991837" y="4050748"/>
                </a:cubicBezTo>
                <a:cubicBezTo>
                  <a:pt x="4991953" y="4050806"/>
                  <a:pt x="4992086" y="4050806"/>
                  <a:pt x="4992202" y="4050807"/>
                </a:cubicBezTo>
                <a:cubicBezTo>
                  <a:pt x="4992585" y="4050807"/>
                  <a:pt x="4992929" y="4050596"/>
                  <a:pt x="4993083" y="4050212"/>
                </a:cubicBezTo>
                <a:cubicBezTo>
                  <a:pt x="4993293" y="4049733"/>
                  <a:pt x="4993064" y="4049177"/>
                  <a:pt x="4992566" y="4048967"/>
                </a:cubicBezTo>
                <a:close/>
                <a:moveTo>
                  <a:pt x="8691451" y="2603998"/>
                </a:moveTo>
                <a:cubicBezTo>
                  <a:pt x="8686660" y="2602369"/>
                  <a:pt x="8681485" y="2604918"/>
                  <a:pt x="8679857" y="2609690"/>
                </a:cubicBezTo>
                <a:cubicBezTo>
                  <a:pt x="8678227" y="2614482"/>
                  <a:pt x="8680776" y="2619656"/>
                  <a:pt x="8685548" y="2621285"/>
                </a:cubicBezTo>
                <a:cubicBezTo>
                  <a:pt x="8686526" y="2621630"/>
                  <a:pt x="8687523" y="2621783"/>
                  <a:pt x="8688499" y="2621783"/>
                </a:cubicBezTo>
                <a:cubicBezTo>
                  <a:pt x="8692314" y="2621783"/>
                  <a:pt x="8695859" y="2619388"/>
                  <a:pt x="8697144" y="2615593"/>
                </a:cubicBezTo>
                <a:cubicBezTo>
                  <a:pt x="8698772" y="2610802"/>
                  <a:pt x="8696223" y="2605627"/>
                  <a:pt x="8691451" y="2603998"/>
                </a:cubicBezTo>
                <a:close/>
                <a:moveTo>
                  <a:pt x="7496035" y="3070521"/>
                </a:moveTo>
                <a:cubicBezTo>
                  <a:pt x="7493829" y="3070789"/>
                  <a:pt x="7492259" y="3072802"/>
                  <a:pt x="7492527" y="3075005"/>
                </a:cubicBezTo>
                <a:cubicBezTo>
                  <a:pt x="7492776" y="3077056"/>
                  <a:pt x="7494500" y="3078551"/>
                  <a:pt x="7496514" y="3078551"/>
                </a:cubicBezTo>
                <a:cubicBezTo>
                  <a:pt x="7496666" y="3078551"/>
                  <a:pt x="7496839" y="3078532"/>
                  <a:pt x="7496993" y="3078513"/>
                </a:cubicBezTo>
                <a:cubicBezTo>
                  <a:pt x="7499215" y="3078245"/>
                  <a:pt x="7500787" y="3076251"/>
                  <a:pt x="7500519" y="3074028"/>
                </a:cubicBezTo>
                <a:cubicBezTo>
                  <a:pt x="7500250" y="3071824"/>
                  <a:pt x="7498239" y="3070252"/>
                  <a:pt x="7496035" y="3070521"/>
                </a:cubicBezTo>
                <a:close/>
                <a:moveTo>
                  <a:pt x="5207831" y="3960231"/>
                </a:moveTo>
                <a:cubicBezTo>
                  <a:pt x="5206757" y="3960039"/>
                  <a:pt x="5205722" y="3960768"/>
                  <a:pt x="5205531" y="3961841"/>
                </a:cubicBezTo>
                <a:cubicBezTo>
                  <a:pt x="5205340" y="3962915"/>
                  <a:pt x="5206068" y="3963949"/>
                  <a:pt x="5207141" y="3964141"/>
                </a:cubicBezTo>
                <a:cubicBezTo>
                  <a:pt x="5207256" y="3964179"/>
                  <a:pt x="5207370" y="3964179"/>
                  <a:pt x="5207485" y="3964179"/>
                </a:cubicBezTo>
                <a:cubicBezTo>
                  <a:pt x="5208425" y="3964179"/>
                  <a:pt x="5209269" y="3963489"/>
                  <a:pt x="5209441" y="3962532"/>
                </a:cubicBezTo>
                <a:cubicBezTo>
                  <a:pt x="5209632" y="3961458"/>
                  <a:pt x="5208904" y="3960442"/>
                  <a:pt x="5207831" y="3960231"/>
                </a:cubicBezTo>
                <a:close/>
                <a:moveTo>
                  <a:pt x="7826539" y="2931227"/>
                </a:moveTo>
                <a:cubicBezTo>
                  <a:pt x="7823761" y="2931016"/>
                  <a:pt x="7821346" y="2933086"/>
                  <a:pt x="7821116" y="2935865"/>
                </a:cubicBezTo>
                <a:cubicBezTo>
                  <a:pt x="7820905" y="2938643"/>
                  <a:pt x="7822993" y="2941078"/>
                  <a:pt x="7825773" y="2941289"/>
                </a:cubicBezTo>
                <a:lnTo>
                  <a:pt x="7825773" y="2941308"/>
                </a:lnTo>
                <a:cubicBezTo>
                  <a:pt x="7825907" y="2941308"/>
                  <a:pt x="7826042" y="2941308"/>
                  <a:pt x="7826157" y="2941308"/>
                </a:cubicBezTo>
                <a:cubicBezTo>
                  <a:pt x="7828782" y="2941307"/>
                  <a:pt x="7830985" y="2939295"/>
                  <a:pt x="7831178" y="2936631"/>
                </a:cubicBezTo>
                <a:cubicBezTo>
                  <a:pt x="7831389" y="2933852"/>
                  <a:pt x="7829319" y="2931438"/>
                  <a:pt x="7826539" y="2931227"/>
                </a:cubicBezTo>
                <a:close/>
                <a:moveTo>
                  <a:pt x="8485060" y="2673799"/>
                </a:moveTo>
                <a:cubicBezTo>
                  <a:pt x="8480824" y="2672381"/>
                  <a:pt x="8476226" y="2674680"/>
                  <a:pt x="8474806" y="2678916"/>
                </a:cubicBezTo>
                <a:cubicBezTo>
                  <a:pt x="8473369" y="2683170"/>
                  <a:pt x="8475670" y="2687770"/>
                  <a:pt x="8479905" y="2689189"/>
                </a:cubicBezTo>
                <a:cubicBezTo>
                  <a:pt x="8480766" y="2689476"/>
                  <a:pt x="8481630" y="2689610"/>
                  <a:pt x="8482492" y="2689610"/>
                </a:cubicBezTo>
                <a:cubicBezTo>
                  <a:pt x="8485885" y="2689610"/>
                  <a:pt x="8489046" y="2687464"/>
                  <a:pt x="8490177" y="2684072"/>
                </a:cubicBezTo>
                <a:cubicBezTo>
                  <a:pt x="8491595" y="2679817"/>
                  <a:pt x="8489314" y="2675217"/>
                  <a:pt x="8485060" y="2673799"/>
                </a:cubicBezTo>
                <a:close/>
                <a:moveTo>
                  <a:pt x="5524268" y="3829255"/>
                </a:moveTo>
                <a:cubicBezTo>
                  <a:pt x="5522602" y="3829352"/>
                  <a:pt x="5521356" y="3830769"/>
                  <a:pt x="5521451" y="3832437"/>
                </a:cubicBezTo>
                <a:cubicBezTo>
                  <a:pt x="5521547" y="3834028"/>
                  <a:pt x="5522889" y="3835254"/>
                  <a:pt x="5524461" y="3835254"/>
                </a:cubicBezTo>
                <a:cubicBezTo>
                  <a:pt x="5524517" y="3835254"/>
                  <a:pt x="5524633" y="3835236"/>
                  <a:pt x="5524633" y="3835236"/>
                </a:cubicBezTo>
                <a:cubicBezTo>
                  <a:pt x="5526301" y="3835139"/>
                  <a:pt x="5527546" y="3833702"/>
                  <a:pt x="5527451" y="3832053"/>
                </a:cubicBezTo>
                <a:cubicBezTo>
                  <a:pt x="5527355" y="3830406"/>
                  <a:pt x="5525916" y="3829140"/>
                  <a:pt x="5524268" y="3829255"/>
                </a:cubicBezTo>
                <a:close/>
                <a:moveTo>
                  <a:pt x="8273093" y="2746128"/>
                </a:moveTo>
                <a:cubicBezTo>
                  <a:pt x="8269336" y="2745035"/>
                  <a:pt x="8265388" y="2747201"/>
                  <a:pt x="8264295" y="2750958"/>
                </a:cubicBezTo>
                <a:cubicBezTo>
                  <a:pt x="8263203" y="2754714"/>
                  <a:pt x="8265369" y="2758643"/>
                  <a:pt x="8269125" y="2759754"/>
                </a:cubicBezTo>
                <a:cubicBezTo>
                  <a:pt x="8269777" y="2759947"/>
                  <a:pt x="8270448" y="2760042"/>
                  <a:pt x="8271099" y="2760042"/>
                </a:cubicBezTo>
                <a:cubicBezTo>
                  <a:pt x="8274184" y="2760042"/>
                  <a:pt x="8277021" y="2758030"/>
                  <a:pt x="8277922" y="2754925"/>
                </a:cubicBezTo>
                <a:cubicBezTo>
                  <a:pt x="8279014" y="2751169"/>
                  <a:pt x="8276848" y="2747220"/>
                  <a:pt x="8273093" y="2746128"/>
                </a:cubicBezTo>
                <a:close/>
                <a:moveTo>
                  <a:pt x="7399153" y="3084971"/>
                </a:moveTo>
                <a:cubicBezTo>
                  <a:pt x="7396968" y="3085355"/>
                  <a:pt x="7395512" y="3087443"/>
                  <a:pt x="7395896" y="3089629"/>
                </a:cubicBezTo>
                <a:cubicBezTo>
                  <a:pt x="7396240" y="3091583"/>
                  <a:pt x="7397927" y="3092964"/>
                  <a:pt x="7399863" y="3092964"/>
                </a:cubicBezTo>
                <a:cubicBezTo>
                  <a:pt x="7400093" y="3092964"/>
                  <a:pt x="7400322" y="3092944"/>
                  <a:pt x="7400552" y="3092886"/>
                </a:cubicBezTo>
                <a:cubicBezTo>
                  <a:pt x="7402737" y="3092503"/>
                  <a:pt x="7404213" y="3090414"/>
                  <a:pt x="7403811" y="3088230"/>
                </a:cubicBezTo>
                <a:cubicBezTo>
                  <a:pt x="7403427" y="3086044"/>
                  <a:pt x="7401338" y="3084588"/>
                  <a:pt x="7399153" y="3084971"/>
                </a:cubicBezTo>
                <a:close/>
                <a:moveTo>
                  <a:pt x="8053764" y="2828654"/>
                </a:moveTo>
                <a:cubicBezTo>
                  <a:pt x="8050468" y="2827983"/>
                  <a:pt x="8047267" y="2830092"/>
                  <a:pt x="8046596" y="2833389"/>
                </a:cubicBezTo>
                <a:cubicBezTo>
                  <a:pt x="8045926" y="2836666"/>
                  <a:pt x="8048053" y="2839866"/>
                  <a:pt x="8051350" y="2840537"/>
                </a:cubicBezTo>
                <a:cubicBezTo>
                  <a:pt x="8051753" y="2840633"/>
                  <a:pt x="8052155" y="2840671"/>
                  <a:pt x="8052557" y="2840671"/>
                </a:cubicBezTo>
                <a:cubicBezTo>
                  <a:pt x="8055393" y="2840671"/>
                  <a:pt x="8057904" y="2838678"/>
                  <a:pt x="8058499" y="2835803"/>
                </a:cubicBezTo>
                <a:cubicBezTo>
                  <a:pt x="8059168" y="2832507"/>
                  <a:pt x="8057042" y="2829306"/>
                  <a:pt x="8053764" y="2828654"/>
                </a:cubicBezTo>
                <a:close/>
                <a:moveTo>
                  <a:pt x="7303154" y="3104328"/>
                </a:moveTo>
                <a:cubicBezTo>
                  <a:pt x="7300989" y="3104826"/>
                  <a:pt x="7299627" y="3106973"/>
                  <a:pt x="7300126" y="3109139"/>
                </a:cubicBezTo>
                <a:cubicBezTo>
                  <a:pt x="7300548" y="3111017"/>
                  <a:pt x="7302215" y="3112281"/>
                  <a:pt x="7304055" y="3112282"/>
                </a:cubicBezTo>
                <a:cubicBezTo>
                  <a:pt x="7304343" y="3112282"/>
                  <a:pt x="7304630" y="3112244"/>
                  <a:pt x="7304937" y="3112186"/>
                </a:cubicBezTo>
                <a:cubicBezTo>
                  <a:pt x="7307103" y="3111688"/>
                  <a:pt x="7308463" y="3109522"/>
                  <a:pt x="7307964" y="3107357"/>
                </a:cubicBezTo>
                <a:cubicBezTo>
                  <a:pt x="7307485" y="3105191"/>
                  <a:pt x="7305319" y="3103830"/>
                  <a:pt x="7303154" y="3104328"/>
                </a:cubicBezTo>
                <a:close/>
                <a:moveTo>
                  <a:pt x="5427427" y="3832188"/>
                </a:moveTo>
                <a:cubicBezTo>
                  <a:pt x="5425779" y="3832188"/>
                  <a:pt x="5424418" y="3833529"/>
                  <a:pt x="5424418" y="3835177"/>
                </a:cubicBezTo>
                <a:cubicBezTo>
                  <a:pt x="5424418" y="3836845"/>
                  <a:pt x="5425740" y="3838186"/>
                  <a:pt x="5427408" y="3838186"/>
                </a:cubicBezTo>
                <a:lnTo>
                  <a:pt x="5427427" y="3838186"/>
                </a:lnTo>
                <a:cubicBezTo>
                  <a:pt x="5429076" y="3838186"/>
                  <a:pt x="5430417" y="3836845"/>
                  <a:pt x="5430417" y="3835197"/>
                </a:cubicBezTo>
                <a:cubicBezTo>
                  <a:pt x="5430417" y="3833548"/>
                  <a:pt x="5429094" y="3832188"/>
                  <a:pt x="5427427" y="3832188"/>
                </a:cubicBezTo>
                <a:close/>
                <a:moveTo>
                  <a:pt x="6209218" y="3524490"/>
                </a:moveTo>
                <a:cubicBezTo>
                  <a:pt x="6207128" y="3525276"/>
                  <a:pt x="6206074" y="3527594"/>
                  <a:pt x="6206860" y="3529683"/>
                </a:cubicBezTo>
                <a:cubicBezTo>
                  <a:pt x="6207473" y="3531293"/>
                  <a:pt x="6209007" y="3532290"/>
                  <a:pt x="6210635" y="3532290"/>
                </a:cubicBezTo>
                <a:cubicBezTo>
                  <a:pt x="6211115" y="3532290"/>
                  <a:pt x="6211593" y="3532194"/>
                  <a:pt x="6212054" y="3532021"/>
                </a:cubicBezTo>
                <a:cubicBezTo>
                  <a:pt x="6214124" y="3531236"/>
                  <a:pt x="6215178" y="3528916"/>
                  <a:pt x="6214392" y="3526828"/>
                </a:cubicBezTo>
                <a:cubicBezTo>
                  <a:pt x="6213607" y="3524758"/>
                  <a:pt x="6211287" y="3523704"/>
                  <a:pt x="6209218" y="3524490"/>
                </a:cubicBezTo>
                <a:close/>
                <a:moveTo>
                  <a:pt x="6300118" y="3488804"/>
                </a:moveTo>
                <a:cubicBezTo>
                  <a:pt x="6298067" y="3489647"/>
                  <a:pt x="6297071" y="3492005"/>
                  <a:pt x="6297914" y="3494054"/>
                </a:cubicBezTo>
                <a:cubicBezTo>
                  <a:pt x="6298547" y="3495608"/>
                  <a:pt x="6300061" y="3496566"/>
                  <a:pt x="6301632" y="3496566"/>
                </a:cubicBezTo>
                <a:cubicBezTo>
                  <a:pt x="6302150" y="3496566"/>
                  <a:pt x="6302667" y="3496470"/>
                  <a:pt x="6303166" y="3496259"/>
                </a:cubicBezTo>
                <a:cubicBezTo>
                  <a:pt x="6305216" y="3495435"/>
                  <a:pt x="6306213" y="3493078"/>
                  <a:pt x="6305370" y="3491027"/>
                </a:cubicBezTo>
                <a:cubicBezTo>
                  <a:pt x="6304527" y="3488957"/>
                  <a:pt x="6302188" y="3487960"/>
                  <a:pt x="6300118" y="3488804"/>
                </a:cubicBezTo>
                <a:close/>
                <a:moveTo>
                  <a:pt x="6117377" y="3557665"/>
                </a:moveTo>
                <a:cubicBezTo>
                  <a:pt x="6115269" y="3558393"/>
                  <a:pt x="6114157" y="3560674"/>
                  <a:pt x="6114885" y="3562782"/>
                </a:cubicBezTo>
                <a:cubicBezTo>
                  <a:pt x="6115461" y="3564449"/>
                  <a:pt x="6117013" y="3565503"/>
                  <a:pt x="6118681" y="3565503"/>
                </a:cubicBezTo>
                <a:cubicBezTo>
                  <a:pt x="6119122" y="3565503"/>
                  <a:pt x="6119562" y="3565427"/>
                  <a:pt x="6120003" y="3565273"/>
                </a:cubicBezTo>
                <a:cubicBezTo>
                  <a:pt x="6122111" y="3564545"/>
                  <a:pt x="6123222" y="3562264"/>
                  <a:pt x="6122494" y="3560157"/>
                </a:cubicBezTo>
                <a:cubicBezTo>
                  <a:pt x="6121766" y="3558048"/>
                  <a:pt x="6119485" y="3556936"/>
                  <a:pt x="6117377" y="3557665"/>
                </a:cubicBezTo>
                <a:close/>
                <a:moveTo>
                  <a:pt x="6390099" y="3450895"/>
                </a:moveTo>
                <a:cubicBezTo>
                  <a:pt x="6388068" y="3451777"/>
                  <a:pt x="6387129" y="3454152"/>
                  <a:pt x="6388011" y="3456185"/>
                </a:cubicBezTo>
                <a:cubicBezTo>
                  <a:pt x="6388662" y="3457698"/>
                  <a:pt x="6390157" y="3458619"/>
                  <a:pt x="6391709" y="3458619"/>
                </a:cubicBezTo>
                <a:cubicBezTo>
                  <a:pt x="6392246" y="3458619"/>
                  <a:pt x="6392782" y="3458504"/>
                  <a:pt x="6393301" y="3458274"/>
                </a:cubicBezTo>
                <a:cubicBezTo>
                  <a:pt x="6395351" y="3457392"/>
                  <a:pt x="6396270" y="3455015"/>
                  <a:pt x="6395389" y="3452983"/>
                </a:cubicBezTo>
                <a:cubicBezTo>
                  <a:pt x="6394507" y="3450933"/>
                  <a:pt x="6392131" y="3449994"/>
                  <a:pt x="6390099" y="3450895"/>
                </a:cubicBezTo>
                <a:close/>
                <a:moveTo>
                  <a:pt x="7727972" y="2926762"/>
                </a:moveTo>
                <a:cubicBezTo>
                  <a:pt x="7725174" y="2926723"/>
                  <a:pt x="7722893" y="2928946"/>
                  <a:pt x="7722855" y="2931725"/>
                </a:cubicBezTo>
                <a:cubicBezTo>
                  <a:pt x="7722798" y="2934523"/>
                  <a:pt x="7725040" y="2936804"/>
                  <a:pt x="7727820" y="2936842"/>
                </a:cubicBezTo>
                <a:lnTo>
                  <a:pt x="7727896" y="2936842"/>
                </a:lnTo>
                <a:cubicBezTo>
                  <a:pt x="7730656" y="2936842"/>
                  <a:pt x="7732898" y="2934638"/>
                  <a:pt x="7732937" y="2931879"/>
                </a:cubicBezTo>
                <a:cubicBezTo>
                  <a:pt x="7732975" y="2929080"/>
                  <a:pt x="7730752" y="2926799"/>
                  <a:pt x="7727972" y="2926762"/>
                </a:cubicBezTo>
                <a:close/>
                <a:moveTo>
                  <a:pt x="7208151" y="3128055"/>
                </a:moveTo>
                <a:cubicBezTo>
                  <a:pt x="7206005" y="3128649"/>
                  <a:pt x="7204741" y="3130853"/>
                  <a:pt x="7205334" y="3133019"/>
                </a:cubicBezTo>
                <a:cubicBezTo>
                  <a:pt x="7205814" y="3134801"/>
                  <a:pt x="7207443" y="3135970"/>
                  <a:pt x="7209206" y="3135970"/>
                </a:cubicBezTo>
                <a:cubicBezTo>
                  <a:pt x="7209570" y="3135970"/>
                  <a:pt x="7209915" y="3135933"/>
                  <a:pt x="7210279" y="3135836"/>
                </a:cubicBezTo>
                <a:cubicBezTo>
                  <a:pt x="7212425" y="3135242"/>
                  <a:pt x="7213691" y="3133038"/>
                  <a:pt x="7213096" y="3130892"/>
                </a:cubicBezTo>
                <a:cubicBezTo>
                  <a:pt x="7212522" y="3128745"/>
                  <a:pt x="7210298" y="3127480"/>
                  <a:pt x="7208151" y="3128055"/>
                </a:cubicBezTo>
                <a:close/>
                <a:moveTo>
                  <a:pt x="6479601" y="3411663"/>
                </a:moveTo>
                <a:cubicBezTo>
                  <a:pt x="6477551" y="3412565"/>
                  <a:pt x="6476650" y="3414940"/>
                  <a:pt x="6477551" y="3416972"/>
                </a:cubicBezTo>
                <a:cubicBezTo>
                  <a:pt x="6478202" y="3418486"/>
                  <a:pt x="6479678" y="3419387"/>
                  <a:pt x="6481231" y="3419387"/>
                </a:cubicBezTo>
                <a:cubicBezTo>
                  <a:pt x="6481767" y="3419387"/>
                  <a:pt x="6482323" y="3419272"/>
                  <a:pt x="6482859" y="3419042"/>
                </a:cubicBezTo>
                <a:cubicBezTo>
                  <a:pt x="6484910" y="3418141"/>
                  <a:pt x="6485810" y="3415764"/>
                  <a:pt x="6484910" y="3413733"/>
                </a:cubicBezTo>
                <a:cubicBezTo>
                  <a:pt x="6484009" y="3411702"/>
                  <a:pt x="6481633" y="3410782"/>
                  <a:pt x="6479601" y="3411663"/>
                </a:cubicBezTo>
                <a:close/>
                <a:moveTo>
                  <a:pt x="6024598" y="3588042"/>
                </a:moveTo>
                <a:cubicBezTo>
                  <a:pt x="6022471" y="3588713"/>
                  <a:pt x="6021282" y="3590954"/>
                  <a:pt x="6021953" y="3593082"/>
                </a:cubicBezTo>
                <a:cubicBezTo>
                  <a:pt x="6022490" y="3594807"/>
                  <a:pt x="6024081" y="3595919"/>
                  <a:pt x="6025786" y="3595919"/>
                </a:cubicBezTo>
                <a:cubicBezTo>
                  <a:pt x="6026189" y="3595919"/>
                  <a:pt x="6026591" y="3595860"/>
                  <a:pt x="6026993" y="3595746"/>
                </a:cubicBezTo>
                <a:cubicBezTo>
                  <a:pt x="6029102" y="3595075"/>
                  <a:pt x="6030289" y="3592833"/>
                  <a:pt x="6029639" y="3590706"/>
                </a:cubicBezTo>
                <a:cubicBezTo>
                  <a:pt x="6028987" y="3588578"/>
                  <a:pt x="6026725" y="3587390"/>
                  <a:pt x="6024598" y="3588042"/>
                </a:cubicBezTo>
                <a:close/>
                <a:moveTo>
                  <a:pt x="6568988" y="3372106"/>
                </a:moveTo>
                <a:cubicBezTo>
                  <a:pt x="6566938" y="3373006"/>
                  <a:pt x="6566038" y="3375383"/>
                  <a:pt x="6566918" y="3377415"/>
                </a:cubicBezTo>
                <a:cubicBezTo>
                  <a:pt x="6567589" y="3378910"/>
                  <a:pt x="6569065" y="3379811"/>
                  <a:pt x="6570617" y="3379811"/>
                </a:cubicBezTo>
                <a:cubicBezTo>
                  <a:pt x="6571155" y="3379811"/>
                  <a:pt x="6571710" y="3379696"/>
                  <a:pt x="6572246" y="3379466"/>
                </a:cubicBezTo>
                <a:cubicBezTo>
                  <a:pt x="6574277" y="3378565"/>
                  <a:pt x="6575178" y="3376189"/>
                  <a:pt x="6574278" y="3374157"/>
                </a:cubicBezTo>
                <a:cubicBezTo>
                  <a:pt x="6573396" y="3372106"/>
                  <a:pt x="6571019" y="3371205"/>
                  <a:pt x="6568988" y="3372106"/>
                </a:cubicBezTo>
                <a:close/>
                <a:moveTo>
                  <a:pt x="5113997" y="3939015"/>
                </a:moveTo>
                <a:cubicBezTo>
                  <a:pt x="5112943" y="3938728"/>
                  <a:pt x="5111850" y="3939341"/>
                  <a:pt x="5111563" y="3940395"/>
                </a:cubicBezTo>
                <a:cubicBezTo>
                  <a:pt x="5111256" y="3941450"/>
                  <a:pt x="5111869" y="3942542"/>
                  <a:pt x="5112942" y="3942830"/>
                </a:cubicBezTo>
                <a:cubicBezTo>
                  <a:pt x="5113115" y="3942906"/>
                  <a:pt x="5113288" y="3942906"/>
                  <a:pt x="5113461" y="3942906"/>
                </a:cubicBezTo>
                <a:cubicBezTo>
                  <a:pt x="5114342" y="3942906"/>
                  <a:pt x="5115128" y="3942331"/>
                  <a:pt x="5115378" y="3941469"/>
                </a:cubicBezTo>
                <a:cubicBezTo>
                  <a:pt x="5115665" y="3940395"/>
                  <a:pt x="5115051" y="3939322"/>
                  <a:pt x="5113997" y="3939015"/>
                </a:cubicBezTo>
                <a:close/>
                <a:moveTo>
                  <a:pt x="8994953" y="2423614"/>
                </a:moveTo>
                <a:cubicBezTo>
                  <a:pt x="8989050" y="2421852"/>
                  <a:pt x="8982803" y="2425205"/>
                  <a:pt x="8981040" y="2431128"/>
                </a:cubicBezTo>
                <a:cubicBezTo>
                  <a:pt x="8979277" y="2437030"/>
                  <a:pt x="8982631" y="2443259"/>
                  <a:pt x="8988534" y="2445041"/>
                </a:cubicBezTo>
                <a:cubicBezTo>
                  <a:pt x="8989606" y="2445348"/>
                  <a:pt x="8990680" y="2445502"/>
                  <a:pt x="8991753" y="2445502"/>
                </a:cubicBezTo>
                <a:cubicBezTo>
                  <a:pt x="8996564" y="2445502"/>
                  <a:pt x="9001010" y="2442377"/>
                  <a:pt x="9002447" y="2437529"/>
                </a:cubicBezTo>
                <a:cubicBezTo>
                  <a:pt x="9004230" y="2431626"/>
                  <a:pt x="9000876" y="2425377"/>
                  <a:pt x="8994953" y="2423614"/>
                </a:cubicBezTo>
                <a:close/>
                <a:moveTo>
                  <a:pt x="8797148" y="2499758"/>
                </a:moveTo>
                <a:cubicBezTo>
                  <a:pt x="8791840" y="2497975"/>
                  <a:pt x="8786071" y="2500850"/>
                  <a:pt x="8784308" y="2506178"/>
                </a:cubicBezTo>
                <a:cubicBezTo>
                  <a:pt x="8782525" y="2511488"/>
                  <a:pt x="8785400" y="2517256"/>
                  <a:pt x="8790728" y="2519019"/>
                </a:cubicBezTo>
                <a:cubicBezTo>
                  <a:pt x="8791783" y="2519384"/>
                  <a:pt x="8792874" y="2519556"/>
                  <a:pt x="8793929" y="2519556"/>
                </a:cubicBezTo>
                <a:cubicBezTo>
                  <a:pt x="8798183" y="2519556"/>
                  <a:pt x="8802151" y="2516853"/>
                  <a:pt x="8803569" y="2512598"/>
                </a:cubicBezTo>
                <a:cubicBezTo>
                  <a:pt x="8805351" y="2507290"/>
                  <a:pt x="8802476" y="2501521"/>
                  <a:pt x="8797148" y="2499758"/>
                </a:cubicBezTo>
                <a:close/>
                <a:moveTo>
                  <a:pt x="7114223" y="3155634"/>
                </a:moveTo>
                <a:cubicBezTo>
                  <a:pt x="7112096" y="3156305"/>
                  <a:pt x="7110907" y="3158547"/>
                  <a:pt x="7111578" y="3160674"/>
                </a:cubicBezTo>
                <a:cubicBezTo>
                  <a:pt x="7112114" y="3162399"/>
                  <a:pt x="7113705" y="3163492"/>
                  <a:pt x="7115411" y="3163492"/>
                </a:cubicBezTo>
                <a:cubicBezTo>
                  <a:pt x="7115814" y="3163492"/>
                  <a:pt x="7116216" y="3163434"/>
                  <a:pt x="7116618" y="3163319"/>
                </a:cubicBezTo>
                <a:cubicBezTo>
                  <a:pt x="7118745" y="3162648"/>
                  <a:pt x="7119934" y="3160387"/>
                  <a:pt x="7119263" y="3158259"/>
                </a:cubicBezTo>
                <a:cubicBezTo>
                  <a:pt x="7118592" y="3156151"/>
                  <a:pt x="7116331" y="3154963"/>
                  <a:pt x="7114223" y="3155634"/>
                </a:cubicBezTo>
                <a:close/>
                <a:moveTo>
                  <a:pt x="6658433" y="3332664"/>
                </a:moveTo>
                <a:cubicBezTo>
                  <a:pt x="6656401" y="3333564"/>
                  <a:pt x="6655482" y="3335941"/>
                  <a:pt x="6656363" y="3337973"/>
                </a:cubicBezTo>
                <a:cubicBezTo>
                  <a:pt x="6657034" y="3339487"/>
                  <a:pt x="6658510" y="3340387"/>
                  <a:pt x="6660061" y="3340387"/>
                </a:cubicBezTo>
                <a:cubicBezTo>
                  <a:pt x="6660599" y="3340387"/>
                  <a:pt x="6661135" y="3340273"/>
                  <a:pt x="6661672" y="3340042"/>
                </a:cubicBezTo>
                <a:cubicBezTo>
                  <a:pt x="6663704" y="3339161"/>
                  <a:pt x="6664642" y="3336784"/>
                  <a:pt x="6663742" y="3334753"/>
                </a:cubicBezTo>
                <a:cubicBezTo>
                  <a:pt x="6662840" y="3332702"/>
                  <a:pt x="6660484" y="3331782"/>
                  <a:pt x="6658433" y="3332664"/>
                </a:cubicBezTo>
                <a:close/>
                <a:moveTo>
                  <a:pt x="5930881" y="3615314"/>
                </a:moveTo>
                <a:cubicBezTo>
                  <a:pt x="5928753" y="3615889"/>
                  <a:pt x="5927469" y="3618093"/>
                  <a:pt x="5928062" y="3620239"/>
                </a:cubicBezTo>
                <a:cubicBezTo>
                  <a:pt x="5928542" y="3622041"/>
                  <a:pt x="5930171" y="3623210"/>
                  <a:pt x="5931954" y="3623209"/>
                </a:cubicBezTo>
                <a:cubicBezTo>
                  <a:pt x="5932298" y="3623210"/>
                  <a:pt x="5932643" y="3623171"/>
                  <a:pt x="5933007" y="3623076"/>
                </a:cubicBezTo>
                <a:cubicBezTo>
                  <a:pt x="5935134" y="3622482"/>
                  <a:pt x="5936419" y="3620278"/>
                  <a:pt x="5935825" y="3618131"/>
                </a:cubicBezTo>
                <a:cubicBezTo>
                  <a:pt x="5935249" y="3615985"/>
                  <a:pt x="5933028" y="3614720"/>
                  <a:pt x="5930881" y="3615314"/>
                </a:cubicBezTo>
                <a:close/>
                <a:moveTo>
                  <a:pt x="6748203" y="3293873"/>
                </a:moveTo>
                <a:cubicBezTo>
                  <a:pt x="6746153" y="3294755"/>
                  <a:pt x="6745213" y="3297112"/>
                  <a:pt x="6746076" y="3299163"/>
                </a:cubicBezTo>
                <a:cubicBezTo>
                  <a:pt x="6746728" y="3300677"/>
                  <a:pt x="6748222" y="3301597"/>
                  <a:pt x="6749794" y="3301597"/>
                </a:cubicBezTo>
                <a:cubicBezTo>
                  <a:pt x="6750312" y="3301597"/>
                  <a:pt x="6750848" y="3301501"/>
                  <a:pt x="6751365" y="3301290"/>
                </a:cubicBezTo>
                <a:cubicBezTo>
                  <a:pt x="6753397" y="3300408"/>
                  <a:pt x="6754355" y="3298051"/>
                  <a:pt x="6753492" y="3296001"/>
                </a:cubicBezTo>
                <a:cubicBezTo>
                  <a:pt x="6752611" y="3293950"/>
                  <a:pt x="6750253" y="3293010"/>
                  <a:pt x="6748203" y="3293873"/>
                </a:cubicBezTo>
                <a:close/>
                <a:moveTo>
                  <a:pt x="7021327" y="3186528"/>
                </a:moveTo>
                <a:cubicBezTo>
                  <a:pt x="7019220" y="3187256"/>
                  <a:pt x="7018127" y="3189557"/>
                  <a:pt x="7018855" y="3191645"/>
                </a:cubicBezTo>
                <a:cubicBezTo>
                  <a:pt x="7019450" y="3193293"/>
                  <a:pt x="7021003" y="3194329"/>
                  <a:pt x="7022651" y="3194329"/>
                </a:cubicBezTo>
                <a:cubicBezTo>
                  <a:pt x="7023110" y="3194329"/>
                  <a:pt x="7023551" y="3194271"/>
                  <a:pt x="7023992" y="3194118"/>
                </a:cubicBezTo>
                <a:cubicBezTo>
                  <a:pt x="7026081" y="3193370"/>
                  <a:pt x="7027192" y="3191089"/>
                  <a:pt x="7026465" y="3188981"/>
                </a:cubicBezTo>
                <a:cubicBezTo>
                  <a:pt x="7025716" y="3186873"/>
                  <a:pt x="7023417" y="3185781"/>
                  <a:pt x="7021327" y="3186528"/>
                </a:cubicBezTo>
                <a:close/>
                <a:moveTo>
                  <a:pt x="8595950" y="2571340"/>
                </a:moveTo>
                <a:cubicBezTo>
                  <a:pt x="8591178" y="2569711"/>
                  <a:pt x="8585985" y="2572261"/>
                  <a:pt x="8584355" y="2577033"/>
                </a:cubicBezTo>
                <a:cubicBezTo>
                  <a:pt x="8582708" y="2581805"/>
                  <a:pt x="8585256" y="2586999"/>
                  <a:pt x="8590028" y="2588627"/>
                </a:cubicBezTo>
                <a:cubicBezTo>
                  <a:pt x="8591005" y="2588953"/>
                  <a:pt x="8592002" y="2589126"/>
                  <a:pt x="8592980" y="2589126"/>
                </a:cubicBezTo>
                <a:cubicBezTo>
                  <a:pt x="8596775" y="2589126"/>
                  <a:pt x="8600339" y="2586730"/>
                  <a:pt x="8601643" y="2582936"/>
                </a:cubicBezTo>
                <a:cubicBezTo>
                  <a:pt x="8603272" y="2578163"/>
                  <a:pt x="8600723" y="2572969"/>
                  <a:pt x="8595950" y="2571340"/>
                </a:cubicBezTo>
                <a:close/>
                <a:moveTo>
                  <a:pt x="6838490" y="3256232"/>
                </a:moveTo>
                <a:cubicBezTo>
                  <a:pt x="6836420" y="3257075"/>
                  <a:pt x="6835425" y="3259413"/>
                  <a:pt x="6836269" y="3261464"/>
                </a:cubicBezTo>
                <a:cubicBezTo>
                  <a:pt x="6836900" y="3263037"/>
                  <a:pt x="6838414" y="3263975"/>
                  <a:pt x="6840005" y="3263975"/>
                </a:cubicBezTo>
                <a:cubicBezTo>
                  <a:pt x="6840504" y="3263975"/>
                  <a:pt x="6841021" y="3263880"/>
                  <a:pt x="6841519" y="3263687"/>
                </a:cubicBezTo>
                <a:cubicBezTo>
                  <a:pt x="6843569" y="3262844"/>
                  <a:pt x="6844566" y="3260487"/>
                  <a:pt x="6843723" y="3258437"/>
                </a:cubicBezTo>
                <a:cubicBezTo>
                  <a:pt x="6842880" y="3256386"/>
                  <a:pt x="6840543" y="3255389"/>
                  <a:pt x="6838490" y="3256232"/>
                </a:cubicBezTo>
                <a:close/>
                <a:moveTo>
                  <a:pt x="6929469" y="3220240"/>
                </a:moveTo>
                <a:cubicBezTo>
                  <a:pt x="6927379" y="3221045"/>
                  <a:pt x="6926345" y="3223364"/>
                  <a:pt x="6927150" y="3225453"/>
                </a:cubicBezTo>
                <a:cubicBezTo>
                  <a:pt x="6927745" y="3227044"/>
                  <a:pt x="6929277" y="3228041"/>
                  <a:pt x="6930906" y="3228041"/>
                </a:cubicBezTo>
                <a:cubicBezTo>
                  <a:pt x="6931385" y="3228041"/>
                  <a:pt x="6931865" y="3227945"/>
                  <a:pt x="6932343" y="3227772"/>
                </a:cubicBezTo>
                <a:cubicBezTo>
                  <a:pt x="6934414" y="3226967"/>
                  <a:pt x="6935449" y="3224648"/>
                  <a:pt x="6934663" y="3222578"/>
                </a:cubicBezTo>
                <a:cubicBezTo>
                  <a:pt x="6933858" y="3220489"/>
                  <a:pt x="6931539" y="3219454"/>
                  <a:pt x="6929469" y="3220240"/>
                </a:cubicBezTo>
                <a:close/>
                <a:moveTo>
                  <a:pt x="9180926" y="2341273"/>
                </a:moveTo>
                <a:cubicBezTo>
                  <a:pt x="9178255" y="2342890"/>
                  <a:pt x="9176200" y="2345525"/>
                  <a:pt x="9175395" y="2348793"/>
                </a:cubicBezTo>
                <a:cubicBezTo>
                  <a:pt x="9173785" y="2355328"/>
                  <a:pt x="9177772" y="2361940"/>
                  <a:pt x="9184326" y="2363550"/>
                </a:cubicBezTo>
                <a:cubicBezTo>
                  <a:pt x="9185303" y="2363800"/>
                  <a:pt x="9186281" y="2363915"/>
                  <a:pt x="9187239" y="2363915"/>
                </a:cubicBezTo>
                <a:cubicBezTo>
                  <a:pt x="9192720" y="2363915"/>
                  <a:pt x="9197723" y="2360196"/>
                  <a:pt x="9199083" y="2354639"/>
                </a:cubicBezTo>
                <a:cubicBezTo>
                  <a:pt x="9200693" y="2348084"/>
                  <a:pt x="9196687" y="2341472"/>
                  <a:pt x="9190152" y="2339862"/>
                </a:cubicBezTo>
                <a:cubicBezTo>
                  <a:pt x="9186884" y="2339057"/>
                  <a:pt x="9183597" y="2339656"/>
                  <a:pt x="9180926" y="2341273"/>
                </a:cubicBezTo>
                <a:close/>
                <a:moveTo>
                  <a:pt x="4904943" y="4008126"/>
                </a:moveTo>
                <a:cubicBezTo>
                  <a:pt x="4904692" y="4008586"/>
                  <a:pt x="4904864" y="4009180"/>
                  <a:pt x="4905324" y="4009429"/>
                </a:cubicBezTo>
                <a:cubicBezTo>
                  <a:pt x="4905478" y="4009505"/>
                  <a:pt x="4905631" y="4009544"/>
                  <a:pt x="4905785" y="4009544"/>
                </a:cubicBezTo>
                <a:cubicBezTo>
                  <a:pt x="4906129" y="4009544"/>
                  <a:pt x="4906457" y="4009371"/>
                  <a:pt x="4906629" y="4009045"/>
                </a:cubicBezTo>
                <a:cubicBezTo>
                  <a:pt x="4906877" y="4008585"/>
                  <a:pt x="4906704" y="4008011"/>
                  <a:pt x="4906244" y="4007743"/>
                </a:cubicBezTo>
                <a:cubicBezTo>
                  <a:pt x="4905784" y="4007493"/>
                  <a:pt x="4905190" y="4007665"/>
                  <a:pt x="4904943" y="4008126"/>
                </a:cubicBezTo>
                <a:close/>
                <a:moveTo>
                  <a:pt x="8389617" y="2642598"/>
                </a:moveTo>
                <a:cubicBezTo>
                  <a:pt x="8385343" y="2641256"/>
                  <a:pt x="8380781" y="2643613"/>
                  <a:pt x="8379440" y="2647887"/>
                </a:cubicBezTo>
                <a:cubicBezTo>
                  <a:pt x="8378080" y="2652161"/>
                  <a:pt x="8380437" y="2656723"/>
                  <a:pt x="8384711" y="2658084"/>
                </a:cubicBezTo>
                <a:cubicBezTo>
                  <a:pt x="8385534" y="2658332"/>
                  <a:pt x="8386359" y="2658467"/>
                  <a:pt x="8387163" y="2658467"/>
                </a:cubicBezTo>
                <a:cubicBezTo>
                  <a:pt x="8390613" y="2658467"/>
                  <a:pt x="8393795" y="2656244"/>
                  <a:pt x="8394907" y="2652793"/>
                </a:cubicBezTo>
                <a:cubicBezTo>
                  <a:pt x="8396249" y="2648520"/>
                  <a:pt x="8393891" y="2643958"/>
                  <a:pt x="8389617" y="2642598"/>
                </a:cubicBezTo>
                <a:close/>
                <a:moveTo>
                  <a:pt x="7955906" y="2811617"/>
                </a:moveTo>
                <a:cubicBezTo>
                  <a:pt x="7952590" y="2811137"/>
                  <a:pt x="7949505" y="2813437"/>
                  <a:pt x="7949026" y="2816753"/>
                </a:cubicBezTo>
                <a:cubicBezTo>
                  <a:pt x="7948547" y="2820069"/>
                  <a:pt x="7950846" y="2823135"/>
                  <a:pt x="7954162" y="2823633"/>
                </a:cubicBezTo>
                <a:cubicBezTo>
                  <a:pt x="7954450" y="2823691"/>
                  <a:pt x="7954737" y="2823691"/>
                  <a:pt x="7955045" y="2823691"/>
                </a:cubicBezTo>
                <a:cubicBezTo>
                  <a:pt x="7957995" y="2823691"/>
                  <a:pt x="7960602" y="2821525"/>
                  <a:pt x="7961043" y="2818497"/>
                </a:cubicBezTo>
                <a:cubicBezTo>
                  <a:pt x="7961522" y="2815181"/>
                  <a:pt x="7959222" y="2812095"/>
                  <a:pt x="7955906" y="2811617"/>
                </a:cubicBezTo>
                <a:close/>
                <a:moveTo>
                  <a:pt x="5836242" y="3639022"/>
                </a:moveTo>
                <a:cubicBezTo>
                  <a:pt x="5834077" y="3639520"/>
                  <a:pt x="5832735" y="3641686"/>
                  <a:pt x="5833215" y="3643851"/>
                </a:cubicBezTo>
                <a:cubicBezTo>
                  <a:pt x="5833655" y="3645710"/>
                  <a:pt x="5835303" y="3646976"/>
                  <a:pt x="5837144" y="3646976"/>
                </a:cubicBezTo>
                <a:cubicBezTo>
                  <a:pt x="5837430" y="3646975"/>
                  <a:pt x="5837737" y="3646937"/>
                  <a:pt x="5838043" y="3646860"/>
                </a:cubicBezTo>
                <a:cubicBezTo>
                  <a:pt x="5840209" y="3646362"/>
                  <a:pt x="5841571" y="3644215"/>
                  <a:pt x="5841073" y="3642050"/>
                </a:cubicBezTo>
                <a:cubicBezTo>
                  <a:pt x="5840574" y="3639884"/>
                  <a:pt x="5838408" y="3638523"/>
                  <a:pt x="5836242" y="3639022"/>
                </a:cubicBezTo>
                <a:close/>
                <a:moveTo>
                  <a:pt x="8176730" y="2719853"/>
                </a:moveTo>
                <a:cubicBezTo>
                  <a:pt x="8172934" y="2718894"/>
                  <a:pt x="8169082" y="2721194"/>
                  <a:pt x="8168124" y="2724988"/>
                </a:cubicBezTo>
                <a:cubicBezTo>
                  <a:pt x="8167165" y="2728784"/>
                  <a:pt x="8169466" y="2732636"/>
                  <a:pt x="8173260" y="2733594"/>
                </a:cubicBezTo>
                <a:cubicBezTo>
                  <a:pt x="8173835" y="2733747"/>
                  <a:pt x="8174429" y="2733824"/>
                  <a:pt x="8175004" y="2733824"/>
                </a:cubicBezTo>
                <a:cubicBezTo>
                  <a:pt x="8178167" y="2733824"/>
                  <a:pt x="8181061" y="2731678"/>
                  <a:pt x="8181865" y="2728458"/>
                </a:cubicBezTo>
                <a:cubicBezTo>
                  <a:pt x="8182823" y="2724662"/>
                  <a:pt x="8180542" y="2720811"/>
                  <a:pt x="8176730" y="2719853"/>
                </a:cubicBezTo>
                <a:close/>
                <a:moveTo>
                  <a:pt x="5330661" y="3828297"/>
                </a:moveTo>
                <a:cubicBezTo>
                  <a:pt x="5329013" y="3828162"/>
                  <a:pt x="5327556" y="3829390"/>
                  <a:pt x="5327423" y="3831037"/>
                </a:cubicBezTo>
                <a:cubicBezTo>
                  <a:pt x="5327308" y="3832705"/>
                  <a:pt x="5328533" y="3834143"/>
                  <a:pt x="5330182" y="3834276"/>
                </a:cubicBezTo>
                <a:cubicBezTo>
                  <a:pt x="5330259" y="3834276"/>
                  <a:pt x="5330430" y="3834296"/>
                  <a:pt x="5330430" y="3834296"/>
                </a:cubicBezTo>
                <a:cubicBezTo>
                  <a:pt x="5331983" y="3834296"/>
                  <a:pt x="5333288" y="3833088"/>
                  <a:pt x="5333421" y="3831517"/>
                </a:cubicBezTo>
                <a:cubicBezTo>
                  <a:pt x="5333535" y="3829869"/>
                  <a:pt x="5332310" y="3828431"/>
                  <a:pt x="5330661" y="3828297"/>
                </a:cubicBezTo>
                <a:close/>
                <a:moveTo>
                  <a:pt x="7629309" y="2928294"/>
                </a:moveTo>
                <a:cubicBezTo>
                  <a:pt x="7626530" y="2928409"/>
                  <a:pt x="7624384" y="2930786"/>
                  <a:pt x="7624499" y="2933565"/>
                </a:cubicBezTo>
                <a:cubicBezTo>
                  <a:pt x="7624614" y="2936268"/>
                  <a:pt x="7626856" y="2938376"/>
                  <a:pt x="7629539" y="2938376"/>
                </a:cubicBezTo>
                <a:lnTo>
                  <a:pt x="7629770" y="2938376"/>
                </a:lnTo>
                <a:cubicBezTo>
                  <a:pt x="7632549" y="2938241"/>
                  <a:pt x="7634715" y="2935884"/>
                  <a:pt x="7634579" y="2933105"/>
                </a:cubicBezTo>
                <a:cubicBezTo>
                  <a:pt x="7634465" y="2930326"/>
                  <a:pt x="7632108" y="2928161"/>
                  <a:pt x="7629309" y="2928294"/>
                </a:cubicBezTo>
                <a:close/>
                <a:moveTo>
                  <a:pt x="5740703" y="3658608"/>
                </a:moveTo>
                <a:cubicBezTo>
                  <a:pt x="5738518" y="3659010"/>
                  <a:pt x="5737061" y="3661100"/>
                  <a:pt x="5737464" y="3663284"/>
                </a:cubicBezTo>
                <a:cubicBezTo>
                  <a:pt x="5737809" y="3665240"/>
                  <a:pt x="5739495" y="3666600"/>
                  <a:pt x="5741414" y="3666600"/>
                </a:cubicBezTo>
                <a:cubicBezTo>
                  <a:pt x="5741661" y="3666600"/>
                  <a:pt x="5741892" y="3666582"/>
                  <a:pt x="5742140" y="3666543"/>
                </a:cubicBezTo>
                <a:cubicBezTo>
                  <a:pt x="5744325" y="3666141"/>
                  <a:pt x="5745764" y="3664051"/>
                  <a:pt x="5745379" y="3661847"/>
                </a:cubicBezTo>
                <a:cubicBezTo>
                  <a:pt x="5744976" y="3659662"/>
                  <a:pt x="5742888" y="3658205"/>
                  <a:pt x="5740703" y="3658608"/>
                </a:cubicBezTo>
                <a:close/>
                <a:moveTo>
                  <a:pt x="5640853" y="3678042"/>
                </a:moveTo>
                <a:lnTo>
                  <a:pt x="5640852" y="3678061"/>
                </a:lnTo>
                <a:lnTo>
                  <a:pt x="5640861" y="3678049"/>
                </a:lnTo>
                <a:close/>
                <a:moveTo>
                  <a:pt x="7526430" y="2941097"/>
                </a:moveTo>
                <a:lnTo>
                  <a:pt x="7526430" y="2941116"/>
                </a:lnTo>
                <a:lnTo>
                  <a:pt x="7526439" y="2941105"/>
                </a:lnTo>
                <a:close/>
                <a:moveTo>
                  <a:pt x="5644321" y="3673557"/>
                </a:moveTo>
                <a:lnTo>
                  <a:pt x="5640861" y="3678049"/>
                </a:lnTo>
                <a:lnTo>
                  <a:pt x="5644838" y="3681549"/>
                </a:lnTo>
                <a:cubicBezTo>
                  <a:pt x="5645010" y="3681549"/>
                  <a:pt x="5645184" y="3681549"/>
                  <a:pt x="5645356" y="3681549"/>
                </a:cubicBezTo>
                <a:cubicBezTo>
                  <a:pt x="5647560" y="3681262"/>
                  <a:pt x="5649112" y="3679249"/>
                  <a:pt x="5648825" y="3677045"/>
                </a:cubicBezTo>
                <a:cubicBezTo>
                  <a:pt x="5648555" y="3674841"/>
                  <a:pt x="5646544" y="3673270"/>
                  <a:pt x="5644321" y="3673557"/>
                </a:cubicBezTo>
                <a:close/>
                <a:moveTo>
                  <a:pt x="7530934" y="2935577"/>
                </a:moveTo>
                <a:lnTo>
                  <a:pt x="7526439" y="2941105"/>
                </a:lnTo>
                <a:lnTo>
                  <a:pt x="7531452" y="2945620"/>
                </a:lnTo>
                <a:cubicBezTo>
                  <a:pt x="7531624" y="2945620"/>
                  <a:pt x="7531796" y="2945620"/>
                  <a:pt x="7531969" y="2945620"/>
                </a:cubicBezTo>
                <a:cubicBezTo>
                  <a:pt x="7534748" y="2945333"/>
                  <a:pt x="7536761" y="2942860"/>
                  <a:pt x="7536472" y="2940081"/>
                </a:cubicBezTo>
                <a:cubicBezTo>
                  <a:pt x="7536205" y="2937302"/>
                  <a:pt x="7533712" y="2935290"/>
                  <a:pt x="7530934" y="2935577"/>
                </a:cubicBezTo>
                <a:close/>
                <a:moveTo>
                  <a:pt x="5022750" y="3908581"/>
                </a:moveTo>
                <a:cubicBezTo>
                  <a:pt x="5021717" y="3908178"/>
                  <a:pt x="5020586" y="3908677"/>
                  <a:pt x="5020183" y="3909692"/>
                </a:cubicBezTo>
                <a:cubicBezTo>
                  <a:pt x="5019781" y="3910709"/>
                  <a:pt x="5020279" y="3911858"/>
                  <a:pt x="5021295" y="3912260"/>
                </a:cubicBezTo>
                <a:lnTo>
                  <a:pt x="5021313" y="3912261"/>
                </a:lnTo>
                <a:cubicBezTo>
                  <a:pt x="5021544" y="3912356"/>
                  <a:pt x="5021792" y="3912395"/>
                  <a:pt x="5022043" y="3912395"/>
                </a:cubicBezTo>
                <a:cubicBezTo>
                  <a:pt x="5022828" y="3912395"/>
                  <a:pt x="5023576" y="3911934"/>
                  <a:pt x="5023882" y="3911150"/>
                </a:cubicBezTo>
                <a:cubicBezTo>
                  <a:pt x="5024284" y="3910133"/>
                  <a:pt x="5023786" y="3908983"/>
                  <a:pt x="5022750" y="3908581"/>
                </a:cubicBezTo>
                <a:close/>
                <a:moveTo>
                  <a:pt x="7857205" y="2800194"/>
                </a:moveTo>
                <a:cubicBezTo>
                  <a:pt x="7853870" y="2799888"/>
                  <a:pt x="7850919" y="2802379"/>
                  <a:pt x="7850650" y="2805713"/>
                </a:cubicBezTo>
                <a:cubicBezTo>
                  <a:pt x="7850363" y="2809048"/>
                  <a:pt x="7852835" y="2811980"/>
                  <a:pt x="7856170" y="2812287"/>
                </a:cubicBezTo>
                <a:cubicBezTo>
                  <a:pt x="7856343" y="2812287"/>
                  <a:pt x="7856515" y="2812306"/>
                  <a:pt x="7856687" y="2812306"/>
                </a:cubicBezTo>
                <a:cubicBezTo>
                  <a:pt x="7859811" y="2812306"/>
                  <a:pt x="7862457" y="2809911"/>
                  <a:pt x="7862744" y="2806748"/>
                </a:cubicBezTo>
                <a:cubicBezTo>
                  <a:pt x="7863013" y="2803414"/>
                  <a:pt x="7860540" y="2800462"/>
                  <a:pt x="7857205" y="2800194"/>
                </a:cubicBezTo>
                <a:close/>
                <a:moveTo>
                  <a:pt x="8897594" y="2393218"/>
                </a:moveTo>
                <a:lnTo>
                  <a:pt x="8897595" y="2393220"/>
                </a:lnTo>
                <a:lnTo>
                  <a:pt x="8897613" y="2393218"/>
                </a:lnTo>
                <a:close/>
                <a:moveTo>
                  <a:pt x="8889075" y="2393904"/>
                </a:moveTo>
                <a:cubicBezTo>
                  <a:pt x="8886525" y="2395208"/>
                  <a:pt x="8884475" y="2397483"/>
                  <a:pt x="8883527" y="2400424"/>
                </a:cubicBezTo>
                <a:cubicBezTo>
                  <a:pt x="8881629" y="2406290"/>
                  <a:pt x="8884849" y="2412595"/>
                  <a:pt x="8890733" y="2414492"/>
                </a:cubicBezTo>
                <a:cubicBezTo>
                  <a:pt x="8891883" y="2414875"/>
                  <a:pt x="8893033" y="2415047"/>
                  <a:pt x="8894163" y="2415047"/>
                </a:cubicBezTo>
                <a:cubicBezTo>
                  <a:pt x="8898878" y="2415047"/>
                  <a:pt x="8903267" y="2412039"/>
                  <a:pt x="8904799" y="2407305"/>
                </a:cubicBezTo>
                <a:lnTo>
                  <a:pt x="8897595" y="2393220"/>
                </a:lnTo>
                <a:close/>
                <a:moveTo>
                  <a:pt x="8701034" y="2467177"/>
                </a:moveTo>
                <a:cubicBezTo>
                  <a:pt x="8695725" y="2465375"/>
                  <a:pt x="8689957" y="2468193"/>
                  <a:pt x="8688136" y="2473502"/>
                </a:cubicBezTo>
                <a:cubicBezTo>
                  <a:pt x="8686315" y="2478810"/>
                  <a:pt x="8689133" y="2484598"/>
                  <a:pt x="8694441" y="2486419"/>
                </a:cubicBezTo>
                <a:lnTo>
                  <a:pt x="8694461" y="2486419"/>
                </a:lnTo>
                <a:cubicBezTo>
                  <a:pt x="8695534" y="2486783"/>
                  <a:pt x="8696645" y="2486956"/>
                  <a:pt x="8697738" y="2486956"/>
                </a:cubicBezTo>
                <a:cubicBezTo>
                  <a:pt x="8701954" y="2486956"/>
                  <a:pt x="8705903" y="2484310"/>
                  <a:pt x="8707359" y="2480075"/>
                </a:cubicBezTo>
                <a:cubicBezTo>
                  <a:pt x="8709161" y="2474786"/>
                  <a:pt x="8706343" y="2468998"/>
                  <a:pt x="8701034" y="2467177"/>
                </a:cubicBezTo>
                <a:close/>
                <a:moveTo>
                  <a:pt x="5234565" y="3816683"/>
                </a:moveTo>
                <a:cubicBezTo>
                  <a:pt x="5232937" y="3816415"/>
                  <a:pt x="5231385" y="3817527"/>
                  <a:pt x="5231116" y="3819155"/>
                </a:cubicBezTo>
                <a:cubicBezTo>
                  <a:pt x="5230848" y="3820804"/>
                  <a:pt x="5231960" y="3822338"/>
                  <a:pt x="5233589" y="3822625"/>
                </a:cubicBezTo>
                <a:cubicBezTo>
                  <a:pt x="5233762" y="3822663"/>
                  <a:pt x="5233913" y="3822662"/>
                  <a:pt x="5234087" y="3822663"/>
                </a:cubicBezTo>
                <a:cubicBezTo>
                  <a:pt x="5235524" y="3822663"/>
                  <a:pt x="5236789" y="3821608"/>
                  <a:pt x="5237037" y="3820133"/>
                </a:cubicBezTo>
                <a:cubicBezTo>
                  <a:pt x="5237306" y="3818504"/>
                  <a:pt x="5236195" y="3816952"/>
                  <a:pt x="5234565" y="3816683"/>
                </a:cubicBezTo>
                <a:close/>
                <a:moveTo>
                  <a:pt x="9081858" y="2314693"/>
                </a:moveTo>
                <a:cubicBezTo>
                  <a:pt x="9079132" y="2316217"/>
                  <a:pt x="9076990" y="2318780"/>
                  <a:pt x="9076080" y="2322020"/>
                </a:cubicBezTo>
                <a:cubicBezTo>
                  <a:pt x="9074240" y="2328516"/>
                  <a:pt x="9078016" y="2335243"/>
                  <a:pt x="9084494" y="2337083"/>
                </a:cubicBezTo>
                <a:cubicBezTo>
                  <a:pt x="9085606" y="2337390"/>
                  <a:pt x="9086717" y="2337543"/>
                  <a:pt x="9087829" y="2337543"/>
                </a:cubicBezTo>
                <a:cubicBezTo>
                  <a:pt x="9093156" y="2337543"/>
                  <a:pt x="9098043" y="2334036"/>
                  <a:pt x="9099558" y="2328669"/>
                </a:cubicBezTo>
                <a:cubicBezTo>
                  <a:pt x="9101398" y="2322172"/>
                  <a:pt x="9097622" y="2315426"/>
                  <a:pt x="9091143" y="2313605"/>
                </a:cubicBezTo>
                <a:cubicBezTo>
                  <a:pt x="9087895" y="2312686"/>
                  <a:pt x="9084584" y="2313169"/>
                  <a:pt x="9081858" y="2314693"/>
                </a:cubicBezTo>
                <a:close/>
                <a:moveTo>
                  <a:pt x="8500277" y="2538970"/>
                </a:moveTo>
                <a:cubicBezTo>
                  <a:pt x="8495485" y="2537360"/>
                  <a:pt x="8490310" y="2539948"/>
                  <a:pt x="8488721" y="2544739"/>
                </a:cubicBezTo>
                <a:cubicBezTo>
                  <a:pt x="8487111" y="2549530"/>
                  <a:pt x="8489718" y="2554704"/>
                  <a:pt x="8494489" y="2556295"/>
                </a:cubicBezTo>
                <a:cubicBezTo>
                  <a:pt x="8495448" y="2556621"/>
                  <a:pt x="8496425" y="2556775"/>
                  <a:pt x="8497384" y="2556775"/>
                </a:cubicBezTo>
                <a:cubicBezTo>
                  <a:pt x="8501217" y="2556775"/>
                  <a:pt x="8504781" y="2554341"/>
                  <a:pt x="8506046" y="2550508"/>
                </a:cubicBezTo>
                <a:cubicBezTo>
                  <a:pt x="8507656" y="2545735"/>
                  <a:pt x="8505068" y="2540561"/>
                  <a:pt x="8500277" y="2538970"/>
                </a:cubicBezTo>
                <a:close/>
                <a:moveTo>
                  <a:pt x="8079312" y="2697525"/>
                </a:moveTo>
                <a:cubicBezTo>
                  <a:pt x="8075479" y="2696739"/>
                  <a:pt x="8071722" y="2699211"/>
                  <a:pt x="8070956" y="2703044"/>
                </a:cubicBezTo>
                <a:cubicBezTo>
                  <a:pt x="8070170" y="2706877"/>
                  <a:pt x="8072643" y="2710634"/>
                  <a:pt x="8076476" y="2711420"/>
                </a:cubicBezTo>
                <a:cubicBezTo>
                  <a:pt x="8076954" y="2711516"/>
                  <a:pt x="8077434" y="2711553"/>
                  <a:pt x="8077913" y="2711553"/>
                </a:cubicBezTo>
                <a:cubicBezTo>
                  <a:pt x="8081209" y="2711553"/>
                  <a:pt x="8084160" y="2709235"/>
                  <a:pt x="8084851" y="2705880"/>
                </a:cubicBezTo>
                <a:cubicBezTo>
                  <a:pt x="8085636" y="2702047"/>
                  <a:pt x="8083145" y="2698292"/>
                  <a:pt x="8079312" y="2697525"/>
                </a:cubicBezTo>
                <a:close/>
                <a:moveTo>
                  <a:pt x="8293484" y="2613371"/>
                </a:moveTo>
                <a:cubicBezTo>
                  <a:pt x="8289172" y="2612125"/>
                  <a:pt x="8284687" y="2614616"/>
                  <a:pt x="8283441" y="2618929"/>
                </a:cubicBezTo>
                <a:cubicBezTo>
                  <a:pt x="8282195" y="2623221"/>
                  <a:pt x="8284668" y="2627725"/>
                  <a:pt x="8288980" y="2628972"/>
                </a:cubicBezTo>
                <a:cubicBezTo>
                  <a:pt x="8289727" y="2629182"/>
                  <a:pt x="8290494" y="2629297"/>
                  <a:pt x="8291241" y="2629297"/>
                </a:cubicBezTo>
                <a:cubicBezTo>
                  <a:pt x="8294749" y="2629297"/>
                  <a:pt x="8298006" y="2626978"/>
                  <a:pt x="8299022" y="2623433"/>
                </a:cubicBezTo>
                <a:cubicBezTo>
                  <a:pt x="8300269" y="2619120"/>
                  <a:pt x="8297796" y="2614635"/>
                  <a:pt x="8293484" y="2613371"/>
                </a:cubicBezTo>
                <a:close/>
                <a:moveTo>
                  <a:pt x="7433134" y="2948265"/>
                </a:moveTo>
                <a:cubicBezTo>
                  <a:pt x="7430374" y="2948686"/>
                  <a:pt x="7428495" y="2951274"/>
                  <a:pt x="7428918" y="2954034"/>
                </a:cubicBezTo>
                <a:cubicBezTo>
                  <a:pt x="7429320" y="2956506"/>
                  <a:pt x="7431447" y="2958288"/>
                  <a:pt x="7433899" y="2958288"/>
                </a:cubicBezTo>
                <a:cubicBezTo>
                  <a:pt x="7434150" y="2958288"/>
                  <a:pt x="7434417" y="2958269"/>
                  <a:pt x="7434685" y="2958231"/>
                </a:cubicBezTo>
                <a:cubicBezTo>
                  <a:pt x="7437445" y="2957790"/>
                  <a:pt x="7439324" y="2955222"/>
                  <a:pt x="7438902" y="2952462"/>
                </a:cubicBezTo>
                <a:cubicBezTo>
                  <a:pt x="7438461" y="2949703"/>
                  <a:pt x="7435874" y="2947824"/>
                  <a:pt x="7433134" y="2948265"/>
                </a:cubicBezTo>
                <a:close/>
                <a:moveTo>
                  <a:pt x="5547326" y="3683254"/>
                </a:moveTo>
                <a:cubicBezTo>
                  <a:pt x="5545103" y="3683408"/>
                  <a:pt x="5543434" y="3685324"/>
                  <a:pt x="5543588" y="3687548"/>
                </a:cubicBezTo>
                <a:cubicBezTo>
                  <a:pt x="5543741" y="3689675"/>
                  <a:pt x="5545504" y="3691285"/>
                  <a:pt x="5547594" y="3691285"/>
                </a:cubicBezTo>
                <a:lnTo>
                  <a:pt x="5547882" y="3691285"/>
                </a:lnTo>
                <a:cubicBezTo>
                  <a:pt x="5550103" y="3691132"/>
                  <a:pt x="5551771" y="3689195"/>
                  <a:pt x="5551618" y="3686992"/>
                </a:cubicBezTo>
                <a:cubicBezTo>
                  <a:pt x="5551465" y="3684769"/>
                  <a:pt x="5549530" y="3683101"/>
                  <a:pt x="5547326" y="3683254"/>
                </a:cubicBezTo>
                <a:close/>
                <a:moveTo>
                  <a:pt x="4823719" y="3957375"/>
                </a:moveTo>
                <a:cubicBezTo>
                  <a:pt x="4823412" y="3957817"/>
                  <a:pt x="4823509" y="3958410"/>
                  <a:pt x="4823949" y="3958717"/>
                </a:cubicBezTo>
                <a:cubicBezTo>
                  <a:pt x="4824123" y="3958832"/>
                  <a:pt x="4824313" y="3958890"/>
                  <a:pt x="4824504" y="3958890"/>
                </a:cubicBezTo>
                <a:cubicBezTo>
                  <a:pt x="4824791" y="3958890"/>
                  <a:pt x="4825099" y="3958755"/>
                  <a:pt x="4825271" y="3958486"/>
                </a:cubicBezTo>
                <a:cubicBezTo>
                  <a:pt x="4825578" y="3958065"/>
                  <a:pt x="4825483" y="3957452"/>
                  <a:pt x="4825042" y="3957145"/>
                </a:cubicBezTo>
                <a:cubicBezTo>
                  <a:pt x="4824620" y="3956839"/>
                  <a:pt x="4824007" y="3956954"/>
                  <a:pt x="4823719" y="3957375"/>
                </a:cubicBezTo>
                <a:close/>
                <a:moveTo>
                  <a:pt x="7336100" y="2965917"/>
                </a:moveTo>
                <a:cubicBezTo>
                  <a:pt x="7333358" y="2966472"/>
                  <a:pt x="7331615" y="2969136"/>
                  <a:pt x="7332171" y="2971877"/>
                </a:cubicBezTo>
                <a:cubicBezTo>
                  <a:pt x="7332669" y="2974253"/>
                  <a:pt x="7334777" y="2975901"/>
                  <a:pt x="7337115" y="2975901"/>
                </a:cubicBezTo>
                <a:cubicBezTo>
                  <a:pt x="7337460" y="2975901"/>
                  <a:pt x="7337805" y="2975863"/>
                  <a:pt x="7338150" y="2975806"/>
                </a:cubicBezTo>
                <a:cubicBezTo>
                  <a:pt x="7340871" y="2975230"/>
                  <a:pt x="7342635" y="2972566"/>
                  <a:pt x="7342060" y="2969826"/>
                </a:cubicBezTo>
                <a:cubicBezTo>
                  <a:pt x="7341504" y="2967104"/>
                  <a:pt x="7338821" y="2965341"/>
                  <a:pt x="7336100" y="2965917"/>
                </a:cubicBezTo>
                <a:close/>
                <a:moveTo>
                  <a:pt x="7758005" y="2794597"/>
                </a:moveTo>
                <a:cubicBezTo>
                  <a:pt x="7754652" y="2794502"/>
                  <a:pt x="7751872" y="2797146"/>
                  <a:pt x="7751777" y="2800501"/>
                </a:cubicBezTo>
                <a:cubicBezTo>
                  <a:pt x="7751680" y="2803854"/>
                  <a:pt x="7754325" y="2806634"/>
                  <a:pt x="7757679" y="2806730"/>
                </a:cubicBezTo>
                <a:lnTo>
                  <a:pt x="7757852" y="2806730"/>
                </a:lnTo>
                <a:cubicBezTo>
                  <a:pt x="7761129" y="2806729"/>
                  <a:pt x="7763832" y="2804123"/>
                  <a:pt x="7763908" y="2800826"/>
                </a:cubicBezTo>
                <a:cubicBezTo>
                  <a:pt x="7764004" y="2797472"/>
                  <a:pt x="7761360" y="2794674"/>
                  <a:pt x="7758005" y="2794597"/>
                </a:cubicBezTo>
                <a:close/>
                <a:moveTo>
                  <a:pt x="5449946" y="3686954"/>
                </a:moveTo>
                <a:cubicBezTo>
                  <a:pt x="5447724" y="3686953"/>
                  <a:pt x="5445922" y="3688774"/>
                  <a:pt x="5445940" y="3690998"/>
                </a:cubicBezTo>
                <a:cubicBezTo>
                  <a:pt x="5445941" y="3693221"/>
                  <a:pt x="5447743" y="3695003"/>
                  <a:pt x="5449965" y="3695003"/>
                </a:cubicBezTo>
                <a:lnTo>
                  <a:pt x="5450003" y="3695003"/>
                </a:lnTo>
                <a:cubicBezTo>
                  <a:pt x="5452208" y="3695003"/>
                  <a:pt x="5454009" y="3693183"/>
                  <a:pt x="5453990" y="3690959"/>
                </a:cubicBezTo>
                <a:cubicBezTo>
                  <a:pt x="5453990" y="3688737"/>
                  <a:pt x="5452169" y="3686935"/>
                  <a:pt x="5449946" y="3686954"/>
                </a:cubicBezTo>
                <a:close/>
                <a:moveTo>
                  <a:pt x="7240005" y="2988052"/>
                </a:moveTo>
                <a:cubicBezTo>
                  <a:pt x="7237303" y="2988723"/>
                  <a:pt x="7235674" y="2991483"/>
                  <a:pt x="7236363" y="2994185"/>
                </a:cubicBezTo>
                <a:cubicBezTo>
                  <a:pt x="7236937" y="2996465"/>
                  <a:pt x="7238989" y="2997980"/>
                  <a:pt x="7241250" y="2997980"/>
                </a:cubicBezTo>
                <a:cubicBezTo>
                  <a:pt x="7241652" y="2997980"/>
                  <a:pt x="7242074" y="2997941"/>
                  <a:pt x="7242496" y="2997826"/>
                </a:cubicBezTo>
                <a:cubicBezTo>
                  <a:pt x="7245180" y="2997136"/>
                  <a:pt x="7246827" y="2994395"/>
                  <a:pt x="7246138" y="2991693"/>
                </a:cubicBezTo>
                <a:cubicBezTo>
                  <a:pt x="7245448" y="2988991"/>
                  <a:pt x="7242707" y="2987362"/>
                  <a:pt x="7240005" y="2988052"/>
                </a:cubicBezTo>
                <a:close/>
                <a:moveTo>
                  <a:pt x="6322273" y="3341671"/>
                </a:moveTo>
                <a:cubicBezTo>
                  <a:pt x="6319686" y="3342706"/>
                  <a:pt x="6318440" y="3345638"/>
                  <a:pt x="6319476" y="3348245"/>
                </a:cubicBezTo>
                <a:cubicBezTo>
                  <a:pt x="6320261" y="3350200"/>
                  <a:pt x="6322158" y="3351407"/>
                  <a:pt x="6324152" y="3351407"/>
                </a:cubicBezTo>
                <a:cubicBezTo>
                  <a:pt x="6324784" y="3351407"/>
                  <a:pt x="6325417" y="3351292"/>
                  <a:pt x="6326030" y="3351043"/>
                </a:cubicBezTo>
                <a:cubicBezTo>
                  <a:pt x="6328637" y="3349989"/>
                  <a:pt x="6329882" y="3347056"/>
                  <a:pt x="6328847" y="3344470"/>
                </a:cubicBezTo>
                <a:cubicBezTo>
                  <a:pt x="6327792" y="3341882"/>
                  <a:pt x="6324861" y="3340637"/>
                  <a:pt x="6322273" y="3341671"/>
                </a:cubicBezTo>
                <a:close/>
                <a:moveTo>
                  <a:pt x="6230644" y="3377223"/>
                </a:moveTo>
                <a:cubicBezTo>
                  <a:pt x="6228037" y="3378200"/>
                  <a:pt x="6226715" y="3381113"/>
                  <a:pt x="6227692" y="3383720"/>
                </a:cubicBezTo>
                <a:cubicBezTo>
                  <a:pt x="6228440" y="3385752"/>
                  <a:pt x="6230376" y="3386997"/>
                  <a:pt x="6232426" y="3386997"/>
                </a:cubicBezTo>
                <a:cubicBezTo>
                  <a:pt x="6233001" y="3386997"/>
                  <a:pt x="6233615" y="3386901"/>
                  <a:pt x="6234190" y="3386672"/>
                </a:cubicBezTo>
                <a:cubicBezTo>
                  <a:pt x="6236796" y="3385694"/>
                  <a:pt x="6238118" y="3382800"/>
                  <a:pt x="6237140" y="3380193"/>
                </a:cubicBezTo>
                <a:cubicBezTo>
                  <a:pt x="6236164" y="3377568"/>
                  <a:pt x="6233270" y="3376246"/>
                  <a:pt x="6230663" y="3377223"/>
                </a:cubicBezTo>
                <a:close/>
                <a:moveTo>
                  <a:pt x="6413079" y="3304031"/>
                </a:moveTo>
                <a:cubicBezTo>
                  <a:pt x="6410511" y="3305123"/>
                  <a:pt x="6409322" y="3308094"/>
                  <a:pt x="6410415" y="3310661"/>
                </a:cubicBezTo>
                <a:cubicBezTo>
                  <a:pt x="6411239" y="3312578"/>
                  <a:pt x="6413097" y="3313728"/>
                  <a:pt x="6415072" y="3313728"/>
                </a:cubicBezTo>
                <a:cubicBezTo>
                  <a:pt x="6415723" y="3313728"/>
                  <a:pt x="6416395" y="3313594"/>
                  <a:pt x="6417046" y="3313307"/>
                </a:cubicBezTo>
                <a:cubicBezTo>
                  <a:pt x="6419614" y="3312214"/>
                  <a:pt x="6420802" y="3309263"/>
                  <a:pt x="6419709" y="3306695"/>
                </a:cubicBezTo>
                <a:cubicBezTo>
                  <a:pt x="6418618" y="3304126"/>
                  <a:pt x="6415647" y="3302938"/>
                  <a:pt x="6413079" y="3304031"/>
                </a:cubicBezTo>
                <a:close/>
                <a:moveTo>
                  <a:pt x="6138172" y="3410436"/>
                </a:moveTo>
                <a:cubicBezTo>
                  <a:pt x="6135527" y="3411337"/>
                  <a:pt x="6134127" y="3414211"/>
                  <a:pt x="6135028" y="3416838"/>
                </a:cubicBezTo>
                <a:cubicBezTo>
                  <a:pt x="6135756" y="3418946"/>
                  <a:pt x="6137711" y="3420249"/>
                  <a:pt x="6139820" y="3420249"/>
                </a:cubicBezTo>
                <a:cubicBezTo>
                  <a:pt x="6140356" y="3420249"/>
                  <a:pt x="6140912" y="3420153"/>
                  <a:pt x="6141449" y="3419980"/>
                </a:cubicBezTo>
                <a:cubicBezTo>
                  <a:pt x="6144093" y="3419061"/>
                  <a:pt x="6145492" y="3416186"/>
                  <a:pt x="6144592" y="3413561"/>
                </a:cubicBezTo>
                <a:cubicBezTo>
                  <a:pt x="6143672" y="3410915"/>
                  <a:pt x="6140816" y="3409517"/>
                  <a:pt x="6138172" y="3410436"/>
                </a:cubicBezTo>
                <a:close/>
                <a:moveTo>
                  <a:pt x="6503366" y="3265049"/>
                </a:moveTo>
                <a:cubicBezTo>
                  <a:pt x="6500817" y="3266160"/>
                  <a:pt x="6499648" y="3269130"/>
                  <a:pt x="6500759" y="3271679"/>
                </a:cubicBezTo>
                <a:cubicBezTo>
                  <a:pt x="6501584" y="3273596"/>
                  <a:pt x="6503443" y="3274726"/>
                  <a:pt x="6505398" y="3274726"/>
                </a:cubicBezTo>
                <a:cubicBezTo>
                  <a:pt x="6506068" y="3274726"/>
                  <a:pt x="6506739" y="3274593"/>
                  <a:pt x="6507391" y="3274305"/>
                </a:cubicBezTo>
                <a:cubicBezTo>
                  <a:pt x="6509959" y="3273193"/>
                  <a:pt x="6511128" y="3270223"/>
                  <a:pt x="6510016" y="3267655"/>
                </a:cubicBezTo>
                <a:cubicBezTo>
                  <a:pt x="6508905" y="3265106"/>
                  <a:pt x="6505935" y="3263937"/>
                  <a:pt x="6503366" y="3265049"/>
                </a:cubicBezTo>
                <a:close/>
                <a:moveTo>
                  <a:pt x="7144944" y="3014155"/>
                </a:moveTo>
                <a:cubicBezTo>
                  <a:pt x="7142261" y="3014941"/>
                  <a:pt x="7140747" y="3017758"/>
                  <a:pt x="7141533" y="3020422"/>
                </a:cubicBezTo>
                <a:cubicBezTo>
                  <a:pt x="7142184" y="3022627"/>
                  <a:pt x="7144198" y="3024044"/>
                  <a:pt x="7146363" y="3024044"/>
                </a:cubicBezTo>
                <a:cubicBezTo>
                  <a:pt x="7146842" y="3024044"/>
                  <a:pt x="7147321" y="3023987"/>
                  <a:pt x="7147801" y="3023833"/>
                </a:cubicBezTo>
                <a:cubicBezTo>
                  <a:pt x="7150483" y="3023048"/>
                  <a:pt x="7151997" y="3020250"/>
                  <a:pt x="7151211" y="3017566"/>
                </a:cubicBezTo>
                <a:cubicBezTo>
                  <a:pt x="7150426" y="3014883"/>
                  <a:pt x="7147608" y="3013370"/>
                  <a:pt x="7144944" y="3014155"/>
                </a:cubicBezTo>
                <a:close/>
                <a:moveTo>
                  <a:pt x="5139946" y="3796501"/>
                </a:moveTo>
                <a:cubicBezTo>
                  <a:pt x="5138337" y="3796080"/>
                  <a:pt x="5136688" y="3797038"/>
                  <a:pt x="5136267" y="3798648"/>
                </a:cubicBezTo>
                <a:cubicBezTo>
                  <a:pt x="5135844" y="3800239"/>
                  <a:pt x="5136804" y="3801887"/>
                  <a:pt x="5138413" y="3802309"/>
                </a:cubicBezTo>
                <a:cubicBezTo>
                  <a:pt x="5138663" y="3802385"/>
                  <a:pt x="5138931" y="3802424"/>
                  <a:pt x="5139179" y="3802424"/>
                </a:cubicBezTo>
                <a:cubicBezTo>
                  <a:pt x="5140502" y="3802424"/>
                  <a:pt x="5141729" y="3801523"/>
                  <a:pt x="5142075" y="3800181"/>
                </a:cubicBezTo>
                <a:cubicBezTo>
                  <a:pt x="5142496" y="3798572"/>
                  <a:pt x="5141557" y="3796944"/>
                  <a:pt x="5139946" y="3796501"/>
                </a:cubicBezTo>
                <a:close/>
                <a:moveTo>
                  <a:pt x="6044817" y="3440985"/>
                </a:moveTo>
                <a:cubicBezTo>
                  <a:pt x="6042153" y="3441810"/>
                  <a:pt x="6040658" y="3444627"/>
                  <a:pt x="6041483" y="3447291"/>
                </a:cubicBezTo>
                <a:cubicBezTo>
                  <a:pt x="6042153" y="3449457"/>
                  <a:pt x="6044146" y="3450856"/>
                  <a:pt x="6046312" y="3450856"/>
                </a:cubicBezTo>
                <a:cubicBezTo>
                  <a:pt x="6046811" y="3450856"/>
                  <a:pt x="6047309" y="3450780"/>
                  <a:pt x="6047807" y="3450626"/>
                </a:cubicBezTo>
                <a:cubicBezTo>
                  <a:pt x="6050451" y="3449802"/>
                  <a:pt x="6051946" y="3446965"/>
                  <a:pt x="6051122" y="3444302"/>
                </a:cubicBezTo>
                <a:cubicBezTo>
                  <a:pt x="6050299" y="3441637"/>
                  <a:pt x="6047462" y="3440162"/>
                  <a:pt x="6044817" y="3440985"/>
                </a:cubicBezTo>
                <a:close/>
                <a:moveTo>
                  <a:pt x="6593597" y="3225798"/>
                </a:moveTo>
                <a:cubicBezTo>
                  <a:pt x="6591028" y="3226909"/>
                  <a:pt x="6589859" y="3229879"/>
                  <a:pt x="6590971" y="3232448"/>
                </a:cubicBezTo>
                <a:cubicBezTo>
                  <a:pt x="6591795" y="3234345"/>
                  <a:pt x="6593654" y="3235476"/>
                  <a:pt x="6595609" y="3235476"/>
                </a:cubicBezTo>
                <a:cubicBezTo>
                  <a:pt x="6596280" y="3235476"/>
                  <a:pt x="6596970" y="3235342"/>
                  <a:pt x="6597621" y="3235055"/>
                </a:cubicBezTo>
                <a:cubicBezTo>
                  <a:pt x="6600170" y="3233943"/>
                  <a:pt x="6601339" y="3230972"/>
                  <a:pt x="6600228" y="3228423"/>
                </a:cubicBezTo>
                <a:cubicBezTo>
                  <a:pt x="6599116" y="3225855"/>
                  <a:pt x="6596146" y="3224706"/>
                  <a:pt x="6593597" y="3225798"/>
                </a:cubicBezTo>
                <a:close/>
                <a:moveTo>
                  <a:pt x="8800713" y="2361097"/>
                </a:moveTo>
                <a:cubicBezTo>
                  <a:pt x="8794868" y="2359124"/>
                  <a:pt x="8788524" y="2362266"/>
                  <a:pt x="8786550" y="2368111"/>
                </a:cubicBezTo>
                <a:cubicBezTo>
                  <a:pt x="8784576" y="2373977"/>
                  <a:pt x="8787700" y="2380320"/>
                  <a:pt x="8793564" y="2382295"/>
                </a:cubicBezTo>
                <a:cubicBezTo>
                  <a:pt x="8794734" y="2382697"/>
                  <a:pt x="8795960" y="2382888"/>
                  <a:pt x="8797130" y="2382888"/>
                </a:cubicBezTo>
                <a:cubicBezTo>
                  <a:pt x="8801806" y="2382888"/>
                  <a:pt x="8806156" y="2379937"/>
                  <a:pt x="8807728" y="2375279"/>
                </a:cubicBezTo>
                <a:cubicBezTo>
                  <a:pt x="8809702" y="2369434"/>
                  <a:pt x="8806559" y="2363091"/>
                  <a:pt x="8800713" y="2361097"/>
                </a:cubicBezTo>
                <a:close/>
                <a:moveTo>
                  <a:pt x="7050938" y="3043804"/>
                </a:moveTo>
                <a:cubicBezTo>
                  <a:pt x="7048294" y="3044686"/>
                  <a:pt x="7046875" y="3047541"/>
                  <a:pt x="7047756" y="3050186"/>
                </a:cubicBezTo>
                <a:cubicBezTo>
                  <a:pt x="7048466" y="3052294"/>
                  <a:pt x="7050440" y="3053636"/>
                  <a:pt x="7052548" y="3053636"/>
                </a:cubicBezTo>
                <a:cubicBezTo>
                  <a:pt x="7053066" y="3053636"/>
                  <a:pt x="7053622" y="3053559"/>
                  <a:pt x="7054139" y="3053367"/>
                </a:cubicBezTo>
                <a:cubicBezTo>
                  <a:pt x="7056784" y="3052486"/>
                  <a:pt x="7058202" y="3049630"/>
                  <a:pt x="7057340" y="3046985"/>
                </a:cubicBezTo>
                <a:cubicBezTo>
                  <a:pt x="7056439" y="3044340"/>
                  <a:pt x="7053583" y="3042922"/>
                  <a:pt x="7050938" y="3043804"/>
                </a:cubicBezTo>
                <a:close/>
                <a:moveTo>
                  <a:pt x="6683961" y="3186815"/>
                </a:moveTo>
                <a:cubicBezTo>
                  <a:pt x="6681393" y="3187908"/>
                  <a:pt x="6680205" y="3190879"/>
                  <a:pt x="6681297" y="3193427"/>
                </a:cubicBezTo>
                <a:cubicBezTo>
                  <a:pt x="6682121" y="3195344"/>
                  <a:pt x="6683980" y="3196494"/>
                  <a:pt x="6685955" y="3196494"/>
                </a:cubicBezTo>
                <a:cubicBezTo>
                  <a:pt x="6686605" y="3196493"/>
                  <a:pt x="6687276" y="3196379"/>
                  <a:pt x="6687928" y="3196091"/>
                </a:cubicBezTo>
                <a:cubicBezTo>
                  <a:pt x="6690496" y="3194999"/>
                  <a:pt x="6691684" y="3192028"/>
                  <a:pt x="6690592" y="3189460"/>
                </a:cubicBezTo>
                <a:cubicBezTo>
                  <a:pt x="6689480" y="3186911"/>
                  <a:pt x="6686529" y="3185723"/>
                  <a:pt x="6683961" y="3186815"/>
                </a:cubicBezTo>
                <a:close/>
                <a:moveTo>
                  <a:pt x="7980821" y="2680123"/>
                </a:moveTo>
                <a:cubicBezTo>
                  <a:pt x="7976950" y="2679547"/>
                  <a:pt x="7973347" y="2682211"/>
                  <a:pt x="7972773" y="2686083"/>
                </a:cubicBezTo>
                <a:cubicBezTo>
                  <a:pt x="7972196" y="2689955"/>
                  <a:pt x="7974861" y="2693577"/>
                  <a:pt x="7978732" y="2694151"/>
                </a:cubicBezTo>
                <a:cubicBezTo>
                  <a:pt x="7979077" y="2694228"/>
                  <a:pt x="7979442" y="2694228"/>
                  <a:pt x="7979786" y="2694228"/>
                </a:cubicBezTo>
                <a:cubicBezTo>
                  <a:pt x="7983236" y="2694228"/>
                  <a:pt x="7986264" y="2691699"/>
                  <a:pt x="7986801" y="2688191"/>
                </a:cubicBezTo>
                <a:cubicBezTo>
                  <a:pt x="7987376" y="2684320"/>
                  <a:pt x="7984713" y="2680698"/>
                  <a:pt x="7980821" y="2680123"/>
                </a:cubicBezTo>
                <a:close/>
                <a:moveTo>
                  <a:pt x="4932636" y="3869331"/>
                </a:moveTo>
                <a:cubicBezTo>
                  <a:pt x="4932118" y="3870289"/>
                  <a:pt x="4932482" y="3871496"/>
                  <a:pt x="4933459" y="3872014"/>
                </a:cubicBezTo>
                <a:cubicBezTo>
                  <a:pt x="4933747" y="3872166"/>
                  <a:pt x="4934055" y="3872224"/>
                  <a:pt x="4934380" y="3872224"/>
                </a:cubicBezTo>
                <a:cubicBezTo>
                  <a:pt x="4935089" y="3872224"/>
                  <a:pt x="4935779" y="3871841"/>
                  <a:pt x="4936124" y="3871170"/>
                </a:cubicBezTo>
                <a:cubicBezTo>
                  <a:pt x="4936642" y="3870213"/>
                  <a:pt x="4936278" y="3869004"/>
                  <a:pt x="4935300" y="3868506"/>
                </a:cubicBezTo>
                <a:cubicBezTo>
                  <a:pt x="4934341" y="3867988"/>
                  <a:pt x="4933134" y="3868353"/>
                  <a:pt x="4932636" y="3869331"/>
                </a:cubicBezTo>
                <a:close/>
                <a:moveTo>
                  <a:pt x="8604921" y="2434251"/>
                </a:moveTo>
                <a:cubicBezTo>
                  <a:pt x="8599612" y="2432430"/>
                  <a:pt x="8593842" y="2435266"/>
                  <a:pt x="8592022" y="2440576"/>
                </a:cubicBezTo>
                <a:cubicBezTo>
                  <a:pt x="8590202" y="2445885"/>
                  <a:pt x="8593038" y="2451672"/>
                  <a:pt x="8598346" y="2453474"/>
                </a:cubicBezTo>
                <a:cubicBezTo>
                  <a:pt x="8599440" y="2453857"/>
                  <a:pt x="8600550" y="2454030"/>
                  <a:pt x="8601644" y="2454030"/>
                </a:cubicBezTo>
                <a:cubicBezTo>
                  <a:pt x="8605859" y="2454030"/>
                  <a:pt x="8609808" y="2451366"/>
                  <a:pt x="8611244" y="2447149"/>
                </a:cubicBezTo>
                <a:cubicBezTo>
                  <a:pt x="8613066" y="2441841"/>
                  <a:pt x="8610229" y="2436072"/>
                  <a:pt x="8604921" y="2434251"/>
                </a:cubicBezTo>
                <a:close/>
                <a:moveTo>
                  <a:pt x="6774671" y="3148581"/>
                </a:moveTo>
                <a:cubicBezTo>
                  <a:pt x="6772102" y="3149635"/>
                  <a:pt x="6770875" y="3152606"/>
                  <a:pt x="6771950" y="3155174"/>
                </a:cubicBezTo>
                <a:cubicBezTo>
                  <a:pt x="6772754" y="3157128"/>
                  <a:pt x="6774632" y="3158297"/>
                  <a:pt x="6776606" y="3158297"/>
                </a:cubicBezTo>
                <a:cubicBezTo>
                  <a:pt x="6777258" y="3158297"/>
                  <a:pt x="6777909" y="3158163"/>
                  <a:pt x="6778542" y="3157914"/>
                </a:cubicBezTo>
                <a:cubicBezTo>
                  <a:pt x="6781110" y="3156841"/>
                  <a:pt x="6782337" y="3153890"/>
                  <a:pt x="6781282" y="3151321"/>
                </a:cubicBezTo>
                <a:cubicBezTo>
                  <a:pt x="6780209" y="3148734"/>
                  <a:pt x="6777258" y="3147507"/>
                  <a:pt x="6774671" y="3148581"/>
                </a:cubicBezTo>
                <a:close/>
                <a:moveTo>
                  <a:pt x="6957987" y="3076499"/>
                </a:moveTo>
                <a:cubicBezTo>
                  <a:pt x="6955380" y="3077477"/>
                  <a:pt x="6954038" y="3080371"/>
                  <a:pt x="6954996" y="3082978"/>
                </a:cubicBezTo>
                <a:cubicBezTo>
                  <a:pt x="6955745" y="3085029"/>
                  <a:pt x="6957680" y="3086294"/>
                  <a:pt x="6959731" y="3086294"/>
                </a:cubicBezTo>
                <a:cubicBezTo>
                  <a:pt x="6960306" y="3086294"/>
                  <a:pt x="6960900" y="3086198"/>
                  <a:pt x="6961474" y="3085987"/>
                </a:cubicBezTo>
                <a:cubicBezTo>
                  <a:pt x="6964082" y="3085010"/>
                  <a:pt x="6965423" y="3082116"/>
                  <a:pt x="6964465" y="3079509"/>
                </a:cubicBezTo>
                <a:cubicBezTo>
                  <a:pt x="6963506" y="3076883"/>
                  <a:pt x="6960593" y="3075541"/>
                  <a:pt x="6957987" y="3076499"/>
                </a:cubicBezTo>
                <a:close/>
                <a:moveTo>
                  <a:pt x="8983557" y="2285212"/>
                </a:moveTo>
                <a:cubicBezTo>
                  <a:pt x="8980795" y="2286664"/>
                  <a:pt x="8978586" y="2289169"/>
                  <a:pt x="8977589" y="2292389"/>
                </a:cubicBezTo>
                <a:cubicBezTo>
                  <a:pt x="8975578" y="2298810"/>
                  <a:pt x="8979161" y="2305652"/>
                  <a:pt x="8985601" y="2307664"/>
                </a:cubicBezTo>
                <a:cubicBezTo>
                  <a:pt x="8986808" y="2308029"/>
                  <a:pt x="8988035" y="2308220"/>
                  <a:pt x="8989223" y="2308220"/>
                </a:cubicBezTo>
                <a:cubicBezTo>
                  <a:pt x="8994435" y="2308220"/>
                  <a:pt x="8999247" y="2304866"/>
                  <a:pt x="9000876" y="2299634"/>
                </a:cubicBezTo>
                <a:cubicBezTo>
                  <a:pt x="9002888" y="2293195"/>
                  <a:pt x="8999285" y="2286352"/>
                  <a:pt x="8992846" y="2284359"/>
                </a:cubicBezTo>
                <a:cubicBezTo>
                  <a:pt x="8989635" y="2283362"/>
                  <a:pt x="8986320" y="2283760"/>
                  <a:pt x="8983557" y="2285212"/>
                </a:cubicBezTo>
                <a:close/>
                <a:moveTo>
                  <a:pt x="6865955" y="3111630"/>
                </a:moveTo>
                <a:cubicBezTo>
                  <a:pt x="6863368" y="3112646"/>
                  <a:pt x="6862083" y="3115578"/>
                  <a:pt x="6863118" y="3118185"/>
                </a:cubicBezTo>
                <a:cubicBezTo>
                  <a:pt x="6863904" y="3120158"/>
                  <a:pt x="6865801" y="3121366"/>
                  <a:pt x="6867815" y="3121366"/>
                </a:cubicBezTo>
                <a:cubicBezTo>
                  <a:pt x="6868427" y="3121366"/>
                  <a:pt x="6869060" y="3121251"/>
                  <a:pt x="6869654" y="3121021"/>
                </a:cubicBezTo>
                <a:cubicBezTo>
                  <a:pt x="6872261" y="3119986"/>
                  <a:pt x="6873525" y="3117073"/>
                  <a:pt x="6872509" y="3114467"/>
                </a:cubicBezTo>
                <a:cubicBezTo>
                  <a:pt x="6871475" y="3111879"/>
                  <a:pt x="6868543" y="3110615"/>
                  <a:pt x="6865955" y="3111630"/>
                </a:cubicBezTo>
                <a:close/>
                <a:moveTo>
                  <a:pt x="5950544" y="3468526"/>
                </a:moveTo>
                <a:cubicBezTo>
                  <a:pt x="5947860" y="3469254"/>
                  <a:pt x="5946271" y="3472034"/>
                  <a:pt x="5946999" y="3474717"/>
                </a:cubicBezTo>
                <a:cubicBezTo>
                  <a:pt x="5947631" y="3476959"/>
                  <a:pt x="5949662" y="3478435"/>
                  <a:pt x="5951866" y="3478435"/>
                </a:cubicBezTo>
                <a:cubicBezTo>
                  <a:pt x="5952307" y="3478434"/>
                  <a:pt x="5952767" y="3478377"/>
                  <a:pt x="5953208" y="3478262"/>
                </a:cubicBezTo>
                <a:cubicBezTo>
                  <a:pt x="5955891" y="3477534"/>
                  <a:pt x="5957482" y="3474755"/>
                  <a:pt x="5956753" y="3472053"/>
                </a:cubicBezTo>
                <a:cubicBezTo>
                  <a:pt x="5956006" y="3469369"/>
                  <a:pt x="5953227" y="3467798"/>
                  <a:pt x="5950544" y="3468526"/>
                </a:cubicBezTo>
                <a:close/>
                <a:moveTo>
                  <a:pt x="8404144" y="2507749"/>
                </a:moveTo>
                <a:cubicBezTo>
                  <a:pt x="8399333" y="2506217"/>
                  <a:pt x="8394197" y="2508900"/>
                  <a:pt x="8392683" y="2513711"/>
                </a:cubicBezTo>
                <a:cubicBezTo>
                  <a:pt x="8391168" y="2518520"/>
                  <a:pt x="8393853" y="2523657"/>
                  <a:pt x="8398662" y="2525171"/>
                </a:cubicBezTo>
                <a:cubicBezTo>
                  <a:pt x="8399564" y="2525458"/>
                  <a:pt x="8400484" y="2525593"/>
                  <a:pt x="8401404" y="2525593"/>
                </a:cubicBezTo>
                <a:cubicBezTo>
                  <a:pt x="8405275" y="2525593"/>
                  <a:pt x="8408878" y="2523101"/>
                  <a:pt x="8410104" y="2519191"/>
                </a:cubicBezTo>
                <a:cubicBezTo>
                  <a:pt x="8411638" y="2514381"/>
                  <a:pt x="8408955" y="2509244"/>
                  <a:pt x="8404144" y="2507749"/>
                </a:cubicBezTo>
                <a:close/>
                <a:moveTo>
                  <a:pt x="8196430" y="2587075"/>
                </a:moveTo>
                <a:cubicBezTo>
                  <a:pt x="8192080" y="2585984"/>
                  <a:pt x="8187672" y="2588628"/>
                  <a:pt x="8186579" y="2592979"/>
                </a:cubicBezTo>
                <a:cubicBezTo>
                  <a:pt x="8185507" y="2597311"/>
                  <a:pt x="8188132" y="2601718"/>
                  <a:pt x="8192482" y="2602811"/>
                </a:cubicBezTo>
                <a:cubicBezTo>
                  <a:pt x="8193153" y="2602982"/>
                  <a:pt x="8193804" y="2603060"/>
                  <a:pt x="8194475" y="2603060"/>
                </a:cubicBezTo>
                <a:cubicBezTo>
                  <a:pt x="8198098" y="2603060"/>
                  <a:pt x="8201413" y="2600607"/>
                  <a:pt x="8202334" y="2596927"/>
                </a:cubicBezTo>
                <a:cubicBezTo>
                  <a:pt x="8203407" y="2592576"/>
                  <a:pt x="8200781" y="2588168"/>
                  <a:pt x="8196430" y="2587075"/>
                </a:cubicBezTo>
                <a:close/>
                <a:moveTo>
                  <a:pt x="7658652" y="2794808"/>
                </a:moveTo>
                <a:cubicBezTo>
                  <a:pt x="7655298" y="2794905"/>
                  <a:pt x="7652673" y="2797702"/>
                  <a:pt x="7652769" y="2801057"/>
                </a:cubicBezTo>
                <a:cubicBezTo>
                  <a:pt x="7652884" y="2804334"/>
                  <a:pt x="7655567" y="2806940"/>
                  <a:pt x="7658844" y="2806940"/>
                </a:cubicBezTo>
                <a:lnTo>
                  <a:pt x="7659035" y="2806940"/>
                </a:lnTo>
                <a:cubicBezTo>
                  <a:pt x="7662370" y="2806825"/>
                  <a:pt x="7665015" y="2804027"/>
                  <a:pt x="7664900" y="2800692"/>
                </a:cubicBezTo>
                <a:cubicBezTo>
                  <a:pt x="7664804" y="2797339"/>
                  <a:pt x="7662006" y="2794694"/>
                  <a:pt x="7658652" y="2794808"/>
                </a:cubicBezTo>
                <a:close/>
                <a:moveTo>
                  <a:pt x="9171787" y="2202499"/>
                </a:moveTo>
                <a:cubicBezTo>
                  <a:pt x="9168859" y="2204196"/>
                  <a:pt x="9166578" y="2207008"/>
                  <a:pt x="9165639" y="2210535"/>
                </a:cubicBezTo>
                <a:cubicBezTo>
                  <a:pt x="9163761" y="2217607"/>
                  <a:pt x="9167958" y="2224851"/>
                  <a:pt x="9175011" y="2226729"/>
                </a:cubicBezTo>
                <a:cubicBezTo>
                  <a:pt x="9176161" y="2227016"/>
                  <a:pt x="9177292" y="2227170"/>
                  <a:pt x="9178423" y="2227170"/>
                </a:cubicBezTo>
                <a:lnTo>
                  <a:pt x="9182154" y="2224296"/>
                </a:lnTo>
                <a:lnTo>
                  <a:pt x="9173554" y="2202264"/>
                </a:lnTo>
                <a:close/>
                <a:moveTo>
                  <a:pt x="5855370" y="3492618"/>
                </a:moveTo>
                <a:cubicBezTo>
                  <a:pt x="5852667" y="3493249"/>
                  <a:pt x="5850981" y="3495971"/>
                  <a:pt x="5851612" y="3498674"/>
                </a:cubicBezTo>
                <a:cubicBezTo>
                  <a:pt x="5852150" y="3501012"/>
                  <a:pt x="5854220" y="3502583"/>
                  <a:pt x="5856520" y="3502583"/>
                </a:cubicBezTo>
                <a:cubicBezTo>
                  <a:pt x="5856902" y="3502583"/>
                  <a:pt x="5857286" y="3502545"/>
                  <a:pt x="5857669" y="3502448"/>
                </a:cubicBezTo>
                <a:cubicBezTo>
                  <a:pt x="5860371" y="3501817"/>
                  <a:pt x="5862058" y="3499113"/>
                  <a:pt x="5861444" y="3496393"/>
                </a:cubicBezTo>
                <a:cubicBezTo>
                  <a:pt x="5860813" y="3493671"/>
                  <a:pt x="5858091" y="3491985"/>
                  <a:pt x="5855370" y="3492618"/>
                </a:cubicBezTo>
                <a:close/>
                <a:moveTo>
                  <a:pt x="5352587" y="3683830"/>
                </a:moveTo>
                <a:cubicBezTo>
                  <a:pt x="5350365" y="3683657"/>
                  <a:pt x="5348447" y="3685343"/>
                  <a:pt x="5348275" y="3687548"/>
                </a:cubicBezTo>
                <a:cubicBezTo>
                  <a:pt x="5348121" y="3689771"/>
                  <a:pt x="5349808" y="3691688"/>
                  <a:pt x="5352011" y="3691860"/>
                </a:cubicBezTo>
                <a:lnTo>
                  <a:pt x="5352298" y="3691860"/>
                </a:lnTo>
                <a:cubicBezTo>
                  <a:pt x="5354388" y="3691859"/>
                  <a:pt x="5356151" y="3690249"/>
                  <a:pt x="5356304" y="3688123"/>
                </a:cubicBezTo>
                <a:cubicBezTo>
                  <a:pt x="5356458" y="3685900"/>
                  <a:pt x="5354791" y="3683983"/>
                  <a:pt x="5352587" y="3683830"/>
                </a:cubicBezTo>
                <a:close/>
                <a:moveTo>
                  <a:pt x="5759293" y="3512607"/>
                </a:moveTo>
                <a:cubicBezTo>
                  <a:pt x="5756553" y="3513105"/>
                  <a:pt x="5754751" y="3515730"/>
                  <a:pt x="5755250" y="3518471"/>
                </a:cubicBezTo>
                <a:cubicBezTo>
                  <a:pt x="5755690" y="3520905"/>
                  <a:pt x="5757818" y="3522611"/>
                  <a:pt x="5760214" y="3522610"/>
                </a:cubicBezTo>
                <a:cubicBezTo>
                  <a:pt x="5760500" y="3522611"/>
                  <a:pt x="5760828" y="3522592"/>
                  <a:pt x="5761134" y="3522534"/>
                </a:cubicBezTo>
                <a:cubicBezTo>
                  <a:pt x="5763874" y="3522017"/>
                  <a:pt x="5765675" y="3519391"/>
                  <a:pt x="5765177" y="3516651"/>
                </a:cubicBezTo>
                <a:cubicBezTo>
                  <a:pt x="5764679" y="3513910"/>
                  <a:pt x="5762034" y="3512089"/>
                  <a:pt x="5759293" y="3512607"/>
                </a:cubicBezTo>
                <a:close/>
                <a:moveTo>
                  <a:pt x="7553972" y="2807208"/>
                </a:moveTo>
                <a:lnTo>
                  <a:pt x="7553972" y="2807227"/>
                </a:lnTo>
                <a:lnTo>
                  <a:pt x="7553981" y="2807216"/>
                </a:lnTo>
                <a:close/>
                <a:moveTo>
                  <a:pt x="7559491" y="2800654"/>
                </a:moveTo>
                <a:lnTo>
                  <a:pt x="7553981" y="2807216"/>
                </a:lnTo>
                <a:lnTo>
                  <a:pt x="7560009" y="2812747"/>
                </a:lnTo>
                <a:cubicBezTo>
                  <a:pt x="7560181" y="2812747"/>
                  <a:pt x="7560353" y="2812747"/>
                  <a:pt x="7560526" y="2812747"/>
                </a:cubicBezTo>
                <a:cubicBezTo>
                  <a:pt x="7563880" y="2812460"/>
                  <a:pt x="7566353" y="2809508"/>
                  <a:pt x="7566064" y="2806174"/>
                </a:cubicBezTo>
                <a:cubicBezTo>
                  <a:pt x="7565758" y="2802838"/>
                  <a:pt x="7562825" y="2800366"/>
                  <a:pt x="7559491" y="2800654"/>
                </a:cubicBezTo>
                <a:close/>
                <a:moveTo>
                  <a:pt x="4748744" y="3897810"/>
                </a:moveTo>
                <a:cubicBezTo>
                  <a:pt x="4748400" y="3898212"/>
                  <a:pt x="4748419" y="3898807"/>
                  <a:pt x="4748822" y="3899171"/>
                </a:cubicBezTo>
                <a:cubicBezTo>
                  <a:pt x="4749013" y="3899324"/>
                  <a:pt x="4749243" y="3899401"/>
                  <a:pt x="4749454" y="3899401"/>
                </a:cubicBezTo>
                <a:cubicBezTo>
                  <a:pt x="4749721" y="3899401"/>
                  <a:pt x="4749990" y="3899305"/>
                  <a:pt x="4750182" y="3899093"/>
                </a:cubicBezTo>
                <a:cubicBezTo>
                  <a:pt x="4750528" y="3898691"/>
                  <a:pt x="4750488" y="3898078"/>
                  <a:pt x="4750106" y="3897733"/>
                </a:cubicBezTo>
                <a:cubicBezTo>
                  <a:pt x="4749703" y="3897388"/>
                  <a:pt x="4749089" y="3897407"/>
                  <a:pt x="4748744" y="3897810"/>
                </a:cubicBezTo>
                <a:close/>
                <a:moveTo>
                  <a:pt x="7881526" y="2668067"/>
                </a:moveTo>
                <a:cubicBezTo>
                  <a:pt x="7877616" y="2667704"/>
                  <a:pt x="7874166" y="2670579"/>
                  <a:pt x="7873802" y="2674469"/>
                </a:cubicBezTo>
                <a:cubicBezTo>
                  <a:pt x="7873438" y="2678378"/>
                  <a:pt x="7876313" y="2681828"/>
                  <a:pt x="7880223" y="2682192"/>
                </a:cubicBezTo>
                <a:cubicBezTo>
                  <a:pt x="7880433" y="2682230"/>
                  <a:pt x="7880663" y="2682230"/>
                  <a:pt x="7880874" y="2682230"/>
                </a:cubicBezTo>
                <a:cubicBezTo>
                  <a:pt x="7884496" y="2682230"/>
                  <a:pt x="7887582" y="2679471"/>
                  <a:pt x="7887927" y="2675792"/>
                </a:cubicBezTo>
                <a:cubicBezTo>
                  <a:pt x="7888292" y="2671881"/>
                  <a:pt x="7885417" y="2668432"/>
                  <a:pt x="7881526" y="2668067"/>
                </a:cubicBezTo>
                <a:close/>
                <a:moveTo>
                  <a:pt x="5662393" y="3528016"/>
                </a:moveTo>
                <a:cubicBezTo>
                  <a:pt x="5659634" y="3528379"/>
                  <a:pt x="5657698" y="3530909"/>
                  <a:pt x="5658062" y="3533668"/>
                </a:cubicBezTo>
                <a:cubicBezTo>
                  <a:pt x="5658407" y="3536219"/>
                  <a:pt x="5660554" y="3538057"/>
                  <a:pt x="5663047" y="3538058"/>
                </a:cubicBezTo>
                <a:cubicBezTo>
                  <a:pt x="5663275" y="3538057"/>
                  <a:pt x="5663505" y="3538020"/>
                  <a:pt x="5663736" y="3538020"/>
                </a:cubicBezTo>
                <a:cubicBezTo>
                  <a:pt x="5666496" y="3537655"/>
                  <a:pt x="5668431" y="3535107"/>
                  <a:pt x="5668067" y="3532347"/>
                </a:cubicBezTo>
                <a:cubicBezTo>
                  <a:pt x="5667703" y="3529587"/>
                  <a:pt x="5665153" y="3527651"/>
                  <a:pt x="5662393" y="3528016"/>
                </a:cubicBezTo>
                <a:close/>
                <a:moveTo>
                  <a:pt x="5047839" y="3766987"/>
                </a:moveTo>
                <a:cubicBezTo>
                  <a:pt x="5046286" y="3766413"/>
                  <a:pt x="5044543" y="3767179"/>
                  <a:pt x="5043968" y="3768732"/>
                </a:cubicBezTo>
                <a:cubicBezTo>
                  <a:pt x="5043372" y="3770284"/>
                  <a:pt x="5044158" y="3772028"/>
                  <a:pt x="5045710" y="3772602"/>
                </a:cubicBezTo>
                <a:cubicBezTo>
                  <a:pt x="5046055" y="3772736"/>
                  <a:pt x="5046421" y="3772814"/>
                  <a:pt x="5046766" y="3772814"/>
                </a:cubicBezTo>
                <a:cubicBezTo>
                  <a:pt x="5047972" y="3772814"/>
                  <a:pt x="5049122" y="3772066"/>
                  <a:pt x="5049583" y="3770859"/>
                </a:cubicBezTo>
                <a:cubicBezTo>
                  <a:pt x="5050158" y="3769325"/>
                  <a:pt x="5049390" y="3767582"/>
                  <a:pt x="5047839" y="3766987"/>
                </a:cubicBezTo>
                <a:close/>
                <a:moveTo>
                  <a:pt x="8098323" y="2564748"/>
                </a:moveTo>
                <a:cubicBezTo>
                  <a:pt x="8093916" y="2563847"/>
                  <a:pt x="8089642" y="2566684"/>
                  <a:pt x="8088759" y="2571073"/>
                </a:cubicBezTo>
                <a:cubicBezTo>
                  <a:pt x="8087859" y="2575481"/>
                  <a:pt x="8090696" y="2579755"/>
                  <a:pt x="8095103" y="2580636"/>
                </a:cubicBezTo>
                <a:cubicBezTo>
                  <a:pt x="8095640" y="2580751"/>
                  <a:pt x="8096177" y="2580809"/>
                  <a:pt x="8096713" y="2580809"/>
                </a:cubicBezTo>
                <a:cubicBezTo>
                  <a:pt x="8100489" y="2580809"/>
                  <a:pt x="8103881" y="2578145"/>
                  <a:pt x="8104667" y="2574312"/>
                </a:cubicBezTo>
                <a:cubicBezTo>
                  <a:pt x="8105548" y="2569922"/>
                  <a:pt x="8102712" y="2565630"/>
                  <a:pt x="8098323" y="2564748"/>
                </a:cubicBezTo>
                <a:close/>
                <a:moveTo>
                  <a:pt x="8704043" y="2328056"/>
                </a:moveTo>
                <a:cubicBezTo>
                  <a:pt x="8698217" y="2326044"/>
                  <a:pt x="8691855" y="2329168"/>
                  <a:pt x="8689842" y="2334994"/>
                </a:cubicBezTo>
                <a:cubicBezTo>
                  <a:pt x="8687829" y="2340839"/>
                  <a:pt x="8690934" y="2347203"/>
                  <a:pt x="8696779" y="2349196"/>
                </a:cubicBezTo>
                <a:cubicBezTo>
                  <a:pt x="8697968" y="2349617"/>
                  <a:pt x="8699213" y="2349809"/>
                  <a:pt x="8700422" y="2349809"/>
                </a:cubicBezTo>
                <a:cubicBezTo>
                  <a:pt x="8705059" y="2349809"/>
                  <a:pt x="8709390" y="2346896"/>
                  <a:pt x="8710981" y="2342277"/>
                </a:cubicBezTo>
                <a:cubicBezTo>
                  <a:pt x="8712994" y="2336432"/>
                  <a:pt x="8709889" y="2330068"/>
                  <a:pt x="8704043" y="2328056"/>
                </a:cubicBezTo>
                <a:close/>
                <a:moveTo>
                  <a:pt x="5255840" y="3672963"/>
                </a:moveTo>
                <a:cubicBezTo>
                  <a:pt x="5253636" y="3672618"/>
                  <a:pt x="5251585" y="3674113"/>
                  <a:pt x="5251241" y="3676317"/>
                </a:cubicBezTo>
                <a:cubicBezTo>
                  <a:pt x="5250897" y="3678502"/>
                  <a:pt x="5252410" y="3680571"/>
                  <a:pt x="5254594" y="3680897"/>
                </a:cubicBezTo>
                <a:cubicBezTo>
                  <a:pt x="5254805" y="3680955"/>
                  <a:pt x="5255016" y="3680955"/>
                  <a:pt x="5255228" y="3680955"/>
                </a:cubicBezTo>
                <a:cubicBezTo>
                  <a:pt x="5257183" y="3680955"/>
                  <a:pt x="5258886" y="3679536"/>
                  <a:pt x="5259194" y="3677563"/>
                </a:cubicBezTo>
                <a:cubicBezTo>
                  <a:pt x="5259539" y="3675359"/>
                  <a:pt x="5258044" y="3673308"/>
                  <a:pt x="5255840" y="3672963"/>
                </a:cubicBezTo>
                <a:close/>
                <a:moveTo>
                  <a:pt x="7460809" y="2811865"/>
                </a:moveTo>
                <a:cubicBezTo>
                  <a:pt x="7457475" y="2812325"/>
                  <a:pt x="7455155" y="2815392"/>
                  <a:pt x="7455635" y="2818707"/>
                </a:cubicBezTo>
                <a:cubicBezTo>
                  <a:pt x="7456055" y="2821755"/>
                  <a:pt x="7458663" y="2823940"/>
                  <a:pt x="7461633" y="2823940"/>
                </a:cubicBezTo>
                <a:cubicBezTo>
                  <a:pt x="7461920" y="2823940"/>
                  <a:pt x="7462189" y="2823920"/>
                  <a:pt x="7462476" y="2823882"/>
                </a:cubicBezTo>
                <a:cubicBezTo>
                  <a:pt x="7465791" y="2823422"/>
                  <a:pt x="7468110" y="2820356"/>
                  <a:pt x="7467651" y="2817040"/>
                </a:cubicBezTo>
                <a:cubicBezTo>
                  <a:pt x="7467191" y="2813705"/>
                  <a:pt x="7464124" y="2811406"/>
                  <a:pt x="7460809" y="2811865"/>
                </a:cubicBezTo>
                <a:close/>
                <a:moveTo>
                  <a:pt x="8508576" y="2401766"/>
                </a:moveTo>
                <a:cubicBezTo>
                  <a:pt x="8503248" y="2400022"/>
                  <a:pt x="8497518" y="2402897"/>
                  <a:pt x="8495755" y="2408224"/>
                </a:cubicBezTo>
                <a:cubicBezTo>
                  <a:pt x="8493991" y="2413552"/>
                  <a:pt x="8496866" y="2419302"/>
                  <a:pt x="8502194" y="2421066"/>
                </a:cubicBezTo>
                <a:cubicBezTo>
                  <a:pt x="8503248" y="2421410"/>
                  <a:pt x="8504341" y="2421583"/>
                  <a:pt x="8505395" y="2421583"/>
                </a:cubicBezTo>
                <a:cubicBezTo>
                  <a:pt x="8509649" y="2421583"/>
                  <a:pt x="8513617" y="2418880"/>
                  <a:pt x="8515035" y="2414606"/>
                </a:cubicBezTo>
                <a:cubicBezTo>
                  <a:pt x="8516798" y="2409298"/>
                  <a:pt x="8513904" y="2403548"/>
                  <a:pt x="8508576" y="2401766"/>
                </a:cubicBezTo>
                <a:close/>
                <a:moveTo>
                  <a:pt x="8885826" y="2253608"/>
                </a:moveTo>
                <a:cubicBezTo>
                  <a:pt x="8883037" y="2255012"/>
                  <a:pt x="8880785" y="2257480"/>
                  <a:pt x="8879732" y="2260671"/>
                </a:cubicBezTo>
                <a:cubicBezTo>
                  <a:pt x="8877604" y="2267072"/>
                  <a:pt x="8881073" y="2273972"/>
                  <a:pt x="8887474" y="2276099"/>
                </a:cubicBezTo>
                <a:cubicBezTo>
                  <a:pt x="8888739" y="2276520"/>
                  <a:pt x="8890043" y="2276712"/>
                  <a:pt x="8891307" y="2276712"/>
                </a:cubicBezTo>
                <a:cubicBezTo>
                  <a:pt x="8896425" y="2276712"/>
                  <a:pt x="8901197" y="2273474"/>
                  <a:pt x="8902902" y="2268337"/>
                </a:cubicBezTo>
                <a:cubicBezTo>
                  <a:pt x="8905011" y="2261936"/>
                  <a:pt x="8901542" y="2255037"/>
                  <a:pt x="8895140" y="2252928"/>
                </a:cubicBezTo>
                <a:cubicBezTo>
                  <a:pt x="8891939" y="2251864"/>
                  <a:pt x="8888614" y="2252204"/>
                  <a:pt x="8885826" y="2253608"/>
                </a:cubicBezTo>
                <a:close/>
                <a:moveTo>
                  <a:pt x="8307301" y="2478561"/>
                </a:moveTo>
                <a:cubicBezTo>
                  <a:pt x="8302434" y="2477181"/>
                  <a:pt x="8297374" y="2479999"/>
                  <a:pt x="8295994" y="2484847"/>
                </a:cubicBezTo>
                <a:cubicBezTo>
                  <a:pt x="8294614" y="2489696"/>
                  <a:pt x="8297412" y="2494755"/>
                  <a:pt x="8302262" y="2496135"/>
                </a:cubicBezTo>
                <a:lnTo>
                  <a:pt x="8302280" y="2496135"/>
                </a:lnTo>
                <a:cubicBezTo>
                  <a:pt x="8303123" y="2496385"/>
                  <a:pt x="8303966" y="2496500"/>
                  <a:pt x="8304811" y="2496500"/>
                </a:cubicBezTo>
                <a:cubicBezTo>
                  <a:pt x="8308777" y="2496500"/>
                  <a:pt x="8312438" y="2493874"/>
                  <a:pt x="8313588" y="2489868"/>
                </a:cubicBezTo>
                <a:cubicBezTo>
                  <a:pt x="8314968" y="2485020"/>
                  <a:pt x="8312170" y="2479960"/>
                  <a:pt x="8307301" y="2478561"/>
                </a:cubicBezTo>
                <a:close/>
                <a:moveTo>
                  <a:pt x="9072534" y="2174163"/>
                </a:moveTo>
                <a:cubicBezTo>
                  <a:pt x="9069558" y="2175773"/>
                  <a:pt x="9067196" y="2178519"/>
                  <a:pt x="9066152" y="2182016"/>
                </a:cubicBezTo>
                <a:cubicBezTo>
                  <a:pt x="9064063" y="2189012"/>
                  <a:pt x="9068050" y="2196371"/>
                  <a:pt x="9075044" y="2198479"/>
                </a:cubicBezTo>
                <a:cubicBezTo>
                  <a:pt x="9076290" y="2198844"/>
                  <a:pt x="9077575" y="2199016"/>
                  <a:pt x="9078820" y="2199016"/>
                </a:cubicBezTo>
                <a:cubicBezTo>
                  <a:pt x="9084512" y="2199016"/>
                  <a:pt x="9089783" y="2195318"/>
                  <a:pt x="9091489" y="2189568"/>
                </a:cubicBezTo>
                <a:cubicBezTo>
                  <a:pt x="9093577" y="2182572"/>
                  <a:pt x="9089591" y="2175213"/>
                  <a:pt x="9082595" y="2173124"/>
                </a:cubicBezTo>
                <a:cubicBezTo>
                  <a:pt x="9079097" y="2172079"/>
                  <a:pt x="9075509" y="2172553"/>
                  <a:pt x="9072534" y="2174163"/>
                </a:cubicBezTo>
                <a:close/>
                <a:moveTo>
                  <a:pt x="4850206" y="3819289"/>
                </a:moveTo>
                <a:cubicBezTo>
                  <a:pt x="4849593" y="3820191"/>
                  <a:pt x="4849823" y="3821417"/>
                  <a:pt x="4850723" y="3822049"/>
                </a:cubicBezTo>
                <a:cubicBezTo>
                  <a:pt x="4851067" y="3822279"/>
                  <a:pt x="4851452" y="3822394"/>
                  <a:pt x="4851835" y="3822395"/>
                </a:cubicBezTo>
                <a:cubicBezTo>
                  <a:pt x="4852467" y="3822394"/>
                  <a:pt x="4853100" y="3822088"/>
                  <a:pt x="4853482" y="3821532"/>
                </a:cubicBezTo>
                <a:cubicBezTo>
                  <a:pt x="4854097" y="3820631"/>
                  <a:pt x="4853867" y="3819405"/>
                  <a:pt x="4852966" y="3818791"/>
                </a:cubicBezTo>
                <a:cubicBezTo>
                  <a:pt x="4852066" y="3818158"/>
                  <a:pt x="4850839" y="3818389"/>
                  <a:pt x="4850206" y="3819289"/>
                </a:cubicBezTo>
                <a:close/>
                <a:moveTo>
                  <a:pt x="5564842" y="3538192"/>
                </a:moveTo>
                <a:cubicBezTo>
                  <a:pt x="5562064" y="3538403"/>
                  <a:pt x="5559992" y="3540818"/>
                  <a:pt x="5560206" y="3543597"/>
                </a:cubicBezTo>
                <a:cubicBezTo>
                  <a:pt x="5560396" y="3546242"/>
                  <a:pt x="5562600" y="3548254"/>
                  <a:pt x="5565226" y="3548254"/>
                </a:cubicBezTo>
                <a:lnTo>
                  <a:pt x="5565609" y="3548254"/>
                </a:lnTo>
                <a:cubicBezTo>
                  <a:pt x="5568389" y="3548043"/>
                  <a:pt x="5570477" y="3545608"/>
                  <a:pt x="5570265" y="3542849"/>
                </a:cubicBezTo>
                <a:cubicBezTo>
                  <a:pt x="5570056" y="3540052"/>
                  <a:pt x="5567641" y="3537982"/>
                  <a:pt x="5564842" y="3538192"/>
                </a:cubicBezTo>
                <a:close/>
                <a:moveTo>
                  <a:pt x="7362817" y="2828079"/>
                </a:moveTo>
                <a:cubicBezTo>
                  <a:pt x="7359519" y="2828693"/>
                  <a:pt x="7357374" y="2831874"/>
                  <a:pt x="7357987" y="2835171"/>
                </a:cubicBezTo>
                <a:cubicBezTo>
                  <a:pt x="7358543" y="2838084"/>
                  <a:pt x="7361091" y="2840116"/>
                  <a:pt x="7363947" y="2840116"/>
                </a:cubicBezTo>
                <a:cubicBezTo>
                  <a:pt x="7364331" y="2840116"/>
                  <a:pt x="7364715" y="2840077"/>
                  <a:pt x="7365097" y="2840000"/>
                </a:cubicBezTo>
                <a:cubicBezTo>
                  <a:pt x="7368375" y="2839367"/>
                  <a:pt x="7370540" y="2836186"/>
                  <a:pt x="7369908" y="2832909"/>
                </a:cubicBezTo>
                <a:cubicBezTo>
                  <a:pt x="7369294" y="2829613"/>
                  <a:pt x="7366113" y="2827447"/>
                  <a:pt x="7362817" y="2828079"/>
                </a:cubicBezTo>
                <a:close/>
                <a:moveTo>
                  <a:pt x="7781694" y="2661609"/>
                </a:moveTo>
                <a:cubicBezTo>
                  <a:pt x="7777784" y="2661455"/>
                  <a:pt x="7774487" y="2664522"/>
                  <a:pt x="7774354" y="2668432"/>
                </a:cubicBezTo>
                <a:cubicBezTo>
                  <a:pt x="7774200" y="2672361"/>
                  <a:pt x="7777266" y="2675638"/>
                  <a:pt x="7781176" y="2675792"/>
                </a:cubicBezTo>
                <a:lnTo>
                  <a:pt x="7781445" y="2675792"/>
                </a:lnTo>
                <a:cubicBezTo>
                  <a:pt x="7785240" y="2675792"/>
                  <a:pt x="7788382" y="2672782"/>
                  <a:pt x="7788517" y="2668949"/>
                </a:cubicBezTo>
                <a:cubicBezTo>
                  <a:pt x="7788670" y="2665040"/>
                  <a:pt x="7785603" y="2661744"/>
                  <a:pt x="7781694" y="2661609"/>
                </a:cubicBezTo>
                <a:close/>
                <a:moveTo>
                  <a:pt x="7265725" y="2848855"/>
                </a:moveTo>
                <a:cubicBezTo>
                  <a:pt x="7262467" y="2849640"/>
                  <a:pt x="7260454" y="2852899"/>
                  <a:pt x="7261221" y="2856157"/>
                </a:cubicBezTo>
                <a:cubicBezTo>
                  <a:pt x="7261892" y="2858955"/>
                  <a:pt x="7264383" y="2860833"/>
                  <a:pt x="7267124" y="2860833"/>
                </a:cubicBezTo>
                <a:cubicBezTo>
                  <a:pt x="7267584" y="2860833"/>
                  <a:pt x="7268064" y="2860775"/>
                  <a:pt x="7268542" y="2860680"/>
                </a:cubicBezTo>
                <a:cubicBezTo>
                  <a:pt x="7271801" y="2859894"/>
                  <a:pt x="7273813" y="2856617"/>
                  <a:pt x="7273046" y="2853358"/>
                </a:cubicBezTo>
                <a:cubicBezTo>
                  <a:pt x="7272260" y="2850101"/>
                  <a:pt x="7268983" y="2848088"/>
                  <a:pt x="7265725" y="2848855"/>
                </a:cubicBezTo>
                <a:close/>
                <a:moveTo>
                  <a:pt x="5466907" y="3542371"/>
                </a:moveTo>
                <a:cubicBezTo>
                  <a:pt x="5464130" y="3542409"/>
                  <a:pt x="5461887" y="3544689"/>
                  <a:pt x="5461904" y="3547468"/>
                </a:cubicBezTo>
                <a:cubicBezTo>
                  <a:pt x="5461925" y="3550247"/>
                  <a:pt x="5464186" y="3552470"/>
                  <a:pt x="5466967" y="3552470"/>
                </a:cubicBezTo>
                <a:lnTo>
                  <a:pt x="5467004" y="3552470"/>
                </a:lnTo>
                <a:cubicBezTo>
                  <a:pt x="5469784" y="3552433"/>
                  <a:pt x="5472005" y="3550152"/>
                  <a:pt x="5472005" y="3547373"/>
                </a:cubicBezTo>
                <a:cubicBezTo>
                  <a:pt x="5471987" y="3544594"/>
                  <a:pt x="5469705" y="3542370"/>
                  <a:pt x="5466907" y="3542371"/>
                </a:cubicBezTo>
                <a:close/>
                <a:moveTo>
                  <a:pt x="7169630" y="2873770"/>
                </a:moveTo>
                <a:cubicBezTo>
                  <a:pt x="7166411" y="2874671"/>
                  <a:pt x="7164532" y="2878024"/>
                  <a:pt x="7165433" y="2881263"/>
                </a:cubicBezTo>
                <a:cubicBezTo>
                  <a:pt x="7166180" y="2883927"/>
                  <a:pt x="7168614" y="2885690"/>
                  <a:pt x="7171278" y="2885690"/>
                </a:cubicBezTo>
                <a:cubicBezTo>
                  <a:pt x="7171815" y="2885690"/>
                  <a:pt x="7172371" y="2885614"/>
                  <a:pt x="7172907" y="2885460"/>
                </a:cubicBezTo>
                <a:cubicBezTo>
                  <a:pt x="7176147" y="2884541"/>
                  <a:pt x="7178025" y="2881186"/>
                  <a:pt x="7177123" y="2877967"/>
                </a:cubicBezTo>
                <a:cubicBezTo>
                  <a:pt x="7176223" y="2874747"/>
                  <a:pt x="7172869" y="2872868"/>
                  <a:pt x="7169630" y="2873770"/>
                </a:cubicBezTo>
                <a:close/>
                <a:moveTo>
                  <a:pt x="6338871" y="3196647"/>
                </a:moveTo>
                <a:cubicBezTo>
                  <a:pt x="6335748" y="3197874"/>
                  <a:pt x="6334233" y="3201400"/>
                  <a:pt x="6335459" y="3204524"/>
                </a:cubicBezTo>
                <a:cubicBezTo>
                  <a:pt x="6336398" y="3206901"/>
                  <a:pt x="6338699" y="3208357"/>
                  <a:pt x="6341113" y="3208357"/>
                </a:cubicBezTo>
                <a:cubicBezTo>
                  <a:pt x="6341842" y="3208357"/>
                  <a:pt x="6342608" y="3208223"/>
                  <a:pt x="6343337" y="3207936"/>
                </a:cubicBezTo>
                <a:cubicBezTo>
                  <a:pt x="6346460" y="3206710"/>
                  <a:pt x="6347975" y="3203164"/>
                  <a:pt x="6346749" y="3200059"/>
                </a:cubicBezTo>
                <a:cubicBezTo>
                  <a:pt x="6345522" y="3196935"/>
                  <a:pt x="6341995" y="3195402"/>
                  <a:pt x="6338871" y="3196647"/>
                </a:cubicBezTo>
                <a:close/>
                <a:moveTo>
                  <a:pt x="6246514" y="3232027"/>
                </a:moveTo>
                <a:cubicBezTo>
                  <a:pt x="6243370" y="3233195"/>
                  <a:pt x="6241760" y="3236684"/>
                  <a:pt x="6242930" y="3239827"/>
                </a:cubicBezTo>
                <a:cubicBezTo>
                  <a:pt x="6243831" y="3242280"/>
                  <a:pt x="6246149" y="3243794"/>
                  <a:pt x="6248622" y="3243794"/>
                </a:cubicBezTo>
                <a:cubicBezTo>
                  <a:pt x="6249331" y="3243794"/>
                  <a:pt x="6250040" y="3243679"/>
                  <a:pt x="6250730" y="3243411"/>
                </a:cubicBezTo>
                <a:cubicBezTo>
                  <a:pt x="6253873" y="3242261"/>
                  <a:pt x="6255483" y="3238773"/>
                  <a:pt x="6254314" y="3235611"/>
                </a:cubicBezTo>
                <a:cubicBezTo>
                  <a:pt x="6253144" y="3232487"/>
                  <a:pt x="6249657" y="3230877"/>
                  <a:pt x="6246514" y="3232027"/>
                </a:cubicBezTo>
                <a:close/>
                <a:moveTo>
                  <a:pt x="7999200" y="2547155"/>
                </a:moveTo>
                <a:cubicBezTo>
                  <a:pt x="7994774" y="2546484"/>
                  <a:pt x="7990633" y="2549531"/>
                  <a:pt x="7989962" y="2553958"/>
                </a:cubicBezTo>
                <a:cubicBezTo>
                  <a:pt x="7989291" y="2558386"/>
                  <a:pt x="7992339" y="2562525"/>
                  <a:pt x="7996766" y="2563196"/>
                </a:cubicBezTo>
                <a:cubicBezTo>
                  <a:pt x="7997169" y="2563292"/>
                  <a:pt x="7997591" y="2563292"/>
                  <a:pt x="7997993" y="2563292"/>
                </a:cubicBezTo>
                <a:cubicBezTo>
                  <a:pt x="8001941" y="2563292"/>
                  <a:pt x="8005390" y="2560417"/>
                  <a:pt x="8006004" y="2556392"/>
                </a:cubicBezTo>
                <a:cubicBezTo>
                  <a:pt x="8006675" y="2551965"/>
                  <a:pt x="8003627" y="2547826"/>
                  <a:pt x="7999200" y="2547155"/>
                </a:cubicBezTo>
                <a:close/>
                <a:moveTo>
                  <a:pt x="6430500" y="3159333"/>
                </a:moveTo>
                <a:cubicBezTo>
                  <a:pt x="6427396" y="3160617"/>
                  <a:pt x="6425939" y="3164182"/>
                  <a:pt x="6427243" y="3167267"/>
                </a:cubicBezTo>
                <a:cubicBezTo>
                  <a:pt x="6428220" y="3169606"/>
                  <a:pt x="6430462" y="3171005"/>
                  <a:pt x="6432839" y="3171005"/>
                </a:cubicBezTo>
                <a:cubicBezTo>
                  <a:pt x="6433625" y="3171004"/>
                  <a:pt x="6434411" y="3170851"/>
                  <a:pt x="6435177" y="3170525"/>
                </a:cubicBezTo>
                <a:cubicBezTo>
                  <a:pt x="6438282" y="3169241"/>
                  <a:pt x="6439739" y="3165677"/>
                  <a:pt x="6438435" y="3162590"/>
                </a:cubicBezTo>
                <a:cubicBezTo>
                  <a:pt x="6437132" y="3159486"/>
                  <a:pt x="6433586" y="3158029"/>
                  <a:pt x="6430500" y="3159333"/>
                </a:cubicBezTo>
                <a:close/>
                <a:moveTo>
                  <a:pt x="5160532" y="3653434"/>
                </a:moveTo>
                <a:cubicBezTo>
                  <a:pt x="5158366" y="3652878"/>
                  <a:pt x="5156179" y="3654181"/>
                  <a:pt x="5155625" y="3656328"/>
                </a:cubicBezTo>
                <a:cubicBezTo>
                  <a:pt x="5155069" y="3658474"/>
                  <a:pt x="5156372" y="3660678"/>
                  <a:pt x="5158519" y="3661234"/>
                </a:cubicBezTo>
                <a:cubicBezTo>
                  <a:pt x="5158865" y="3661311"/>
                  <a:pt x="5159189" y="3661349"/>
                  <a:pt x="5159515" y="3661349"/>
                </a:cubicBezTo>
                <a:cubicBezTo>
                  <a:pt x="5161317" y="3661349"/>
                  <a:pt x="5162965" y="3660141"/>
                  <a:pt x="5163425" y="3658321"/>
                </a:cubicBezTo>
                <a:cubicBezTo>
                  <a:pt x="5163980" y="3656174"/>
                  <a:pt x="5162678" y="3653971"/>
                  <a:pt x="5160532" y="3653434"/>
                </a:cubicBezTo>
                <a:close/>
                <a:moveTo>
                  <a:pt x="6153370" y="3265221"/>
                </a:moveTo>
                <a:cubicBezTo>
                  <a:pt x="6150189" y="3266294"/>
                  <a:pt x="6148502" y="3269744"/>
                  <a:pt x="6149594" y="3272926"/>
                </a:cubicBezTo>
                <a:cubicBezTo>
                  <a:pt x="6150457" y="3275436"/>
                  <a:pt x="6152814" y="3277027"/>
                  <a:pt x="6155344" y="3277027"/>
                </a:cubicBezTo>
                <a:cubicBezTo>
                  <a:pt x="6155977" y="3277027"/>
                  <a:pt x="6156647" y="3276912"/>
                  <a:pt x="6157299" y="3276701"/>
                </a:cubicBezTo>
                <a:cubicBezTo>
                  <a:pt x="6160462" y="3275609"/>
                  <a:pt x="6162167" y="3272159"/>
                  <a:pt x="6161075" y="3268996"/>
                </a:cubicBezTo>
                <a:cubicBezTo>
                  <a:pt x="6159982" y="3265816"/>
                  <a:pt x="6156532" y="3264129"/>
                  <a:pt x="6153370" y="3265221"/>
                </a:cubicBezTo>
                <a:close/>
                <a:moveTo>
                  <a:pt x="6521574" y="3120599"/>
                </a:moveTo>
                <a:cubicBezTo>
                  <a:pt x="6518489" y="3121903"/>
                  <a:pt x="6517051" y="3125487"/>
                  <a:pt x="6518373" y="3128553"/>
                </a:cubicBezTo>
                <a:cubicBezTo>
                  <a:pt x="6519369" y="3130872"/>
                  <a:pt x="6521613" y="3132252"/>
                  <a:pt x="6523969" y="3132252"/>
                </a:cubicBezTo>
                <a:cubicBezTo>
                  <a:pt x="6524755" y="3132252"/>
                  <a:pt x="6525561" y="3132080"/>
                  <a:pt x="6526346" y="3131754"/>
                </a:cubicBezTo>
                <a:cubicBezTo>
                  <a:pt x="6529432" y="3130431"/>
                  <a:pt x="6530850" y="3126867"/>
                  <a:pt x="6529527" y="3123781"/>
                </a:cubicBezTo>
                <a:cubicBezTo>
                  <a:pt x="6528205" y="3120714"/>
                  <a:pt x="6524640" y="3119277"/>
                  <a:pt x="6521574" y="3120599"/>
                </a:cubicBezTo>
                <a:close/>
                <a:moveTo>
                  <a:pt x="7074609" y="2902441"/>
                </a:moveTo>
                <a:cubicBezTo>
                  <a:pt x="7071408" y="2903475"/>
                  <a:pt x="7069664" y="2906887"/>
                  <a:pt x="7070679" y="2910069"/>
                </a:cubicBezTo>
                <a:cubicBezTo>
                  <a:pt x="7071523" y="2912656"/>
                  <a:pt x="7073899" y="2914285"/>
                  <a:pt x="7076467" y="2914285"/>
                </a:cubicBezTo>
                <a:cubicBezTo>
                  <a:pt x="7077081" y="2914285"/>
                  <a:pt x="7077694" y="2914189"/>
                  <a:pt x="7078327" y="2913998"/>
                </a:cubicBezTo>
                <a:cubicBezTo>
                  <a:pt x="7081508" y="2912962"/>
                  <a:pt x="7083272" y="2909551"/>
                  <a:pt x="7082236" y="2906351"/>
                </a:cubicBezTo>
                <a:cubicBezTo>
                  <a:pt x="7081220" y="2903169"/>
                  <a:pt x="7077789" y="2901406"/>
                  <a:pt x="7074609" y="2902441"/>
                </a:cubicBezTo>
                <a:close/>
                <a:moveTo>
                  <a:pt x="4955461" y="3728944"/>
                </a:moveTo>
                <a:cubicBezTo>
                  <a:pt x="4954695" y="3730420"/>
                  <a:pt x="4955271" y="3732240"/>
                  <a:pt x="4956745" y="3732988"/>
                </a:cubicBezTo>
                <a:cubicBezTo>
                  <a:pt x="4957186" y="3733218"/>
                  <a:pt x="4957646" y="3733314"/>
                  <a:pt x="4958126" y="3733314"/>
                </a:cubicBezTo>
                <a:cubicBezTo>
                  <a:pt x="4959200" y="3733314"/>
                  <a:pt x="4960253" y="3732739"/>
                  <a:pt x="4960790" y="3731704"/>
                </a:cubicBezTo>
                <a:cubicBezTo>
                  <a:pt x="4961556" y="3730209"/>
                  <a:pt x="4960962" y="3728407"/>
                  <a:pt x="4959505" y="3727660"/>
                </a:cubicBezTo>
                <a:cubicBezTo>
                  <a:pt x="4958030" y="3726894"/>
                  <a:pt x="4956209" y="3727469"/>
                  <a:pt x="4955461" y="3728944"/>
                </a:cubicBezTo>
                <a:close/>
                <a:moveTo>
                  <a:pt x="6612609" y="3081618"/>
                </a:moveTo>
                <a:cubicBezTo>
                  <a:pt x="6609523" y="3082921"/>
                  <a:pt x="6608087" y="3086485"/>
                  <a:pt x="6609408" y="3089571"/>
                </a:cubicBezTo>
                <a:cubicBezTo>
                  <a:pt x="6610386" y="3091871"/>
                  <a:pt x="6612628" y="3093269"/>
                  <a:pt x="6614985" y="3093269"/>
                </a:cubicBezTo>
                <a:cubicBezTo>
                  <a:pt x="6615791" y="3093269"/>
                  <a:pt x="6616596" y="3093117"/>
                  <a:pt x="6617363" y="3092771"/>
                </a:cubicBezTo>
                <a:cubicBezTo>
                  <a:pt x="6620447" y="3091450"/>
                  <a:pt x="6621885" y="3087884"/>
                  <a:pt x="6620562" y="3084818"/>
                </a:cubicBezTo>
                <a:cubicBezTo>
                  <a:pt x="6619259" y="3081733"/>
                  <a:pt x="6615676" y="3080294"/>
                  <a:pt x="6612609" y="3081618"/>
                </a:cubicBezTo>
                <a:close/>
                <a:moveTo>
                  <a:pt x="6059383" y="3295867"/>
                </a:moveTo>
                <a:cubicBezTo>
                  <a:pt x="6056182" y="3296843"/>
                  <a:pt x="6054400" y="3300255"/>
                  <a:pt x="6055397" y="3303455"/>
                </a:cubicBezTo>
                <a:cubicBezTo>
                  <a:pt x="6056202" y="3306043"/>
                  <a:pt x="6058597" y="3307730"/>
                  <a:pt x="6061185" y="3307730"/>
                </a:cubicBezTo>
                <a:cubicBezTo>
                  <a:pt x="6061779" y="3307730"/>
                  <a:pt x="6062392" y="3307634"/>
                  <a:pt x="6062987" y="3307461"/>
                </a:cubicBezTo>
                <a:cubicBezTo>
                  <a:pt x="6066187" y="3306464"/>
                  <a:pt x="6067970" y="3303053"/>
                  <a:pt x="6066992" y="3299852"/>
                </a:cubicBezTo>
                <a:cubicBezTo>
                  <a:pt x="6065996" y="3296653"/>
                  <a:pt x="6062584" y="3294850"/>
                  <a:pt x="6059383" y="3295867"/>
                </a:cubicBezTo>
                <a:close/>
                <a:moveTo>
                  <a:pt x="6703817" y="3042980"/>
                </a:moveTo>
                <a:cubicBezTo>
                  <a:pt x="6700731" y="3044264"/>
                  <a:pt x="6699274" y="3047829"/>
                  <a:pt x="6700578" y="3050915"/>
                </a:cubicBezTo>
                <a:cubicBezTo>
                  <a:pt x="6701536" y="3053234"/>
                  <a:pt x="6703798" y="3054633"/>
                  <a:pt x="6706174" y="3054633"/>
                </a:cubicBezTo>
                <a:cubicBezTo>
                  <a:pt x="6706960" y="3054633"/>
                  <a:pt x="6707746" y="3054479"/>
                  <a:pt x="6708513" y="3054172"/>
                </a:cubicBezTo>
                <a:cubicBezTo>
                  <a:pt x="6711598" y="3052869"/>
                  <a:pt x="6713055" y="3049305"/>
                  <a:pt x="6711770" y="3046219"/>
                </a:cubicBezTo>
                <a:cubicBezTo>
                  <a:pt x="6710468" y="3043134"/>
                  <a:pt x="6706903" y="3041677"/>
                  <a:pt x="6703817" y="3042980"/>
                </a:cubicBezTo>
                <a:close/>
                <a:moveTo>
                  <a:pt x="7681670" y="2660766"/>
                </a:moveTo>
                <a:cubicBezTo>
                  <a:pt x="7677740" y="2660842"/>
                  <a:pt x="7674636" y="2664082"/>
                  <a:pt x="7674714" y="2667991"/>
                </a:cubicBezTo>
                <a:cubicBezTo>
                  <a:pt x="7674789" y="2671862"/>
                  <a:pt x="7677952" y="2674947"/>
                  <a:pt x="7681804" y="2674947"/>
                </a:cubicBezTo>
                <a:lnTo>
                  <a:pt x="7681939" y="2674947"/>
                </a:lnTo>
                <a:cubicBezTo>
                  <a:pt x="7685847" y="2674871"/>
                  <a:pt x="7688972" y="2671633"/>
                  <a:pt x="7688895" y="2667722"/>
                </a:cubicBezTo>
                <a:cubicBezTo>
                  <a:pt x="7688819" y="2663794"/>
                  <a:pt x="7685580" y="2660688"/>
                  <a:pt x="7681670" y="2660766"/>
                </a:cubicBezTo>
                <a:close/>
                <a:moveTo>
                  <a:pt x="6980660" y="2934332"/>
                </a:moveTo>
                <a:cubicBezTo>
                  <a:pt x="6977498" y="2935444"/>
                  <a:pt x="6975849" y="2938932"/>
                  <a:pt x="6976981" y="2942074"/>
                </a:cubicBezTo>
                <a:cubicBezTo>
                  <a:pt x="6977862" y="2944566"/>
                  <a:pt x="6980200" y="2946119"/>
                  <a:pt x="6982692" y="2946119"/>
                </a:cubicBezTo>
                <a:cubicBezTo>
                  <a:pt x="6983363" y="2946119"/>
                  <a:pt x="6984052" y="2946004"/>
                  <a:pt x="6984723" y="2945755"/>
                </a:cubicBezTo>
                <a:cubicBezTo>
                  <a:pt x="6987885" y="2944642"/>
                  <a:pt x="6989533" y="2941174"/>
                  <a:pt x="6988403" y="2938011"/>
                </a:cubicBezTo>
                <a:cubicBezTo>
                  <a:pt x="6987271" y="2934849"/>
                  <a:pt x="6983804" y="2933202"/>
                  <a:pt x="6980660" y="2934332"/>
                </a:cubicBezTo>
                <a:close/>
                <a:moveTo>
                  <a:pt x="6795446" y="3005187"/>
                </a:moveTo>
                <a:cubicBezTo>
                  <a:pt x="6792322" y="3006432"/>
                  <a:pt x="6790827" y="3009978"/>
                  <a:pt x="6792092" y="3013083"/>
                </a:cubicBezTo>
                <a:lnTo>
                  <a:pt x="6792112" y="3013082"/>
                </a:lnTo>
                <a:cubicBezTo>
                  <a:pt x="6793070" y="3015439"/>
                  <a:pt x="6795331" y="3016877"/>
                  <a:pt x="6797746" y="3016877"/>
                </a:cubicBezTo>
                <a:cubicBezTo>
                  <a:pt x="6798494" y="3016877"/>
                  <a:pt x="6799260" y="3016743"/>
                  <a:pt x="6800007" y="3016436"/>
                </a:cubicBezTo>
                <a:cubicBezTo>
                  <a:pt x="6803113" y="3015171"/>
                  <a:pt x="6804626" y="3011625"/>
                  <a:pt x="6803361" y="3008520"/>
                </a:cubicBezTo>
                <a:cubicBezTo>
                  <a:pt x="6802097" y="3005416"/>
                  <a:pt x="6798570" y="3003921"/>
                  <a:pt x="6795446" y="3005187"/>
                </a:cubicBezTo>
                <a:close/>
                <a:moveTo>
                  <a:pt x="4680363" y="3830750"/>
                </a:moveTo>
                <a:cubicBezTo>
                  <a:pt x="4679959" y="3831115"/>
                  <a:pt x="4679959" y="3831728"/>
                  <a:pt x="4680305" y="3832112"/>
                </a:cubicBezTo>
                <a:cubicBezTo>
                  <a:pt x="4680496" y="3832303"/>
                  <a:pt x="4680765" y="3832417"/>
                  <a:pt x="4681014" y="3832417"/>
                </a:cubicBezTo>
                <a:cubicBezTo>
                  <a:pt x="4681245" y="3832417"/>
                  <a:pt x="4681474" y="3832323"/>
                  <a:pt x="4681666" y="3832150"/>
                </a:cubicBezTo>
                <a:cubicBezTo>
                  <a:pt x="4682049" y="3831785"/>
                  <a:pt x="4682069" y="3831191"/>
                  <a:pt x="4681703" y="3830808"/>
                </a:cubicBezTo>
                <a:cubicBezTo>
                  <a:pt x="4681340" y="3830425"/>
                  <a:pt x="4680746" y="3830406"/>
                  <a:pt x="4680363" y="3830750"/>
                </a:cubicBezTo>
                <a:close/>
                <a:moveTo>
                  <a:pt x="6887650" y="2968772"/>
                </a:moveTo>
                <a:cubicBezTo>
                  <a:pt x="6884526" y="2969980"/>
                  <a:pt x="6882955" y="2973487"/>
                  <a:pt x="6884163" y="2976610"/>
                </a:cubicBezTo>
                <a:cubicBezTo>
                  <a:pt x="6885082" y="2979026"/>
                  <a:pt x="6887383" y="2980520"/>
                  <a:pt x="6889835" y="2980520"/>
                </a:cubicBezTo>
                <a:cubicBezTo>
                  <a:pt x="6890545" y="2980520"/>
                  <a:pt x="6891292" y="2980386"/>
                  <a:pt x="6892001" y="2980118"/>
                </a:cubicBezTo>
                <a:cubicBezTo>
                  <a:pt x="6895125" y="2978910"/>
                  <a:pt x="6896697" y="2975403"/>
                  <a:pt x="6895490" y="2972279"/>
                </a:cubicBezTo>
                <a:cubicBezTo>
                  <a:pt x="6894301" y="2969137"/>
                  <a:pt x="6890775" y="2967584"/>
                  <a:pt x="6887650" y="2968772"/>
                </a:cubicBezTo>
                <a:close/>
                <a:moveTo>
                  <a:pt x="8209501" y="2452400"/>
                </a:moveTo>
                <a:cubicBezTo>
                  <a:pt x="8204614" y="2451193"/>
                  <a:pt x="8199650" y="2454183"/>
                  <a:pt x="8198443" y="2459070"/>
                </a:cubicBezTo>
                <a:cubicBezTo>
                  <a:pt x="8197235" y="2463976"/>
                  <a:pt x="8200206" y="2468921"/>
                  <a:pt x="8205113" y="2470147"/>
                </a:cubicBezTo>
                <a:cubicBezTo>
                  <a:pt x="8205859" y="2470320"/>
                  <a:pt x="8206588" y="2470416"/>
                  <a:pt x="8207316" y="2470416"/>
                </a:cubicBezTo>
                <a:cubicBezTo>
                  <a:pt x="8211417" y="2470416"/>
                  <a:pt x="8215155" y="2467618"/>
                  <a:pt x="8216171" y="2463459"/>
                </a:cubicBezTo>
                <a:cubicBezTo>
                  <a:pt x="8217379" y="2458572"/>
                  <a:pt x="8214407" y="2453608"/>
                  <a:pt x="8209501" y="2452400"/>
                </a:cubicBezTo>
                <a:close/>
                <a:moveTo>
                  <a:pt x="8607335" y="2294881"/>
                </a:moveTo>
                <a:cubicBezTo>
                  <a:pt x="8601490" y="2292888"/>
                  <a:pt x="8595147" y="2296012"/>
                  <a:pt x="8593153" y="2301858"/>
                </a:cubicBezTo>
                <a:cubicBezTo>
                  <a:pt x="8591160" y="2307703"/>
                  <a:pt x="8594283" y="2314047"/>
                  <a:pt x="8600129" y="2316040"/>
                </a:cubicBezTo>
                <a:cubicBezTo>
                  <a:pt x="8601318" y="2316442"/>
                  <a:pt x="8602544" y="2316634"/>
                  <a:pt x="8603732" y="2316634"/>
                </a:cubicBezTo>
                <a:cubicBezTo>
                  <a:pt x="8608390" y="2316634"/>
                  <a:pt x="8612740" y="2313721"/>
                  <a:pt x="8614312" y="2309063"/>
                </a:cubicBezTo>
                <a:cubicBezTo>
                  <a:pt x="8616305" y="2303218"/>
                  <a:pt x="8613181" y="2296875"/>
                  <a:pt x="8607335" y="2294881"/>
                </a:cubicBezTo>
                <a:close/>
                <a:moveTo>
                  <a:pt x="8411734" y="2370603"/>
                </a:moveTo>
                <a:cubicBezTo>
                  <a:pt x="8406387" y="2368936"/>
                  <a:pt x="8400695" y="2371925"/>
                  <a:pt x="8399027" y="2377292"/>
                </a:cubicBezTo>
                <a:cubicBezTo>
                  <a:pt x="8397360" y="2382639"/>
                  <a:pt x="8400350" y="2388331"/>
                  <a:pt x="8405697" y="2389998"/>
                </a:cubicBezTo>
                <a:cubicBezTo>
                  <a:pt x="8406713" y="2390305"/>
                  <a:pt x="8407728" y="2390459"/>
                  <a:pt x="8408724" y="2390459"/>
                </a:cubicBezTo>
                <a:cubicBezTo>
                  <a:pt x="8413056" y="2390459"/>
                  <a:pt x="8417062" y="2387660"/>
                  <a:pt x="8418423" y="2383310"/>
                </a:cubicBezTo>
                <a:cubicBezTo>
                  <a:pt x="8420090" y="2377963"/>
                  <a:pt x="8417100" y="2372270"/>
                  <a:pt x="8411734" y="2370603"/>
                </a:cubicBezTo>
                <a:close/>
                <a:moveTo>
                  <a:pt x="5964554" y="3323580"/>
                </a:moveTo>
                <a:cubicBezTo>
                  <a:pt x="5961315" y="3324461"/>
                  <a:pt x="5959418" y="3327795"/>
                  <a:pt x="5960300" y="3331035"/>
                </a:cubicBezTo>
                <a:cubicBezTo>
                  <a:pt x="5961027" y="3333736"/>
                  <a:pt x="5963482" y="3335500"/>
                  <a:pt x="5966144" y="3335500"/>
                </a:cubicBezTo>
                <a:cubicBezTo>
                  <a:pt x="5966681" y="3335500"/>
                  <a:pt x="5967219" y="3335424"/>
                  <a:pt x="5967755" y="3335289"/>
                </a:cubicBezTo>
                <a:cubicBezTo>
                  <a:pt x="5970993" y="3334389"/>
                  <a:pt x="5972890" y="3331054"/>
                  <a:pt x="5972010" y="3327815"/>
                </a:cubicBezTo>
                <a:cubicBezTo>
                  <a:pt x="5971128" y="3324595"/>
                  <a:pt x="5967775" y="3322697"/>
                  <a:pt x="5964554" y="3323580"/>
                </a:cubicBezTo>
                <a:close/>
                <a:moveTo>
                  <a:pt x="8788473" y="2220670"/>
                </a:moveTo>
                <a:cubicBezTo>
                  <a:pt x="8785668" y="2222043"/>
                  <a:pt x="8783387" y="2224487"/>
                  <a:pt x="8782295" y="2227668"/>
                </a:cubicBezTo>
                <a:cubicBezTo>
                  <a:pt x="8780111" y="2234050"/>
                  <a:pt x="8783502" y="2240988"/>
                  <a:pt x="8789885" y="2243173"/>
                </a:cubicBezTo>
                <a:cubicBezTo>
                  <a:pt x="8791206" y="2243614"/>
                  <a:pt x="8792530" y="2243825"/>
                  <a:pt x="8793833" y="2243825"/>
                </a:cubicBezTo>
                <a:cubicBezTo>
                  <a:pt x="8798911" y="2243844"/>
                  <a:pt x="8803645" y="2240644"/>
                  <a:pt x="8805390" y="2235583"/>
                </a:cubicBezTo>
                <a:cubicBezTo>
                  <a:pt x="8807574" y="2229202"/>
                  <a:pt x="8804163" y="2222264"/>
                  <a:pt x="8797800" y="2220098"/>
                </a:cubicBezTo>
                <a:cubicBezTo>
                  <a:pt x="8794609" y="2218996"/>
                  <a:pt x="8791279" y="2219298"/>
                  <a:pt x="8788473" y="2220670"/>
                </a:cubicBezTo>
                <a:close/>
                <a:moveTo>
                  <a:pt x="8973933" y="2143331"/>
                </a:moveTo>
                <a:cubicBezTo>
                  <a:pt x="8970919" y="2144874"/>
                  <a:pt x="8968495" y="2147567"/>
                  <a:pt x="8967374" y="2151046"/>
                </a:cubicBezTo>
                <a:cubicBezTo>
                  <a:pt x="8965151" y="2157983"/>
                  <a:pt x="8968965" y="2165439"/>
                  <a:pt x="8975922" y="2167681"/>
                </a:cubicBezTo>
                <a:cubicBezTo>
                  <a:pt x="8977263" y="2168122"/>
                  <a:pt x="8978644" y="2168313"/>
                  <a:pt x="8979984" y="2168313"/>
                </a:cubicBezTo>
                <a:cubicBezTo>
                  <a:pt x="8985561" y="2168313"/>
                  <a:pt x="8990756" y="2164748"/>
                  <a:pt x="8992557" y="2159152"/>
                </a:cubicBezTo>
                <a:cubicBezTo>
                  <a:pt x="8994799" y="2152195"/>
                  <a:pt x="8990986" y="2144740"/>
                  <a:pt x="8984029" y="2142517"/>
                </a:cubicBezTo>
                <a:cubicBezTo>
                  <a:pt x="8980550" y="2141396"/>
                  <a:pt x="8976947" y="2141789"/>
                  <a:pt x="8973933" y="2143331"/>
                </a:cubicBezTo>
                <a:close/>
                <a:moveTo>
                  <a:pt x="5868805" y="3347881"/>
                </a:moveTo>
                <a:cubicBezTo>
                  <a:pt x="5865547" y="3348629"/>
                  <a:pt x="5863515" y="3351886"/>
                  <a:pt x="5864262" y="3355164"/>
                </a:cubicBezTo>
                <a:cubicBezTo>
                  <a:pt x="5864914" y="3357962"/>
                  <a:pt x="5867407" y="3359860"/>
                  <a:pt x="5870164" y="3359860"/>
                </a:cubicBezTo>
                <a:cubicBezTo>
                  <a:pt x="5870625" y="3359860"/>
                  <a:pt x="5871086" y="3359821"/>
                  <a:pt x="5871545" y="3359706"/>
                </a:cubicBezTo>
                <a:cubicBezTo>
                  <a:pt x="5874803" y="3358939"/>
                  <a:pt x="5876855" y="3355681"/>
                  <a:pt x="5876088" y="3352423"/>
                </a:cubicBezTo>
                <a:cubicBezTo>
                  <a:pt x="5875321" y="3349165"/>
                  <a:pt x="5872063" y="3347114"/>
                  <a:pt x="5868805" y="3347881"/>
                </a:cubicBezTo>
                <a:close/>
                <a:moveTo>
                  <a:pt x="5368973" y="3539706"/>
                </a:moveTo>
                <a:cubicBezTo>
                  <a:pt x="5366193" y="3539515"/>
                  <a:pt x="5363797" y="3541623"/>
                  <a:pt x="5363607" y="3544402"/>
                </a:cubicBezTo>
                <a:cubicBezTo>
                  <a:pt x="5363434" y="3547200"/>
                  <a:pt x="5365543" y="3549595"/>
                  <a:pt x="5368321" y="3549787"/>
                </a:cubicBezTo>
                <a:lnTo>
                  <a:pt x="5368647" y="3549787"/>
                </a:lnTo>
                <a:cubicBezTo>
                  <a:pt x="5371292" y="3549787"/>
                  <a:pt x="5373515" y="3547737"/>
                  <a:pt x="5373689" y="3545072"/>
                </a:cubicBezTo>
                <a:cubicBezTo>
                  <a:pt x="5373861" y="3542294"/>
                  <a:pt x="5371752" y="3539878"/>
                  <a:pt x="5368973" y="3539706"/>
                </a:cubicBezTo>
                <a:close/>
                <a:moveTo>
                  <a:pt x="7575206" y="2673031"/>
                </a:moveTo>
                <a:lnTo>
                  <a:pt x="7575206" y="2673050"/>
                </a:lnTo>
                <a:lnTo>
                  <a:pt x="7575215" y="2673040"/>
                </a:lnTo>
                <a:close/>
                <a:moveTo>
                  <a:pt x="7581742" y="2665462"/>
                </a:moveTo>
                <a:lnTo>
                  <a:pt x="7575215" y="2673040"/>
                </a:lnTo>
                <a:lnTo>
                  <a:pt x="7582259" y="2679586"/>
                </a:lnTo>
                <a:cubicBezTo>
                  <a:pt x="7582431" y="2679586"/>
                  <a:pt x="7582604" y="2679586"/>
                  <a:pt x="7582796" y="2679586"/>
                </a:cubicBezTo>
                <a:cubicBezTo>
                  <a:pt x="7586705" y="2679318"/>
                  <a:pt x="7589638" y="2675906"/>
                  <a:pt x="7589332" y="2671996"/>
                </a:cubicBezTo>
                <a:cubicBezTo>
                  <a:pt x="7589063" y="2668087"/>
                  <a:pt x="7585651" y="2665154"/>
                  <a:pt x="7581742" y="2665462"/>
                </a:cubicBezTo>
                <a:close/>
                <a:moveTo>
                  <a:pt x="4774043" y="3760164"/>
                </a:moveTo>
                <a:cubicBezTo>
                  <a:pt x="4773333" y="3760989"/>
                  <a:pt x="4773410" y="3762234"/>
                  <a:pt x="4774254" y="3762963"/>
                </a:cubicBezTo>
                <a:lnTo>
                  <a:pt x="4774234" y="3762963"/>
                </a:lnTo>
                <a:cubicBezTo>
                  <a:pt x="4774618" y="3763288"/>
                  <a:pt x="4775078" y="3763442"/>
                  <a:pt x="4775538" y="3763441"/>
                </a:cubicBezTo>
                <a:cubicBezTo>
                  <a:pt x="4776093" y="3763442"/>
                  <a:pt x="4776649" y="3763212"/>
                  <a:pt x="4777032" y="3762752"/>
                </a:cubicBezTo>
                <a:cubicBezTo>
                  <a:pt x="4777760" y="3761928"/>
                  <a:pt x="4777666" y="3760681"/>
                  <a:pt x="4776841" y="3759955"/>
                </a:cubicBezTo>
                <a:cubicBezTo>
                  <a:pt x="4775998" y="3759244"/>
                  <a:pt x="4774752" y="3759341"/>
                  <a:pt x="4774043" y="3760164"/>
                </a:cubicBezTo>
                <a:close/>
                <a:moveTo>
                  <a:pt x="5772173" y="3368082"/>
                </a:moveTo>
                <a:cubicBezTo>
                  <a:pt x="5768858" y="3368695"/>
                  <a:pt x="5766692" y="3371857"/>
                  <a:pt x="5767306" y="3375173"/>
                </a:cubicBezTo>
                <a:lnTo>
                  <a:pt x="5767325" y="3375173"/>
                </a:lnTo>
                <a:cubicBezTo>
                  <a:pt x="5767861" y="3378086"/>
                  <a:pt x="5770411" y="3380135"/>
                  <a:pt x="5773286" y="3380136"/>
                </a:cubicBezTo>
                <a:cubicBezTo>
                  <a:pt x="5773650" y="3380136"/>
                  <a:pt x="5774013" y="3380098"/>
                  <a:pt x="5774398" y="3380022"/>
                </a:cubicBezTo>
                <a:cubicBezTo>
                  <a:pt x="5777693" y="3379408"/>
                  <a:pt x="5779879" y="3376246"/>
                  <a:pt x="5779265" y="3372949"/>
                </a:cubicBezTo>
                <a:cubicBezTo>
                  <a:pt x="5778652" y="3369653"/>
                  <a:pt x="5775470" y="3367468"/>
                  <a:pt x="5772173" y="3368082"/>
                </a:cubicBezTo>
                <a:close/>
                <a:moveTo>
                  <a:pt x="7899273" y="2534678"/>
                </a:moveTo>
                <a:cubicBezTo>
                  <a:pt x="7894807" y="2534237"/>
                  <a:pt x="7890840" y="2537495"/>
                  <a:pt x="7890398" y="2541961"/>
                </a:cubicBezTo>
                <a:cubicBezTo>
                  <a:pt x="7889958" y="2546426"/>
                  <a:pt x="7893216" y="2550393"/>
                  <a:pt x="7897682" y="2550835"/>
                </a:cubicBezTo>
                <a:cubicBezTo>
                  <a:pt x="7897951" y="2550873"/>
                  <a:pt x="7898218" y="2550873"/>
                  <a:pt x="7898486" y="2550872"/>
                </a:cubicBezTo>
                <a:cubicBezTo>
                  <a:pt x="7902607" y="2550873"/>
                  <a:pt x="7906152" y="2547730"/>
                  <a:pt x="7906555" y="2543532"/>
                </a:cubicBezTo>
                <a:cubicBezTo>
                  <a:pt x="7906996" y="2539086"/>
                  <a:pt x="7903738" y="2535119"/>
                  <a:pt x="7899273" y="2534678"/>
                </a:cubicBezTo>
                <a:close/>
                <a:moveTo>
                  <a:pt x="5067693" y="3624418"/>
                </a:moveTo>
                <a:cubicBezTo>
                  <a:pt x="5065625" y="3623650"/>
                  <a:pt x="5063304" y="3624704"/>
                  <a:pt x="5062519" y="3626775"/>
                </a:cubicBezTo>
                <a:cubicBezTo>
                  <a:pt x="5061752" y="3628864"/>
                  <a:pt x="5062807" y="3631182"/>
                  <a:pt x="5064897" y="3631968"/>
                </a:cubicBezTo>
                <a:cubicBezTo>
                  <a:pt x="5065357" y="3632140"/>
                  <a:pt x="5065816" y="3632218"/>
                  <a:pt x="5066296" y="3632218"/>
                </a:cubicBezTo>
                <a:cubicBezTo>
                  <a:pt x="5067924" y="3632218"/>
                  <a:pt x="5069458" y="3631221"/>
                  <a:pt x="5070071" y="3629592"/>
                </a:cubicBezTo>
                <a:cubicBezTo>
                  <a:pt x="5070837" y="3627503"/>
                  <a:pt x="5069784" y="3625203"/>
                  <a:pt x="5067693" y="3624418"/>
                </a:cubicBezTo>
                <a:close/>
                <a:moveTo>
                  <a:pt x="5674718" y="3383740"/>
                </a:moveTo>
                <a:cubicBezTo>
                  <a:pt x="5671402" y="3384199"/>
                  <a:pt x="5669065" y="3387247"/>
                  <a:pt x="5669504" y="3390582"/>
                </a:cubicBezTo>
                <a:cubicBezTo>
                  <a:pt x="5669927" y="3393628"/>
                  <a:pt x="5672534" y="3395832"/>
                  <a:pt x="5675522" y="3395832"/>
                </a:cubicBezTo>
                <a:cubicBezTo>
                  <a:pt x="5675792" y="3395832"/>
                  <a:pt x="5676059" y="3395814"/>
                  <a:pt x="5676329" y="3395775"/>
                </a:cubicBezTo>
                <a:cubicBezTo>
                  <a:pt x="5679663" y="3395334"/>
                  <a:pt x="5681981" y="3392268"/>
                  <a:pt x="5681541" y="3388952"/>
                </a:cubicBezTo>
                <a:cubicBezTo>
                  <a:pt x="5681101" y="3385637"/>
                  <a:pt x="5678032" y="3383299"/>
                  <a:pt x="5674718" y="3383740"/>
                </a:cubicBezTo>
                <a:close/>
                <a:moveTo>
                  <a:pt x="8110647" y="2430245"/>
                </a:moveTo>
                <a:cubicBezTo>
                  <a:pt x="8105702" y="2429249"/>
                  <a:pt x="8100890" y="2432469"/>
                  <a:pt x="8099914" y="2437432"/>
                </a:cubicBezTo>
                <a:cubicBezTo>
                  <a:pt x="8098917" y="2442377"/>
                  <a:pt x="8102138" y="2447187"/>
                  <a:pt x="8107081" y="2448165"/>
                </a:cubicBezTo>
                <a:cubicBezTo>
                  <a:pt x="8107676" y="2448280"/>
                  <a:pt x="8108269" y="2448338"/>
                  <a:pt x="8108864" y="2448338"/>
                </a:cubicBezTo>
                <a:cubicBezTo>
                  <a:pt x="8113138" y="2448337"/>
                  <a:pt x="8116952" y="2445329"/>
                  <a:pt x="8117814" y="2440998"/>
                </a:cubicBezTo>
                <a:cubicBezTo>
                  <a:pt x="8118811" y="2436033"/>
                  <a:pt x="8115590" y="2431223"/>
                  <a:pt x="8110647" y="2430245"/>
                </a:cubicBezTo>
                <a:close/>
                <a:moveTo>
                  <a:pt x="7482235" y="2675466"/>
                </a:moveTo>
                <a:cubicBezTo>
                  <a:pt x="7478344" y="2675964"/>
                  <a:pt x="7475605" y="2679509"/>
                  <a:pt x="7476084" y="2683380"/>
                </a:cubicBezTo>
                <a:cubicBezTo>
                  <a:pt x="7476543" y="2686965"/>
                  <a:pt x="7479591" y="2689590"/>
                  <a:pt x="7483117" y="2689590"/>
                </a:cubicBezTo>
                <a:cubicBezTo>
                  <a:pt x="7483424" y="2689590"/>
                  <a:pt x="7483711" y="2689570"/>
                  <a:pt x="7484018" y="2689533"/>
                </a:cubicBezTo>
                <a:cubicBezTo>
                  <a:pt x="7487909" y="2689035"/>
                  <a:pt x="7490650" y="2685489"/>
                  <a:pt x="7490151" y="2681598"/>
                </a:cubicBezTo>
                <a:cubicBezTo>
                  <a:pt x="7489671" y="2677727"/>
                  <a:pt x="7486126" y="2674966"/>
                  <a:pt x="7482235" y="2675466"/>
                </a:cubicBezTo>
                <a:close/>
                <a:moveTo>
                  <a:pt x="8314125" y="2341606"/>
                </a:moveTo>
                <a:cubicBezTo>
                  <a:pt x="8308720" y="2340092"/>
                  <a:pt x="8303124" y="2343235"/>
                  <a:pt x="8301610" y="2348640"/>
                </a:cubicBezTo>
                <a:cubicBezTo>
                  <a:pt x="8300076" y="2354025"/>
                  <a:pt x="8303220" y="2359641"/>
                  <a:pt x="8308624" y="2361154"/>
                </a:cubicBezTo>
                <a:cubicBezTo>
                  <a:pt x="8309545" y="2361423"/>
                  <a:pt x="8310464" y="2361538"/>
                  <a:pt x="8311384" y="2361538"/>
                </a:cubicBezTo>
                <a:cubicBezTo>
                  <a:pt x="8315812" y="2361538"/>
                  <a:pt x="8319893" y="2358605"/>
                  <a:pt x="8321159" y="2354140"/>
                </a:cubicBezTo>
                <a:cubicBezTo>
                  <a:pt x="8322673" y="2348736"/>
                  <a:pt x="8319530" y="2343120"/>
                  <a:pt x="8314125" y="2341606"/>
                </a:cubicBezTo>
                <a:close/>
                <a:moveTo>
                  <a:pt x="5271632" y="3529223"/>
                </a:moveTo>
                <a:cubicBezTo>
                  <a:pt x="5268871" y="3528801"/>
                  <a:pt x="5266305" y="3530698"/>
                  <a:pt x="5265884" y="3533458"/>
                </a:cubicBezTo>
                <a:cubicBezTo>
                  <a:pt x="5265461" y="3536218"/>
                  <a:pt x="5267358" y="3538786"/>
                  <a:pt x="5270118" y="3539207"/>
                </a:cubicBezTo>
                <a:cubicBezTo>
                  <a:pt x="5270367" y="3539265"/>
                  <a:pt x="5270617" y="3539265"/>
                  <a:pt x="5270865" y="3539266"/>
                </a:cubicBezTo>
                <a:cubicBezTo>
                  <a:pt x="5273338" y="3539265"/>
                  <a:pt x="5275484" y="3537483"/>
                  <a:pt x="5275867" y="3534972"/>
                </a:cubicBezTo>
                <a:cubicBezTo>
                  <a:pt x="5276289" y="3532232"/>
                  <a:pt x="5274374" y="3529645"/>
                  <a:pt x="5271632" y="3529223"/>
                </a:cubicBezTo>
                <a:close/>
                <a:moveTo>
                  <a:pt x="8510320" y="2262357"/>
                </a:moveTo>
                <a:cubicBezTo>
                  <a:pt x="8504456" y="2260422"/>
                  <a:pt x="8498131" y="2263622"/>
                  <a:pt x="8496215" y="2269487"/>
                </a:cubicBezTo>
                <a:cubicBezTo>
                  <a:pt x="8494280" y="2275351"/>
                  <a:pt x="8497479" y="2281657"/>
                  <a:pt x="8503345" y="2283593"/>
                </a:cubicBezTo>
                <a:cubicBezTo>
                  <a:pt x="8504495" y="2283976"/>
                  <a:pt x="8505682" y="2284149"/>
                  <a:pt x="8506833" y="2284149"/>
                </a:cubicBezTo>
                <a:cubicBezTo>
                  <a:pt x="8511528" y="2284149"/>
                  <a:pt x="8515917" y="2281159"/>
                  <a:pt x="8517450" y="2276463"/>
                </a:cubicBezTo>
                <a:cubicBezTo>
                  <a:pt x="8519386" y="2270599"/>
                  <a:pt x="8516185" y="2264274"/>
                  <a:pt x="8510320" y="2262357"/>
                </a:cubicBezTo>
                <a:close/>
                <a:moveTo>
                  <a:pt x="8700575" y="2186578"/>
                </a:moveTo>
                <a:cubicBezTo>
                  <a:pt x="8694211" y="2184393"/>
                  <a:pt x="8687273" y="2187766"/>
                  <a:pt x="8685070" y="2194148"/>
                </a:cubicBezTo>
                <a:cubicBezTo>
                  <a:pt x="8682866" y="2200511"/>
                  <a:pt x="8686238" y="2207449"/>
                  <a:pt x="8692620" y="2209653"/>
                </a:cubicBezTo>
                <a:cubicBezTo>
                  <a:pt x="8693942" y="2210113"/>
                  <a:pt x="8695284" y="2210324"/>
                  <a:pt x="8696588" y="2210323"/>
                </a:cubicBezTo>
                <a:cubicBezTo>
                  <a:pt x="8701666" y="2210324"/>
                  <a:pt x="8706381" y="2207162"/>
                  <a:pt x="8708126" y="2202101"/>
                </a:cubicBezTo>
                <a:cubicBezTo>
                  <a:pt x="8710329" y="2195739"/>
                  <a:pt x="8706956" y="2188782"/>
                  <a:pt x="8700575" y="2186578"/>
                </a:cubicBezTo>
                <a:close/>
                <a:moveTo>
                  <a:pt x="4872112" y="3679229"/>
                </a:moveTo>
                <a:cubicBezTo>
                  <a:pt x="4871192" y="3680590"/>
                  <a:pt x="4871536" y="3682468"/>
                  <a:pt x="4872917" y="3683388"/>
                </a:cubicBezTo>
                <a:cubicBezTo>
                  <a:pt x="4873434" y="3683734"/>
                  <a:pt x="4874028" y="3683905"/>
                  <a:pt x="4874604" y="3683906"/>
                </a:cubicBezTo>
                <a:cubicBezTo>
                  <a:pt x="4875561" y="3683906"/>
                  <a:pt x="4876501" y="3683445"/>
                  <a:pt x="4877095" y="3682584"/>
                </a:cubicBezTo>
                <a:cubicBezTo>
                  <a:pt x="4878014" y="3681204"/>
                  <a:pt x="4877650" y="3679344"/>
                  <a:pt x="4876270" y="3678406"/>
                </a:cubicBezTo>
                <a:cubicBezTo>
                  <a:pt x="4874910" y="3677486"/>
                  <a:pt x="4873032" y="3677850"/>
                  <a:pt x="4872112" y="3679229"/>
                </a:cubicBezTo>
                <a:close/>
                <a:moveTo>
                  <a:pt x="8875840" y="2110741"/>
                </a:moveTo>
                <a:cubicBezTo>
                  <a:pt x="8872807" y="2112240"/>
                  <a:pt x="8870349" y="2114899"/>
                  <a:pt x="8869190" y="2118368"/>
                </a:cubicBezTo>
                <a:cubicBezTo>
                  <a:pt x="8866833" y="2125267"/>
                  <a:pt x="8870551" y="2132781"/>
                  <a:pt x="8877469" y="2135119"/>
                </a:cubicBezTo>
                <a:cubicBezTo>
                  <a:pt x="8878869" y="2135598"/>
                  <a:pt x="8880306" y="2135828"/>
                  <a:pt x="8881705" y="2135828"/>
                </a:cubicBezTo>
                <a:cubicBezTo>
                  <a:pt x="8887224" y="2135828"/>
                  <a:pt x="8892380" y="2132340"/>
                  <a:pt x="8894239" y="2126820"/>
                </a:cubicBezTo>
                <a:cubicBezTo>
                  <a:pt x="8896577" y="2119902"/>
                  <a:pt x="8892859" y="2112408"/>
                  <a:pt x="8885941" y="2110070"/>
                </a:cubicBezTo>
                <a:cubicBezTo>
                  <a:pt x="8882481" y="2108901"/>
                  <a:pt x="8878873" y="2109241"/>
                  <a:pt x="8875840" y="2110741"/>
                </a:cubicBezTo>
                <a:close/>
                <a:moveTo>
                  <a:pt x="5571034" y="3400681"/>
                </a:moveTo>
                <a:lnTo>
                  <a:pt x="5571034" y="3400701"/>
                </a:lnTo>
                <a:lnTo>
                  <a:pt x="5571043" y="3400690"/>
                </a:lnTo>
                <a:close/>
                <a:moveTo>
                  <a:pt x="7383381" y="2690510"/>
                </a:moveTo>
                <a:cubicBezTo>
                  <a:pt x="7379509" y="2691200"/>
                  <a:pt x="7376942" y="2694880"/>
                  <a:pt x="7377631" y="2698733"/>
                </a:cubicBezTo>
                <a:cubicBezTo>
                  <a:pt x="7378244" y="2702162"/>
                  <a:pt x="7381234" y="2704578"/>
                  <a:pt x="7384608" y="2704578"/>
                </a:cubicBezTo>
                <a:cubicBezTo>
                  <a:pt x="7385010" y="2704578"/>
                  <a:pt x="7385432" y="2704539"/>
                  <a:pt x="7385853" y="2704482"/>
                </a:cubicBezTo>
                <a:cubicBezTo>
                  <a:pt x="7389705" y="2703792"/>
                  <a:pt x="7392274" y="2700112"/>
                  <a:pt x="7391603" y="2696260"/>
                </a:cubicBezTo>
                <a:cubicBezTo>
                  <a:pt x="7390913" y="2692388"/>
                  <a:pt x="7387234" y="2689820"/>
                  <a:pt x="7383381" y="2690510"/>
                </a:cubicBezTo>
                <a:close/>
                <a:moveTo>
                  <a:pt x="7798808" y="2527568"/>
                </a:moveTo>
                <a:cubicBezTo>
                  <a:pt x="7794323" y="2527376"/>
                  <a:pt x="7790548" y="2530845"/>
                  <a:pt x="7790336" y="2535330"/>
                </a:cubicBezTo>
                <a:cubicBezTo>
                  <a:pt x="7790145" y="2539795"/>
                  <a:pt x="7793613" y="2543589"/>
                  <a:pt x="7798099" y="2543782"/>
                </a:cubicBezTo>
                <a:lnTo>
                  <a:pt x="7798463" y="2543782"/>
                </a:lnTo>
                <a:cubicBezTo>
                  <a:pt x="7802775" y="2543782"/>
                  <a:pt x="7806359" y="2540389"/>
                  <a:pt x="7806550" y="2536038"/>
                </a:cubicBezTo>
                <a:cubicBezTo>
                  <a:pt x="7806742" y="2531554"/>
                  <a:pt x="7803273" y="2527759"/>
                  <a:pt x="7798808" y="2527568"/>
                </a:cubicBezTo>
                <a:close/>
                <a:moveTo>
                  <a:pt x="5576631" y="3394184"/>
                </a:moveTo>
                <a:lnTo>
                  <a:pt x="5571043" y="3400690"/>
                </a:lnTo>
                <a:lnTo>
                  <a:pt x="5577070" y="3406277"/>
                </a:lnTo>
                <a:cubicBezTo>
                  <a:pt x="5577244" y="3406277"/>
                  <a:pt x="5577396" y="3406277"/>
                  <a:pt x="5577550" y="3406278"/>
                </a:cubicBezTo>
                <a:cubicBezTo>
                  <a:pt x="5580883" y="3406028"/>
                  <a:pt x="5583396" y="3403115"/>
                  <a:pt x="5583146" y="3399761"/>
                </a:cubicBezTo>
                <a:cubicBezTo>
                  <a:pt x="5582878" y="3396427"/>
                  <a:pt x="5579965" y="3393915"/>
                  <a:pt x="5576631" y="3394184"/>
                </a:cubicBezTo>
                <a:close/>
                <a:moveTo>
                  <a:pt x="9056479" y="2030849"/>
                </a:moveTo>
                <a:cubicBezTo>
                  <a:pt x="9053249" y="2032542"/>
                  <a:pt x="9050667" y="2035470"/>
                  <a:pt x="9049498" y="2039236"/>
                </a:cubicBezTo>
                <a:cubicBezTo>
                  <a:pt x="9047140" y="2046729"/>
                  <a:pt x="9051338" y="2054720"/>
                  <a:pt x="9058831" y="2057079"/>
                </a:cubicBezTo>
                <a:cubicBezTo>
                  <a:pt x="9060250" y="2057519"/>
                  <a:pt x="9061687" y="2057730"/>
                  <a:pt x="9063086" y="2057730"/>
                </a:cubicBezTo>
                <a:cubicBezTo>
                  <a:pt x="9069161" y="2057730"/>
                  <a:pt x="9074778" y="2053820"/>
                  <a:pt x="9076694" y="2047725"/>
                </a:cubicBezTo>
                <a:cubicBezTo>
                  <a:pt x="9079031" y="2040213"/>
                  <a:pt x="9074853" y="2032220"/>
                  <a:pt x="9067341" y="2029864"/>
                </a:cubicBezTo>
                <a:cubicBezTo>
                  <a:pt x="9063584" y="2028695"/>
                  <a:pt x="9059708" y="2029155"/>
                  <a:pt x="9056479" y="2030849"/>
                </a:cubicBezTo>
                <a:close/>
                <a:moveTo>
                  <a:pt x="4617212" y="3758689"/>
                </a:moveTo>
                <a:cubicBezTo>
                  <a:pt x="4616811" y="3759034"/>
                  <a:pt x="4616752" y="3759647"/>
                  <a:pt x="4617078" y="3760050"/>
                </a:cubicBezTo>
                <a:cubicBezTo>
                  <a:pt x="4617270" y="3760280"/>
                  <a:pt x="4617538" y="3760395"/>
                  <a:pt x="4617826" y="3760394"/>
                </a:cubicBezTo>
                <a:cubicBezTo>
                  <a:pt x="4618037" y="3760395"/>
                  <a:pt x="4618247" y="3760318"/>
                  <a:pt x="4618438" y="3760165"/>
                </a:cubicBezTo>
                <a:cubicBezTo>
                  <a:pt x="4618842" y="3759839"/>
                  <a:pt x="4618899" y="3759226"/>
                  <a:pt x="4618555" y="3758823"/>
                </a:cubicBezTo>
                <a:cubicBezTo>
                  <a:pt x="4618229" y="3758421"/>
                  <a:pt x="4617616" y="3758363"/>
                  <a:pt x="4617212" y="3758689"/>
                </a:cubicBezTo>
                <a:close/>
                <a:moveTo>
                  <a:pt x="7285369" y="2710232"/>
                </a:moveTo>
                <a:cubicBezTo>
                  <a:pt x="7281536" y="2711094"/>
                  <a:pt x="7279140" y="2714888"/>
                  <a:pt x="7280004" y="2718702"/>
                </a:cubicBezTo>
                <a:cubicBezTo>
                  <a:pt x="7280732" y="2721998"/>
                  <a:pt x="7283664" y="2724241"/>
                  <a:pt x="7286903" y="2724241"/>
                </a:cubicBezTo>
                <a:cubicBezTo>
                  <a:pt x="7287420" y="2724241"/>
                  <a:pt x="7287938" y="2724184"/>
                  <a:pt x="7288474" y="2724068"/>
                </a:cubicBezTo>
                <a:cubicBezTo>
                  <a:pt x="7292289" y="2723206"/>
                  <a:pt x="7294703" y="2719412"/>
                  <a:pt x="7293841" y="2715597"/>
                </a:cubicBezTo>
                <a:cubicBezTo>
                  <a:pt x="7292978" y="2711764"/>
                  <a:pt x="7289184" y="2709369"/>
                  <a:pt x="7285369" y="2710232"/>
                </a:cubicBezTo>
                <a:close/>
                <a:moveTo>
                  <a:pt x="7188317" y="2734227"/>
                </a:moveTo>
                <a:cubicBezTo>
                  <a:pt x="7184541" y="2735242"/>
                  <a:pt x="7182299" y="2739133"/>
                  <a:pt x="7183314" y="2742927"/>
                </a:cubicBezTo>
                <a:cubicBezTo>
                  <a:pt x="7184176" y="2746090"/>
                  <a:pt x="7187032" y="2748159"/>
                  <a:pt x="7190156" y="2748159"/>
                </a:cubicBezTo>
                <a:cubicBezTo>
                  <a:pt x="7190769" y="2748159"/>
                  <a:pt x="7191402" y="2748083"/>
                  <a:pt x="7192015" y="2747910"/>
                </a:cubicBezTo>
                <a:cubicBezTo>
                  <a:pt x="7195791" y="2746895"/>
                  <a:pt x="7198033" y="2743004"/>
                  <a:pt x="7197018" y="2739229"/>
                </a:cubicBezTo>
                <a:cubicBezTo>
                  <a:pt x="7195983" y="2735453"/>
                  <a:pt x="7192092" y="2733210"/>
                  <a:pt x="7188317" y="2734227"/>
                </a:cubicBezTo>
                <a:close/>
                <a:moveTo>
                  <a:pt x="8010872" y="2412556"/>
                </a:moveTo>
                <a:cubicBezTo>
                  <a:pt x="8005869" y="2411808"/>
                  <a:pt x="8001213" y="2415219"/>
                  <a:pt x="8000464" y="2420222"/>
                </a:cubicBezTo>
                <a:cubicBezTo>
                  <a:pt x="7999699" y="2425205"/>
                  <a:pt x="8003129" y="2429862"/>
                  <a:pt x="8008112" y="2430629"/>
                </a:cubicBezTo>
                <a:cubicBezTo>
                  <a:pt x="8008571" y="2430725"/>
                  <a:pt x="8009051" y="2430725"/>
                  <a:pt x="8009492" y="2430724"/>
                </a:cubicBezTo>
                <a:cubicBezTo>
                  <a:pt x="8013939" y="2430725"/>
                  <a:pt x="8017829" y="2427485"/>
                  <a:pt x="8018518" y="2422963"/>
                </a:cubicBezTo>
                <a:cubicBezTo>
                  <a:pt x="8019285" y="2417979"/>
                  <a:pt x="8015855" y="2413322"/>
                  <a:pt x="8010872" y="2412556"/>
                </a:cubicBezTo>
                <a:close/>
                <a:moveTo>
                  <a:pt x="5478121" y="3398592"/>
                </a:moveTo>
                <a:cubicBezTo>
                  <a:pt x="5474787" y="3398630"/>
                  <a:pt x="5472084" y="3401371"/>
                  <a:pt x="5472141" y="3404725"/>
                </a:cubicBezTo>
                <a:cubicBezTo>
                  <a:pt x="5472160" y="3408079"/>
                  <a:pt x="5474900" y="3410763"/>
                  <a:pt x="5478274" y="3410724"/>
                </a:cubicBezTo>
                <a:cubicBezTo>
                  <a:pt x="5481607" y="3410685"/>
                  <a:pt x="5484311" y="3407945"/>
                  <a:pt x="5484273" y="3404591"/>
                </a:cubicBezTo>
                <a:cubicBezTo>
                  <a:pt x="5484235" y="3401237"/>
                  <a:pt x="5481475" y="3398535"/>
                  <a:pt x="5478121" y="3398592"/>
                </a:cubicBezTo>
                <a:close/>
                <a:moveTo>
                  <a:pt x="6349987" y="3053654"/>
                </a:moveTo>
                <a:cubicBezTo>
                  <a:pt x="6346327" y="3055073"/>
                  <a:pt x="6344544" y="3059193"/>
                  <a:pt x="6345962" y="3062834"/>
                </a:cubicBezTo>
                <a:cubicBezTo>
                  <a:pt x="6347055" y="3065652"/>
                  <a:pt x="6349719" y="3067358"/>
                  <a:pt x="6352555" y="3067358"/>
                </a:cubicBezTo>
                <a:cubicBezTo>
                  <a:pt x="6353418" y="3067358"/>
                  <a:pt x="6354300" y="3067204"/>
                  <a:pt x="6355143" y="3066878"/>
                </a:cubicBezTo>
                <a:cubicBezTo>
                  <a:pt x="6358784" y="3065441"/>
                  <a:pt x="6360586" y="3061340"/>
                  <a:pt x="6359167" y="3057698"/>
                </a:cubicBezTo>
                <a:cubicBezTo>
                  <a:pt x="6357750" y="3054038"/>
                  <a:pt x="6353628" y="3052237"/>
                  <a:pt x="6349987" y="3053654"/>
                </a:cubicBezTo>
                <a:close/>
                <a:moveTo>
                  <a:pt x="6442403" y="3016646"/>
                </a:moveTo>
                <a:cubicBezTo>
                  <a:pt x="6438780" y="3018141"/>
                  <a:pt x="6437055" y="3022281"/>
                  <a:pt x="6438550" y="3025904"/>
                </a:cubicBezTo>
                <a:cubicBezTo>
                  <a:pt x="6439681" y="3028644"/>
                  <a:pt x="6442325" y="3030311"/>
                  <a:pt x="6445104" y="3030311"/>
                </a:cubicBezTo>
                <a:cubicBezTo>
                  <a:pt x="6446006" y="3030311"/>
                  <a:pt x="6446925" y="3030139"/>
                  <a:pt x="6447788" y="3029774"/>
                </a:cubicBezTo>
                <a:cubicBezTo>
                  <a:pt x="6451410" y="3028279"/>
                  <a:pt x="6453154" y="3024140"/>
                  <a:pt x="6451659" y="3020518"/>
                </a:cubicBezTo>
                <a:cubicBezTo>
                  <a:pt x="6450184" y="3016895"/>
                  <a:pt x="6446025" y="3015170"/>
                  <a:pt x="6442403" y="3016646"/>
                </a:cubicBezTo>
                <a:close/>
                <a:moveTo>
                  <a:pt x="6256901" y="3088880"/>
                </a:moveTo>
                <a:cubicBezTo>
                  <a:pt x="6253222" y="3090221"/>
                  <a:pt x="6251325" y="3094304"/>
                  <a:pt x="6252685" y="3097984"/>
                </a:cubicBezTo>
                <a:cubicBezTo>
                  <a:pt x="6253720" y="3100840"/>
                  <a:pt x="6256441" y="3102622"/>
                  <a:pt x="6259335" y="3102622"/>
                </a:cubicBezTo>
                <a:cubicBezTo>
                  <a:pt x="6260140" y="3102622"/>
                  <a:pt x="6260964" y="3102487"/>
                  <a:pt x="6261770" y="3102200"/>
                </a:cubicBezTo>
                <a:cubicBezTo>
                  <a:pt x="6265449" y="3100840"/>
                  <a:pt x="6267346" y="3096777"/>
                  <a:pt x="6265986" y="3093096"/>
                </a:cubicBezTo>
                <a:cubicBezTo>
                  <a:pt x="6264644" y="3089417"/>
                  <a:pt x="6260581" y="3087520"/>
                  <a:pt x="6256901" y="3088880"/>
                </a:cubicBezTo>
                <a:close/>
                <a:moveTo>
                  <a:pt x="7698094" y="2525919"/>
                </a:moveTo>
                <a:cubicBezTo>
                  <a:pt x="7693610" y="2525976"/>
                  <a:pt x="7690025" y="2529657"/>
                  <a:pt x="7690064" y="2534122"/>
                </a:cubicBezTo>
                <a:cubicBezTo>
                  <a:pt x="7690121" y="2538568"/>
                  <a:pt x="7693743" y="2542153"/>
                  <a:pt x="7698190" y="2542153"/>
                </a:cubicBezTo>
                <a:lnTo>
                  <a:pt x="7698266" y="2542153"/>
                </a:lnTo>
                <a:cubicBezTo>
                  <a:pt x="7702751" y="2542114"/>
                  <a:pt x="7706335" y="2538435"/>
                  <a:pt x="7706297" y="2533950"/>
                </a:cubicBezTo>
                <a:cubicBezTo>
                  <a:pt x="7706239" y="2529465"/>
                  <a:pt x="7702578" y="2525881"/>
                  <a:pt x="7698094" y="2525919"/>
                </a:cubicBezTo>
                <a:close/>
                <a:moveTo>
                  <a:pt x="7092375" y="2762207"/>
                </a:moveTo>
                <a:cubicBezTo>
                  <a:pt x="7088637" y="2763376"/>
                  <a:pt x="7086567" y="2767344"/>
                  <a:pt x="7087718" y="2771081"/>
                </a:cubicBezTo>
                <a:cubicBezTo>
                  <a:pt x="7088676" y="2774128"/>
                  <a:pt x="7091473" y="2776064"/>
                  <a:pt x="7094502" y="2776064"/>
                </a:cubicBezTo>
                <a:cubicBezTo>
                  <a:pt x="7095191" y="2776064"/>
                  <a:pt x="7095901" y="2775968"/>
                  <a:pt x="7096611" y="2775739"/>
                </a:cubicBezTo>
                <a:cubicBezTo>
                  <a:pt x="7100347" y="2774570"/>
                  <a:pt x="7102437" y="2770602"/>
                  <a:pt x="7101266" y="2766865"/>
                </a:cubicBezTo>
                <a:cubicBezTo>
                  <a:pt x="7100099" y="2763128"/>
                  <a:pt x="7096112" y="2761038"/>
                  <a:pt x="7092375" y="2762207"/>
                </a:cubicBezTo>
                <a:close/>
                <a:moveTo>
                  <a:pt x="5175697" y="3509969"/>
                </a:moveTo>
                <a:lnTo>
                  <a:pt x="5169577" y="3513622"/>
                </a:lnTo>
                <a:cubicBezTo>
                  <a:pt x="5168886" y="3516324"/>
                  <a:pt x="5170515" y="3519065"/>
                  <a:pt x="5173219" y="3519755"/>
                </a:cubicBezTo>
                <a:cubicBezTo>
                  <a:pt x="5173640" y="3519851"/>
                  <a:pt x="5174062" y="3519909"/>
                  <a:pt x="5174464" y="3519909"/>
                </a:cubicBezTo>
                <a:cubicBezTo>
                  <a:pt x="5176726" y="3519909"/>
                  <a:pt x="5178775" y="3518376"/>
                  <a:pt x="5179351" y="3516095"/>
                </a:cubicBezTo>
                <a:close/>
                <a:moveTo>
                  <a:pt x="5175691" y="3509961"/>
                </a:moveTo>
                <a:lnTo>
                  <a:pt x="5175697" y="3509969"/>
                </a:lnTo>
                <a:lnTo>
                  <a:pt x="5175710" y="3509961"/>
                </a:lnTo>
                <a:close/>
                <a:moveTo>
                  <a:pt x="4704223" y="3693700"/>
                </a:moveTo>
                <a:cubicBezTo>
                  <a:pt x="4703437" y="3694446"/>
                  <a:pt x="4703419" y="3695712"/>
                  <a:pt x="4704185" y="3696497"/>
                </a:cubicBezTo>
                <a:cubicBezTo>
                  <a:pt x="4704569" y="3696900"/>
                  <a:pt x="4705086" y="3697092"/>
                  <a:pt x="4705603" y="3697092"/>
                </a:cubicBezTo>
                <a:cubicBezTo>
                  <a:pt x="4706102" y="3697092"/>
                  <a:pt x="4706600" y="3696918"/>
                  <a:pt x="4706984" y="3696536"/>
                </a:cubicBezTo>
                <a:cubicBezTo>
                  <a:pt x="4707769" y="3695769"/>
                  <a:pt x="4707787" y="3694523"/>
                  <a:pt x="4707022" y="3693738"/>
                </a:cubicBezTo>
                <a:cubicBezTo>
                  <a:pt x="4706255" y="3692952"/>
                  <a:pt x="4705010" y="3692933"/>
                  <a:pt x="4704223" y="3693700"/>
                </a:cubicBezTo>
                <a:close/>
                <a:moveTo>
                  <a:pt x="6534281" y="2978201"/>
                </a:moveTo>
                <a:cubicBezTo>
                  <a:pt x="6530658" y="2979733"/>
                  <a:pt x="6528971" y="2983893"/>
                  <a:pt x="6530506" y="2987496"/>
                </a:cubicBezTo>
                <a:cubicBezTo>
                  <a:pt x="6531655" y="2990198"/>
                  <a:pt x="6534281" y="2991827"/>
                  <a:pt x="6537041" y="2991827"/>
                </a:cubicBezTo>
                <a:cubicBezTo>
                  <a:pt x="6537960" y="2991827"/>
                  <a:pt x="6538900" y="2991655"/>
                  <a:pt x="6539800" y="2991271"/>
                </a:cubicBezTo>
                <a:cubicBezTo>
                  <a:pt x="6543404" y="2989738"/>
                  <a:pt x="6545090" y="2985580"/>
                  <a:pt x="6543556" y="2981976"/>
                </a:cubicBezTo>
                <a:cubicBezTo>
                  <a:pt x="6542043" y="2978373"/>
                  <a:pt x="6537884" y="2976687"/>
                  <a:pt x="6534281" y="2978201"/>
                </a:cubicBezTo>
                <a:close/>
                <a:moveTo>
                  <a:pt x="4973246" y="3587141"/>
                </a:moveTo>
                <a:cubicBezTo>
                  <a:pt x="4972250" y="3589115"/>
                  <a:pt x="4973038" y="3591529"/>
                  <a:pt x="4975010" y="3592545"/>
                </a:cubicBezTo>
                <a:cubicBezTo>
                  <a:pt x="4975604" y="3592833"/>
                  <a:pt x="4976218" y="3592985"/>
                  <a:pt x="4976832" y="3592985"/>
                </a:cubicBezTo>
                <a:cubicBezTo>
                  <a:pt x="4978307" y="3592986"/>
                  <a:pt x="4979708" y="3592181"/>
                  <a:pt x="4980434" y="3590782"/>
                </a:cubicBezTo>
                <a:cubicBezTo>
                  <a:pt x="4981451" y="3588808"/>
                  <a:pt x="4980647" y="3586374"/>
                  <a:pt x="4978671" y="3585377"/>
                </a:cubicBezTo>
                <a:cubicBezTo>
                  <a:pt x="4976678" y="3584362"/>
                  <a:pt x="4974262" y="3585148"/>
                  <a:pt x="4973246" y="3587141"/>
                </a:cubicBezTo>
                <a:close/>
                <a:moveTo>
                  <a:pt x="6163068" y="3121998"/>
                </a:moveTo>
                <a:cubicBezTo>
                  <a:pt x="6159369" y="3123263"/>
                  <a:pt x="6157376" y="3127288"/>
                  <a:pt x="6158641" y="3130986"/>
                </a:cubicBezTo>
                <a:cubicBezTo>
                  <a:pt x="6159637" y="3133938"/>
                  <a:pt x="6162397" y="3135797"/>
                  <a:pt x="6165349" y="3135797"/>
                </a:cubicBezTo>
                <a:cubicBezTo>
                  <a:pt x="6166096" y="3135797"/>
                  <a:pt x="6166862" y="3135682"/>
                  <a:pt x="6167630" y="3135432"/>
                </a:cubicBezTo>
                <a:cubicBezTo>
                  <a:pt x="6171348" y="3134168"/>
                  <a:pt x="6173321" y="3130143"/>
                  <a:pt x="6172076" y="3126425"/>
                </a:cubicBezTo>
                <a:cubicBezTo>
                  <a:pt x="6170811" y="3122727"/>
                  <a:pt x="6166786" y="3120733"/>
                  <a:pt x="6163068" y="3121998"/>
                </a:cubicBezTo>
                <a:close/>
                <a:moveTo>
                  <a:pt x="6626083" y="2939410"/>
                </a:moveTo>
                <a:cubicBezTo>
                  <a:pt x="6622480" y="2940924"/>
                  <a:pt x="6620773" y="2945083"/>
                  <a:pt x="6622308" y="2948686"/>
                </a:cubicBezTo>
                <a:cubicBezTo>
                  <a:pt x="6623438" y="2951407"/>
                  <a:pt x="6626083" y="2953037"/>
                  <a:pt x="6628842" y="2953037"/>
                </a:cubicBezTo>
                <a:cubicBezTo>
                  <a:pt x="6629763" y="2953037"/>
                  <a:pt x="6630682" y="2952864"/>
                  <a:pt x="6631583" y="2952481"/>
                </a:cubicBezTo>
                <a:cubicBezTo>
                  <a:pt x="6635206" y="2950967"/>
                  <a:pt x="6636891" y="2946808"/>
                  <a:pt x="6635378" y="2943185"/>
                </a:cubicBezTo>
                <a:cubicBezTo>
                  <a:pt x="6633844" y="2939583"/>
                  <a:pt x="6629705" y="2937896"/>
                  <a:pt x="6626083" y="2939410"/>
                </a:cubicBezTo>
                <a:close/>
                <a:moveTo>
                  <a:pt x="6997525" y="2793524"/>
                </a:moveTo>
                <a:cubicBezTo>
                  <a:pt x="6993827" y="2794808"/>
                  <a:pt x="6991872" y="2798852"/>
                  <a:pt x="6993156" y="2802551"/>
                </a:cubicBezTo>
                <a:cubicBezTo>
                  <a:pt x="6994171" y="2805483"/>
                  <a:pt x="6996913" y="2807323"/>
                  <a:pt x="6999845" y="2807323"/>
                </a:cubicBezTo>
                <a:cubicBezTo>
                  <a:pt x="7000631" y="2807323"/>
                  <a:pt x="7001416" y="2807188"/>
                  <a:pt x="7002183" y="2806920"/>
                </a:cubicBezTo>
                <a:cubicBezTo>
                  <a:pt x="7005882" y="2805636"/>
                  <a:pt x="7007835" y="2801592"/>
                  <a:pt x="7006552" y="2797894"/>
                </a:cubicBezTo>
                <a:cubicBezTo>
                  <a:pt x="7005268" y="2794194"/>
                  <a:pt x="7001224" y="2792240"/>
                  <a:pt x="6997525" y="2793524"/>
                </a:cubicBezTo>
                <a:close/>
                <a:moveTo>
                  <a:pt x="6718114" y="2901003"/>
                </a:moveTo>
                <a:cubicBezTo>
                  <a:pt x="6714492" y="2902498"/>
                  <a:pt x="6712767" y="2906637"/>
                  <a:pt x="6714262" y="2910260"/>
                </a:cubicBezTo>
                <a:cubicBezTo>
                  <a:pt x="6715392" y="2913000"/>
                  <a:pt x="6718037" y="2914649"/>
                  <a:pt x="6720817" y="2914649"/>
                </a:cubicBezTo>
                <a:cubicBezTo>
                  <a:pt x="6721718" y="2914649"/>
                  <a:pt x="6722638" y="2914476"/>
                  <a:pt x="6723520" y="2914112"/>
                </a:cubicBezTo>
                <a:cubicBezTo>
                  <a:pt x="6727141" y="2912617"/>
                  <a:pt x="6728866" y="2908478"/>
                  <a:pt x="6727371" y="2904855"/>
                </a:cubicBezTo>
                <a:cubicBezTo>
                  <a:pt x="6725876" y="2901233"/>
                  <a:pt x="6721737" y="2899508"/>
                  <a:pt x="6718114" y="2901003"/>
                </a:cubicBezTo>
                <a:close/>
                <a:moveTo>
                  <a:pt x="8215558" y="2315732"/>
                </a:moveTo>
                <a:cubicBezTo>
                  <a:pt x="8210115" y="2314411"/>
                  <a:pt x="8204615" y="2317745"/>
                  <a:pt x="8203310" y="2323207"/>
                </a:cubicBezTo>
                <a:cubicBezTo>
                  <a:pt x="8201970" y="2328650"/>
                  <a:pt x="8205323" y="2334151"/>
                  <a:pt x="8210786" y="2335473"/>
                </a:cubicBezTo>
                <a:cubicBezTo>
                  <a:pt x="8211590" y="2335665"/>
                  <a:pt x="8212396" y="2335760"/>
                  <a:pt x="8213182" y="2335760"/>
                </a:cubicBezTo>
                <a:cubicBezTo>
                  <a:pt x="8217761" y="2335760"/>
                  <a:pt x="8221921" y="2332637"/>
                  <a:pt x="8223052" y="2327980"/>
                </a:cubicBezTo>
                <a:cubicBezTo>
                  <a:pt x="8224373" y="2322537"/>
                  <a:pt x="8221020" y="2317036"/>
                  <a:pt x="8215558" y="2315732"/>
                </a:cubicBezTo>
                <a:close/>
                <a:moveTo>
                  <a:pt x="6903634" y="2827504"/>
                </a:moveTo>
                <a:cubicBezTo>
                  <a:pt x="6899974" y="2828884"/>
                  <a:pt x="6898114" y="2832966"/>
                  <a:pt x="6899495" y="2836645"/>
                </a:cubicBezTo>
                <a:cubicBezTo>
                  <a:pt x="6900568" y="2839482"/>
                  <a:pt x="6903271" y="2841245"/>
                  <a:pt x="6906146" y="2841245"/>
                </a:cubicBezTo>
                <a:cubicBezTo>
                  <a:pt x="6906969" y="2841245"/>
                  <a:pt x="6907813" y="2841092"/>
                  <a:pt x="6908618" y="2840785"/>
                </a:cubicBezTo>
                <a:cubicBezTo>
                  <a:pt x="6912297" y="2839405"/>
                  <a:pt x="6914137" y="2835324"/>
                  <a:pt x="6912777" y="2831643"/>
                </a:cubicBezTo>
                <a:cubicBezTo>
                  <a:pt x="6911396" y="2827983"/>
                  <a:pt x="6907294" y="2826124"/>
                  <a:pt x="6903634" y="2827504"/>
                </a:cubicBezTo>
                <a:close/>
                <a:moveTo>
                  <a:pt x="6810568" y="2863534"/>
                </a:moveTo>
                <a:cubicBezTo>
                  <a:pt x="6806926" y="2864972"/>
                  <a:pt x="6805144" y="2869093"/>
                  <a:pt x="6806581" y="2872734"/>
                </a:cubicBezTo>
                <a:cubicBezTo>
                  <a:pt x="6807693" y="2875513"/>
                  <a:pt x="6810357" y="2877219"/>
                  <a:pt x="6813194" y="2877219"/>
                </a:cubicBezTo>
                <a:cubicBezTo>
                  <a:pt x="6814056" y="2877219"/>
                  <a:pt x="6814938" y="2877046"/>
                  <a:pt x="6815800" y="2876701"/>
                </a:cubicBezTo>
                <a:cubicBezTo>
                  <a:pt x="6819442" y="2875263"/>
                  <a:pt x="6821224" y="2871143"/>
                  <a:pt x="6819767" y="2867502"/>
                </a:cubicBezTo>
                <a:cubicBezTo>
                  <a:pt x="6818330" y="2863860"/>
                  <a:pt x="6814209" y="2862078"/>
                  <a:pt x="6810568" y="2863534"/>
                </a:cubicBezTo>
                <a:close/>
                <a:moveTo>
                  <a:pt x="6068469" y="3152682"/>
                </a:moveTo>
                <a:cubicBezTo>
                  <a:pt x="6064711" y="3153832"/>
                  <a:pt x="6062622" y="3157798"/>
                  <a:pt x="6063772" y="3161536"/>
                </a:cubicBezTo>
                <a:cubicBezTo>
                  <a:pt x="6064711" y="3164583"/>
                  <a:pt x="6067529" y="3166538"/>
                  <a:pt x="6070557" y="3166538"/>
                </a:cubicBezTo>
                <a:cubicBezTo>
                  <a:pt x="6071247" y="3166538"/>
                  <a:pt x="6071955" y="3166442"/>
                  <a:pt x="6072646" y="3166232"/>
                </a:cubicBezTo>
                <a:cubicBezTo>
                  <a:pt x="6076383" y="3165062"/>
                  <a:pt x="6078491" y="3161095"/>
                  <a:pt x="6077322" y="3157358"/>
                </a:cubicBezTo>
                <a:cubicBezTo>
                  <a:pt x="6076172" y="3153621"/>
                  <a:pt x="6072205" y="3151513"/>
                  <a:pt x="6068469" y="3152682"/>
                </a:cubicBezTo>
                <a:close/>
                <a:moveTo>
                  <a:pt x="8412731" y="2231290"/>
                </a:moveTo>
                <a:cubicBezTo>
                  <a:pt x="8406828" y="2229490"/>
                  <a:pt x="8400580" y="2232804"/>
                  <a:pt x="8398778" y="2238708"/>
                </a:cubicBezTo>
                <a:cubicBezTo>
                  <a:pt x="8396958" y="2244611"/>
                  <a:pt x="8400273" y="2250858"/>
                  <a:pt x="8406176" y="2252679"/>
                </a:cubicBezTo>
                <a:cubicBezTo>
                  <a:pt x="8407269" y="2253005"/>
                  <a:pt x="8408380" y="2253158"/>
                  <a:pt x="8409453" y="2253158"/>
                </a:cubicBezTo>
                <a:cubicBezTo>
                  <a:pt x="8414245" y="2253158"/>
                  <a:pt x="8418671" y="2250072"/>
                  <a:pt x="8420147" y="2245263"/>
                </a:cubicBezTo>
                <a:cubicBezTo>
                  <a:pt x="8421949" y="2239359"/>
                  <a:pt x="8418634" y="2233093"/>
                  <a:pt x="8412731" y="2231290"/>
                </a:cubicBezTo>
                <a:close/>
                <a:moveTo>
                  <a:pt x="5973007" y="3180491"/>
                </a:moveTo>
                <a:cubicBezTo>
                  <a:pt x="5969231" y="3181525"/>
                  <a:pt x="5967008" y="3185416"/>
                  <a:pt x="5968043" y="3189211"/>
                </a:cubicBezTo>
                <a:cubicBezTo>
                  <a:pt x="5968905" y="3192353"/>
                  <a:pt x="5971760" y="3194423"/>
                  <a:pt x="5974865" y="3194423"/>
                </a:cubicBezTo>
                <a:cubicBezTo>
                  <a:pt x="5975498" y="3194423"/>
                  <a:pt x="5976130" y="3194328"/>
                  <a:pt x="5976743" y="3194175"/>
                </a:cubicBezTo>
                <a:cubicBezTo>
                  <a:pt x="5980538" y="3193139"/>
                  <a:pt x="5982762" y="3189230"/>
                  <a:pt x="5981727" y="3185454"/>
                </a:cubicBezTo>
                <a:cubicBezTo>
                  <a:pt x="5980692" y="3181679"/>
                  <a:pt x="5976782" y="3179455"/>
                  <a:pt x="5973007" y="3180491"/>
                </a:cubicBezTo>
                <a:close/>
                <a:moveTo>
                  <a:pt x="8593919" y="2153800"/>
                </a:moveTo>
                <a:cubicBezTo>
                  <a:pt x="8591121" y="2155180"/>
                  <a:pt x="8588850" y="2157629"/>
                  <a:pt x="8587767" y="2160820"/>
                </a:cubicBezTo>
                <a:cubicBezTo>
                  <a:pt x="8585602" y="2167201"/>
                  <a:pt x="8589012" y="2174139"/>
                  <a:pt x="8595395" y="2176305"/>
                </a:cubicBezTo>
                <a:cubicBezTo>
                  <a:pt x="8596699" y="2176746"/>
                  <a:pt x="8598020" y="2176957"/>
                  <a:pt x="8599324" y="2176957"/>
                </a:cubicBezTo>
                <a:cubicBezTo>
                  <a:pt x="8604403" y="2176957"/>
                  <a:pt x="8609156" y="2173756"/>
                  <a:pt x="8610881" y="2168678"/>
                </a:cubicBezTo>
                <a:cubicBezTo>
                  <a:pt x="8613046" y="2162295"/>
                  <a:pt x="8609615" y="2155357"/>
                  <a:pt x="8603234" y="2153192"/>
                </a:cubicBezTo>
                <a:cubicBezTo>
                  <a:pt x="8600042" y="2152109"/>
                  <a:pt x="8596717" y="2152420"/>
                  <a:pt x="8593919" y="2153800"/>
                </a:cubicBezTo>
                <a:close/>
                <a:moveTo>
                  <a:pt x="8778029" y="2077136"/>
                </a:moveTo>
                <a:cubicBezTo>
                  <a:pt x="8774987" y="2078619"/>
                  <a:pt x="8772510" y="2081264"/>
                  <a:pt x="8771312" y="2084714"/>
                </a:cubicBezTo>
                <a:cubicBezTo>
                  <a:pt x="8768917" y="2091614"/>
                  <a:pt x="8772578" y="2099127"/>
                  <a:pt x="8779477" y="2101522"/>
                </a:cubicBezTo>
                <a:cubicBezTo>
                  <a:pt x="8780915" y="2102020"/>
                  <a:pt x="8782371" y="2102250"/>
                  <a:pt x="8783808" y="2102250"/>
                </a:cubicBezTo>
                <a:cubicBezTo>
                  <a:pt x="8789290" y="2102250"/>
                  <a:pt x="8794408" y="2098819"/>
                  <a:pt x="8796304" y="2093358"/>
                </a:cubicBezTo>
                <a:cubicBezTo>
                  <a:pt x="8798700" y="2086458"/>
                  <a:pt x="8795039" y="2078926"/>
                  <a:pt x="8788140" y="2076530"/>
                </a:cubicBezTo>
                <a:cubicBezTo>
                  <a:pt x="8784680" y="2075332"/>
                  <a:pt x="8781072" y="2075653"/>
                  <a:pt x="8778029" y="2077136"/>
                </a:cubicBezTo>
                <a:close/>
                <a:moveTo>
                  <a:pt x="7589868" y="2538320"/>
                </a:moveTo>
                <a:lnTo>
                  <a:pt x="7589868" y="2538339"/>
                </a:lnTo>
                <a:lnTo>
                  <a:pt x="7589877" y="2538329"/>
                </a:lnTo>
                <a:close/>
                <a:moveTo>
                  <a:pt x="5876662" y="3204830"/>
                </a:moveTo>
                <a:cubicBezTo>
                  <a:pt x="5872850" y="3205712"/>
                  <a:pt x="5870472" y="3209507"/>
                  <a:pt x="5871354" y="3213340"/>
                </a:cubicBezTo>
                <a:cubicBezTo>
                  <a:pt x="5872121" y="3216598"/>
                  <a:pt x="5875034" y="3218821"/>
                  <a:pt x="5878254" y="3218821"/>
                </a:cubicBezTo>
                <a:cubicBezTo>
                  <a:pt x="5878791" y="3218821"/>
                  <a:pt x="5879327" y="3218764"/>
                  <a:pt x="5879863" y="3218649"/>
                </a:cubicBezTo>
                <a:cubicBezTo>
                  <a:pt x="5883677" y="3217767"/>
                  <a:pt x="5886074" y="3213953"/>
                  <a:pt x="5885172" y="3210139"/>
                </a:cubicBezTo>
                <a:cubicBezTo>
                  <a:pt x="5884291" y="3206326"/>
                  <a:pt x="5880497" y="3203949"/>
                  <a:pt x="5876662" y="3204830"/>
                </a:cubicBezTo>
                <a:close/>
                <a:moveTo>
                  <a:pt x="5379650" y="3396062"/>
                </a:moveTo>
                <a:cubicBezTo>
                  <a:pt x="5376294" y="3395851"/>
                  <a:pt x="5373401" y="3398381"/>
                  <a:pt x="5373191" y="3401736"/>
                </a:cubicBezTo>
                <a:cubicBezTo>
                  <a:pt x="5372978" y="3405069"/>
                  <a:pt x="5375510" y="3407963"/>
                  <a:pt x="5378862" y="3408175"/>
                </a:cubicBezTo>
                <a:lnTo>
                  <a:pt x="5378862" y="3408194"/>
                </a:lnTo>
                <a:cubicBezTo>
                  <a:pt x="5378998" y="3408194"/>
                  <a:pt x="5379131" y="3408194"/>
                  <a:pt x="5379246" y="3408194"/>
                </a:cubicBezTo>
                <a:cubicBezTo>
                  <a:pt x="5382429" y="3408194"/>
                  <a:pt x="5385092" y="3405722"/>
                  <a:pt x="5385302" y="3402502"/>
                </a:cubicBezTo>
                <a:cubicBezTo>
                  <a:pt x="5385514" y="3399167"/>
                  <a:pt x="5382983" y="3396273"/>
                  <a:pt x="5379650" y="3396062"/>
                </a:cubicBezTo>
                <a:close/>
                <a:moveTo>
                  <a:pt x="7597457" y="2529733"/>
                </a:moveTo>
                <a:lnTo>
                  <a:pt x="7589877" y="2538329"/>
                </a:lnTo>
                <a:lnTo>
                  <a:pt x="7597955" y="2545909"/>
                </a:lnTo>
                <a:cubicBezTo>
                  <a:pt x="7598127" y="2545909"/>
                  <a:pt x="7598319" y="2545909"/>
                  <a:pt x="7598492" y="2545909"/>
                </a:cubicBezTo>
                <a:cubicBezTo>
                  <a:pt x="7602957" y="2545640"/>
                  <a:pt x="7606349" y="2541769"/>
                  <a:pt x="7606062" y="2537303"/>
                </a:cubicBezTo>
                <a:cubicBezTo>
                  <a:pt x="7605775" y="2532819"/>
                  <a:pt x="7601923" y="2529426"/>
                  <a:pt x="7597457" y="2529733"/>
                </a:cubicBezTo>
                <a:close/>
                <a:moveTo>
                  <a:pt x="8957602" y="1998724"/>
                </a:moveTo>
                <a:cubicBezTo>
                  <a:pt x="8954342" y="2000358"/>
                  <a:pt x="8951707" y="2003233"/>
                  <a:pt x="8950471" y="2006961"/>
                </a:cubicBezTo>
                <a:cubicBezTo>
                  <a:pt x="8947980" y="2014435"/>
                  <a:pt x="8952023" y="2022504"/>
                  <a:pt x="8959497" y="2024977"/>
                </a:cubicBezTo>
                <a:cubicBezTo>
                  <a:pt x="8960993" y="2025475"/>
                  <a:pt x="8962506" y="2025705"/>
                  <a:pt x="8964001" y="2025705"/>
                </a:cubicBezTo>
                <a:cubicBezTo>
                  <a:pt x="8969962" y="2025705"/>
                  <a:pt x="8975521" y="2021929"/>
                  <a:pt x="8977513" y="2015949"/>
                </a:cubicBezTo>
                <a:cubicBezTo>
                  <a:pt x="8979985" y="2008494"/>
                  <a:pt x="8975941" y="2000426"/>
                  <a:pt x="8968486" y="1997934"/>
                </a:cubicBezTo>
                <a:cubicBezTo>
                  <a:pt x="8964748" y="1996698"/>
                  <a:pt x="8960863" y="1997091"/>
                  <a:pt x="8957602" y="1998724"/>
                </a:cubicBezTo>
                <a:close/>
                <a:moveTo>
                  <a:pt x="4794972" y="3620277"/>
                </a:moveTo>
                <a:cubicBezTo>
                  <a:pt x="4793899" y="3621542"/>
                  <a:pt x="4794051" y="3623440"/>
                  <a:pt x="4795336" y="3624512"/>
                </a:cubicBezTo>
                <a:cubicBezTo>
                  <a:pt x="4795891" y="3624992"/>
                  <a:pt x="4796581" y="3625222"/>
                  <a:pt x="4797271" y="3625222"/>
                </a:cubicBezTo>
                <a:cubicBezTo>
                  <a:pt x="4798115" y="3625222"/>
                  <a:pt x="4798958" y="3624857"/>
                  <a:pt x="4799552" y="3624168"/>
                </a:cubicBezTo>
                <a:cubicBezTo>
                  <a:pt x="4800626" y="3622903"/>
                  <a:pt x="4800472" y="3620986"/>
                  <a:pt x="4799207" y="3619932"/>
                </a:cubicBezTo>
                <a:cubicBezTo>
                  <a:pt x="4797942" y="3618858"/>
                  <a:pt x="4796045" y="3619012"/>
                  <a:pt x="4794972" y="3620277"/>
                </a:cubicBezTo>
                <a:close/>
                <a:moveTo>
                  <a:pt x="7910292" y="2399830"/>
                </a:moveTo>
                <a:cubicBezTo>
                  <a:pt x="7905271" y="2399312"/>
                  <a:pt x="7900787" y="2402973"/>
                  <a:pt x="7900288" y="2407994"/>
                </a:cubicBezTo>
                <a:cubicBezTo>
                  <a:pt x="7899771" y="2413016"/>
                  <a:pt x="7903431" y="2417481"/>
                  <a:pt x="7908453" y="2417999"/>
                </a:cubicBezTo>
                <a:cubicBezTo>
                  <a:pt x="7908758" y="2418037"/>
                  <a:pt x="7909066" y="2418037"/>
                  <a:pt x="7909372" y="2418037"/>
                </a:cubicBezTo>
                <a:cubicBezTo>
                  <a:pt x="7914010" y="2418037"/>
                  <a:pt x="7917977" y="2414530"/>
                  <a:pt x="7918456" y="2409835"/>
                </a:cubicBezTo>
                <a:cubicBezTo>
                  <a:pt x="7918955" y="2404813"/>
                  <a:pt x="7915313" y="2400328"/>
                  <a:pt x="7910292" y="2399830"/>
                </a:cubicBezTo>
                <a:close/>
                <a:moveTo>
                  <a:pt x="5779437" y="3225089"/>
                </a:moveTo>
                <a:cubicBezTo>
                  <a:pt x="5775585" y="3225797"/>
                  <a:pt x="5773036" y="3229515"/>
                  <a:pt x="5773746" y="3233348"/>
                </a:cubicBezTo>
                <a:cubicBezTo>
                  <a:pt x="5774377" y="3236779"/>
                  <a:pt x="5777368" y="3239156"/>
                  <a:pt x="5780723" y="3239155"/>
                </a:cubicBezTo>
                <a:cubicBezTo>
                  <a:pt x="5781145" y="3239156"/>
                  <a:pt x="5781584" y="3239117"/>
                  <a:pt x="5782025" y="3239041"/>
                </a:cubicBezTo>
                <a:cubicBezTo>
                  <a:pt x="5785857" y="3238331"/>
                  <a:pt x="5788407" y="3234632"/>
                  <a:pt x="5787699" y="3230780"/>
                </a:cubicBezTo>
                <a:cubicBezTo>
                  <a:pt x="5786969" y="3226928"/>
                  <a:pt x="5783290" y="3224380"/>
                  <a:pt x="5779437" y="3225089"/>
                </a:cubicBezTo>
                <a:close/>
                <a:moveTo>
                  <a:pt x="7497165" y="2538837"/>
                </a:moveTo>
                <a:cubicBezTo>
                  <a:pt x="7492699" y="2539354"/>
                  <a:pt x="7489518" y="2543398"/>
                  <a:pt x="7490035" y="2547844"/>
                </a:cubicBezTo>
                <a:cubicBezTo>
                  <a:pt x="7490534" y="2551985"/>
                  <a:pt x="7494041" y="2555012"/>
                  <a:pt x="7498085" y="2555012"/>
                </a:cubicBezTo>
                <a:cubicBezTo>
                  <a:pt x="7498411" y="2555012"/>
                  <a:pt x="7498717" y="2554993"/>
                  <a:pt x="7499043" y="2554955"/>
                </a:cubicBezTo>
                <a:cubicBezTo>
                  <a:pt x="7503489" y="2554438"/>
                  <a:pt x="7506670" y="2550412"/>
                  <a:pt x="7506153" y="2545966"/>
                </a:cubicBezTo>
                <a:cubicBezTo>
                  <a:pt x="7505636" y="2541501"/>
                  <a:pt x="7501611" y="2538319"/>
                  <a:pt x="7497165" y="2538837"/>
                </a:cubicBezTo>
                <a:close/>
                <a:moveTo>
                  <a:pt x="5082300" y="3481022"/>
                </a:moveTo>
                <a:cubicBezTo>
                  <a:pt x="5079673" y="3480064"/>
                  <a:pt x="5076779" y="3481387"/>
                  <a:pt x="5075800" y="3484011"/>
                </a:cubicBezTo>
                <a:cubicBezTo>
                  <a:pt x="5074842" y="3486618"/>
                  <a:pt x="5076165" y="3489531"/>
                  <a:pt x="5078791" y="3490489"/>
                </a:cubicBezTo>
                <a:cubicBezTo>
                  <a:pt x="5079367" y="3490700"/>
                  <a:pt x="5079961" y="3490796"/>
                  <a:pt x="5080535" y="3490796"/>
                </a:cubicBezTo>
                <a:cubicBezTo>
                  <a:pt x="5082587" y="3490796"/>
                  <a:pt x="5084522" y="3489550"/>
                  <a:pt x="5085269" y="3487519"/>
                </a:cubicBezTo>
                <a:cubicBezTo>
                  <a:pt x="5086247" y="3484893"/>
                  <a:pt x="5084906" y="3482000"/>
                  <a:pt x="5082300" y="3481022"/>
                </a:cubicBezTo>
                <a:close/>
                <a:moveTo>
                  <a:pt x="4557321" y="3683886"/>
                </a:moveTo>
                <a:cubicBezTo>
                  <a:pt x="4556898" y="3684213"/>
                  <a:pt x="4556842" y="3684807"/>
                  <a:pt x="4557167" y="3685228"/>
                </a:cubicBezTo>
                <a:cubicBezTo>
                  <a:pt x="4557339" y="3685477"/>
                  <a:pt x="4557628" y="3685593"/>
                  <a:pt x="4557916" y="3685593"/>
                </a:cubicBezTo>
                <a:cubicBezTo>
                  <a:pt x="4558126" y="3685593"/>
                  <a:pt x="4558338" y="3685535"/>
                  <a:pt x="4558510" y="3685400"/>
                </a:cubicBezTo>
                <a:cubicBezTo>
                  <a:pt x="4558912" y="3685075"/>
                  <a:pt x="4558989" y="3684462"/>
                  <a:pt x="4558663" y="3684059"/>
                </a:cubicBezTo>
                <a:cubicBezTo>
                  <a:pt x="4558338" y="3683637"/>
                  <a:pt x="4557744" y="3683561"/>
                  <a:pt x="4557321" y="3683886"/>
                </a:cubicBezTo>
                <a:close/>
                <a:moveTo>
                  <a:pt x="8116013" y="2293788"/>
                </a:moveTo>
                <a:cubicBezTo>
                  <a:pt x="8110493" y="2292696"/>
                  <a:pt x="8105147" y="2296261"/>
                  <a:pt x="8104054" y="2301780"/>
                </a:cubicBezTo>
                <a:cubicBezTo>
                  <a:pt x="8102962" y="2307262"/>
                  <a:pt x="8106526" y="2312628"/>
                  <a:pt x="8112027" y="2313720"/>
                </a:cubicBezTo>
                <a:lnTo>
                  <a:pt x="8112065" y="2313720"/>
                </a:lnTo>
                <a:cubicBezTo>
                  <a:pt x="8112716" y="2313855"/>
                  <a:pt x="8113387" y="2313913"/>
                  <a:pt x="8114039" y="2313913"/>
                </a:cubicBezTo>
                <a:cubicBezTo>
                  <a:pt x="8118793" y="2313913"/>
                  <a:pt x="8123028" y="2310578"/>
                  <a:pt x="8124005" y="2305748"/>
                </a:cubicBezTo>
                <a:cubicBezTo>
                  <a:pt x="8125098" y="2300228"/>
                  <a:pt x="8121514" y="2294881"/>
                  <a:pt x="8116013" y="2293788"/>
                </a:cubicBezTo>
                <a:close/>
                <a:moveTo>
                  <a:pt x="5681406" y="3240784"/>
                </a:moveTo>
                <a:cubicBezTo>
                  <a:pt x="5677517" y="3241302"/>
                  <a:pt x="5674795" y="3244867"/>
                  <a:pt x="5675311" y="3248758"/>
                </a:cubicBezTo>
                <a:cubicBezTo>
                  <a:pt x="5675793" y="3252322"/>
                  <a:pt x="5678839" y="3254909"/>
                  <a:pt x="5682346" y="3254909"/>
                </a:cubicBezTo>
                <a:cubicBezTo>
                  <a:pt x="5682652" y="3254909"/>
                  <a:pt x="5682958" y="3254890"/>
                  <a:pt x="5683285" y="3254833"/>
                </a:cubicBezTo>
                <a:cubicBezTo>
                  <a:pt x="5687157" y="3254316"/>
                  <a:pt x="5689898" y="3250751"/>
                  <a:pt x="5689360" y="3246860"/>
                </a:cubicBezTo>
                <a:cubicBezTo>
                  <a:pt x="5688844" y="3242989"/>
                  <a:pt x="5685279" y="3240267"/>
                  <a:pt x="5681406" y="3240784"/>
                </a:cubicBezTo>
                <a:close/>
                <a:moveTo>
                  <a:pt x="8314336" y="2202581"/>
                </a:moveTo>
                <a:cubicBezTo>
                  <a:pt x="8308394" y="2200933"/>
                  <a:pt x="8302224" y="2204421"/>
                  <a:pt x="8300595" y="2210382"/>
                </a:cubicBezTo>
                <a:cubicBezTo>
                  <a:pt x="8298947" y="2216342"/>
                  <a:pt x="8302453" y="2222494"/>
                  <a:pt x="8308394" y="2224142"/>
                </a:cubicBezTo>
                <a:cubicBezTo>
                  <a:pt x="8309391" y="2224410"/>
                  <a:pt x="8310388" y="2224545"/>
                  <a:pt x="8311366" y="2224545"/>
                </a:cubicBezTo>
                <a:cubicBezTo>
                  <a:pt x="8316272" y="2224545"/>
                  <a:pt x="8320775" y="2221286"/>
                  <a:pt x="8322156" y="2216323"/>
                </a:cubicBezTo>
                <a:cubicBezTo>
                  <a:pt x="8323785" y="2210362"/>
                  <a:pt x="8320296" y="2204210"/>
                  <a:pt x="8314336" y="2202581"/>
                </a:cubicBezTo>
                <a:close/>
                <a:moveTo>
                  <a:pt x="5281752" y="3385617"/>
                </a:moveTo>
                <a:cubicBezTo>
                  <a:pt x="5278438" y="3385119"/>
                  <a:pt x="5275331" y="3387399"/>
                  <a:pt x="5274833" y="3390715"/>
                </a:cubicBezTo>
                <a:cubicBezTo>
                  <a:pt x="5274336" y="3394031"/>
                  <a:pt x="5276617" y="3397117"/>
                  <a:pt x="5279932" y="3397615"/>
                </a:cubicBezTo>
                <a:cubicBezTo>
                  <a:pt x="5280239" y="3397692"/>
                  <a:pt x="5280545" y="3397692"/>
                  <a:pt x="5280851" y="3397691"/>
                </a:cubicBezTo>
                <a:cubicBezTo>
                  <a:pt x="5283784" y="3397691"/>
                  <a:pt x="5286372" y="3395525"/>
                  <a:pt x="5286832" y="3392536"/>
                </a:cubicBezTo>
                <a:cubicBezTo>
                  <a:pt x="5287330" y="3389220"/>
                  <a:pt x="5285049" y="3386115"/>
                  <a:pt x="5281752" y="3385617"/>
                </a:cubicBezTo>
                <a:close/>
                <a:moveTo>
                  <a:pt x="4889246" y="3537292"/>
                </a:moveTo>
                <a:cubicBezTo>
                  <a:pt x="4888001" y="3539151"/>
                  <a:pt x="4888498" y="3541642"/>
                  <a:pt x="4890337" y="3542888"/>
                </a:cubicBezTo>
                <a:cubicBezTo>
                  <a:pt x="4891028" y="3543348"/>
                  <a:pt x="4891814" y="3543559"/>
                  <a:pt x="4892581" y="3543559"/>
                </a:cubicBezTo>
                <a:cubicBezTo>
                  <a:pt x="4893883" y="3543558"/>
                  <a:pt x="4895149" y="3542926"/>
                  <a:pt x="4895934" y="3541777"/>
                </a:cubicBezTo>
                <a:cubicBezTo>
                  <a:pt x="4897162" y="3539917"/>
                  <a:pt x="4896663" y="3537426"/>
                  <a:pt x="4894823" y="3536180"/>
                </a:cubicBezTo>
                <a:cubicBezTo>
                  <a:pt x="4892964" y="3534954"/>
                  <a:pt x="4890472" y="3535452"/>
                  <a:pt x="4889246" y="3537292"/>
                </a:cubicBezTo>
                <a:close/>
                <a:moveTo>
                  <a:pt x="7397467" y="2553039"/>
                </a:moveTo>
                <a:cubicBezTo>
                  <a:pt x="7393058" y="2553786"/>
                  <a:pt x="7390069" y="2557964"/>
                  <a:pt x="7390817" y="2562391"/>
                </a:cubicBezTo>
                <a:cubicBezTo>
                  <a:pt x="7391468" y="2566358"/>
                  <a:pt x="7394918" y="2569157"/>
                  <a:pt x="7398808" y="2569156"/>
                </a:cubicBezTo>
                <a:cubicBezTo>
                  <a:pt x="7399249" y="2569157"/>
                  <a:pt x="7399709" y="2569118"/>
                  <a:pt x="7400150" y="2569042"/>
                </a:cubicBezTo>
                <a:cubicBezTo>
                  <a:pt x="7404577" y="2568313"/>
                  <a:pt x="7407548" y="2564116"/>
                  <a:pt x="7406820" y="2559708"/>
                </a:cubicBezTo>
                <a:cubicBezTo>
                  <a:pt x="7406071" y="2555281"/>
                  <a:pt x="7401894" y="2552309"/>
                  <a:pt x="7397467" y="2553039"/>
                </a:cubicBezTo>
                <a:close/>
                <a:moveTo>
                  <a:pt x="7809176" y="2392279"/>
                </a:moveTo>
                <a:cubicBezTo>
                  <a:pt x="7804136" y="2392030"/>
                  <a:pt x="7799842" y="2395920"/>
                  <a:pt x="7799612" y="2400961"/>
                </a:cubicBezTo>
                <a:cubicBezTo>
                  <a:pt x="7799363" y="2406001"/>
                  <a:pt x="7803254" y="2410275"/>
                  <a:pt x="7808294" y="2410524"/>
                </a:cubicBezTo>
                <a:lnTo>
                  <a:pt x="7808735" y="2410524"/>
                </a:lnTo>
                <a:cubicBezTo>
                  <a:pt x="7813584" y="2410524"/>
                  <a:pt x="7817628" y="2406730"/>
                  <a:pt x="7817858" y="2401843"/>
                </a:cubicBezTo>
                <a:cubicBezTo>
                  <a:pt x="7818107" y="2396802"/>
                  <a:pt x="7814216" y="2392528"/>
                  <a:pt x="7809176" y="2392279"/>
                </a:cubicBezTo>
                <a:close/>
                <a:moveTo>
                  <a:pt x="8496207" y="2121396"/>
                </a:moveTo>
                <a:cubicBezTo>
                  <a:pt x="8493426" y="2122814"/>
                  <a:pt x="8491183" y="2125296"/>
                  <a:pt x="8490139" y="2128507"/>
                </a:cubicBezTo>
                <a:cubicBezTo>
                  <a:pt x="8488050" y="2134908"/>
                  <a:pt x="8491576" y="2141807"/>
                  <a:pt x="8497977" y="2143877"/>
                </a:cubicBezTo>
                <a:cubicBezTo>
                  <a:pt x="8499224" y="2144280"/>
                  <a:pt x="8500508" y="2144472"/>
                  <a:pt x="8501753" y="2144472"/>
                </a:cubicBezTo>
                <a:cubicBezTo>
                  <a:pt x="8506890" y="2144472"/>
                  <a:pt x="8511681" y="2141194"/>
                  <a:pt x="8513348" y="2136039"/>
                </a:cubicBezTo>
                <a:cubicBezTo>
                  <a:pt x="8515438" y="2129638"/>
                  <a:pt x="8511930" y="2122738"/>
                  <a:pt x="8505510" y="2120669"/>
                </a:cubicBezTo>
                <a:cubicBezTo>
                  <a:pt x="8502309" y="2119624"/>
                  <a:pt x="8498989" y="2119978"/>
                  <a:pt x="8496207" y="2121396"/>
                </a:cubicBezTo>
                <a:close/>
                <a:moveTo>
                  <a:pt x="5576190" y="3258781"/>
                </a:moveTo>
                <a:lnTo>
                  <a:pt x="5576190" y="3258800"/>
                </a:lnTo>
                <a:lnTo>
                  <a:pt x="5576199" y="3258790"/>
                </a:lnTo>
                <a:close/>
                <a:moveTo>
                  <a:pt x="4639119" y="3622519"/>
                </a:moveTo>
                <a:cubicBezTo>
                  <a:pt x="4638295" y="3623247"/>
                  <a:pt x="4638218" y="3624493"/>
                  <a:pt x="4638946" y="3625318"/>
                </a:cubicBezTo>
                <a:cubicBezTo>
                  <a:pt x="4639330" y="3625758"/>
                  <a:pt x="4639885" y="3625988"/>
                  <a:pt x="4640422" y="3625989"/>
                </a:cubicBezTo>
                <a:cubicBezTo>
                  <a:pt x="4640882" y="3625989"/>
                  <a:pt x="4641362" y="3625835"/>
                  <a:pt x="4641725" y="3625490"/>
                </a:cubicBezTo>
                <a:cubicBezTo>
                  <a:pt x="4642550" y="3624781"/>
                  <a:pt x="4642645" y="3623534"/>
                  <a:pt x="4641916" y="3622711"/>
                </a:cubicBezTo>
                <a:cubicBezTo>
                  <a:pt x="4641208" y="3621887"/>
                  <a:pt x="4639963" y="3621791"/>
                  <a:pt x="4639119" y="3622519"/>
                </a:cubicBezTo>
                <a:close/>
                <a:moveTo>
                  <a:pt x="8680249" y="2043233"/>
                </a:moveTo>
                <a:cubicBezTo>
                  <a:pt x="8677202" y="2044716"/>
                  <a:pt x="8674720" y="2047361"/>
                  <a:pt x="8673531" y="2050811"/>
                </a:cubicBezTo>
                <a:cubicBezTo>
                  <a:pt x="8671136" y="2057710"/>
                  <a:pt x="8674797" y="2065242"/>
                  <a:pt x="8681715" y="2067619"/>
                </a:cubicBezTo>
                <a:cubicBezTo>
                  <a:pt x="8683134" y="2068118"/>
                  <a:pt x="8684590" y="2068346"/>
                  <a:pt x="8686027" y="2068346"/>
                </a:cubicBezTo>
                <a:cubicBezTo>
                  <a:pt x="8691509" y="2068347"/>
                  <a:pt x="8696626" y="2064916"/>
                  <a:pt x="8698523" y="2059455"/>
                </a:cubicBezTo>
                <a:cubicBezTo>
                  <a:pt x="8700919" y="2052554"/>
                  <a:pt x="8697258" y="2045023"/>
                  <a:pt x="8690359" y="2042627"/>
                </a:cubicBezTo>
                <a:cubicBezTo>
                  <a:pt x="8686909" y="2041429"/>
                  <a:pt x="8683297" y="2041750"/>
                  <a:pt x="8680249" y="2043233"/>
                </a:cubicBezTo>
                <a:close/>
                <a:moveTo>
                  <a:pt x="5582724" y="3251191"/>
                </a:moveTo>
                <a:lnTo>
                  <a:pt x="5576199" y="3258790"/>
                </a:lnTo>
                <a:lnTo>
                  <a:pt x="5583263" y="3265335"/>
                </a:lnTo>
                <a:cubicBezTo>
                  <a:pt x="5583435" y="3265335"/>
                  <a:pt x="5583626" y="3265335"/>
                  <a:pt x="5583798" y="3265335"/>
                </a:cubicBezTo>
                <a:cubicBezTo>
                  <a:pt x="5587707" y="3265029"/>
                  <a:pt x="5590640" y="3261636"/>
                  <a:pt x="5590332" y="3257727"/>
                </a:cubicBezTo>
                <a:cubicBezTo>
                  <a:pt x="5590048" y="3253817"/>
                  <a:pt x="5586634" y="3250885"/>
                  <a:pt x="5582724" y="3251191"/>
                </a:cubicBezTo>
                <a:close/>
                <a:moveTo>
                  <a:pt x="8859114" y="1965207"/>
                </a:moveTo>
                <a:cubicBezTo>
                  <a:pt x="8855836" y="1966805"/>
                  <a:pt x="8853168" y="1969655"/>
                  <a:pt x="8851884" y="1973383"/>
                </a:cubicBezTo>
                <a:cubicBezTo>
                  <a:pt x="8849317" y="1980820"/>
                  <a:pt x="8853283" y="1988927"/>
                  <a:pt x="8860719" y="1991494"/>
                </a:cubicBezTo>
                <a:lnTo>
                  <a:pt x="8860700" y="1991494"/>
                </a:lnTo>
                <a:cubicBezTo>
                  <a:pt x="8862253" y="1992012"/>
                  <a:pt x="8863805" y="1992261"/>
                  <a:pt x="8865338" y="1992261"/>
                </a:cubicBezTo>
                <a:cubicBezTo>
                  <a:pt x="8871260" y="1992261"/>
                  <a:pt x="8876780" y="1988562"/>
                  <a:pt x="8878812" y="1982659"/>
                </a:cubicBezTo>
                <a:cubicBezTo>
                  <a:pt x="8881380" y="1975223"/>
                  <a:pt x="8877432" y="1967116"/>
                  <a:pt x="8869996" y="1964548"/>
                </a:cubicBezTo>
                <a:cubicBezTo>
                  <a:pt x="8866277" y="1963264"/>
                  <a:pt x="8862391" y="1963609"/>
                  <a:pt x="8859114" y="1965207"/>
                </a:cubicBezTo>
                <a:close/>
                <a:moveTo>
                  <a:pt x="7298593" y="2572031"/>
                </a:moveTo>
                <a:cubicBezTo>
                  <a:pt x="7294224" y="2572970"/>
                  <a:pt x="7291445" y="2577282"/>
                  <a:pt x="7292384" y="2581671"/>
                </a:cubicBezTo>
                <a:cubicBezTo>
                  <a:pt x="7293208" y="2585466"/>
                  <a:pt x="7296562" y="2588072"/>
                  <a:pt x="7300298" y="2588072"/>
                </a:cubicBezTo>
                <a:cubicBezTo>
                  <a:pt x="7300874" y="2588072"/>
                  <a:pt x="7301449" y="2588015"/>
                  <a:pt x="7302023" y="2587881"/>
                </a:cubicBezTo>
                <a:cubicBezTo>
                  <a:pt x="7306412" y="2586942"/>
                  <a:pt x="7309191" y="2582629"/>
                  <a:pt x="7308252" y="2578240"/>
                </a:cubicBezTo>
                <a:cubicBezTo>
                  <a:pt x="7307294" y="2573871"/>
                  <a:pt x="7302981" y="2571073"/>
                  <a:pt x="7298593" y="2572031"/>
                </a:cubicBezTo>
                <a:close/>
                <a:moveTo>
                  <a:pt x="9033796" y="1884643"/>
                </a:moveTo>
                <a:cubicBezTo>
                  <a:pt x="9030313" y="1886416"/>
                  <a:pt x="9027505" y="1889516"/>
                  <a:pt x="9026193" y="1893521"/>
                </a:cubicBezTo>
                <a:cubicBezTo>
                  <a:pt x="9023586" y="1901533"/>
                  <a:pt x="9027957" y="1910157"/>
                  <a:pt x="9035986" y="1912763"/>
                </a:cubicBezTo>
                <a:cubicBezTo>
                  <a:pt x="9037558" y="1913280"/>
                  <a:pt x="9039148" y="1913530"/>
                  <a:pt x="9040720" y="1913530"/>
                </a:cubicBezTo>
                <a:cubicBezTo>
                  <a:pt x="9047140" y="1913530"/>
                  <a:pt x="9053120" y="1909429"/>
                  <a:pt x="9055229" y="1902989"/>
                </a:cubicBezTo>
                <a:cubicBezTo>
                  <a:pt x="9057835" y="1894958"/>
                  <a:pt x="9053465" y="1886353"/>
                  <a:pt x="9045454" y="1883728"/>
                </a:cubicBezTo>
                <a:cubicBezTo>
                  <a:pt x="9041439" y="1882425"/>
                  <a:pt x="9037280" y="1882870"/>
                  <a:pt x="9033796" y="1884643"/>
                </a:cubicBezTo>
                <a:close/>
                <a:moveTo>
                  <a:pt x="7200715" y="2595489"/>
                </a:moveTo>
                <a:cubicBezTo>
                  <a:pt x="7196384" y="2596639"/>
                  <a:pt x="7193777" y="2601066"/>
                  <a:pt x="7194928" y="2605398"/>
                </a:cubicBezTo>
                <a:cubicBezTo>
                  <a:pt x="7195886" y="2609040"/>
                  <a:pt x="7199183" y="2611454"/>
                  <a:pt x="7202767" y="2611454"/>
                </a:cubicBezTo>
                <a:cubicBezTo>
                  <a:pt x="7203457" y="2611454"/>
                  <a:pt x="7204146" y="2611359"/>
                  <a:pt x="7204835" y="2611186"/>
                </a:cubicBezTo>
                <a:cubicBezTo>
                  <a:pt x="7209187" y="2610036"/>
                  <a:pt x="7211755" y="2605609"/>
                  <a:pt x="7210624" y="2601277"/>
                </a:cubicBezTo>
                <a:cubicBezTo>
                  <a:pt x="7209475" y="2596946"/>
                  <a:pt x="7205047" y="2594358"/>
                  <a:pt x="7200715" y="2595489"/>
                </a:cubicBezTo>
                <a:close/>
                <a:moveTo>
                  <a:pt x="8015510" y="2276156"/>
                </a:moveTo>
                <a:cubicBezTo>
                  <a:pt x="8009952" y="2275314"/>
                  <a:pt x="8004778" y="2279127"/>
                  <a:pt x="8003935" y="2284685"/>
                </a:cubicBezTo>
                <a:cubicBezTo>
                  <a:pt x="8003092" y="2290223"/>
                  <a:pt x="8006904" y="2295398"/>
                  <a:pt x="8012463" y="2296241"/>
                </a:cubicBezTo>
                <a:lnTo>
                  <a:pt x="8012482" y="2296242"/>
                </a:lnTo>
                <a:cubicBezTo>
                  <a:pt x="8013000" y="2296318"/>
                  <a:pt x="8013517" y="2296357"/>
                  <a:pt x="8014015" y="2296357"/>
                </a:cubicBezTo>
                <a:cubicBezTo>
                  <a:pt x="8018941" y="2296357"/>
                  <a:pt x="8023272" y="2292754"/>
                  <a:pt x="8024040" y="2287713"/>
                </a:cubicBezTo>
                <a:cubicBezTo>
                  <a:pt x="8024882" y="2282174"/>
                  <a:pt x="8021068" y="2277000"/>
                  <a:pt x="8015510" y="2276156"/>
                </a:cubicBezTo>
                <a:close/>
                <a:moveTo>
                  <a:pt x="7707791" y="2390075"/>
                </a:moveTo>
                <a:cubicBezTo>
                  <a:pt x="7702751" y="2390113"/>
                  <a:pt x="7698669" y="2394214"/>
                  <a:pt x="7698708" y="2399255"/>
                </a:cubicBezTo>
                <a:cubicBezTo>
                  <a:pt x="7698726" y="2404296"/>
                  <a:pt x="7702809" y="2408359"/>
                  <a:pt x="7707830" y="2408359"/>
                </a:cubicBezTo>
                <a:lnTo>
                  <a:pt x="7707887" y="2408359"/>
                </a:lnTo>
                <a:cubicBezTo>
                  <a:pt x="7712928" y="2408320"/>
                  <a:pt x="7716972" y="2404219"/>
                  <a:pt x="7716972" y="2399179"/>
                </a:cubicBezTo>
                <a:cubicBezTo>
                  <a:pt x="7716952" y="2394119"/>
                  <a:pt x="7712832" y="2390075"/>
                  <a:pt x="7707791" y="2390075"/>
                </a:cubicBezTo>
                <a:close/>
                <a:moveTo>
                  <a:pt x="4723715" y="3554386"/>
                </a:moveTo>
                <a:cubicBezTo>
                  <a:pt x="4722545" y="3555556"/>
                  <a:pt x="4722565" y="3557453"/>
                  <a:pt x="4723734" y="3558622"/>
                </a:cubicBezTo>
                <a:lnTo>
                  <a:pt x="4723715" y="3558622"/>
                </a:lnTo>
                <a:cubicBezTo>
                  <a:pt x="4724307" y="3559217"/>
                  <a:pt x="4725055" y="3559504"/>
                  <a:pt x="4725823" y="3559504"/>
                </a:cubicBezTo>
                <a:cubicBezTo>
                  <a:pt x="4726608" y="3559504"/>
                  <a:pt x="4727377" y="3559197"/>
                  <a:pt x="4727968" y="3558603"/>
                </a:cubicBezTo>
                <a:cubicBezTo>
                  <a:pt x="4729158" y="3557434"/>
                  <a:pt x="4729138" y="3555517"/>
                  <a:pt x="4727968" y="3554368"/>
                </a:cubicBezTo>
                <a:cubicBezTo>
                  <a:pt x="4726781" y="3553199"/>
                  <a:pt x="4724885" y="3553199"/>
                  <a:pt x="4723715" y="3554386"/>
                </a:cubicBezTo>
                <a:close/>
                <a:moveTo>
                  <a:pt x="7103950" y="2623107"/>
                </a:moveTo>
                <a:cubicBezTo>
                  <a:pt x="7099657" y="2624409"/>
                  <a:pt x="7097242" y="2628952"/>
                  <a:pt x="7098565" y="2633226"/>
                </a:cubicBezTo>
                <a:cubicBezTo>
                  <a:pt x="7099618" y="2636714"/>
                  <a:pt x="7102839" y="2638976"/>
                  <a:pt x="7106308" y="2638976"/>
                </a:cubicBezTo>
                <a:cubicBezTo>
                  <a:pt x="7107093" y="2638976"/>
                  <a:pt x="7107898" y="2638860"/>
                  <a:pt x="7108683" y="2638611"/>
                </a:cubicBezTo>
                <a:cubicBezTo>
                  <a:pt x="7112978" y="2637309"/>
                  <a:pt x="7115391" y="2632766"/>
                  <a:pt x="7114069" y="2628473"/>
                </a:cubicBezTo>
                <a:cubicBezTo>
                  <a:pt x="7112766" y="2624199"/>
                  <a:pt x="7108224" y="2621784"/>
                  <a:pt x="7103950" y="2623107"/>
                </a:cubicBezTo>
                <a:close/>
                <a:moveTo>
                  <a:pt x="5483679" y="3255504"/>
                </a:moveTo>
                <a:cubicBezTo>
                  <a:pt x="5479750" y="3255542"/>
                  <a:pt x="5476606" y="3258742"/>
                  <a:pt x="5476645" y="3262652"/>
                </a:cubicBezTo>
                <a:cubicBezTo>
                  <a:pt x="5476685" y="3266562"/>
                  <a:pt x="5479845" y="3269686"/>
                  <a:pt x="5483738" y="3269686"/>
                </a:cubicBezTo>
                <a:lnTo>
                  <a:pt x="5483812" y="3269686"/>
                </a:lnTo>
                <a:cubicBezTo>
                  <a:pt x="5487723" y="3269648"/>
                  <a:pt x="5490866" y="3266447"/>
                  <a:pt x="5490827" y="3262518"/>
                </a:cubicBezTo>
                <a:cubicBezTo>
                  <a:pt x="5490788" y="3258608"/>
                  <a:pt x="5487590" y="3255465"/>
                  <a:pt x="5483679" y="3255504"/>
                </a:cubicBezTo>
                <a:close/>
                <a:moveTo>
                  <a:pt x="6355296" y="2912809"/>
                </a:moveTo>
                <a:cubicBezTo>
                  <a:pt x="6351117" y="2914419"/>
                  <a:pt x="6349029" y="2919115"/>
                  <a:pt x="6350639" y="2923293"/>
                </a:cubicBezTo>
                <a:cubicBezTo>
                  <a:pt x="6351884" y="2926532"/>
                  <a:pt x="6354950" y="2928506"/>
                  <a:pt x="6358209" y="2928506"/>
                </a:cubicBezTo>
                <a:cubicBezTo>
                  <a:pt x="6359186" y="2928506"/>
                  <a:pt x="6360163" y="2928333"/>
                  <a:pt x="6361121" y="2927969"/>
                </a:cubicBezTo>
                <a:cubicBezTo>
                  <a:pt x="6365300" y="2926359"/>
                  <a:pt x="6367389" y="2921664"/>
                  <a:pt x="6365779" y="2917486"/>
                </a:cubicBezTo>
                <a:cubicBezTo>
                  <a:pt x="6364168" y="2913289"/>
                  <a:pt x="6359474" y="2911219"/>
                  <a:pt x="6355296" y="2912809"/>
                </a:cubicBezTo>
                <a:close/>
                <a:moveTo>
                  <a:pt x="6448516" y="2876088"/>
                </a:moveTo>
                <a:cubicBezTo>
                  <a:pt x="6444357" y="2877756"/>
                  <a:pt x="6442344" y="2882490"/>
                  <a:pt x="6444031" y="2886649"/>
                </a:cubicBezTo>
                <a:cubicBezTo>
                  <a:pt x="6445296" y="2889811"/>
                  <a:pt x="6448343" y="2891728"/>
                  <a:pt x="6451543" y="2891728"/>
                </a:cubicBezTo>
                <a:cubicBezTo>
                  <a:pt x="6452560" y="2891728"/>
                  <a:pt x="6453594" y="2891535"/>
                  <a:pt x="6454572" y="2891133"/>
                </a:cubicBezTo>
                <a:cubicBezTo>
                  <a:pt x="6458731" y="2889466"/>
                  <a:pt x="6460743" y="2884732"/>
                  <a:pt x="6459075" y="2880573"/>
                </a:cubicBezTo>
                <a:cubicBezTo>
                  <a:pt x="6457390" y="2876414"/>
                  <a:pt x="6452675" y="2874402"/>
                  <a:pt x="6448516" y="2876088"/>
                </a:cubicBezTo>
                <a:close/>
                <a:moveTo>
                  <a:pt x="6261482" y="2947863"/>
                </a:moveTo>
                <a:cubicBezTo>
                  <a:pt x="6257265" y="2949396"/>
                  <a:pt x="6255080" y="2954053"/>
                  <a:pt x="6256613" y="2958270"/>
                </a:cubicBezTo>
                <a:lnTo>
                  <a:pt x="6256632" y="2958270"/>
                </a:lnTo>
                <a:cubicBezTo>
                  <a:pt x="6257821" y="2961566"/>
                  <a:pt x="6260945" y="2963617"/>
                  <a:pt x="6264261" y="2963617"/>
                </a:cubicBezTo>
                <a:cubicBezTo>
                  <a:pt x="6265180" y="2963617"/>
                  <a:pt x="6266119" y="2963463"/>
                  <a:pt x="6267020" y="2963118"/>
                </a:cubicBezTo>
                <a:cubicBezTo>
                  <a:pt x="6271217" y="2961604"/>
                  <a:pt x="6273402" y="2956947"/>
                  <a:pt x="6271869" y="2952731"/>
                </a:cubicBezTo>
                <a:cubicBezTo>
                  <a:pt x="6270354" y="2948514"/>
                  <a:pt x="6265697" y="2946349"/>
                  <a:pt x="6261482" y="2947863"/>
                </a:cubicBezTo>
                <a:close/>
                <a:moveTo>
                  <a:pt x="6541198" y="2837989"/>
                </a:moveTo>
                <a:cubicBezTo>
                  <a:pt x="6537059" y="2839713"/>
                  <a:pt x="6535105" y="2844466"/>
                  <a:pt x="6536829" y="2848606"/>
                </a:cubicBezTo>
                <a:cubicBezTo>
                  <a:pt x="6538132" y="2851711"/>
                  <a:pt x="6541160" y="2853588"/>
                  <a:pt x="6544323" y="2853588"/>
                </a:cubicBezTo>
                <a:cubicBezTo>
                  <a:pt x="6545377" y="2853588"/>
                  <a:pt x="6546431" y="2853378"/>
                  <a:pt x="6547447" y="2852956"/>
                </a:cubicBezTo>
                <a:cubicBezTo>
                  <a:pt x="6551586" y="2851232"/>
                  <a:pt x="6553542" y="2846478"/>
                  <a:pt x="6551797" y="2842339"/>
                </a:cubicBezTo>
                <a:cubicBezTo>
                  <a:pt x="6550072" y="2838199"/>
                  <a:pt x="6545320" y="2836263"/>
                  <a:pt x="6541198" y="2837989"/>
                </a:cubicBezTo>
                <a:close/>
                <a:moveTo>
                  <a:pt x="4985994" y="3444033"/>
                </a:moveTo>
                <a:cubicBezTo>
                  <a:pt x="4984727" y="3446505"/>
                  <a:pt x="4985705" y="3449553"/>
                  <a:pt x="4988197" y="3450817"/>
                </a:cubicBezTo>
                <a:cubicBezTo>
                  <a:pt x="4988924" y="3451182"/>
                  <a:pt x="4989711" y="3451354"/>
                  <a:pt x="4990476" y="3451354"/>
                </a:cubicBezTo>
                <a:cubicBezTo>
                  <a:pt x="4992316" y="3451354"/>
                  <a:pt x="4994081" y="3450358"/>
                  <a:pt x="4994981" y="3448613"/>
                </a:cubicBezTo>
                <a:cubicBezTo>
                  <a:pt x="4996246" y="3446123"/>
                  <a:pt x="4995250" y="3443094"/>
                  <a:pt x="4992777" y="3441830"/>
                </a:cubicBezTo>
                <a:cubicBezTo>
                  <a:pt x="4990286" y="3440563"/>
                  <a:pt x="4987259" y="3441541"/>
                  <a:pt x="4985994" y="3444033"/>
                </a:cubicBezTo>
                <a:close/>
                <a:moveTo>
                  <a:pt x="5185312" y="3366203"/>
                </a:moveTo>
                <a:cubicBezTo>
                  <a:pt x="5182075" y="3365379"/>
                  <a:pt x="5178758" y="3367353"/>
                  <a:pt x="5177934" y="3370592"/>
                </a:cubicBezTo>
                <a:cubicBezTo>
                  <a:pt x="5177109" y="3373831"/>
                  <a:pt x="5179065" y="3377147"/>
                  <a:pt x="5182323" y="3377971"/>
                </a:cubicBezTo>
                <a:cubicBezTo>
                  <a:pt x="5182822" y="3378085"/>
                  <a:pt x="5183340" y="3378162"/>
                  <a:pt x="5183817" y="3378162"/>
                </a:cubicBezTo>
                <a:cubicBezTo>
                  <a:pt x="5186540" y="3378162"/>
                  <a:pt x="5188993" y="3376322"/>
                  <a:pt x="5189702" y="3373581"/>
                </a:cubicBezTo>
                <a:cubicBezTo>
                  <a:pt x="5190526" y="3370324"/>
                  <a:pt x="5188553" y="3367027"/>
                  <a:pt x="5185312" y="3366203"/>
                </a:cubicBezTo>
                <a:close/>
                <a:moveTo>
                  <a:pt x="7008277" y="2654116"/>
                </a:moveTo>
                <a:cubicBezTo>
                  <a:pt x="7004040" y="2655553"/>
                  <a:pt x="7001779" y="2660172"/>
                  <a:pt x="7003217" y="2664408"/>
                </a:cubicBezTo>
                <a:cubicBezTo>
                  <a:pt x="7004367" y="2667781"/>
                  <a:pt x="7007529" y="2669909"/>
                  <a:pt x="7010902" y="2669909"/>
                </a:cubicBezTo>
                <a:cubicBezTo>
                  <a:pt x="7011765" y="2669908"/>
                  <a:pt x="7012646" y="2669774"/>
                  <a:pt x="7013528" y="2669468"/>
                </a:cubicBezTo>
                <a:cubicBezTo>
                  <a:pt x="7017763" y="2668030"/>
                  <a:pt x="7020025" y="2663412"/>
                  <a:pt x="7018588" y="2659175"/>
                </a:cubicBezTo>
                <a:cubicBezTo>
                  <a:pt x="7017131" y="2654921"/>
                  <a:pt x="7012531" y="2652660"/>
                  <a:pt x="7008277" y="2654116"/>
                </a:cubicBezTo>
                <a:close/>
                <a:moveTo>
                  <a:pt x="6633748" y="2799293"/>
                </a:moveTo>
                <a:cubicBezTo>
                  <a:pt x="6629609" y="2800998"/>
                  <a:pt x="6627634" y="2805752"/>
                  <a:pt x="6629359" y="2809892"/>
                </a:cubicBezTo>
                <a:cubicBezTo>
                  <a:pt x="6630662" y="2813016"/>
                  <a:pt x="6633671" y="2814894"/>
                  <a:pt x="6636853" y="2814893"/>
                </a:cubicBezTo>
                <a:cubicBezTo>
                  <a:pt x="6637907" y="2814894"/>
                  <a:pt x="6638961" y="2814683"/>
                  <a:pt x="6639977" y="2814261"/>
                </a:cubicBezTo>
                <a:cubicBezTo>
                  <a:pt x="6644116" y="2812536"/>
                  <a:pt x="6646071" y="2807784"/>
                  <a:pt x="6644346" y="2803644"/>
                </a:cubicBezTo>
                <a:cubicBezTo>
                  <a:pt x="6642622" y="2799523"/>
                  <a:pt x="6637869" y="2797549"/>
                  <a:pt x="6633748" y="2799293"/>
                </a:cubicBezTo>
                <a:close/>
                <a:moveTo>
                  <a:pt x="6166977" y="2980903"/>
                </a:moveTo>
                <a:cubicBezTo>
                  <a:pt x="6162723" y="2982341"/>
                  <a:pt x="6160442" y="2986941"/>
                  <a:pt x="6161879" y="2991196"/>
                </a:cubicBezTo>
                <a:cubicBezTo>
                  <a:pt x="6163010" y="2994588"/>
                  <a:pt x="6166173" y="2996715"/>
                  <a:pt x="6169565" y="2996715"/>
                </a:cubicBezTo>
                <a:cubicBezTo>
                  <a:pt x="6170427" y="2996715"/>
                  <a:pt x="6171289" y="2996581"/>
                  <a:pt x="6172151" y="2996293"/>
                </a:cubicBezTo>
                <a:cubicBezTo>
                  <a:pt x="6176387" y="2994857"/>
                  <a:pt x="6178687" y="2990257"/>
                  <a:pt x="6177249" y="2986021"/>
                </a:cubicBezTo>
                <a:cubicBezTo>
                  <a:pt x="6175812" y="2981766"/>
                  <a:pt x="6171232" y="2979486"/>
                  <a:pt x="6166977" y="2980903"/>
                </a:cubicBezTo>
                <a:close/>
                <a:moveTo>
                  <a:pt x="6726527" y="2761001"/>
                </a:moveTo>
                <a:cubicBezTo>
                  <a:pt x="6722368" y="2762688"/>
                  <a:pt x="6720375" y="2767421"/>
                  <a:pt x="6722062" y="2771580"/>
                </a:cubicBezTo>
                <a:cubicBezTo>
                  <a:pt x="6723346" y="2774724"/>
                  <a:pt x="6726394" y="2776640"/>
                  <a:pt x="6729594" y="2776640"/>
                </a:cubicBezTo>
                <a:cubicBezTo>
                  <a:pt x="6730609" y="2776640"/>
                  <a:pt x="6731644" y="2776449"/>
                  <a:pt x="6732641" y="2776027"/>
                </a:cubicBezTo>
                <a:cubicBezTo>
                  <a:pt x="6736800" y="2774341"/>
                  <a:pt x="6738774" y="2769606"/>
                  <a:pt x="6737088" y="2765448"/>
                </a:cubicBezTo>
                <a:cubicBezTo>
                  <a:pt x="6735401" y="2761308"/>
                  <a:pt x="6730667" y="2759314"/>
                  <a:pt x="6726527" y="2761001"/>
                </a:cubicBezTo>
                <a:close/>
                <a:moveTo>
                  <a:pt x="6913600" y="2687847"/>
                </a:moveTo>
                <a:cubicBezTo>
                  <a:pt x="6909402" y="2689399"/>
                  <a:pt x="6907256" y="2694076"/>
                  <a:pt x="6908809" y="2698273"/>
                </a:cubicBezTo>
                <a:cubicBezTo>
                  <a:pt x="6910016" y="2701550"/>
                  <a:pt x="6913120" y="2703582"/>
                  <a:pt x="6916418" y="2703582"/>
                </a:cubicBezTo>
                <a:cubicBezTo>
                  <a:pt x="6917356" y="2703582"/>
                  <a:pt x="6918295" y="2703410"/>
                  <a:pt x="6919234" y="2703064"/>
                </a:cubicBezTo>
                <a:cubicBezTo>
                  <a:pt x="6923432" y="2701512"/>
                  <a:pt x="6925578" y="2696835"/>
                  <a:pt x="6924026" y="2692639"/>
                </a:cubicBezTo>
                <a:cubicBezTo>
                  <a:pt x="6922454" y="2688441"/>
                  <a:pt x="6917797" y="2686295"/>
                  <a:pt x="6913600" y="2687847"/>
                </a:cubicBezTo>
                <a:close/>
                <a:moveTo>
                  <a:pt x="6819728" y="2723667"/>
                </a:moveTo>
                <a:cubicBezTo>
                  <a:pt x="6815569" y="2725315"/>
                  <a:pt x="6813499" y="2730030"/>
                  <a:pt x="6815148" y="2734189"/>
                </a:cubicBezTo>
                <a:cubicBezTo>
                  <a:pt x="6816394" y="2737389"/>
                  <a:pt x="6819460" y="2739345"/>
                  <a:pt x="6822699" y="2739345"/>
                </a:cubicBezTo>
                <a:cubicBezTo>
                  <a:pt x="6823676" y="2739345"/>
                  <a:pt x="6824692" y="2739152"/>
                  <a:pt x="6825670" y="2738789"/>
                </a:cubicBezTo>
                <a:cubicBezTo>
                  <a:pt x="6829828" y="2737140"/>
                  <a:pt x="6831880" y="2732444"/>
                  <a:pt x="6830250" y="2728267"/>
                </a:cubicBezTo>
                <a:cubicBezTo>
                  <a:pt x="6828621" y="2724089"/>
                  <a:pt x="6823906" y="2722038"/>
                  <a:pt x="6819728" y="2723667"/>
                </a:cubicBezTo>
                <a:close/>
                <a:moveTo>
                  <a:pt x="8214963" y="2177110"/>
                </a:moveTo>
                <a:cubicBezTo>
                  <a:pt x="8208947" y="2175692"/>
                  <a:pt x="8202928" y="2179410"/>
                  <a:pt x="8201510" y="2185428"/>
                </a:cubicBezTo>
                <a:cubicBezTo>
                  <a:pt x="8200091" y="2191446"/>
                  <a:pt x="8203829" y="2197464"/>
                  <a:pt x="8209828" y="2198882"/>
                </a:cubicBezTo>
                <a:cubicBezTo>
                  <a:pt x="8210690" y="2199074"/>
                  <a:pt x="8211553" y="2199170"/>
                  <a:pt x="8212396" y="2199170"/>
                </a:cubicBezTo>
                <a:cubicBezTo>
                  <a:pt x="8217474" y="2199170"/>
                  <a:pt x="8222074" y="2195700"/>
                  <a:pt x="8223282" y="2190546"/>
                </a:cubicBezTo>
                <a:cubicBezTo>
                  <a:pt x="8224699" y="2184547"/>
                  <a:pt x="8220963" y="2178528"/>
                  <a:pt x="8214963" y="2177110"/>
                </a:cubicBezTo>
                <a:close/>
                <a:moveTo>
                  <a:pt x="6071706" y="3011568"/>
                </a:moveTo>
                <a:cubicBezTo>
                  <a:pt x="6067433" y="3012891"/>
                  <a:pt x="6065018" y="3017414"/>
                  <a:pt x="6066340" y="3021707"/>
                </a:cubicBezTo>
                <a:cubicBezTo>
                  <a:pt x="6067414" y="3025195"/>
                  <a:pt x="6070613" y="3027437"/>
                  <a:pt x="6074083" y="3027437"/>
                </a:cubicBezTo>
                <a:cubicBezTo>
                  <a:pt x="6074869" y="3027437"/>
                  <a:pt x="6075673" y="3027322"/>
                  <a:pt x="6076460" y="3027074"/>
                </a:cubicBezTo>
                <a:cubicBezTo>
                  <a:pt x="6080752" y="3025770"/>
                  <a:pt x="6083167" y="3021227"/>
                  <a:pt x="6081845" y="3016953"/>
                </a:cubicBezTo>
                <a:cubicBezTo>
                  <a:pt x="6080522" y="3012661"/>
                  <a:pt x="6075999" y="3010246"/>
                  <a:pt x="6071706" y="3011568"/>
                </a:cubicBezTo>
                <a:close/>
                <a:moveTo>
                  <a:pt x="5975631" y="3039396"/>
                </a:moveTo>
                <a:cubicBezTo>
                  <a:pt x="5971320" y="3040565"/>
                  <a:pt x="5968772" y="3045031"/>
                  <a:pt x="5969941" y="3049363"/>
                </a:cubicBezTo>
                <a:cubicBezTo>
                  <a:pt x="5970917" y="3052966"/>
                  <a:pt x="5974195" y="3055342"/>
                  <a:pt x="5977759" y="3055342"/>
                </a:cubicBezTo>
                <a:cubicBezTo>
                  <a:pt x="5978467" y="3055342"/>
                  <a:pt x="5979177" y="3055246"/>
                  <a:pt x="5979905" y="3055054"/>
                </a:cubicBezTo>
                <a:cubicBezTo>
                  <a:pt x="5984218" y="3053885"/>
                  <a:pt x="5986766" y="3049420"/>
                  <a:pt x="5985598" y="3045088"/>
                </a:cubicBezTo>
                <a:cubicBezTo>
                  <a:pt x="5984409" y="3040776"/>
                  <a:pt x="5979962" y="3038227"/>
                  <a:pt x="5975631" y="3039396"/>
                </a:cubicBezTo>
                <a:close/>
                <a:moveTo>
                  <a:pt x="8397858" y="2090739"/>
                </a:moveTo>
                <a:cubicBezTo>
                  <a:pt x="8395108" y="2092217"/>
                  <a:pt x="8392923" y="2094747"/>
                  <a:pt x="8391955" y="2097977"/>
                </a:cubicBezTo>
                <a:cubicBezTo>
                  <a:pt x="8390020" y="2104435"/>
                  <a:pt x="8393661" y="2111239"/>
                  <a:pt x="8400120" y="2113175"/>
                </a:cubicBezTo>
                <a:cubicBezTo>
                  <a:pt x="8401289" y="2113539"/>
                  <a:pt x="8402477" y="2113692"/>
                  <a:pt x="8403646" y="2113692"/>
                </a:cubicBezTo>
                <a:cubicBezTo>
                  <a:pt x="8408878" y="2113692"/>
                  <a:pt x="8413727" y="2110300"/>
                  <a:pt x="8415317" y="2105011"/>
                </a:cubicBezTo>
                <a:cubicBezTo>
                  <a:pt x="8417254" y="2098551"/>
                  <a:pt x="8413611" y="2091748"/>
                  <a:pt x="8407153" y="2089812"/>
                </a:cubicBezTo>
                <a:cubicBezTo>
                  <a:pt x="8403924" y="2088834"/>
                  <a:pt x="8400608" y="2089261"/>
                  <a:pt x="8397858" y="2090739"/>
                </a:cubicBezTo>
                <a:close/>
                <a:moveTo>
                  <a:pt x="7597840" y="2402916"/>
                </a:moveTo>
                <a:lnTo>
                  <a:pt x="7597840" y="2402934"/>
                </a:lnTo>
                <a:lnTo>
                  <a:pt x="7597849" y="2402924"/>
                </a:lnTo>
                <a:close/>
                <a:moveTo>
                  <a:pt x="4498503" y="3608222"/>
                </a:moveTo>
                <a:cubicBezTo>
                  <a:pt x="4498080" y="3608567"/>
                  <a:pt x="4498005" y="3609161"/>
                  <a:pt x="4498331" y="3609583"/>
                </a:cubicBezTo>
                <a:cubicBezTo>
                  <a:pt x="4498523" y="3609812"/>
                  <a:pt x="4498810" y="3609947"/>
                  <a:pt x="4499078" y="3609947"/>
                </a:cubicBezTo>
                <a:cubicBezTo>
                  <a:pt x="4499289" y="3609947"/>
                  <a:pt x="4499499" y="3609870"/>
                  <a:pt x="4499671" y="3609736"/>
                </a:cubicBezTo>
                <a:cubicBezTo>
                  <a:pt x="4500093" y="3609411"/>
                  <a:pt x="4500171" y="3608815"/>
                  <a:pt x="4499844" y="3608394"/>
                </a:cubicBezTo>
                <a:cubicBezTo>
                  <a:pt x="4499519" y="3607972"/>
                  <a:pt x="4498904" y="3607896"/>
                  <a:pt x="4498503" y="3608222"/>
                </a:cubicBezTo>
                <a:close/>
                <a:moveTo>
                  <a:pt x="7606425" y="2393295"/>
                </a:moveTo>
                <a:lnTo>
                  <a:pt x="7597849" y="2402924"/>
                </a:lnTo>
                <a:lnTo>
                  <a:pt x="7606963" y="2411521"/>
                </a:lnTo>
                <a:cubicBezTo>
                  <a:pt x="7607135" y="2411521"/>
                  <a:pt x="7607307" y="2411521"/>
                  <a:pt x="7607499" y="2411521"/>
                </a:cubicBezTo>
                <a:cubicBezTo>
                  <a:pt x="7612539" y="2411233"/>
                  <a:pt x="7616372" y="2406921"/>
                  <a:pt x="7616085" y="2401880"/>
                </a:cubicBezTo>
                <a:cubicBezTo>
                  <a:pt x="7615798" y="2396841"/>
                  <a:pt x="7611467" y="2392988"/>
                  <a:pt x="7606425" y="2393295"/>
                </a:cubicBezTo>
                <a:close/>
                <a:moveTo>
                  <a:pt x="8582257" y="2009763"/>
                </a:moveTo>
                <a:cubicBezTo>
                  <a:pt x="8579224" y="2011268"/>
                  <a:pt x="8576766" y="2013927"/>
                  <a:pt x="8575597" y="2017386"/>
                </a:cubicBezTo>
                <a:cubicBezTo>
                  <a:pt x="8573259" y="2024305"/>
                  <a:pt x="8576977" y="2031799"/>
                  <a:pt x="8583914" y="2034137"/>
                </a:cubicBezTo>
                <a:cubicBezTo>
                  <a:pt x="8585314" y="2034616"/>
                  <a:pt x="8586731" y="2034827"/>
                  <a:pt x="8588130" y="2034826"/>
                </a:cubicBezTo>
                <a:cubicBezTo>
                  <a:pt x="8593651" y="2034826"/>
                  <a:pt x="8598807" y="2031358"/>
                  <a:pt x="8600665" y="2025838"/>
                </a:cubicBezTo>
                <a:cubicBezTo>
                  <a:pt x="8602984" y="2018920"/>
                  <a:pt x="8599285" y="2011407"/>
                  <a:pt x="8592366" y="2009069"/>
                </a:cubicBezTo>
                <a:cubicBezTo>
                  <a:pt x="8588897" y="2007909"/>
                  <a:pt x="8585290" y="2008259"/>
                  <a:pt x="8582257" y="2009763"/>
                </a:cubicBezTo>
                <a:close/>
                <a:moveTo>
                  <a:pt x="5878655" y="3063602"/>
                </a:moveTo>
                <a:cubicBezTo>
                  <a:pt x="5874287" y="3064599"/>
                  <a:pt x="5871547" y="3068949"/>
                  <a:pt x="5872542" y="3073319"/>
                </a:cubicBezTo>
                <a:cubicBezTo>
                  <a:pt x="5873404" y="3077076"/>
                  <a:pt x="5876759" y="3079625"/>
                  <a:pt x="5880458" y="3079625"/>
                </a:cubicBezTo>
                <a:cubicBezTo>
                  <a:pt x="5881051" y="3079624"/>
                  <a:pt x="5881664" y="3079567"/>
                  <a:pt x="5882260" y="3079414"/>
                </a:cubicBezTo>
                <a:cubicBezTo>
                  <a:pt x="5886628" y="3078417"/>
                  <a:pt x="5889369" y="3074067"/>
                  <a:pt x="5888372" y="3069697"/>
                </a:cubicBezTo>
                <a:cubicBezTo>
                  <a:pt x="5887357" y="3065327"/>
                  <a:pt x="5883007" y="3062605"/>
                  <a:pt x="5878655" y="3063602"/>
                </a:cubicBezTo>
                <a:close/>
                <a:moveTo>
                  <a:pt x="4811282" y="3478473"/>
                </a:moveTo>
                <a:cubicBezTo>
                  <a:pt x="4809863" y="3480180"/>
                  <a:pt x="4810094" y="3482709"/>
                  <a:pt x="4811818" y="3484127"/>
                </a:cubicBezTo>
                <a:cubicBezTo>
                  <a:pt x="4812566" y="3484759"/>
                  <a:pt x="4813467" y="3485048"/>
                  <a:pt x="4814367" y="3485048"/>
                </a:cubicBezTo>
                <a:cubicBezTo>
                  <a:pt x="4815536" y="3485048"/>
                  <a:pt x="4816687" y="3484550"/>
                  <a:pt x="4817472" y="3483591"/>
                </a:cubicBezTo>
                <a:cubicBezTo>
                  <a:pt x="4818890" y="3481885"/>
                  <a:pt x="4818641" y="3479336"/>
                  <a:pt x="4816935" y="3477917"/>
                </a:cubicBezTo>
                <a:cubicBezTo>
                  <a:pt x="4815230" y="3476519"/>
                  <a:pt x="4812701" y="3476749"/>
                  <a:pt x="4811282" y="3478473"/>
                </a:cubicBezTo>
                <a:close/>
                <a:moveTo>
                  <a:pt x="5384633" y="3252782"/>
                </a:moveTo>
                <a:cubicBezTo>
                  <a:pt x="5380724" y="3252514"/>
                  <a:pt x="5377349" y="3255465"/>
                  <a:pt x="5377081" y="3259375"/>
                </a:cubicBezTo>
                <a:cubicBezTo>
                  <a:pt x="5376832" y="3263284"/>
                  <a:pt x="5379783" y="3266658"/>
                  <a:pt x="5383693" y="3266927"/>
                </a:cubicBezTo>
                <a:lnTo>
                  <a:pt x="5383694" y="3266945"/>
                </a:lnTo>
                <a:cubicBezTo>
                  <a:pt x="5383846" y="3266945"/>
                  <a:pt x="5384019" y="3266945"/>
                  <a:pt x="5384172" y="3266945"/>
                </a:cubicBezTo>
                <a:cubicBezTo>
                  <a:pt x="5387871" y="3266945"/>
                  <a:pt x="5390994" y="3264070"/>
                  <a:pt x="5391244" y="3260333"/>
                </a:cubicBezTo>
                <a:cubicBezTo>
                  <a:pt x="5391494" y="3256424"/>
                  <a:pt x="5388542" y="3253031"/>
                  <a:pt x="5384633" y="3252782"/>
                </a:cubicBezTo>
                <a:close/>
                <a:moveTo>
                  <a:pt x="7914280" y="2263316"/>
                </a:moveTo>
                <a:cubicBezTo>
                  <a:pt x="7908682" y="2262740"/>
                  <a:pt x="7903700" y="2266804"/>
                  <a:pt x="7903125" y="2272381"/>
                </a:cubicBezTo>
                <a:cubicBezTo>
                  <a:pt x="7902569" y="2277958"/>
                  <a:pt x="7906632" y="2282941"/>
                  <a:pt x="7912209" y="2283516"/>
                </a:cubicBezTo>
                <a:lnTo>
                  <a:pt x="7912228" y="2283515"/>
                </a:lnTo>
                <a:cubicBezTo>
                  <a:pt x="7912573" y="2283554"/>
                  <a:pt x="7912918" y="2283573"/>
                  <a:pt x="7913263" y="2283573"/>
                </a:cubicBezTo>
                <a:cubicBezTo>
                  <a:pt x="7918418" y="2283573"/>
                  <a:pt x="7922828" y="2279663"/>
                  <a:pt x="7923363" y="2274450"/>
                </a:cubicBezTo>
                <a:cubicBezTo>
                  <a:pt x="7923919" y="2268854"/>
                  <a:pt x="7919856" y="2263872"/>
                  <a:pt x="7914280" y="2263316"/>
                </a:cubicBezTo>
                <a:close/>
                <a:moveTo>
                  <a:pt x="8760823" y="1930997"/>
                </a:moveTo>
                <a:cubicBezTo>
                  <a:pt x="8757539" y="1932580"/>
                  <a:pt x="8754860" y="1935417"/>
                  <a:pt x="8753567" y="1939135"/>
                </a:cubicBezTo>
                <a:cubicBezTo>
                  <a:pt x="8750960" y="1946552"/>
                  <a:pt x="8754889" y="1954678"/>
                  <a:pt x="8762324" y="1957265"/>
                </a:cubicBezTo>
                <a:cubicBezTo>
                  <a:pt x="8763877" y="1957821"/>
                  <a:pt x="8765449" y="1958070"/>
                  <a:pt x="8767021" y="1958070"/>
                </a:cubicBezTo>
                <a:cubicBezTo>
                  <a:pt x="8772904" y="1958070"/>
                  <a:pt x="8778405" y="1954390"/>
                  <a:pt x="8780455" y="1948526"/>
                </a:cubicBezTo>
                <a:cubicBezTo>
                  <a:pt x="8783061" y="1941090"/>
                  <a:pt x="8779133" y="1932983"/>
                  <a:pt x="8771715" y="1930376"/>
                </a:cubicBezTo>
                <a:cubicBezTo>
                  <a:pt x="8767997" y="1929082"/>
                  <a:pt x="8764107" y="1929413"/>
                  <a:pt x="8760823" y="1930997"/>
                </a:cubicBezTo>
                <a:close/>
                <a:moveTo>
                  <a:pt x="5780778" y="3083783"/>
                </a:moveTo>
                <a:cubicBezTo>
                  <a:pt x="5776370" y="3084588"/>
                  <a:pt x="5773456" y="3088823"/>
                  <a:pt x="5774263" y="3093232"/>
                </a:cubicBezTo>
                <a:cubicBezTo>
                  <a:pt x="5774972" y="3097141"/>
                  <a:pt x="5778383" y="3099882"/>
                  <a:pt x="5782236" y="3099882"/>
                </a:cubicBezTo>
                <a:cubicBezTo>
                  <a:pt x="5782715" y="3099882"/>
                  <a:pt x="5783214" y="3099844"/>
                  <a:pt x="5783692" y="3099748"/>
                </a:cubicBezTo>
                <a:cubicBezTo>
                  <a:pt x="5788119" y="3098943"/>
                  <a:pt x="5791032" y="3094727"/>
                  <a:pt x="5790227" y="3090300"/>
                </a:cubicBezTo>
                <a:cubicBezTo>
                  <a:pt x="5789422" y="3085891"/>
                  <a:pt x="5785187" y="3082978"/>
                  <a:pt x="5780778" y="3083783"/>
                </a:cubicBezTo>
                <a:close/>
                <a:moveTo>
                  <a:pt x="8934618" y="1851314"/>
                </a:moveTo>
                <a:cubicBezTo>
                  <a:pt x="8931109" y="1853034"/>
                  <a:pt x="8928258" y="1856091"/>
                  <a:pt x="8926897" y="1860077"/>
                </a:cubicBezTo>
                <a:cubicBezTo>
                  <a:pt x="8924176" y="1868051"/>
                  <a:pt x="8928431" y="1876732"/>
                  <a:pt x="8936422" y="1879472"/>
                </a:cubicBezTo>
                <a:cubicBezTo>
                  <a:pt x="8938051" y="1880028"/>
                  <a:pt x="8939719" y="1880278"/>
                  <a:pt x="8941348" y="1880278"/>
                </a:cubicBezTo>
                <a:cubicBezTo>
                  <a:pt x="8947692" y="1880278"/>
                  <a:pt x="8953633" y="1876291"/>
                  <a:pt x="8955799" y="1869948"/>
                </a:cubicBezTo>
                <a:cubicBezTo>
                  <a:pt x="8958521" y="1861975"/>
                  <a:pt x="8954265" y="1853293"/>
                  <a:pt x="8946293" y="1850572"/>
                </a:cubicBezTo>
                <a:cubicBezTo>
                  <a:pt x="8942297" y="1849211"/>
                  <a:pt x="8938128" y="1849594"/>
                  <a:pt x="8934618" y="1851314"/>
                </a:cubicBezTo>
                <a:close/>
                <a:moveTo>
                  <a:pt x="4576660" y="3549001"/>
                </a:moveTo>
                <a:cubicBezTo>
                  <a:pt x="4575816" y="3549710"/>
                  <a:pt x="4575721" y="3550956"/>
                  <a:pt x="4576411" y="3551799"/>
                </a:cubicBezTo>
                <a:cubicBezTo>
                  <a:pt x="4576813" y="3552260"/>
                  <a:pt x="4577369" y="3552509"/>
                  <a:pt x="4577924" y="3552509"/>
                </a:cubicBezTo>
                <a:cubicBezTo>
                  <a:pt x="4578385" y="3552509"/>
                  <a:pt x="4578824" y="3552355"/>
                  <a:pt x="4579209" y="3552048"/>
                </a:cubicBezTo>
                <a:cubicBezTo>
                  <a:pt x="4580033" y="3551340"/>
                  <a:pt x="4580147" y="3550095"/>
                  <a:pt x="4579458" y="3549250"/>
                </a:cubicBezTo>
                <a:cubicBezTo>
                  <a:pt x="4578748" y="3548407"/>
                  <a:pt x="4577502" y="3548292"/>
                  <a:pt x="4576660" y="3549001"/>
                </a:cubicBezTo>
                <a:close/>
                <a:moveTo>
                  <a:pt x="7505386" y="2401843"/>
                </a:moveTo>
                <a:cubicBezTo>
                  <a:pt x="7500384" y="2402398"/>
                  <a:pt x="7496762" y="2406902"/>
                  <a:pt x="7497318" y="2411923"/>
                </a:cubicBezTo>
                <a:lnTo>
                  <a:pt x="7497299" y="2411923"/>
                </a:lnTo>
                <a:cubicBezTo>
                  <a:pt x="7497816" y="2416599"/>
                  <a:pt x="7501764" y="2420049"/>
                  <a:pt x="7506364" y="2420049"/>
                </a:cubicBezTo>
                <a:cubicBezTo>
                  <a:pt x="7506709" y="2420049"/>
                  <a:pt x="7507054" y="2420030"/>
                  <a:pt x="7507399" y="2419992"/>
                </a:cubicBezTo>
                <a:cubicBezTo>
                  <a:pt x="7512420" y="2419436"/>
                  <a:pt x="7516043" y="2414932"/>
                  <a:pt x="7515467" y="2409911"/>
                </a:cubicBezTo>
                <a:cubicBezTo>
                  <a:pt x="7514931" y="2404890"/>
                  <a:pt x="7510409" y="2401287"/>
                  <a:pt x="7505386" y="2401843"/>
                </a:cubicBezTo>
                <a:close/>
                <a:moveTo>
                  <a:pt x="5091498" y="3336899"/>
                </a:moveTo>
                <a:cubicBezTo>
                  <a:pt x="5088355" y="3335730"/>
                  <a:pt x="5084867" y="3337302"/>
                  <a:pt x="5083677" y="3340445"/>
                </a:cubicBezTo>
                <a:cubicBezTo>
                  <a:pt x="5082509" y="3343588"/>
                  <a:pt x="5084100" y="3347076"/>
                  <a:pt x="5087244" y="3348264"/>
                </a:cubicBezTo>
                <a:cubicBezTo>
                  <a:pt x="5087932" y="3348513"/>
                  <a:pt x="5088662" y="3348648"/>
                  <a:pt x="5089370" y="3348648"/>
                </a:cubicBezTo>
                <a:cubicBezTo>
                  <a:pt x="5091825" y="3348648"/>
                  <a:pt x="5094144" y="3347134"/>
                  <a:pt x="5095045" y="3344700"/>
                </a:cubicBezTo>
                <a:cubicBezTo>
                  <a:pt x="5096232" y="3341576"/>
                  <a:pt x="5094641" y="3338068"/>
                  <a:pt x="5091498" y="3336899"/>
                </a:cubicBezTo>
                <a:close/>
                <a:moveTo>
                  <a:pt x="8114671" y="2155377"/>
                </a:moveTo>
                <a:cubicBezTo>
                  <a:pt x="8108615" y="2154189"/>
                  <a:pt x="8102751" y="2158137"/>
                  <a:pt x="8101562" y="2164193"/>
                </a:cubicBezTo>
                <a:cubicBezTo>
                  <a:pt x="8100374" y="2170249"/>
                  <a:pt x="8104322" y="2176133"/>
                  <a:pt x="8110398" y="2177322"/>
                </a:cubicBezTo>
                <a:lnTo>
                  <a:pt x="8110379" y="2177321"/>
                </a:lnTo>
                <a:lnTo>
                  <a:pt x="8110359" y="2177322"/>
                </a:lnTo>
                <a:cubicBezTo>
                  <a:pt x="8111088" y="2177455"/>
                  <a:pt x="8111816" y="2177532"/>
                  <a:pt x="8112526" y="2177532"/>
                </a:cubicBezTo>
                <a:cubicBezTo>
                  <a:pt x="8117758" y="2177532"/>
                  <a:pt x="8122434" y="2173833"/>
                  <a:pt x="8123487" y="2168486"/>
                </a:cubicBezTo>
                <a:cubicBezTo>
                  <a:pt x="8124676" y="2162429"/>
                  <a:pt x="8120728" y="2156565"/>
                  <a:pt x="8114671" y="2155377"/>
                </a:cubicBezTo>
                <a:close/>
                <a:moveTo>
                  <a:pt x="5682134" y="3099346"/>
                </a:moveTo>
                <a:cubicBezTo>
                  <a:pt x="5677687" y="3099939"/>
                  <a:pt x="5674564" y="3104003"/>
                  <a:pt x="5675139" y="3108449"/>
                </a:cubicBezTo>
                <a:cubicBezTo>
                  <a:pt x="5675676" y="3112531"/>
                  <a:pt x="5679164" y="3115502"/>
                  <a:pt x="5683189" y="3115502"/>
                </a:cubicBezTo>
                <a:cubicBezTo>
                  <a:pt x="5683533" y="3115502"/>
                  <a:pt x="5683879" y="3115483"/>
                  <a:pt x="5684243" y="3115444"/>
                </a:cubicBezTo>
                <a:cubicBezTo>
                  <a:pt x="5688689" y="3114850"/>
                  <a:pt x="5691813" y="3110788"/>
                  <a:pt x="5691238" y="3106341"/>
                </a:cubicBezTo>
                <a:cubicBezTo>
                  <a:pt x="5690644" y="3101895"/>
                  <a:pt x="5686583" y="3098770"/>
                  <a:pt x="5682134" y="3099346"/>
                </a:cubicBezTo>
                <a:close/>
                <a:moveTo>
                  <a:pt x="4901473" y="3393762"/>
                </a:moveTo>
                <a:cubicBezTo>
                  <a:pt x="4899939" y="3396082"/>
                  <a:pt x="4900573" y="3399206"/>
                  <a:pt x="4902893" y="3400758"/>
                </a:cubicBezTo>
                <a:cubicBezTo>
                  <a:pt x="4903754" y="3401333"/>
                  <a:pt x="4904730" y="3401601"/>
                  <a:pt x="4905689" y="3401601"/>
                </a:cubicBezTo>
                <a:cubicBezTo>
                  <a:pt x="4907319" y="3401601"/>
                  <a:pt x="4908910" y="3400815"/>
                  <a:pt x="4909886" y="3399358"/>
                </a:cubicBezTo>
                <a:cubicBezTo>
                  <a:pt x="4911421" y="3397040"/>
                  <a:pt x="4910807" y="3393897"/>
                  <a:pt x="4908489" y="3392363"/>
                </a:cubicBezTo>
                <a:cubicBezTo>
                  <a:pt x="4906169" y="3390811"/>
                  <a:pt x="4903026" y="3391443"/>
                  <a:pt x="4901473" y="3393762"/>
                </a:cubicBezTo>
                <a:close/>
                <a:moveTo>
                  <a:pt x="7404941" y="2415545"/>
                </a:moveTo>
                <a:cubicBezTo>
                  <a:pt x="7399958" y="2416351"/>
                  <a:pt x="7396565" y="2421046"/>
                  <a:pt x="7397371" y="2426029"/>
                </a:cubicBezTo>
                <a:cubicBezTo>
                  <a:pt x="7398100" y="2430514"/>
                  <a:pt x="7401990" y="2433714"/>
                  <a:pt x="7406379" y="2433714"/>
                </a:cubicBezTo>
                <a:cubicBezTo>
                  <a:pt x="7406877" y="2433714"/>
                  <a:pt x="7407356" y="2433676"/>
                  <a:pt x="7407854" y="2433580"/>
                </a:cubicBezTo>
                <a:cubicBezTo>
                  <a:pt x="7412837" y="2432775"/>
                  <a:pt x="7416229" y="2428080"/>
                  <a:pt x="7415405" y="2423116"/>
                </a:cubicBezTo>
                <a:cubicBezTo>
                  <a:pt x="7414601" y="2418133"/>
                  <a:pt x="7409925" y="2414741"/>
                  <a:pt x="7404941" y="2415545"/>
                </a:cubicBezTo>
                <a:close/>
                <a:moveTo>
                  <a:pt x="5286256" y="3241972"/>
                </a:moveTo>
                <a:cubicBezTo>
                  <a:pt x="5282366" y="3241359"/>
                  <a:pt x="5278744" y="3244023"/>
                  <a:pt x="5278151" y="3247876"/>
                </a:cubicBezTo>
                <a:cubicBezTo>
                  <a:pt x="5277556" y="3251746"/>
                  <a:pt x="5280201" y="3255389"/>
                  <a:pt x="5284072" y="3255982"/>
                </a:cubicBezTo>
                <a:cubicBezTo>
                  <a:pt x="5284435" y="3256040"/>
                  <a:pt x="5284801" y="3256059"/>
                  <a:pt x="5285163" y="3256059"/>
                </a:cubicBezTo>
                <a:cubicBezTo>
                  <a:pt x="5288593" y="3256059"/>
                  <a:pt x="5291623" y="3253568"/>
                  <a:pt x="5292160" y="3250061"/>
                </a:cubicBezTo>
                <a:cubicBezTo>
                  <a:pt x="5292755" y="3246189"/>
                  <a:pt x="5290110" y="3242567"/>
                  <a:pt x="5286256" y="3241972"/>
                </a:cubicBezTo>
                <a:close/>
                <a:moveTo>
                  <a:pt x="7812492" y="2255554"/>
                </a:moveTo>
                <a:cubicBezTo>
                  <a:pt x="7806877" y="2255266"/>
                  <a:pt x="7802124" y="2259578"/>
                  <a:pt x="7801835" y="2265175"/>
                </a:cubicBezTo>
                <a:cubicBezTo>
                  <a:pt x="7801548" y="2270771"/>
                  <a:pt x="7805861" y="2275543"/>
                  <a:pt x="7811457" y="2275830"/>
                </a:cubicBezTo>
                <a:lnTo>
                  <a:pt x="7811457" y="2275849"/>
                </a:lnTo>
                <a:cubicBezTo>
                  <a:pt x="7811630" y="2275849"/>
                  <a:pt x="7811802" y="2275849"/>
                  <a:pt x="7811974" y="2275849"/>
                </a:cubicBezTo>
                <a:cubicBezTo>
                  <a:pt x="7817360" y="2275849"/>
                  <a:pt x="7821846" y="2271633"/>
                  <a:pt x="7822112" y="2266190"/>
                </a:cubicBezTo>
                <a:cubicBezTo>
                  <a:pt x="7822400" y="2260594"/>
                  <a:pt x="7818088" y="2255822"/>
                  <a:pt x="7812492" y="2255554"/>
                </a:cubicBezTo>
                <a:close/>
                <a:moveTo>
                  <a:pt x="8298685" y="2062681"/>
                </a:moveTo>
                <a:cubicBezTo>
                  <a:pt x="8295980" y="2064241"/>
                  <a:pt x="8293867" y="2066833"/>
                  <a:pt x="8292985" y="2070091"/>
                </a:cubicBezTo>
                <a:cubicBezTo>
                  <a:pt x="8291241" y="2076607"/>
                  <a:pt x="8295094" y="2083296"/>
                  <a:pt x="8301610" y="2085040"/>
                </a:cubicBezTo>
                <a:cubicBezTo>
                  <a:pt x="8302664" y="2085327"/>
                  <a:pt x="8303737" y="2085462"/>
                  <a:pt x="8304791" y="2085462"/>
                </a:cubicBezTo>
                <a:cubicBezTo>
                  <a:pt x="8310177" y="2085462"/>
                  <a:pt x="8315102" y="2081877"/>
                  <a:pt x="8316559" y="2076416"/>
                </a:cubicBezTo>
                <a:cubicBezTo>
                  <a:pt x="8318303" y="2069919"/>
                  <a:pt x="8314451" y="2063210"/>
                  <a:pt x="8307935" y="2061467"/>
                </a:cubicBezTo>
                <a:cubicBezTo>
                  <a:pt x="8304686" y="2060595"/>
                  <a:pt x="8301389" y="2061122"/>
                  <a:pt x="8298685" y="2062681"/>
                </a:cubicBezTo>
                <a:close/>
                <a:moveTo>
                  <a:pt x="4656540" y="3484261"/>
                </a:moveTo>
                <a:cubicBezTo>
                  <a:pt x="4655332" y="3485391"/>
                  <a:pt x="4655256" y="3487289"/>
                  <a:pt x="4656368" y="3488516"/>
                </a:cubicBezTo>
                <a:cubicBezTo>
                  <a:pt x="4656961" y="3489148"/>
                  <a:pt x="4657767" y="3489474"/>
                  <a:pt x="4658592" y="3489474"/>
                </a:cubicBezTo>
                <a:cubicBezTo>
                  <a:pt x="4659319" y="3489474"/>
                  <a:pt x="4660047" y="3489206"/>
                  <a:pt x="4660623" y="3488688"/>
                </a:cubicBezTo>
                <a:cubicBezTo>
                  <a:pt x="4661849" y="3487557"/>
                  <a:pt x="4661906" y="3485659"/>
                  <a:pt x="4660775" y="3484433"/>
                </a:cubicBezTo>
                <a:cubicBezTo>
                  <a:pt x="4659665" y="3483225"/>
                  <a:pt x="4657767" y="3483149"/>
                  <a:pt x="4656540" y="3484261"/>
                </a:cubicBezTo>
                <a:close/>
                <a:moveTo>
                  <a:pt x="5575346" y="3118224"/>
                </a:moveTo>
                <a:lnTo>
                  <a:pt x="5575346" y="3118243"/>
                </a:lnTo>
                <a:lnTo>
                  <a:pt x="5575355" y="3118233"/>
                </a:lnTo>
                <a:close/>
                <a:moveTo>
                  <a:pt x="8483809" y="1977462"/>
                </a:moveTo>
                <a:cubicBezTo>
                  <a:pt x="8480800" y="1979012"/>
                  <a:pt x="8478381" y="1981710"/>
                  <a:pt x="8477260" y="1985189"/>
                </a:cubicBezTo>
                <a:cubicBezTo>
                  <a:pt x="8475036" y="1992146"/>
                  <a:pt x="8478869" y="1999582"/>
                  <a:pt x="8485827" y="2001805"/>
                </a:cubicBezTo>
                <a:cubicBezTo>
                  <a:pt x="8487169" y="2002246"/>
                  <a:pt x="8488529" y="2002437"/>
                  <a:pt x="8489870" y="2002437"/>
                </a:cubicBezTo>
                <a:cubicBezTo>
                  <a:pt x="8495467" y="2002437"/>
                  <a:pt x="8500661" y="1998873"/>
                  <a:pt x="8502462" y="1993257"/>
                </a:cubicBezTo>
                <a:cubicBezTo>
                  <a:pt x="8504685" y="1986301"/>
                  <a:pt x="8500852" y="1978844"/>
                  <a:pt x="8493895" y="1976621"/>
                </a:cubicBezTo>
                <a:cubicBezTo>
                  <a:pt x="8490416" y="1975510"/>
                  <a:pt x="8486818" y="1975912"/>
                  <a:pt x="8483809" y="1977462"/>
                </a:cubicBezTo>
                <a:close/>
                <a:moveTo>
                  <a:pt x="5582859" y="3109561"/>
                </a:moveTo>
                <a:lnTo>
                  <a:pt x="5575355" y="3118233"/>
                </a:lnTo>
                <a:lnTo>
                  <a:pt x="5583453" y="3125736"/>
                </a:lnTo>
                <a:cubicBezTo>
                  <a:pt x="5583644" y="3125736"/>
                  <a:pt x="5583836" y="3125736"/>
                  <a:pt x="5584029" y="3125736"/>
                </a:cubicBezTo>
                <a:cubicBezTo>
                  <a:pt x="5588493" y="3125410"/>
                  <a:pt x="5591865" y="3121520"/>
                  <a:pt x="5591539" y="3117054"/>
                </a:cubicBezTo>
                <a:cubicBezTo>
                  <a:pt x="5591215" y="3112589"/>
                  <a:pt x="5587324" y="3109235"/>
                  <a:pt x="5582859" y="3109561"/>
                </a:cubicBezTo>
                <a:close/>
                <a:moveTo>
                  <a:pt x="7305301" y="2434175"/>
                </a:moveTo>
                <a:cubicBezTo>
                  <a:pt x="7300356" y="2435229"/>
                  <a:pt x="7297194" y="2440077"/>
                  <a:pt x="7298248" y="2445003"/>
                </a:cubicBezTo>
                <a:cubicBezTo>
                  <a:pt x="7299148" y="2449314"/>
                  <a:pt x="7302944" y="2452267"/>
                  <a:pt x="7307179" y="2452266"/>
                </a:cubicBezTo>
                <a:cubicBezTo>
                  <a:pt x="7307792" y="2452266"/>
                  <a:pt x="7308444" y="2452189"/>
                  <a:pt x="7309076" y="2452056"/>
                </a:cubicBezTo>
                <a:cubicBezTo>
                  <a:pt x="7314001" y="2451002"/>
                  <a:pt x="7317165" y="2446172"/>
                  <a:pt x="7316129" y="2441227"/>
                </a:cubicBezTo>
                <a:cubicBezTo>
                  <a:pt x="7315074" y="2436282"/>
                  <a:pt x="7310226" y="2433139"/>
                  <a:pt x="7305301" y="2434175"/>
                </a:cubicBezTo>
                <a:close/>
                <a:moveTo>
                  <a:pt x="8662459" y="1896765"/>
                </a:moveTo>
                <a:cubicBezTo>
                  <a:pt x="8659182" y="1898361"/>
                  <a:pt x="8656513" y="1901207"/>
                  <a:pt x="8655229" y="1904925"/>
                </a:cubicBezTo>
                <a:cubicBezTo>
                  <a:pt x="8652642" y="1912361"/>
                  <a:pt x="8656590" y="1920468"/>
                  <a:pt x="8664026" y="1923036"/>
                </a:cubicBezTo>
                <a:cubicBezTo>
                  <a:pt x="8665579" y="1923572"/>
                  <a:pt x="8667150" y="1923822"/>
                  <a:pt x="8668683" y="1923822"/>
                </a:cubicBezTo>
                <a:cubicBezTo>
                  <a:pt x="8674587" y="1923822"/>
                  <a:pt x="8680106" y="1920123"/>
                  <a:pt x="8682138" y="1914239"/>
                </a:cubicBezTo>
                <a:cubicBezTo>
                  <a:pt x="8684725" y="1906803"/>
                  <a:pt x="8680776" y="1898696"/>
                  <a:pt x="8673339" y="1896109"/>
                </a:cubicBezTo>
                <a:cubicBezTo>
                  <a:pt x="8669621" y="1894825"/>
                  <a:pt x="8665736" y="1895170"/>
                  <a:pt x="8662459" y="1896765"/>
                </a:cubicBezTo>
                <a:close/>
                <a:moveTo>
                  <a:pt x="7206657" y="2457536"/>
                </a:moveTo>
                <a:cubicBezTo>
                  <a:pt x="7201770" y="2458820"/>
                  <a:pt x="7198837" y="2463804"/>
                  <a:pt x="7200122" y="2468691"/>
                </a:cubicBezTo>
                <a:cubicBezTo>
                  <a:pt x="7201195" y="2472792"/>
                  <a:pt x="7204893" y="2475514"/>
                  <a:pt x="7208957" y="2475514"/>
                </a:cubicBezTo>
                <a:cubicBezTo>
                  <a:pt x="7209723" y="2475514"/>
                  <a:pt x="7210490" y="2475418"/>
                  <a:pt x="7211256" y="2475226"/>
                </a:cubicBezTo>
                <a:cubicBezTo>
                  <a:pt x="7216144" y="2473943"/>
                  <a:pt x="7219076" y="2468959"/>
                  <a:pt x="7217792" y="2464072"/>
                </a:cubicBezTo>
                <a:cubicBezTo>
                  <a:pt x="7216527" y="2459185"/>
                  <a:pt x="7211543" y="2456272"/>
                  <a:pt x="7206657" y="2457536"/>
                </a:cubicBezTo>
                <a:close/>
                <a:moveTo>
                  <a:pt x="4438497" y="3533515"/>
                </a:moveTo>
                <a:cubicBezTo>
                  <a:pt x="4438074" y="3533861"/>
                  <a:pt x="4438017" y="3534455"/>
                  <a:pt x="4438362" y="3534877"/>
                </a:cubicBezTo>
                <a:cubicBezTo>
                  <a:pt x="4438553" y="3535087"/>
                  <a:pt x="4438823" y="3535221"/>
                  <a:pt x="4439110" y="3535222"/>
                </a:cubicBezTo>
                <a:cubicBezTo>
                  <a:pt x="4439320" y="3535222"/>
                  <a:pt x="4439531" y="3535145"/>
                  <a:pt x="4439723" y="3534991"/>
                </a:cubicBezTo>
                <a:cubicBezTo>
                  <a:pt x="4440125" y="3534647"/>
                  <a:pt x="4440183" y="3534053"/>
                  <a:pt x="4439837" y="3533631"/>
                </a:cubicBezTo>
                <a:cubicBezTo>
                  <a:pt x="4439492" y="3533228"/>
                  <a:pt x="4438898" y="3533170"/>
                  <a:pt x="4438497" y="3533515"/>
                </a:cubicBezTo>
                <a:close/>
                <a:moveTo>
                  <a:pt x="8835733" y="1816929"/>
                </a:moveTo>
                <a:cubicBezTo>
                  <a:pt x="8832211" y="1818623"/>
                  <a:pt x="8829336" y="1821661"/>
                  <a:pt x="8827947" y="1825637"/>
                </a:cubicBezTo>
                <a:cubicBezTo>
                  <a:pt x="8825149" y="1833610"/>
                  <a:pt x="8829346" y="1842311"/>
                  <a:pt x="8837300" y="1845110"/>
                </a:cubicBezTo>
                <a:cubicBezTo>
                  <a:pt x="8838986" y="1845684"/>
                  <a:pt x="8840692" y="1845972"/>
                  <a:pt x="8842359" y="1845972"/>
                </a:cubicBezTo>
                <a:cubicBezTo>
                  <a:pt x="8848664" y="1845972"/>
                  <a:pt x="8854567" y="1842024"/>
                  <a:pt x="8856772" y="1835738"/>
                </a:cubicBezTo>
                <a:cubicBezTo>
                  <a:pt x="8859551" y="1827784"/>
                  <a:pt x="8855353" y="1819083"/>
                  <a:pt x="8847400" y="1816285"/>
                </a:cubicBezTo>
                <a:cubicBezTo>
                  <a:pt x="8843423" y="1814886"/>
                  <a:pt x="8839255" y="1815235"/>
                  <a:pt x="8835733" y="1816929"/>
                </a:cubicBezTo>
                <a:close/>
                <a:moveTo>
                  <a:pt x="8013499" y="2137860"/>
                </a:moveTo>
                <a:cubicBezTo>
                  <a:pt x="8007403" y="2136940"/>
                  <a:pt x="8001692" y="2141156"/>
                  <a:pt x="8000791" y="2147270"/>
                </a:cubicBezTo>
                <a:cubicBezTo>
                  <a:pt x="7999872" y="2153364"/>
                  <a:pt x="8004088" y="2159056"/>
                  <a:pt x="8010182" y="2159976"/>
                </a:cubicBezTo>
                <a:cubicBezTo>
                  <a:pt x="8010738" y="2160054"/>
                  <a:pt x="8011314" y="2160091"/>
                  <a:pt x="8011849" y="2160091"/>
                </a:cubicBezTo>
                <a:cubicBezTo>
                  <a:pt x="8017293" y="2160091"/>
                  <a:pt x="8022065" y="2156124"/>
                  <a:pt x="8022908" y="2150585"/>
                </a:cubicBezTo>
                <a:cubicBezTo>
                  <a:pt x="8023810" y="2144472"/>
                  <a:pt x="8019612" y="2138780"/>
                  <a:pt x="8013499" y="2137860"/>
                </a:cubicBezTo>
                <a:close/>
                <a:moveTo>
                  <a:pt x="4738511" y="3413254"/>
                </a:moveTo>
                <a:cubicBezTo>
                  <a:pt x="4736977" y="3414864"/>
                  <a:pt x="4737033" y="3417413"/>
                  <a:pt x="4738664" y="3418945"/>
                </a:cubicBezTo>
                <a:lnTo>
                  <a:pt x="4738646" y="3418946"/>
                </a:lnTo>
                <a:cubicBezTo>
                  <a:pt x="4739432" y="3419675"/>
                  <a:pt x="4740426" y="3420038"/>
                  <a:pt x="4741424" y="3420038"/>
                </a:cubicBezTo>
                <a:cubicBezTo>
                  <a:pt x="4742478" y="3420038"/>
                  <a:pt x="4743552" y="3419617"/>
                  <a:pt x="4744337" y="3418792"/>
                </a:cubicBezTo>
                <a:cubicBezTo>
                  <a:pt x="4745871" y="3417182"/>
                  <a:pt x="4745812" y="3414634"/>
                  <a:pt x="4744203" y="3413101"/>
                </a:cubicBezTo>
                <a:cubicBezTo>
                  <a:pt x="4742574" y="3411567"/>
                  <a:pt x="4740023" y="3411644"/>
                  <a:pt x="4738511" y="3413254"/>
                </a:cubicBezTo>
                <a:close/>
                <a:moveTo>
                  <a:pt x="7710418" y="2253081"/>
                </a:moveTo>
                <a:cubicBezTo>
                  <a:pt x="7704822" y="2253101"/>
                  <a:pt x="7700298" y="2257643"/>
                  <a:pt x="7700298" y="2263258"/>
                </a:cubicBezTo>
                <a:cubicBezTo>
                  <a:pt x="7700298" y="2268874"/>
                  <a:pt x="7704860" y="2273396"/>
                  <a:pt x="7710475" y="2273396"/>
                </a:cubicBezTo>
                <a:cubicBezTo>
                  <a:pt x="7716091" y="2273378"/>
                  <a:pt x="7720613" y="2268816"/>
                  <a:pt x="7720613" y="2263220"/>
                </a:cubicBezTo>
                <a:cubicBezTo>
                  <a:pt x="7720595" y="2257605"/>
                  <a:pt x="7716033" y="2253081"/>
                  <a:pt x="7710418" y="2253081"/>
                </a:cubicBezTo>
                <a:close/>
                <a:moveTo>
                  <a:pt x="7109163" y="2485096"/>
                </a:moveTo>
                <a:cubicBezTo>
                  <a:pt x="7104333" y="2486572"/>
                  <a:pt x="7101612" y="2491670"/>
                  <a:pt x="7103088" y="2496500"/>
                </a:cubicBezTo>
                <a:cubicBezTo>
                  <a:pt x="7104276" y="2500448"/>
                  <a:pt x="7107898" y="2502977"/>
                  <a:pt x="7111827" y="2502977"/>
                </a:cubicBezTo>
                <a:cubicBezTo>
                  <a:pt x="7112689" y="2502977"/>
                  <a:pt x="7113590" y="2502862"/>
                  <a:pt x="7114472" y="2502594"/>
                </a:cubicBezTo>
                <a:cubicBezTo>
                  <a:pt x="7119301" y="2501119"/>
                  <a:pt x="7122023" y="2496020"/>
                  <a:pt x="7120566" y="2491191"/>
                </a:cubicBezTo>
                <a:cubicBezTo>
                  <a:pt x="7119091" y="2486361"/>
                  <a:pt x="7113992" y="2483640"/>
                  <a:pt x="7109163" y="2485096"/>
                </a:cubicBezTo>
                <a:close/>
                <a:moveTo>
                  <a:pt x="6448688" y="2737657"/>
                </a:moveTo>
                <a:cubicBezTo>
                  <a:pt x="6443992" y="2739516"/>
                  <a:pt x="6441711" y="2744824"/>
                  <a:pt x="6443571" y="2749520"/>
                </a:cubicBezTo>
                <a:cubicBezTo>
                  <a:pt x="6444989" y="2753104"/>
                  <a:pt x="6448420" y="2755289"/>
                  <a:pt x="6452061" y="2755289"/>
                </a:cubicBezTo>
                <a:cubicBezTo>
                  <a:pt x="6453192" y="2755289"/>
                  <a:pt x="6454322" y="2755078"/>
                  <a:pt x="6455434" y="2754637"/>
                </a:cubicBezTo>
                <a:cubicBezTo>
                  <a:pt x="6460111" y="2752779"/>
                  <a:pt x="6462410" y="2747470"/>
                  <a:pt x="6460551" y="2742793"/>
                </a:cubicBezTo>
                <a:cubicBezTo>
                  <a:pt x="6458692" y="2738097"/>
                  <a:pt x="6453383" y="2735798"/>
                  <a:pt x="6448688" y="2737657"/>
                </a:cubicBezTo>
                <a:close/>
                <a:moveTo>
                  <a:pt x="6354720" y="2774167"/>
                </a:moveTo>
                <a:cubicBezTo>
                  <a:pt x="6350005" y="2775950"/>
                  <a:pt x="6347629" y="2781239"/>
                  <a:pt x="6349412" y="2785954"/>
                </a:cubicBezTo>
                <a:cubicBezTo>
                  <a:pt x="6350791" y="2789595"/>
                  <a:pt x="6354260" y="2791856"/>
                  <a:pt x="6357959" y="2791856"/>
                </a:cubicBezTo>
                <a:cubicBezTo>
                  <a:pt x="6359033" y="2791856"/>
                  <a:pt x="6360125" y="2791665"/>
                  <a:pt x="6361198" y="2791243"/>
                </a:cubicBezTo>
                <a:cubicBezTo>
                  <a:pt x="6365913" y="2789461"/>
                  <a:pt x="6368289" y="2784190"/>
                  <a:pt x="6366488" y="2779475"/>
                </a:cubicBezTo>
                <a:cubicBezTo>
                  <a:pt x="6364705" y="2774742"/>
                  <a:pt x="6359435" y="2772384"/>
                  <a:pt x="6354720" y="2774167"/>
                </a:cubicBezTo>
                <a:close/>
                <a:moveTo>
                  <a:pt x="5483217" y="3113547"/>
                </a:moveTo>
                <a:cubicBezTo>
                  <a:pt x="5478734" y="3113566"/>
                  <a:pt x="5475150" y="3117226"/>
                  <a:pt x="5475150" y="3121711"/>
                </a:cubicBezTo>
                <a:cubicBezTo>
                  <a:pt x="5475188" y="3126176"/>
                  <a:pt x="5478810" y="3129779"/>
                  <a:pt x="5483277" y="3129780"/>
                </a:cubicBezTo>
                <a:lnTo>
                  <a:pt x="5483314" y="3129779"/>
                </a:lnTo>
                <a:cubicBezTo>
                  <a:pt x="5487798" y="3129742"/>
                  <a:pt x="5491383" y="3126100"/>
                  <a:pt x="5491383" y="3121616"/>
                </a:cubicBezTo>
                <a:cubicBezTo>
                  <a:pt x="5491346" y="3117131"/>
                  <a:pt x="5487703" y="3113508"/>
                  <a:pt x="5483217" y="3113547"/>
                </a:cubicBezTo>
                <a:close/>
                <a:moveTo>
                  <a:pt x="6542194" y="2699882"/>
                </a:moveTo>
                <a:cubicBezTo>
                  <a:pt x="6537539" y="2701799"/>
                  <a:pt x="6535296" y="2707127"/>
                  <a:pt x="6537213" y="2711803"/>
                </a:cubicBezTo>
                <a:cubicBezTo>
                  <a:pt x="6538669" y="2715329"/>
                  <a:pt x="6542080" y="2717476"/>
                  <a:pt x="6545664" y="2717476"/>
                </a:cubicBezTo>
                <a:cubicBezTo>
                  <a:pt x="6546834" y="2717476"/>
                  <a:pt x="6548002" y="2717246"/>
                  <a:pt x="6549132" y="2716786"/>
                </a:cubicBezTo>
                <a:cubicBezTo>
                  <a:pt x="6553809" y="2714869"/>
                  <a:pt x="6556033" y="2709522"/>
                  <a:pt x="6554116" y="2704865"/>
                </a:cubicBezTo>
                <a:cubicBezTo>
                  <a:pt x="6552200" y="2700189"/>
                  <a:pt x="6546872" y="2697966"/>
                  <a:pt x="6542194" y="2699882"/>
                </a:cubicBezTo>
                <a:close/>
                <a:moveTo>
                  <a:pt x="7012800" y="2516086"/>
                </a:moveTo>
                <a:cubicBezTo>
                  <a:pt x="7008009" y="2517716"/>
                  <a:pt x="7005459" y="2522891"/>
                  <a:pt x="7007069" y="2527682"/>
                </a:cubicBezTo>
                <a:cubicBezTo>
                  <a:pt x="7008353" y="2531496"/>
                  <a:pt x="7011918" y="2533891"/>
                  <a:pt x="7015712" y="2533891"/>
                </a:cubicBezTo>
                <a:cubicBezTo>
                  <a:pt x="7016690" y="2533891"/>
                  <a:pt x="7017686" y="2533738"/>
                  <a:pt x="7018644" y="2533412"/>
                </a:cubicBezTo>
                <a:cubicBezTo>
                  <a:pt x="7023436" y="2531783"/>
                  <a:pt x="7026005" y="2526589"/>
                  <a:pt x="7024375" y="2521817"/>
                </a:cubicBezTo>
                <a:cubicBezTo>
                  <a:pt x="7022765" y="2517045"/>
                  <a:pt x="7017571" y="2514476"/>
                  <a:pt x="7012800" y="2516086"/>
                </a:cubicBezTo>
                <a:close/>
                <a:moveTo>
                  <a:pt x="6260177" y="2809086"/>
                </a:moveTo>
                <a:cubicBezTo>
                  <a:pt x="6255425" y="2810773"/>
                  <a:pt x="6252952" y="2816005"/>
                  <a:pt x="6254658" y="2820757"/>
                </a:cubicBezTo>
                <a:cubicBezTo>
                  <a:pt x="6256000" y="2824495"/>
                  <a:pt x="6259507" y="2826814"/>
                  <a:pt x="6263264" y="2826814"/>
                </a:cubicBezTo>
                <a:cubicBezTo>
                  <a:pt x="6264279" y="2826814"/>
                  <a:pt x="6265315" y="2826641"/>
                  <a:pt x="6266330" y="2826278"/>
                </a:cubicBezTo>
                <a:cubicBezTo>
                  <a:pt x="6271083" y="2824572"/>
                  <a:pt x="6273555" y="2819340"/>
                  <a:pt x="6271849" y="2814586"/>
                </a:cubicBezTo>
                <a:cubicBezTo>
                  <a:pt x="6270163" y="2809834"/>
                  <a:pt x="6264931" y="2807361"/>
                  <a:pt x="6260177" y="2809086"/>
                </a:cubicBezTo>
                <a:close/>
                <a:moveTo>
                  <a:pt x="6635453" y="2661283"/>
                </a:moveTo>
                <a:cubicBezTo>
                  <a:pt x="6630777" y="2663200"/>
                  <a:pt x="6628554" y="2668547"/>
                  <a:pt x="6630490" y="2673204"/>
                </a:cubicBezTo>
                <a:cubicBezTo>
                  <a:pt x="6631946" y="2676730"/>
                  <a:pt x="6635358" y="2678858"/>
                  <a:pt x="6638941" y="2678858"/>
                </a:cubicBezTo>
                <a:cubicBezTo>
                  <a:pt x="6640111" y="2678858"/>
                  <a:pt x="6641279" y="2678628"/>
                  <a:pt x="6642430" y="2678167"/>
                </a:cubicBezTo>
                <a:cubicBezTo>
                  <a:pt x="6647087" y="2676232"/>
                  <a:pt x="6649310" y="2670885"/>
                  <a:pt x="6647375" y="2666227"/>
                </a:cubicBezTo>
                <a:cubicBezTo>
                  <a:pt x="6645458" y="2661570"/>
                  <a:pt x="6640111" y="2659347"/>
                  <a:pt x="6635453" y="2661283"/>
                </a:cubicBezTo>
                <a:close/>
                <a:moveTo>
                  <a:pt x="6917394" y="2549818"/>
                </a:moveTo>
                <a:cubicBezTo>
                  <a:pt x="6912661" y="2551562"/>
                  <a:pt x="6910227" y="2556814"/>
                  <a:pt x="6911972" y="2561547"/>
                </a:cubicBezTo>
                <a:cubicBezTo>
                  <a:pt x="6913332" y="2565245"/>
                  <a:pt x="6916838" y="2567546"/>
                  <a:pt x="6920557" y="2567546"/>
                </a:cubicBezTo>
                <a:cubicBezTo>
                  <a:pt x="6921591" y="2567546"/>
                  <a:pt x="6922664" y="2567354"/>
                  <a:pt x="6923700" y="2566970"/>
                </a:cubicBezTo>
                <a:cubicBezTo>
                  <a:pt x="6928434" y="2565245"/>
                  <a:pt x="6930868" y="2559995"/>
                  <a:pt x="6929123" y="2555261"/>
                </a:cubicBezTo>
                <a:cubicBezTo>
                  <a:pt x="6927379" y="2550508"/>
                  <a:pt x="6922128" y="2548093"/>
                  <a:pt x="6917394" y="2549818"/>
                </a:cubicBezTo>
                <a:close/>
                <a:moveTo>
                  <a:pt x="6728923" y="2622991"/>
                </a:moveTo>
                <a:cubicBezTo>
                  <a:pt x="6724247" y="2624888"/>
                  <a:pt x="6721984" y="2630216"/>
                  <a:pt x="6723882" y="2634874"/>
                </a:cubicBezTo>
                <a:cubicBezTo>
                  <a:pt x="6725320" y="2638438"/>
                  <a:pt x="6728731" y="2640585"/>
                  <a:pt x="6732353" y="2640585"/>
                </a:cubicBezTo>
                <a:cubicBezTo>
                  <a:pt x="6733484" y="2640585"/>
                  <a:pt x="6734653" y="2640374"/>
                  <a:pt x="6735764" y="2639933"/>
                </a:cubicBezTo>
                <a:cubicBezTo>
                  <a:pt x="6740441" y="2638036"/>
                  <a:pt x="6742702" y="2632708"/>
                  <a:pt x="6740824" y="2628031"/>
                </a:cubicBezTo>
                <a:cubicBezTo>
                  <a:pt x="6738927" y="2623355"/>
                  <a:pt x="6733599" y="2621094"/>
                  <a:pt x="6728923" y="2622991"/>
                </a:cubicBezTo>
                <a:close/>
                <a:moveTo>
                  <a:pt x="6822833" y="2585657"/>
                </a:moveTo>
                <a:cubicBezTo>
                  <a:pt x="6818137" y="2587478"/>
                  <a:pt x="6815799" y="2592786"/>
                  <a:pt x="6817639" y="2597482"/>
                </a:cubicBezTo>
                <a:cubicBezTo>
                  <a:pt x="6819038" y="2601085"/>
                  <a:pt x="6822488" y="2603309"/>
                  <a:pt x="6826149" y="2603309"/>
                </a:cubicBezTo>
                <a:cubicBezTo>
                  <a:pt x="6827260" y="2603309"/>
                  <a:pt x="6828372" y="2603097"/>
                  <a:pt x="6829464" y="2602675"/>
                </a:cubicBezTo>
                <a:cubicBezTo>
                  <a:pt x="6834160" y="2600855"/>
                  <a:pt x="6836498" y="2595546"/>
                  <a:pt x="6834658" y="2590850"/>
                </a:cubicBezTo>
                <a:cubicBezTo>
                  <a:pt x="6832838" y="2586155"/>
                  <a:pt x="6827528" y="2583817"/>
                  <a:pt x="6822833" y="2585657"/>
                </a:cubicBezTo>
                <a:close/>
                <a:moveTo>
                  <a:pt x="4993525" y="3299661"/>
                </a:moveTo>
                <a:cubicBezTo>
                  <a:pt x="4991993" y="3302631"/>
                  <a:pt x="4993162" y="3306292"/>
                  <a:pt x="4996131" y="3307844"/>
                </a:cubicBezTo>
                <a:cubicBezTo>
                  <a:pt x="4997033" y="3308305"/>
                  <a:pt x="4997971" y="3308515"/>
                  <a:pt x="4998910" y="3308515"/>
                </a:cubicBezTo>
                <a:cubicBezTo>
                  <a:pt x="5001115" y="3308515"/>
                  <a:pt x="5003223" y="3307327"/>
                  <a:pt x="5004314" y="3305238"/>
                </a:cubicBezTo>
                <a:cubicBezTo>
                  <a:pt x="5005849" y="3302268"/>
                  <a:pt x="5004679" y="3298607"/>
                  <a:pt x="5001709" y="3297055"/>
                </a:cubicBezTo>
                <a:cubicBezTo>
                  <a:pt x="4998738" y="3295521"/>
                  <a:pt x="4995077" y="3296690"/>
                  <a:pt x="4993525" y="3299661"/>
                </a:cubicBezTo>
                <a:close/>
                <a:moveTo>
                  <a:pt x="6164983" y="2842031"/>
                </a:moveTo>
                <a:cubicBezTo>
                  <a:pt x="6160192" y="2843622"/>
                  <a:pt x="6157605" y="2848796"/>
                  <a:pt x="6159214" y="2853588"/>
                </a:cubicBezTo>
                <a:cubicBezTo>
                  <a:pt x="6160479" y="2857402"/>
                  <a:pt x="6164044" y="2859836"/>
                  <a:pt x="6167877" y="2859836"/>
                </a:cubicBezTo>
                <a:cubicBezTo>
                  <a:pt x="6168836" y="2859836"/>
                  <a:pt x="6169813" y="2859682"/>
                  <a:pt x="6170772" y="2859356"/>
                </a:cubicBezTo>
                <a:lnTo>
                  <a:pt x="6170752" y="2859356"/>
                </a:lnTo>
                <a:cubicBezTo>
                  <a:pt x="6175543" y="2857766"/>
                  <a:pt x="6178131" y="2852591"/>
                  <a:pt x="6176540" y="2847800"/>
                </a:cubicBezTo>
                <a:cubicBezTo>
                  <a:pt x="6174950" y="2843028"/>
                  <a:pt x="6169775" y="2840441"/>
                  <a:pt x="6164983" y="2842031"/>
                </a:cubicBezTo>
                <a:close/>
                <a:moveTo>
                  <a:pt x="5189394" y="3222021"/>
                </a:moveTo>
                <a:cubicBezTo>
                  <a:pt x="5185599" y="3221025"/>
                  <a:pt x="5181729" y="3223306"/>
                  <a:pt x="5180751" y="3227101"/>
                </a:cubicBezTo>
                <a:cubicBezTo>
                  <a:pt x="5179756" y="3230876"/>
                  <a:pt x="5182036" y="3234747"/>
                  <a:pt x="5185831" y="3235744"/>
                </a:cubicBezTo>
                <a:cubicBezTo>
                  <a:pt x="5186426" y="3235897"/>
                  <a:pt x="5187019" y="3235973"/>
                  <a:pt x="5187614" y="3235974"/>
                </a:cubicBezTo>
                <a:cubicBezTo>
                  <a:pt x="5190756" y="3235974"/>
                  <a:pt x="5193651" y="3233847"/>
                  <a:pt x="5194474" y="3230665"/>
                </a:cubicBezTo>
                <a:cubicBezTo>
                  <a:pt x="5195451" y="3226871"/>
                  <a:pt x="5193191" y="3222999"/>
                  <a:pt x="5189394" y="3222021"/>
                </a:cubicBezTo>
                <a:close/>
                <a:moveTo>
                  <a:pt x="6069061" y="2872619"/>
                </a:moveTo>
                <a:cubicBezTo>
                  <a:pt x="6064231" y="2874095"/>
                  <a:pt x="6061510" y="2879192"/>
                  <a:pt x="6062967" y="2884022"/>
                </a:cubicBezTo>
                <a:cubicBezTo>
                  <a:pt x="6064173" y="2887951"/>
                  <a:pt x="6067797" y="2890500"/>
                  <a:pt x="6071725" y="2890500"/>
                </a:cubicBezTo>
                <a:cubicBezTo>
                  <a:pt x="6072588" y="2890500"/>
                  <a:pt x="6073488" y="2890366"/>
                  <a:pt x="6074370" y="2890098"/>
                </a:cubicBezTo>
                <a:cubicBezTo>
                  <a:pt x="6079200" y="2888641"/>
                  <a:pt x="6081921" y="2883544"/>
                  <a:pt x="6080465" y="2878714"/>
                </a:cubicBezTo>
                <a:cubicBezTo>
                  <a:pt x="6078989" y="2873884"/>
                  <a:pt x="6073890" y="2871163"/>
                  <a:pt x="6069061" y="2872619"/>
                </a:cubicBezTo>
                <a:close/>
                <a:moveTo>
                  <a:pt x="8198591" y="2037898"/>
                </a:moveTo>
                <a:cubicBezTo>
                  <a:pt x="8195941" y="2039546"/>
                  <a:pt x="8193919" y="2042206"/>
                  <a:pt x="8193153" y="2045483"/>
                </a:cubicBezTo>
                <a:cubicBezTo>
                  <a:pt x="8191621" y="2052056"/>
                  <a:pt x="8195702" y="2058611"/>
                  <a:pt x="8202257" y="2060144"/>
                </a:cubicBezTo>
                <a:cubicBezTo>
                  <a:pt x="8203196" y="2060355"/>
                  <a:pt x="8204117" y="2060470"/>
                  <a:pt x="8205036" y="2060470"/>
                </a:cubicBezTo>
                <a:cubicBezTo>
                  <a:pt x="8210594" y="2060470"/>
                  <a:pt x="8215595" y="2056656"/>
                  <a:pt x="8216918" y="2051041"/>
                </a:cubicBezTo>
                <a:cubicBezTo>
                  <a:pt x="8218452" y="2044467"/>
                  <a:pt x="8214369" y="2037913"/>
                  <a:pt x="8207796" y="2036379"/>
                </a:cubicBezTo>
                <a:cubicBezTo>
                  <a:pt x="8204519" y="2035612"/>
                  <a:pt x="8201241" y="2036250"/>
                  <a:pt x="8198591" y="2037898"/>
                </a:cubicBezTo>
                <a:close/>
                <a:moveTo>
                  <a:pt x="4514507" y="3475233"/>
                </a:moveTo>
                <a:cubicBezTo>
                  <a:pt x="4513663" y="3475943"/>
                  <a:pt x="4513568" y="3477189"/>
                  <a:pt x="4514294" y="3478013"/>
                </a:cubicBezTo>
                <a:cubicBezTo>
                  <a:pt x="4514678" y="3478473"/>
                  <a:pt x="4515235" y="3478703"/>
                  <a:pt x="4515791" y="3478703"/>
                </a:cubicBezTo>
                <a:cubicBezTo>
                  <a:pt x="4516251" y="3478703"/>
                  <a:pt x="4516710" y="3478549"/>
                  <a:pt x="4517074" y="3478243"/>
                </a:cubicBezTo>
                <a:cubicBezTo>
                  <a:pt x="4517917" y="3477515"/>
                  <a:pt x="4518014" y="3476270"/>
                  <a:pt x="4517284" y="3475446"/>
                </a:cubicBezTo>
                <a:cubicBezTo>
                  <a:pt x="4516577" y="3474621"/>
                  <a:pt x="4515330" y="3474525"/>
                  <a:pt x="4514507" y="3475233"/>
                </a:cubicBezTo>
                <a:close/>
                <a:moveTo>
                  <a:pt x="7598780" y="2266727"/>
                </a:moveTo>
                <a:lnTo>
                  <a:pt x="7598780" y="2266746"/>
                </a:lnTo>
                <a:lnTo>
                  <a:pt x="7598789" y="2266736"/>
                </a:lnTo>
                <a:close/>
                <a:moveTo>
                  <a:pt x="5972336" y="2900256"/>
                </a:moveTo>
                <a:cubicBezTo>
                  <a:pt x="5967450" y="2901559"/>
                  <a:pt x="5964554" y="2906561"/>
                  <a:pt x="5965858" y="2911429"/>
                </a:cubicBezTo>
                <a:cubicBezTo>
                  <a:pt x="5966949" y="2915531"/>
                  <a:pt x="5970649" y="2918213"/>
                  <a:pt x="5974673" y="2918213"/>
                </a:cubicBezTo>
                <a:cubicBezTo>
                  <a:pt x="5975459" y="2918213"/>
                  <a:pt x="5976245" y="2918117"/>
                  <a:pt x="5977031" y="2917906"/>
                </a:cubicBezTo>
                <a:cubicBezTo>
                  <a:pt x="5981897" y="2916604"/>
                  <a:pt x="5984811" y="2911602"/>
                  <a:pt x="5983508" y="2906733"/>
                </a:cubicBezTo>
                <a:cubicBezTo>
                  <a:pt x="5982224" y="2901865"/>
                  <a:pt x="5977222" y="2898952"/>
                  <a:pt x="5972336" y="2900256"/>
                </a:cubicBezTo>
                <a:close/>
                <a:moveTo>
                  <a:pt x="7608362" y="2256033"/>
                </a:moveTo>
                <a:lnTo>
                  <a:pt x="7598789" y="2266736"/>
                </a:lnTo>
                <a:lnTo>
                  <a:pt x="7608918" y="2276310"/>
                </a:lnTo>
                <a:cubicBezTo>
                  <a:pt x="7609111" y="2276310"/>
                  <a:pt x="7609301" y="2276310"/>
                  <a:pt x="7609493" y="2276310"/>
                </a:cubicBezTo>
                <a:cubicBezTo>
                  <a:pt x="7615089" y="2276003"/>
                  <a:pt x="7619383" y="2271212"/>
                  <a:pt x="7619076" y="2265615"/>
                </a:cubicBezTo>
                <a:cubicBezTo>
                  <a:pt x="7618769" y="2260000"/>
                  <a:pt x="7613977" y="2255726"/>
                  <a:pt x="7608362" y="2256033"/>
                </a:cubicBezTo>
                <a:close/>
                <a:moveTo>
                  <a:pt x="8384674" y="1947122"/>
                </a:moveTo>
                <a:cubicBezTo>
                  <a:pt x="8381701" y="1948741"/>
                  <a:pt x="8379344" y="1951496"/>
                  <a:pt x="8378309" y="1955003"/>
                </a:cubicBezTo>
                <a:cubicBezTo>
                  <a:pt x="8376239" y="1961998"/>
                  <a:pt x="8380264" y="1969339"/>
                  <a:pt x="8387259" y="1971409"/>
                </a:cubicBezTo>
                <a:cubicBezTo>
                  <a:pt x="8388505" y="1971792"/>
                  <a:pt x="8389769" y="1971965"/>
                  <a:pt x="8390996" y="1971965"/>
                </a:cubicBezTo>
                <a:cubicBezTo>
                  <a:pt x="8396707" y="1971965"/>
                  <a:pt x="8401978" y="1968227"/>
                  <a:pt x="8403684" y="1962478"/>
                </a:cubicBezTo>
                <a:cubicBezTo>
                  <a:pt x="8405754" y="1955463"/>
                  <a:pt x="8401748" y="1948123"/>
                  <a:pt x="8394734" y="1946053"/>
                </a:cubicBezTo>
                <a:cubicBezTo>
                  <a:pt x="8391236" y="1945019"/>
                  <a:pt x="8387647" y="1945502"/>
                  <a:pt x="8384674" y="1947122"/>
                </a:cubicBezTo>
                <a:close/>
                <a:moveTo>
                  <a:pt x="4822665" y="3335059"/>
                </a:moveTo>
                <a:cubicBezTo>
                  <a:pt x="4820922" y="3337225"/>
                  <a:pt x="4821268" y="3340387"/>
                  <a:pt x="4823433" y="3342151"/>
                </a:cubicBezTo>
                <a:cubicBezTo>
                  <a:pt x="4824353" y="3342897"/>
                  <a:pt x="4825483" y="3343262"/>
                  <a:pt x="4826594" y="3343262"/>
                </a:cubicBezTo>
                <a:cubicBezTo>
                  <a:pt x="4828070" y="3343262"/>
                  <a:pt x="4829526" y="3342610"/>
                  <a:pt x="4830523" y="3341383"/>
                </a:cubicBezTo>
                <a:cubicBezTo>
                  <a:pt x="4832268" y="3339199"/>
                  <a:pt x="4831923" y="3336036"/>
                  <a:pt x="4829758" y="3334292"/>
                </a:cubicBezTo>
                <a:cubicBezTo>
                  <a:pt x="4827592" y="3332530"/>
                  <a:pt x="4824410" y="3332874"/>
                  <a:pt x="4822665" y="3335059"/>
                </a:cubicBezTo>
                <a:close/>
                <a:moveTo>
                  <a:pt x="5874670" y="2924270"/>
                </a:moveTo>
                <a:cubicBezTo>
                  <a:pt x="5869744" y="2925381"/>
                  <a:pt x="5866659" y="2930268"/>
                  <a:pt x="5867770" y="2935174"/>
                </a:cubicBezTo>
                <a:lnTo>
                  <a:pt x="5867751" y="2935174"/>
                </a:lnTo>
                <a:cubicBezTo>
                  <a:pt x="5868709" y="2939429"/>
                  <a:pt x="5872486" y="2942323"/>
                  <a:pt x="5876643" y="2942323"/>
                </a:cubicBezTo>
                <a:cubicBezTo>
                  <a:pt x="5877315" y="2942323"/>
                  <a:pt x="5877985" y="2942247"/>
                  <a:pt x="5878674" y="2942093"/>
                </a:cubicBezTo>
                <a:cubicBezTo>
                  <a:pt x="5883599" y="2940982"/>
                  <a:pt x="5886706" y="2936095"/>
                  <a:pt x="5885594" y="2931169"/>
                </a:cubicBezTo>
                <a:cubicBezTo>
                  <a:pt x="5884482" y="2926243"/>
                  <a:pt x="5879596" y="2923158"/>
                  <a:pt x="5874670" y="2924270"/>
                </a:cubicBezTo>
                <a:close/>
                <a:moveTo>
                  <a:pt x="7911577" y="2125038"/>
                </a:moveTo>
                <a:cubicBezTo>
                  <a:pt x="7905444" y="2124425"/>
                  <a:pt x="7899944" y="2128891"/>
                  <a:pt x="7899331" y="2135042"/>
                </a:cubicBezTo>
                <a:cubicBezTo>
                  <a:pt x="7898717" y="2141176"/>
                  <a:pt x="7903183" y="2146676"/>
                  <a:pt x="7909335" y="2147289"/>
                </a:cubicBezTo>
                <a:cubicBezTo>
                  <a:pt x="7909699" y="2147328"/>
                  <a:pt x="7910081" y="2147347"/>
                  <a:pt x="7910465" y="2147347"/>
                </a:cubicBezTo>
                <a:cubicBezTo>
                  <a:pt x="7916138" y="2147347"/>
                  <a:pt x="7920987" y="2143054"/>
                  <a:pt x="7921581" y="2137304"/>
                </a:cubicBezTo>
                <a:cubicBezTo>
                  <a:pt x="7922194" y="2131152"/>
                  <a:pt x="7917729" y="2125671"/>
                  <a:pt x="7911577" y="2125038"/>
                </a:cubicBezTo>
                <a:close/>
                <a:moveTo>
                  <a:pt x="5383655" y="3110327"/>
                </a:moveTo>
                <a:cubicBezTo>
                  <a:pt x="5379189" y="3110001"/>
                  <a:pt x="5375299" y="3113355"/>
                  <a:pt x="5374971" y="3117839"/>
                </a:cubicBezTo>
                <a:cubicBezTo>
                  <a:pt x="5374647" y="3122306"/>
                  <a:pt x="5378019" y="3126176"/>
                  <a:pt x="5382484" y="3126502"/>
                </a:cubicBezTo>
                <a:cubicBezTo>
                  <a:pt x="5382677" y="3126522"/>
                  <a:pt x="5382868" y="3126522"/>
                  <a:pt x="5383079" y="3126522"/>
                </a:cubicBezTo>
                <a:cubicBezTo>
                  <a:pt x="5387295" y="3126522"/>
                  <a:pt x="5390860" y="3123283"/>
                  <a:pt x="5391166" y="3119008"/>
                </a:cubicBezTo>
                <a:cubicBezTo>
                  <a:pt x="5391472" y="3114525"/>
                  <a:pt x="5388118" y="3110653"/>
                  <a:pt x="5383655" y="3110327"/>
                </a:cubicBezTo>
                <a:close/>
                <a:moveTo>
                  <a:pt x="8563786" y="1863223"/>
                </a:moveTo>
                <a:cubicBezTo>
                  <a:pt x="8560523" y="1864850"/>
                  <a:pt x="8557878" y="1867725"/>
                  <a:pt x="8556623" y="1871462"/>
                </a:cubicBezTo>
                <a:cubicBezTo>
                  <a:pt x="8554132" y="1878917"/>
                  <a:pt x="8558157" y="1886987"/>
                  <a:pt x="8565631" y="1889497"/>
                </a:cubicBezTo>
                <a:cubicBezTo>
                  <a:pt x="8567126" y="1889995"/>
                  <a:pt x="8568640" y="1890225"/>
                  <a:pt x="8570154" y="1890225"/>
                </a:cubicBezTo>
                <a:cubicBezTo>
                  <a:pt x="8576096" y="1890225"/>
                  <a:pt x="8581654" y="1886468"/>
                  <a:pt x="8583647" y="1880508"/>
                </a:cubicBezTo>
                <a:cubicBezTo>
                  <a:pt x="8586137" y="1873033"/>
                  <a:pt x="8582132" y="1864965"/>
                  <a:pt x="8574658" y="1862473"/>
                </a:cubicBezTo>
                <a:cubicBezTo>
                  <a:pt x="8570930" y="1861218"/>
                  <a:pt x="8567049" y="1861597"/>
                  <a:pt x="8563786" y="1863223"/>
                </a:cubicBezTo>
                <a:close/>
                <a:moveTo>
                  <a:pt x="4591187" y="3412448"/>
                </a:moveTo>
                <a:cubicBezTo>
                  <a:pt x="4589961" y="3413560"/>
                  <a:pt x="4589864" y="3415457"/>
                  <a:pt x="4590976" y="3416703"/>
                </a:cubicBezTo>
                <a:cubicBezTo>
                  <a:pt x="4591570" y="3417355"/>
                  <a:pt x="4592375" y="3417680"/>
                  <a:pt x="4593199" y="3417680"/>
                </a:cubicBezTo>
                <a:cubicBezTo>
                  <a:pt x="4593927" y="3417680"/>
                  <a:pt x="4594637" y="3417412"/>
                  <a:pt x="4595212" y="3416895"/>
                </a:cubicBezTo>
                <a:cubicBezTo>
                  <a:pt x="4596439" y="3415783"/>
                  <a:pt x="4596534" y="3413886"/>
                  <a:pt x="4595422" y="3412659"/>
                </a:cubicBezTo>
                <a:cubicBezTo>
                  <a:pt x="4594310" y="3411432"/>
                  <a:pt x="4592412" y="3411337"/>
                  <a:pt x="4591187" y="3412448"/>
                </a:cubicBezTo>
                <a:close/>
                <a:moveTo>
                  <a:pt x="5776160" y="2944220"/>
                </a:moveTo>
                <a:cubicBezTo>
                  <a:pt x="5771196" y="2945102"/>
                  <a:pt x="5767879" y="2949855"/>
                  <a:pt x="5768762" y="2954819"/>
                </a:cubicBezTo>
                <a:cubicBezTo>
                  <a:pt x="5769566" y="2959247"/>
                  <a:pt x="5773420" y="2962351"/>
                  <a:pt x="5777752" y="2962351"/>
                </a:cubicBezTo>
                <a:cubicBezTo>
                  <a:pt x="5778287" y="2962351"/>
                  <a:pt x="5778823" y="2962293"/>
                  <a:pt x="5779380" y="2962198"/>
                </a:cubicBezTo>
                <a:cubicBezTo>
                  <a:pt x="5784343" y="2961297"/>
                  <a:pt x="5787639" y="2956563"/>
                  <a:pt x="5786759" y="2951599"/>
                </a:cubicBezTo>
                <a:cubicBezTo>
                  <a:pt x="5785857" y="2946636"/>
                  <a:pt x="5781123" y="2943320"/>
                  <a:pt x="5776160" y="2944220"/>
                </a:cubicBezTo>
                <a:close/>
                <a:moveTo>
                  <a:pt x="7506613" y="2264389"/>
                </a:moveTo>
                <a:cubicBezTo>
                  <a:pt x="7501037" y="2265002"/>
                  <a:pt x="7496993" y="2270004"/>
                  <a:pt x="7497606" y="2275582"/>
                </a:cubicBezTo>
                <a:cubicBezTo>
                  <a:pt x="7498181" y="2280794"/>
                  <a:pt x="7502570" y="2284647"/>
                  <a:pt x="7507706" y="2284647"/>
                </a:cubicBezTo>
                <a:cubicBezTo>
                  <a:pt x="7508071" y="2284647"/>
                  <a:pt x="7508434" y="2284627"/>
                  <a:pt x="7508799" y="2284589"/>
                </a:cubicBezTo>
                <a:cubicBezTo>
                  <a:pt x="7514376" y="2283976"/>
                  <a:pt x="7518419" y="2278974"/>
                  <a:pt x="7517807" y="2273396"/>
                </a:cubicBezTo>
                <a:cubicBezTo>
                  <a:pt x="7517193" y="2267820"/>
                  <a:pt x="7512191" y="2263776"/>
                  <a:pt x="7506613" y="2264389"/>
                </a:cubicBezTo>
                <a:close/>
                <a:moveTo>
                  <a:pt x="8736916" y="1782175"/>
                </a:moveTo>
                <a:cubicBezTo>
                  <a:pt x="8733395" y="1783867"/>
                  <a:pt x="8730520" y="1786904"/>
                  <a:pt x="8729131" y="1790891"/>
                </a:cubicBezTo>
                <a:cubicBezTo>
                  <a:pt x="8726313" y="1798845"/>
                  <a:pt x="8730511" y="1807546"/>
                  <a:pt x="8738464" y="1810344"/>
                </a:cubicBezTo>
                <a:cubicBezTo>
                  <a:pt x="8740131" y="1810938"/>
                  <a:pt x="8741856" y="1811225"/>
                  <a:pt x="8743524" y="1811225"/>
                </a:cubicBezTo>
                <a:cubicBezTo>
                  <a:pt x="8749829" y="1811225"/>
                  <a:pt x="8755712" y="1807296"/>
                  <a:pt x="8757935" y="1801010"/>
                </a:cubicBezTo>
                <a:cubicBezTo>
                  <a:pt x="8760734" y="1793057"/>
                  <a:pt x="8756537" y="1784336"/>
                  <a:pt x="8748583" y="1781538"/>
                </a:cubicBezTo>
                <a:cubicBezTo>
                  <a:pt x="8744606" y="1780139"/>
                  <a:pt x="8740438" y="1780484"/>
                  <a:pt x="8736916" y="1782175"/>
                </a:cubicBezTo>
                <a:close/>
                <a:moveTo>
                  <a:pt x="5095275" y="3191951"/>
                </a:moveTo>
                <a:cubicBezTo>
                  <a:pt x="5091632" y="3190552"/>
                  <a:pt x="5087531" y="3192372"/>
                  <a:pt x="5086132" y="3196033"/>
                </a:cubicBezTo>
                <a:cubicBezTo>
                  <a:pt x="5084715" y="3199694"/>
                  <a:pt x="5086555" y="3203795"/>
                  <a:pt x="5090196" y="3205194"/>
                </a:cubicBezTo>
                <a:cubicBezTo>
                  <a:pt x="5091040" y="3205520"/>
                  <a:pt x="5091900" y="3205674"/>
                  <a:pt x="5092744" y="3205674"/>
                </a:cubicBezTo>
                <a:cubicBezTo>
                  <a:pt x="5095581" y="3205674"/>
                  <a:pt x="5098284" y="3203930"/>
                  <a:pt x="5099377" y="3201112"/>
                </a:cubicBezTo>
                <a:cubicBezTo>
                  <a:pt x="5100774" y="3197452"/>
                  <a:pt x="5098934" y="3193350"/>
                  <a:pt x="5095275" y="3191951"/>
                </a:cubicBezTo>
                <a:close/>
                <a:moveTo>
                  <a:pt x="8097602" y="2016742"/>
                </a:moveTo>
                <a:cubicBezTo>
                  <a:pt x="8095017" y="2018493"/>
                  <a:pt x="8093101" y="2021229"/>
                  <a:pt x="8092459" y="2024535"/>
                </a:cubicBezTo>
                <a:cubicBezTo>
                  <a:pt x="8091194" y="2031147"/>
                  <a:pt x="8095526" y="2037548"/>
                  <a:pt x="8102138" y="2038813"/>
                </a:cubicBezTo>
                <a:cubicBezTo>
                  <a:pt x="8102923" y="2038967"/>
                  <a:pt x="8103690" y="2039043"/>
                  <a:pt x="8104457" y="2039043"/>
                </a:cubicBezTo>
                <a:cubicBezTo>
                  <a:pt x="8110187" y="2039043"/>
                  <a:pt x="8115304" y="2034980"/>
                  <a:pt x="8116435" y="2029135"/>
                </a:cubicBezTo>
                <a:cubicBezTo>
                  <a:pt x="8117699" y="2022523"/>
                  <a:pt x="8113368" y="2016122"/>
                  <a:pt x="8106756" y="2014857"/>
                </a:cubicBezTo>
                <a:cubicBezTo>
                  <a:pt x="8103440" y="2014224"/>
                  <a:pt x="8100187" y="2014991"/>
                  <a:pt x="8097602" y="2016742"/>
                </a:cubicBezTo>
                <a:close/>
                <a:moveTo>
                  <a:pt x="8904845" y="1700914"/>
                </a:moveTo>
                <a:cubicBezTo>
                  <a:pt x="8901086" y="1702721"/>
                  <a:pt x="8898015" y="1705960"/>
                  <a:pt x="8896520" y="1710205"/>
                </a:cubicBezTo>
                <a:cubicBezTo>
                  <a:pt x="8893551" y="1718695"/>
                  <a:pt x="8898015" y="1727990"/>
                  <a:pt x="8906525" y="1730980"/>
                </a:cubicBezTo>
                <a:cubicBezTo>
                  <a:pt x="8908308" y="1731593"/>
                  <a:pt x="8910109" y="1731900"/>
                  <a:pt x="8911891" y="1731900"/>
                </a:cubicBezTo>
                <a:cubicBezTo>
                  <a:pt x="8918638" y="1731900"/>
                  <a:pt x="8924924" y="1727684"/>
                  <a:pt x="8927280" y="1720976"/>
                </a:cubicBezTo>
                <a:cubicBezTo>
                  <a:pt x="8930252" y="1712485"/>
                  <a:pt x="8925786" y="1703191"/>
                  <a:pt x="8917295" y="1700219"/>
                </a:cubicBezTo>
                <a:cubicBezTo>
                  <a:pt x="8913050" y="1698734"/>
                  <a:pt x="8908604" y="1699108"/>
                  <a:pt x="8904845" y="1700914"/>
                </a:cubicBezTo>
                <a:close/>
                <a:moveTo>
                  <a:pt x="5676864" y="2959457"/>
                </a:moveTo>
                <a:cubicBezTo>
                  <a:pt x="5671860" y="2960090"/>
                  <a:pt x="5668316" y="2964670"/>
                  <a:pt x="5668949" y="2969672"/>
                </a:cubicBezTo>
                <a:cubicBezTo>
                  <a:pt x="5669525" y="2974291"/>
                  <a:pt x="5673472" y="2977664"/>
                  <a:pt x="5677996" y="2977664"/>
                </a:cubicBezTo>
                <a:cubicBezTo>
                  <a:pt x="5678379" y="2977664"/>
                  <a:pt x="5678761" y="2977645"/>
                  <a:pt x="5679164" y="2977588"/>
                </a:cubicBezTo>
                <a:cubicBezTo>
                  <a:pt x="5684165" y="2976955"/>
                  <a:pt x="5687713" y="2972375"/>
                  <a:pt x="5687080" y="2967372"/>
                </a:cubicBezTo>
                <a:cubicBezTo>
                  <a:pt x="5686429" y="2962370"/>
                  <a:pt x="5681867" y="2958825"/>
                  <a:pt x="5676864" y="2959457"/>
                </a:cubicBezTo>
                <a:close/>
                <a:moveTo>
                  <a:pt x="4375098" y="3461684"/>
                </a:moveTo>
                <a:cubicBezTo>
                  <a:pt x="4374714" y="3462048"/>
                  <a:pt x="4374695" y="3462642"/>
                  <a:pt x="4375060" y="3463044"/>
                </a:cubicBezTo>
                <a:cubicBezTo>
                  <a:pt x="4375252" y="3463236"/>
                  <a:pt x="4375500" y="3463333"/>
                  <a:pt x="4375749" y="3463332"/>
                </a:cubicBezTo>
                <a:cubicBezTo>
                  <a:pt x="4375999" y="3463332"/>
                  <a:pt x="4376228" y="3463256"/>
                  <a:pt x="4376420" y="3463083"/>
                </a:cubicBezTo>
                <a:cubicBezTo>
                  <a:pt x="4376803" y="3462700"/>
                  <a:pt x="4376822" y="3462106"/>
                  <a:pt x="4376459" y="3461722"/>
                </a:cubicBezTo>
                <a:cubicBezTo>
                  <a:pt x="4376093" y="3461338"/>
                  <a:pt x="4375480" y="3461320"/>
                  <a:pt x="4375098" y="3461684"/>
                </a:cubicBezTo>
                <a:close/>
                <a:moveTo>
                  <a:pt x="7405440" y="2278054"/>
                </a:moveTo>
                <a:cubicBezTo>
                  <a:pt x="7399901" y="2278936"/>
                  <a:pt x="7396125" y="2284149"/>
                  <a:pt x="7397026" y="2289687"/>
                </a:cubicBezTo>
                <a:cubicBezTo>
                  <a:pt x="7397831" y="2294670"/>
                  <a:pt x="7402144" y="2298234"/>
                  <a:pt x="7407031" y="2298234"/>
                </a:cubicBezTo>
                <a:cubicBezTo>
                  <a:pt x="7407567" y="2298234"/>
                  <a:pt x="7408123" y="2298197"/>
                  <a:pt x="7408679" y="2298101"/>
                </a:cubicBezTo>
                <a:cubicBezTo>
                  <a:pt x="7414199" y="2297200"/>
                  <a:pt x="7417974" y="2292006"/>
                  <a:pt x="7417073" y="2286468"/>
                </a:cubicBezTo>
                <a:cubicBezTo>
                  <a:pt x="7416191" y="2280909"/>
                  <a:pt x="7410979" y="2277153"/>
                  <a:pt x="7405440" y="2278054"/>
                </a:cubicBezTo>
                <a:close/>
                <a:moveTo>
                  <a:pt x="4668997" y="3344546"/>
                </a:moveTo>
                <a:cubicBezTo>
                  <a:pt x="4667427" y="3346117"/>
                  <a:pt x="4667407" y="3348667"/>
                  <a:pt x="4668979" y="3350258"/>
                </a:cubicBezTo>
                <a:lnTo>
                  <a:pt x="4668997" y="3350258"/>
                </a:lnTo>
                <a:cubicBezTo>
                  <a:pt x="4669784" y="3351043"/>
                  <a:pt x="4670821" y="3351445"/>
                  <a:pt x="4671853" y="3351445"/>
                </a:cubicBezTo>
                <a:cubicBezTo>
                  <a:pt x="4672869" y="3351445"/>
                  <a:pt x="4673904" y="3351062"/>
                  <a:pt x="4674690" y="3350277"/>
                </a:cubicBezTo>
                <a:cubicBezTo>
                  <a:pt x="4676242" y="3348705"/>
                  <a:pt x="4676262" y="3346156"/>
                  <a:pt x="4674690" y="3344585"/>
                </a:cubicBezTo>
                <a:cubicBezTo>
                  <a:pt x="4673119" y="3342994"/>
                  <a:pt x="4670588" y="3342994"/>
                  <a:pt x="4668997" y="3344546"/>
                </a:cubicBezTo>
                <a:close/>
                <a:moveTo>
                  <a:pt x="7801055" y="2120146"/>
                </a:moveTo>
                <a:cubicBezTo>
                  <a:pt x="7798933" y="2122063"/>
                  <a:pt x="7797543" y="2124789"/>
                  <a:pt x="7797390" y="2127874"/>
                </a:cubicBezTo>
                <a:cubicBezTo>
                  <a:pt x="7797083" y="2134046"/>
                  <a:pt x="7801836" y="2139297"/>
                  <a:pt x="7808007" y="2139604"/>
                </a:cubicBezTo>
                <a:lnTo>
                  <a:pt x="7808007" y="2139623"/>
                </a:lnTo>
                <a:cubicBezTo>
                  <a:pt x="7808200" y="2139623"/>
                  <a:pt x="7808391" y="2139623"/>
                  <a:pt x="7808582" y="2139623"/>
                </a:cubicBezTo>
                <a:cubicBezTo>
                  <a:pt x="7814485" y="2139623"/>
                  <a:pt x="7819430" y="2134966"/>
                  <a:pt x="7819717" y="2129006"/>
                </a:cubicBezTo>
                <a:cubicBezTo>
                  <a:pt x="7820024" y="2122835"/>
                  <a:pt x="7815290" y="2117583"/>
                  <a:pt x="7809119" y="2117277"/>
                </a:cubicBezTo>
                <a:cubicBezTo>
                  <a:pt x="7806033" y="2117123"/>
                  <a:pt x="7803177" y="2118230"/>
                  <a:pt x="7801055" y="2120146"/>
                </a:cubicBezTo>
                <a:close/>
                <a:moveTo>
                  <a:pt x="4908603" y="3248853"/>
                </a:moveTo>
                <a:cubicBezTo>
                  <a:pt x="4906763" y="3251653"/>
                  <a:pt x="4907531" y="3255408"/>
                  <a:pt x="4910330" y="3257267"/>
                </a:cubicBezTo>
                <a:cubicBezTo>
                  <a:pt x="4911364" y="3257938"/>
                  <a:pt x="4912513" y="3258263"/>
                  <a:pt x="4913664" y="3258263"/>
                </a:cubicBezTo>
                <a:cubicBezTo>
                  <a:pt x="4915638" y="3258263"/>
                  <a:pt x="4917554" y="3257305"/>
                  <a:pt x="4918722" y="3255543"/>
                </a:cubicBezTo>
                <a:cubicBezTo>
                  <a:pt x="4920582" y="3252763"/>
                  <a:pt x="4919816" y="3248988"/>
                  <a:pt x="4917018" y="3247149"/>
                </a:cubicBezTo>
                <a:cubicBezTo>
                  <a:pt x="4914220" y="3245289"/>
                  <a:pt x="4910461" y="3246056"/>
                  <a:pt x="4908603" y="3248853"/>
                </a:cubicBezTo>
                <a:close/>
                <a:moveTo>
                  <a:pt x="5284801" y="3098809"/>
                </a:moveTo>
                <a:cubicBezTo>
                  <a:pt x="5280373" y="3098081"/>
                  <a:pt x="5276214" y="3101070"/>
                  <a:pt x="5275485" y="3105497"/>
                </a:cubicBezTo>
                <a:cubicBezTo>
                  <a:pt x="5274758" y="3109924"/>
                  <a:pt x="5277768" y="3114084"/>
                  <a:pt x="5282191" y="3114812"/>
                </a:cubicBezTo>
                <a:cubicBezTo>
                  <a:pt x="5282635" y="3114888"/>
                  <a:pt x="5283075" y="3114927"/>
                  <a:pt x="5283497" y="3114927"/>
                </a:cubicBezTo>
                <a:cubicBezTo>
                  <a:pt x="5287405" y="3114927"/>
                  <a:pt x="5290837" y="3112090"/>
                  <a:pt x="5291507" y="3108123"/>
                </a:cubicBezTo>
                <a:cubicBezTo>
                  <a:pt x="5292216" y="3103696"/>
                  <a:pt x="5289226" y="3099518"/>
                  <a:pt x="5284801" y="3098809"/>
                </a:cubicBezTo>
                <a:close/>
                <a:moveTo>
                  <a:pt x="8284655" y="1919559"/>
                </a:moveTo>
                <a:cubicBezTo>
                  <a:pt x="8281735" y="1921272"/>
                  <a:pt x="8279463" y="1924099"/>
                  <a:pt x="8278534" y="1927635"/>
                </a:cubicBezTo>
                <a:cubicBezTo>
                  <a:pt x="8276694" y="1934707"/>
                  <a:pt x="8280930" y="1941933"/>
                  <a:pt x="8288002" y="1943773"/>
                </a:cubicBezTo>
                <a:cubicBezTo>
                  <a:pt x="8289113" y="1944060"/>
                  <a:pt x="8290244" y="1944195"/>
                  <a:pt x="8291356" y="1944195"/>
                </a:cubicBezTo>
                <a:cubicBezTo>
                  <a:pt x="8297220" y="1944195"/>
                  <a:pt x="8302587" y="1940265"/>
                  <a:pt x="8304140" y="1934324"/>
                </a:cubicBezTo>
                <a:cubicBezTo>
                  <a:pt x="8305980" y="1927252"/>
                  <a:pt x="8301743" y="1920027"/>
                  <a:pt x="8294672" y="1918167"/>
                </a:cubicBezTo>
                <a:cubicBezTo>
                  <a:pt x="8291145" y="1917247"/>
                  <a:pt x="8287576" y="1917847"/>
                  <a:pt x="8284655" y="1919559"/>
                </a:cubicBezTo>
                <a:close/>
                <a:moveTo>
                  <a:pt x="5568466" y="2978948"/>
                </a:moveTo>
                <a:lnTo>
                  <a:pt x="5568466" y="2978968"/>
                </a:lnTo>
                <a:lnTo>
                  <a:pt x="5568473" y="2978957"/>
                </a:lnTo>
                <a:close/>
                <a:moveTo>
                  <a:pt x="7305090" y="2296817"/>
                </a:moveTo>
                <a:cubicBezTo>
                  <a:pt x="7299609" y="2297986"/>
                  <a:pt x="7296101" y="2303390"/>
                  <a:pt x="7297290" y="2308872"/>
                </a:cubicBezTo>
                <a:cubicBezTo>
                  <a:pt x="7298305" y="2313644"/>
                  <a:pt x="7302522" y="2316901"/>
                  <a:pt x="7307198" y="2316901"/>
                </a:cubicBezTo>
                <a:cubicBezTo>
                  <a:pt x="7307908" y="2316901"/>
                  <a:pt x="7308617" y="2316825"/>
                  <a:pt x="7309345" y="2316672"/>
                </a:cubicBezTo>
                <a:cubicBezTo>
                  <a:pt x="7314827" y="2315503"/>
                  <a:pt x="7318314" y="2310098"/>
                  <a:pt x="7317145" y="2304617"/>
                </a:cubicBezTo>
                <a:cubicBezTo>
                  <a:pt x="7315976" y="2299136"/>
                  <a:pt x="7310572" y="2295648"/>
                  <a:pt x="7305090" y="2296817"/>
                </a:cubicBezTo>
                <a:close/>
                <a:moveTo>
                  <a:pt x="5576955" y="2969231"/>
                </a:moveTo>
                <a:lnTo>
                  <a:pt x="5568473" y="2978957"/>
                </a:lnTo>
                <a:lnTo>
                  <a:pt x="5577549" y="2987457"/>
                </a:lnTo>
                <a:cubicBezTo>
                  <a:pt x="5577760" y="2987457"/>
                  <a:pt x="5577971" y="2987457"/>
                  <a:pt x="5578181" y="2987457"/>
                </a:cubicBezTo>
                <a:cubicBezTo>
                  <a:pt x="5583222" y="2987132"/>
                  <a:pt x="5587018" y="2982762"/>
                  <a:pt x="5586691" y="2977741"/>
                </a:cubicBezTo>
                <a:cubicBezTo>
                  <a:pt x="5586347" y="2972701"/>
                  <a:pt x="5581979" y="2968905"/>
                  <a:pt x="5576955" y="2969231"/>
                </a:cubicBezTo>
                <a:close/>
                <a:moveTo>
                  <a:pt x="4450301" y="3403249"/>
                </a:moveTo>
                <a:cubicBezTo>
                  <a:pt x="4449497" y="3403997"/>
                  <a:pt x="4449460" y="3405242"/>
                  <a:pt x="4450207" y="3406047"/>
                </a:cubicBezTo>
                <a:cubicBezTo>
                  <a:pt x="4450589" y="3406450"/>
                  <a:pt x="4451127" y="3406660"/>
                  <a:pt x="4451664" y="3406660"/>
                </a:cubicBezTo>
                <a:cubicBezTo>
                  <a:pt x="4452142" y="3406660"/>
                  <a:pt x="4452621" y="3406488"/>
                  <a:pt x="4453005" y="3406143"/>
                </a:cubicBezTo>
                <a:cubicBezTo>
                  <a:pt x="4453790" y="3405377"/>
                  <a:pt x="4453849" y="3404130"/>
                  <a:pt x="4453101" y="3403326"/>
                </a:cubicBezTo>
                <a:cubicBezTo>
                  <a:pt x="4452353" y="3402540"/>
                  <a:pt x="4451108" y="3402483"/>
                  <a:pt x="4450301" y="3403249"/>
                </a:cubicBezTo>
                <a:close/>
                <a:moveTo>
                  <a:pt x="8464582" y="1831100"/>
                </a:moveTo>
                <a:cubicBezTo>
                  <a:pt x="8461348" y="1832782"/>
                  <a:pt x="8458756" y="1835700"/>
                  <a:pt x="8457578" y="1839456"/>
                </a:cubicBezTo>
                <a:cubicBezTo>
                  <a:pt x="8455200" y="1846950"/>
                  <a:pt x="8459379" y="1854961"/>
                  <a:pt x="8466872" y="1857319"/>
                </a:cubicBezTo>
                <a:cubicBezTo>
                  <a:pt x="8468309" y="1857778"/>
                  <a:pt x="8469747" y="1857988"/>
                  <a:pt x="8471166" y="1857989"/>
                </a:cubicBezTo>
                <a:cubicBezTo>
                  <a:pt x="8477222" y="1857989"/>
                  <a:pt x="8482837" y="1854099"/>
                  <a:pt x="8484753" y="1848023"/>
                </a:cubicBezTo>
                <a:cubicBezTo>
                  <a:pt x="8487111" y="1840510"/>
                  <a:pt x="8482952" y="1832518"/>
                  <a:pt x="8475439" y="1830161"/>
                </a:cubicBezTo>
                <a:cubicBezTo>
                  <a:pt x="8471692" y="1828973"/>
                  <a:pt x="8467816" y="1829418"/>
                  <a:pt x="8464582" y="1831100"/>
                </a:cubicBezTo>
                <a:close/>
                <a:moveTo>
                  <a:pt x="7205833" y="2320505"/>
                </a:moveTo>
                <a:cubicBezTo>
                  <a:pt x="7200410" y="2321923"/>
                  <a:pt x="7197151" y="2327481"/>
                  <a:pt x="7198589" y="2332905"/>
                </a:cubicBezTo>
                <a:cubicBezTo>
                  <a:pt x="7199777" y="2337467"/>
                  <a:pt x="7203897" y="2340494"/>
                  <a:pt x="7208402" y="2340494"/>
                </a:cubicBezTo>
                <a:cubicBezTo>
                  <a:pt x="7209263" y="2340494"/>
                  <a:pt x="7210127" y="2340379"/>
                  <a:pt x="7210988" y="2340149"/>
                </a:cubicBezTo>
                <a:cubicBezTo>
                  <a:pt x="7216412" y="2338731"/>
                  <a:pt x="7219651" y="2333173"/>
                  <a:pt x="7218234" y="2327750"/>
                </a:cubicBezTo>
                <a:cubicBezTo>
                  <a:pt x="7216815" y="2322325"/>
                  <a:pt x="7211257" y="2319087"/>
                  <a:pt x="7205833" y="2320505"/>
                </a:cubicBezTo>
                <a:close/>
                <a:moveTo>
                  <a:pt x="4748191" y="3270816"/>
                </a:moveTo>
                <a:cubicBezTo>
                  <a:pt x="4746330" y="3272887"/>
                  <a:pt x="4746504" y="3276068"/>
                  <a:pt x="4748572" y="3277947"/>
                </a:cubicBezTo>
                <a:cubicBezTo>
                  <a:pt x="4749531" y="3278808"/>
                  <a:pt x="4750739" y="3279230"/>
                  <a:pt x="4751946" y="3279230"/>
                </a:cubicBezTo>
                <a:cubicBezTo>
                  <a:pt x="4753326" y="3279230"/>
                  <a:pt x="4754687" y="3278675"/>
                  <a:pt x="4755702" y="3277563"/>
                </a:cubicBezTo>
                <a:cubicBezTo>
                  <a:pt x="4757561" y="3275494"/>
                  <a:pt x="4757389" y="3272293"/>
                  <a:pt x="4755318" y="3270434"/>
                </a:cubicBezTo>
                <a:cubicBezTo>
                  <a:pt x="4753248" y="3268574"/>
                  <a:pt x="4750049" y="3268747"/>
                  <a:pt x="4748191" y="3270816"/>
                </a:cubicBezTo>
                <a:close/>
                <a:moveTo>
                  <a:pt x="7706354" y="2114823"/>
                </a:moveTo>
                <a:cubicBezTo>
                  <a:pt x="7700183" y="2114842"/>
                  <a:pt x="7695181" y="2119864"/>
                  <a:pt x="7695220" y="2126035"/>
                </a:cubicBezTo>
                <a:cubicBezTo>
                  <a:pt x="7695220" y="2132206"/>
                  <a:pt x="7700221" y="2137189"/>
                  <a:pt x="7706393" y="2137189"/>
                </a:cubicBezTo>
                <a:lnTo>
                  <a:pt x="7706432" y="2137189"/>
                </a:lnTo>
                <a:cubicBezTo>
                  <a:pt x="7712603" y="2137170"/>
                  <a:pt x="7717586" y="2132148"/>
                  <a:pt x="7717566" y="2125977"/>
                </a:cubicBezTo>
                <a:cubicBezTo>
                  <a:pt x="7717547" y="2119806"/>
                  <a:pt x="7712526" y="2114823"/>
                  <a:pt x="7706354" y="2114823"/>
                </a:cubicBezTo>
                <a:close/>
                <a:moveTo>
                  <a:pt x="7107726" y="2348371"/>
                </a:moveTo>
                <a:cubicBezTo>
                  <a:pt x="7102359" y="2350000"/>
                  <a:pt x="7099332" y="2355673"/>
                  <a:pt x="7100980" y="2361040"/>
                </a:cubicBezTo>
                <a:cubicBezTo>
                  <a:pt x="7102301" y="2365428"/>
                  <a:pt x="7106327" y="2368246"/>
                  <a:pt x="7110697" y="2368246"/>
                </a:cubicBezTo>
                <a:cubicBezTo>
                  <a:pt x="7111674" y="2368246"/>
                  <a:pt x="7112670" y="2368092"/>
                  <a:pt x="7113649" y="2367805"/>
                </a:cubicBezTo>
                <a:cubicBezTo>
                  <a:pt x="7119014" y="2366156"/>
                  <a:pt x="7122043" y="2360503"/>
                  <a:pt x="7120413" y="2355137"/>
                </a:cubicBezTo>
                <a:cubicBezTo>
                  <a:pt x="7118766" y="2349751"/>
                  <a:pt x="7113093" y="2346742"/>
                  <a:pt x="7107726" y="2348371"/>
                </a:cubicBezTo>
                <a:close/>
                <a:moveTo>
                  <a:pt x="7995779" y="1999828"/>
                </a:moveTo>
                <a:cubicBezTo>
                  <a:pt x="7993274" y="2001690"/>
                  <a:pt x="7991477" y="2004507"/>
                  <a:pt x="7990979" y="2007842"/>
                </a:cubicBezTo>
                <a:cubicBezTo>
                  <a:pt x="7990001" y="2014512"/>
                  <a:pt x="7994620" y="2020702"/>
                  <a:pt x="8001289" y="2021699"/>
                </a:cubicBezTo>
                <a:cubicBezTo>
                  <a:pt x="8001884" y="2021775"/>
                  <a:pt x="8002479" y="2021833"/>
                  <a:pt x="8003071" y="2021833"/>
                </a:cubicBezTo>
                <a:cubicBezTo>
                  <a:pt x="8009033" y="2021833"/>
                  <a:pt x="8014245" y="2017464"/>
                  <a:pt x="8015126" y="2011387"/>
                </a:cubicBezTo>
                <a:cubicBezTo>
                  <a:pt x="8016104" y="2004718"/>
                  <a:pt x="8011505" y="1998528"/>
                  <a:pt x="8004835" y="1997550"/>
                </a:cubicBezTo>
                <a:cubicBezTo>
                  <a:pt x="8001500" y="1997061"/>
                  <a:pt x="7998285" y="1997967"/>
                  <a:pt x="7995779" y="1999828"/>
                </a:cubicBezTo>
                <a:close/>
                <a:moveTo>
                  <a:pt x="8637945" y="1747699"/>
                </a:moveTo>
                <a:cubicBezTo>
                  <a:pt x="8634430" y="1749412"/>
                  <a:pt x="8631570" y="1752464"/>
                  <a:pt x="8630200" y="1756451"/>
                </a:cubicBezTo>
                <a:cubicBezTo>
                  <a:pt x="8627440" y="1764404"/>
                  <a:pt x="8631655" y="1773105"/>
                  <a:pt x="8639628" y="1775846"/>
                </a:cubicBezTo>
                <a:cubicBezTo>
                  <a:pt x="8641296" y="1776421"/>
                  <a:pt x="8642963" y="1776689"/>
                  <a:pt x="8644631" y="1776689"/>
                </a:cubicBezTo>
                <a:cubicBezTo>
                  <a:pt x="8650955" y="1776689"/>
                  <a:pt x="8656877" y="1772723"/>
                  <a:pt x="8659062" y="1766417"/>
                </a:cubicBezTo>
                <a:cubicBezTo>
                  <a:pt x="8661803" y="1758444"/>
                  <a:pt x="8657587" y="1749743"/>
                  <a:pt x="8649613" y="1746983"/>
                </a:cubicBezTo>
                <a:cubicBezTo>
                  <a:pt x="8645627" y="1745612"/>
                  <a:pt x="8641459" y="1745986"/>
                  <a:pt x="8637945" y="1747699"/>
                </a:cubicBezTo>
                <a:close/>
                <a:moveTo>
                  <a:pt x="6442632" y="2601526"/>
                </a:moveTo>
                <a:cubicBezTo>
                  <a:pt x="6437419" y="2603557"/>
                  <a:pt x="6434831" y="2609460"/>
                  <a:pt x="6436882" y="2614673"/>
                </a:cubicBezTo>
                <a:cubicBezTo>
                  <a:pt x="6438454" y="2618697"/>
                  <a:pt x="6442287" y="2621132"/>
                  <a:pt x="6446350" y="2621132"/>
                </a:cubicBezTo>
                <a:cubicBezTo>
                  <a:pt x="6447577" y="2621132"/>
                  <a:pt x="6448842" y="2620921"/>
                  <a:pt x="6450049" y="2620442"/>
                </a:cubicBezTo>
                <a:cubicBezTo>
                  <a:pt x="6455281" y="2618391"/>
                  <a:pt x="6457850" y="2612489"/>
                  <a:pt x="6455799" y="2607275"/>
                </a:cubicBezTo>
                <a:cubicBezTo>
                  <a:pt x="6453767" y="2602044"/>
                  <a:pt x="6447864" y="2599475"/>
                  <a:pt x="6442632" y="2601526"/>
                </a:cubicBezTo>
                <a:close/>
                <a:moveTo>
                  <a:pt x="7010731" y="2379630"/>
                </a:moveTo>
                <a:cubicBezTo>
                  <a:pt x="7005421" y="2381431"/>
                  <a:pt x="7002585" y="2387200"/>
                  <a:pt x="7004386" y="2392509"/>
                </a:cubicBezTo>
                <a:cubicBezTo>
                  <a:pt x="7005823" y="2396745"/>
                  <a:pt x="7009772" y="2399409"/>
                  <a:pt x="7014008" y="2399409"/>
                </a:cubicBezTo>
                <a:cubicBezTo>
                  <a:pt x="7015081" y="2399409"/>
                  <a:pt x="7016193" y="2399236"/>
                  <a:pt x="7017266" y="2398872"/>
                </a:cubicBezTo>
                <a:cubicBezTo>
                  <a:pt x="7022575" y="2397051"/>
                  <a:pt x="7025430" y="2391302"/>
                  <a:pt x="7023629" y="2385974"/>
                </a:cubicBezTo>
                <a:cubicBezTo>
                  <a:pt x="7021807" y="2380665"/>
                  <a:pt x="7016058" y="2377828"/>
                  <a:pt x="7010731" y="2379630"/>
                </a:cubicBezTo>
                <a:close/>
                <a:moveTo>
                  <a:pt x="6347936" y="2637864"/>
                </a:moveTo>
                <a:cubicBezTo>
                  <a:pt x="6342666" y="2639818"/>
                  <a:pt x="6340021" y="2645682"/>
                  <a:pt x="6341995" y="2650934"/>
                </a:cubicBezTo>
                <a:cubicBezTo>
                  <a:pt x="6343508" y="2655016"/>
                  <a:pt x="6347380" y="2657527"/>
                  <a:pt x="6351501" y="2657527"/>
                </a:cubicBezTo>
                <a:cubicBezTo>
                  <a:pt x="6352689" y="2657527"/>
                  <a:pt x="6353878" y="2657316"/>
                  <a:pt x="6355065" y="2656875"/>
                </a:cubicBezTo>
                <a:cubicBezTo>
                  <a:pt x="6360317" y="2654901"/>
                  <a:pt x="6362981" y="2649056"/>
                  <a:pt x="6361007" y="2643805"/>
                </a:cubicBezTo>
                <a:cubicBezTo>
                  <a:pt x="6359033" y="2638553"/>
                  <a:pt x="6353188" y="2635889"/>
                  <a:pt x="6347936" y="2637864"/>
                </a:cubicBezTo>
                <a:close/>
                <a:moveTo>
                  <a:pt x="6536925" y="2563982"/>
                </a:moveTo>
                <a:cubicBezTo>
                  <a:pt x="6531731" y="2566090"/>
                  <a:pt x="6529221" y="2571992"/>
                  <a:pt x="6531310" y="2577205"/>
                </a:cubicBezTo>
                <a:cubicBezTo>
                  <a:pt x="6532919" y="2581153"/>
                  <a:pt x="6536715" y="2583549"/>
                  <a:pt x="6540739" y="2583549"/>
                </a:cubicBezTo>
                <a:cubicBezTo>
                  <a:pt x="6542005" y="2583549"/>
                  <a:pt x="6543289" y="2583319"/>
                  <a:pt x="6544534" y="2582821"/>
                </a:cubicBezTo>
                <a:cubicBezTo>
                  <a:pt x="6549747" y="2580713"/>
                  <a:pt x="6552257" y="2574790"/>
                  <a:pt x="6550150" y="2569597"/>
                </a:cubicBezTo>
                <a:cubicBezTo>
                  <a:pt x="6548060" y="2564384"/>
                  <a:pt x="6542138" y="2561872"/>
                  <a:pt x="6536925" y="2563982"/>
                </a:cubicBezTo>
                <a:close/>
                <a:moveTo>
                  <a:pt x="6630893" y="2525574"/>
                </a:moveTo>
                <a:cubicBezTo>
                  <a:pt x="6625699" y="2527701"/>
                  <a:pt x="6623227" y="2533642"/>
                  <a:pt x="6625374" y="2538836"/>
                </a:cubicBezTo>
                <a:cubicBezTo>
                  <a:pt x="6626983" y="2542745"/>
                  <a:pt x="6630778" y="2545122"/>
                  <a:pt x="6634764" y="2545122"/>
                </a:cubicBezTo>
                <a:cubicBezTo>
                  <a:pt x="6636048" y="2545122"/>
                  <a:pt x="6637371" y="2544874"/>
                  <a:pt x="6638636" y="2544356"/>
                </a:cubicBezTo>
                <a:cubicBezTo>
                  <a:pt x="6643810" y="2542209"/>
                  <a:pt x="6646282" y="2536268"/>
                  <a:pt x="6644155" y="2531094"/>
                </a:cubicBezTo>
                <a:cubicBezTo>
                  <a:pt x="6642008" y="2525900"/>
                  <a:pt x="6636087" y="2523427"/>
                  <a:pt x="6630893" y="2525574"/>
                </a:cubicBezTo>
                <a:close/>
                <a:moveTo>
                  <a:pt x="6252684" y="2672648"/>
                </a:moveTo>
                <a:cubicBezTo>
                  <a:pt x="6247395" y="2674507"/>
                  <a:pt x="6244635" y="2680315"/>
                  <a:pt x="6246513" y="2685604"/>
                </a:cubicBezTo>
                <a:cubicBezTo>
                  <a:pt x="6247970" y="2689782"/>
                  <a:pt x="6251899" y="2692370"/>
                  <a:pt x="6256077" y="2692370"/>
                </a:cubicBezTo>
                <a:cubicBezTo>
                  <a:pt x="6257208" y="2692370"/>
                  <a:pt x="6258357" y="2692178"/>
                  <a:pt x="6259469" y="2691795"/>
                </a:cubicBezTo>
                <a:cubicBezTo>
                  <a:pt x="6264759" y="2689916"/>
                  <a:pt x="6267518" y="2684109"/>
                  <a:pt x="6265640" y="2678819"/>
                </a:cubicBezTo>
                <a:cubicBezTo>
                  <a:pt x="6263763" y="2673530"/>
                  <a:pt x="6257974" y="2670770"/>
                  <a:pt x="6252684" y="2672648"/>
                </a:cubicBezTo>
                <a:close/>
                <a:moveTo>
                  <a:pt x="6914731" y="2413591"/>
                </a:moveTo>
                <a:cubicBezTo>
                  <a:pt x="6909461" y="2415526"/>
                  <a:pt x="6906759" y="2421372"/>
                  <a:pt x="6908694" y="2426642"/>
                </a:cubicBezTo>
                <a:cubicBezTo>
                  <a:pt x="6910208" y="2430744"/>
                  <a:pt x="6914099" y="2433293"/>
                  <a:pt x="6918237" y="2433293"/>
                </a:cubicBezTo>
                <a:cubicBezTo>
                  <a:pt x="6919407" y="2433293"/>
                  <a:pt x="6920576" y="2433101"/>
                  <a:pt x="6921746" y="2432660"/>
                </a:cubicBezTo>
                <a:cubicBezTo>
                  <a:pt x="6926997" y="2430725"/>
                  <a:pt x="6929700" y="2424899"/>
                  <a:pt x="6927764" y="2419628"/>
                </a:cubicBezTo>
                <a:cubicBezTo>
                  <a:pt x="6925828" y="2414357"/>
                  <a:pt x="6920002" y="2411655"/>
                  <a:pt x="6914731" y="2413591"/>
                </a:cubicBezTo>
                <a:close/>
                <a:moveTo>
                  <a:pt x="6725014" y="2487147"/>
                </a:moveTo>
                <a:cubicBezTo>
                  <a:pt x="6719801" y="2489236"/>
                  <a:pt x="6717291" y="2495159"/>
                  <a:pt x="6719398" y="2500352"/>
                </a:cubicBezTo>
                <a:cubicBezTo>
                  <a:pt x="6720988" y="2504320"/>
                  <a:pt x="6724784" y="2506716"/>
                  <a:pt x="6728808" y="2506716"/>
                </a:cubicBezTo>
                <a:cubicBezTo>
                  <a:pt x="6730074" y="2506716"/>
                  <a:pt x="6731357" y="2506485"/>
                  <a:pt x="6732602" y="2505987"/>
                </a:cubicBezTo>
                <a:cubicBezTo>
                  <a:pt x="6737816" y="2503879"/>
                  <a:pt x="6740327" y="2497957"/>
                  <a:pt x="6738238" y="2492762"/>
                </a:cubicBezTo>
                <a:cubicBezTo>
                  <a:pt x="6736130" y="2487550"/>
                  <a:pt x="6730207" y="2485039"/>
                  <a:pt x="6725014" y="2487147"/>
                </a:cubicBezTo>
                <a:close/>
                <a:moveTo>
                  <a:pt x="6819556" y="2449641"/>
                </a:moveTo>
                <a:cubicBezTo>
                  <a:pt x="6814324" y="2451672"/>
                  <a:pt x="6811736" y="2457556"/>
                  <a:pt x="6813769" y="2462769"/>
                </a:cubicBezTo>
                <a:cubicBezTo>
                  <a:pt x="6815321" y="2466794"/>
                  <a:pt x="6819173" y="2469266"/>
                  <a:pt x="6823236" y="2469266"/>
                </a:cubicBezTo>
                <a:cubicBezTo>
                  <a:pt x="6824462" y="2469266"/>
                  <a:pt x="6825689" y="2469036"/>
                  <a:pt x="6826915" y="2468576"/>
                </a:cubicBezTo>
                <a:cubicBezTo>
                  <a:pt x="6832147" y="2466525"/>
                  <a:pt x="6834735" y="2460642"/>
                  <a:pt x="6832703" y="2455410"/>
                </a:cubicBezTo>
                <a:cubicBezTo>
                  <a:pt x="6830653" y="2450197"/>
                  <a:pt x="6824770" y="2447590"/>
                  <a:pt x="6819556" y="2449641"/>
                </a:cubicBezTo>
                <a:close/>
                <a:moveTo>
                  <a:pt x="5476721" y="2972623"/>
                </a:moveTo>
                <a:cubicBezTo>
                  <a:pt x="5471681" y="2972623"/>
                  <a:pt x="5467580" y="2976706"/>
                  <a:pt x="5467580" y="2981747"/>
                </a:cubicBezTo>
                <a:cubicBezTo>
                  <a:pt x="5467560" y="2986786"/>
                  <a:pt x="5471661" y="2990888"/>
                  <a:pt x="5476702" y="2990888"/>
                </a:cubicBezTo>
                <a:lnTo>
                  <a:pt x="5476722" y="2990888"/>
                </a:lnTo>
                <a:cubicBezTo>
                  <a:pt x="5481742" y="2990888"/>
                  <a:pt x="5485844" y="2986825"/>
                  <a:pt x="5485844" y="2981784"/>
                </a:cubicBezTo>
                <a:cubicBezTo>
                  <a:pt x="5485862" y="2976725"/>
                  <a:pt x="5481782" y="2972642"/>
                  <a:pt x="5476721" y="2972623"/>
                </a:cubicBezTo>
                <a:close/>
                <a:moveTo>
                  <a:pt x="6156801" y="2705497"/>
                </a:moveTo>
                <a:cubicBezTo>
                  <a:pt x="6151472" y="2707261"/>
                  <a:pt x="6148579" y="2712991"/>
                  <a:pt x="6150342" y="2718319"/>
                </a:cubicBezTo>
                <a:lnTo>
                  <a:pt x="6150361" y="2718319"/>
                </a:lnTo>
                <a:cubicBezTo>
                  <a:pt x="6151780" y="2722593"/>
                  <a:pt x="6155746" y="2725296"/>
                  <a:pt x="6160001" y="2725296"/>
                </a:cubicBezTo>
                <a:cubicBezTo>
                  <a:pt x="6161056" y="2725296"/>
                  <a:pt x="6162129" y="2725142"/>
                  <a:pt x="6163183" y="2724797"/>
                </a:cubicBezTo>
                <a:cubicBezTo>
                  <a:pt x="6168511" y="2723034"/>
                  <a:pt x="6171385" y="2717284"/>
                  <a:pt x="6169641" y="2711957"/>
                </a:cubicBezTo>
                <a:cubicBezTo>
                  <a:pt x="6167878" y="2706629"/>
                  <a:pt x="6162129" y="2703735"/>
                  <a:pt x="6156801" y="2705497"/>
                </a:cubicBezTo>
                <a:close/>
                <a:moveTo>
                  <a:pt x="4525200" y="3341211"/>
                </a:moveTo>
                <a:cubicBezTo>
                  <a:pt x="4523993" y="3342360"/>
                  <a:pt x="4523955" y="3344258"/>
                  <a:pt x="4525104" y="3345465"/>
                </a:cubicBezTo>
                <a:cubicBezTo>
                  <a:pt x="4525680" y="3346079"/>
                  <a:pt x="4526485" y="3346386"/>
                  <a:pt x="4527269" y="3346386"/>
                </a:cubicBezTo>
                <a:cubicBezTo>
                  <a:pt x="4528017" y="3346386"/>
                  <a:pt x="4528765" y="3346117"/>
                  <a:pt x="4529340" y="3345561"/>
                </a:cubicBezTo>
                <a:cubicBezTo>
                  <a:pt x="4530546" y="3344412"/>
                  <a:pt x="4530587" y="3342514"/>
                  <a:pt x="4529435" y="3341307"/>
                </a:cubicBezTo>
                <a:cubicBezTo>
                  <a:pt x="4528305" y="3340118"/>
                  <a:pt x="4526387" y="3340061"/>
                  <a:pt x="4525200" y="3341211"/>
                </a:cubicBezTo>
                <a:close/>
                <a:moveTo>
                  <a:pt x="4995769" y="3154138"/>
                </a:moveTo>
                <a:cubicBezTo>
                  <a:pt x="4993948" y="3157607"/>
                  <a:pt x="4995269" y="3161900"/>
                  <a:pt x="4998738" y="3163720"/>
                </a:cubicBezTo>
                <a:cubicBezTo>
                  <a:pt x="4999792" y="3164277"/>
                  <a:pt x="5000925" y="3164525"/>
                  <a:pt x="5002036" y="3164525"/>
                </a:cubicBezTo>
                <a:cubicBezTo>
                  <a:pt x="5004584" y="3164525"/>
                  <a:pt x="5007057" y="3163165"/>
                  <a:pt x="5008321" y="3160750"/>
                </a:cubicBezTo>
                <a:cubicBezTo>
                  <a:pt x="5010142" y="3157282"/>
                  <a:pt x="5008820" y="3152988"/>
                  <a:pt x="5005350" y="3151168"/>
                </a:cubicBezTo>
                <a:cubicBezTo>
                  <a:pt x="5001881" y="3149347"/>
                  <a:pt x="4997589" y="3150669"/>
                  <a:pt x="4995769" y="3154138"/>
                </a:cubicBezTo>
                <a:close/>
                <a:moveTo>
                  <a:pt x="8805516" y="1665770"/>
                </a:moveTo>
                <a:cubicBezTo>
                  <a:pt x="8801753" y="1667562"/>
                  <a:pt x="8798672" y="1670791"/>
                  <a:pt x="8797168" y="1675036"/>
                </a:cubicBezTo>
                <a:cubicBezTo>
                  <a:pt x="8794158" y="1683508"/>
                  <a:pt x="8798585" y="1692822"/>
                  <a:pt x="8807076" y="1695831"/>
                </a:cubicBezTo>
                <a:lnTo>
                  <a:pt x="8807057" y="1695831"/>
                </a:lnTo>
                <a:cubicBezTo>
                  <a:pt x="8808859" y="1696482"/>
                  <a:pt x="8810699" y="1696770"/>
                  <a:pt x="8812501" y="1696770"/>
                </a:cubicBezTo>
                <a:cubicBezTo>
                  <a:pt x="8819208" y="1696770"/>
                  <a:pt x="8825475" y="1692611"/>
                  <a:pt x="8827851" y="1685941"/>
                </a:cubicBezTo>
                <a:cubicBezTo>
                  <a:pt x="8830860" y="1677451"/>
                  <a:pt x="8826433" y="1668137"/>
                  <a:pt x="8817962" y="1665128"/>
                </a:cubicBezTo>
                <a:cubicBezTo>
                  <a:pt x="8813726" y="1663623"/>
                  <a:pt x="8809280" y="1663978"/>
                  <a:pt x="8805516" y="1665770"/>
                </a:cubicBezTo>
                <a:close/>
                <a:moveTo>
                  <a:pt x="5187633" y="3077861"/>
                </a:moveTo>
                <a:cubicBezTo>
                  <a:pt x="5183300" y="3076673"/>
                  <a:pt x="5178834" y="3079241"/>
                  <a:pt x="5177666" y="3083553"/>
                </a:cubicBezTo>
                <a:cubicBezTo>
                  <a:pt x="5176497" y="3087884"/>
                  <a:pt x="5179044" y="3092330"/>
                  <a:pt x="5183376" y="3093519"/>
                </a:cubicBezTo>
                <a:cubicBezTo>
                  <a:pt x="5184087" y="3093710"/>
                  <a:pt x="5184795" y="3093788"/>
                  <a:pt x="5185504" y="3093787"/>
                </a:cubicBezTo>
                <a:cubicBezTo>
                  <a:pt x="5189068" y="3093788"/>
                  <a:pt x="5192345" y="3091430"/>
                  <a:pt x="5193325" y="3087808"/>
                </a:cubicBezTo>
                <a:cubicBezTo>
                  <a:pt x="5194514" y="3083477"/>
                  <a:pt x="5191944" y="3079030"/>
                  <a:pt x="5187633" y="3077861"/>
                </a:cubicBezTo>
                <a:close/>
                <a:moveTo>
                  <a:pt x="6060208" y="2735971"/>
                </a:moveTo>
                <a:cubicBezTo>
                  <a:pt x="6054841" y="2737580"/>
                  <a:pt x="6051793" y="2743253"/>
                  <a:pt x="6053403" y="2748620"/>
                </a:cubicBezTo>
                <a:cubicBezTo>
                  <a:pt x="6054726" y="2753028"/>
                  <a:pt x="6058770" y="2755864"/>
                  <a:pt x="6063140" y="2755864"/>
                </a:cubicBezTo>
                <a:cubicBezTo>
                  <a:pt x="6064098" y="2755864"/>
                  <a:pt x="6065094" y="2755730"/>
                  <a:pt x="6066053" y="2755442"/>
                </a:cubicBezTo>
                <a:cubicBezTo>
                  <a:pt x="6071438" y="2753813"/>
                  <a:pt x="6074486" y="2748159"/>
                  <a:pt x="6072857" y="2742774"/>
                </a:cubicBezTo>
                <a:cubicBezTo>
                  <a:pt x="6071247" y="2737408"/>
                  <a:pt x="6065593" y="2734361"/>
                  <a:pt x="6060208" y="2735971"/>
                </a:cubicBezTo>
                <a:close/>
                <a:moveTo>
                  <a:pt x="5962773" y="2763243"/>
                </a:moveTo>
                <a:cubicBezTo>
                  <a:pt x="5957349" y="2764661"/>
                  <a:pt x="5954089" y="2770218"/>
                  <a:pt x="5955510" y="2775643"/>
                </a:cubicBezTo>
                <a:cubicBezTo>
                  <a:pt x="5956696" y="2780204"/>
                  <a:pt x="5960817" y="2783232"/>
                  <a:pt x="5965321" y="2783232"/>
                </a:cubicBezTo>
                <a:cubicBezTo>
                  <a:pt x="5966166" y="2783232"/>
                  <a:pt x="5967046" y="2783117"/>
                  <a:pt x="5967909" y="2782907"/>
                </a:cubicBezTo>
                <a:cubicBezTo>
                  <a:pt x="5973333" y="2781488"/>
                  <a:pt x="5976571" y="2775930"/>
                  <a:pt x="5975153" y="2770507"/>
                </a:cubicBezTo>
                <a:cubicBezTo>
                  <a:pt x="5973735" y="2765083"/>
                  <a:pt x="5968194" y="2761824"/>
                  <a:pt x="5962773" y="2763243"/>
                </a:cubicBezTo>
                <a:close/>
                <a:moveTo>
                  <a:pt x="8183838" y="1894980"/>
                </a:moveTo>
                <a:cubicBezTo>
                  <a:pt x="8180973" y="1896779"/>
                  <a:pt x="8178798" y="1899673"/>
                  <a:pt x="8177993" y="1903238"/>
                </a:cubicBezTo>
                <a:cubicBezTo>
                  <a:pt x="8176364" y="1910348"/>
                  <a:pt x="8180810" y="1917439"/>
                  <a:pt x="8187940" y="1919068"/>
                </a:cubicBezTo>
                <a:cubicBezTo>
                  <a:pt x="8188917" y="1919298"/>
                  <a:pt x="8189914" y="1919413"/>
                  <a:pt x="8190891" y="1919413"/>
                </a:cubicBezTo>
                <a:cubicBezTo>
                  <a:pt x="8196928" y="1919413"/>
                  <a:pt x="8202371" y="1915255"/>
                  <a:pt x="8203771" y="1909121"/>
                </a:cubicBezTo>
                <a:cubicBezTo>
                  <a:pt x="8205400" y="1901992"/>
                  <a:pt x="8200934" y="1894920"/>
                  <a:pt x="8193824" y="1893291"/>
                </a:cubicBezTo>
                <a:cubicBezTo>
                  <a:pt x="8190259" y="1892476"/>
                  <a:pt x="8186704" y="1893181"/>
                  <a:pt x="8183838" y="1894980"/>
                </a:cubicBezTo>
                <a:close/>
                <a:moveTo>
                  <a:pt x="7603590" y="2117890"/>
                </a:moveTo>
                <a:cubicBezTo>
                  <a:pt x="7597438" y="2118235"/>
                  <a:pt x="7592724" y="2123524"/>
                  <a:pt x="7593069" y="2129677"/>
                </a:cubicBezTo>
                <a:cubicBezTo>
                  <a:pt x="7593413" y="2135637"/>
                  <a:pt x="7598340" y="2140236"/>
                  <a:pt x="7604223" y="2140236"/>
                </a:cubicBezTo>
                <a:cubicBezTo>
                  <a:pt x="7604433" y="2140236"/>
                  <a:pt x="7604664" y="2140218"/>
                  <a:pt x="7604874" y="2140218"/>
                </a:cubicBezTo>
                <a:cubicBezTo>
                  <a:pt x="7611027" y="2139853"/>
                  <a:pt x="7615742" y="2134582"/>
                  <a:pt x="7615396" y="2128411"/>
                </a:cubicBezTo>
                <a:cubicBezTo>
                  <a:pt x="7615032" y="2122259"/>
                  <a:pt x="7609761" y="2117544"/>
                  <a:pt x="7603590" y="2117890"/>
                </a:cubicBezTo>
                <a:close/>
                <a:moveTo>
                  <a:pt x="5864436" y="2786931"/>
                </a:moveTo>
                <a:cubicBezTo>
                  <a:pt x="5858936" y="2788138"/>
                  <a:pt x="5855486" y="2793562"/>
                  <a:pt x="5856694" y="2799043"/>
                </a:cubicBezTo>
                <a:cubicBezTo>
                  <a:pt x="5857728" y="2803777"/>
                  <a:pt x="5861925" y="2807016"/>
                  <a:pt x="5866603" y="2807016"/>
                </a:cubicBezTo>
                <a:cubicBezTo>
                  <a:pt x="5867329" y="2807016"/>
                  <a:pt x="5868057" y="2806940"/>
                  <a:pt x="5868787" y="2806767"/>
                </a:cubicBezTo>
                <a:cubicBezTo>
                  <a:pt x="5874268" y="2805579"/>
                  <a:pt x="5877738" y="2800155"/>
                  <a:pt x="5876530" y="2794674"/>
                </a:cubicBezTo>
                <a:cubicBezTo>
                  <a:pt x="5875321" y="2789193"/>
                  <a:pt x="5869898" y="2785724"/>
                  <a:pt x="5864436" y="2786931"/>
                </a:cubicBezTo>
                <a:close/>
                <a:moveTo>
                  <a:pt x="4306333" y="3395027"/>
                </a:moveTo>
                <a:cubicBezTo>
                  <a:pt x="4305987" y="3395410"/>
                  <a:pt x="4306026" y="3396024"/>
                  <a:pt x="4306408" y="3396369"/>
                </a:cubicBezTo>
                <a:cubicBezTo>
                  <a:pt x="4306602" y="3396541"/>
                  <a:pt x="4306830" y="3396618"/>
                  <a:pt x="4307061" y="3396618"/>
                </a:cubicBezTo>
                <a:cubicBezTo>
                  <a:pt x="4307309" y="3396618"/>
                  <a:pt x="4307578" y="3396503"/>
                  <a:pt x="4307770" y="3396293"/>
                </a:cubicBezTo>
                <a:cubicBezTo>
                  <a:pt x="4308115" y="3395890"/>
                  <a:pt x="4308076" y="3395276"/>
                  <a:pt x="4307673" y="3394931"/>
                </a:cubicBezTo>
                <a:cubicBezTo>
                  <a:pt x="4307290" y="3394586"/>
                  <a:pt x="4306677" y="3394625"/>
                  <a:pt x="4306333" y="3395027"/>
                </a:cubicBezTo>
                <a:close/>
                <a:moveTo>
                  <a:pt x="4828723" y="3190476"/>
                </a:moveTo>
                <a:cubicBezTo>
                  <a:pt x="4826654" y="3193121"/>
                  <a:pt x="4827133" y="3196936"/>
                  <a:pt x="4829776" y="3198985"/>
                </a:cubicBezTo>
                <a:cubicBezTo>
                  <a:pt x="4830888" y="3199848"/>
                  <a:pt x="4832191" y="3200269"/>
                  <a:pt x="4833495" y="3200269"/>
                </a:cubicBezTo>
                <a:cubicBezTo>
                  <a:pt x="4835316" y="3200270"/>
                  <a:pt x="4837098" y="3199465"/>
                  <a:pt x="4838287" y="3197932"/>
                </a:cubicBezTo>
                <a:cubicBezTo>
                  <a:pt x="4840358" y="3195287"/>
                  <a:pt x="4839877" y="3191473"/>
                  <a:pt x="4837232" y="3189422"/>
                </a:cubicBezTo>
                <a:cubicBezTo>
                  <a:pt x="4834587" y="3187352"/>
                  <a:pt x="4830773" y="3187832"/>
                  <a:pt x="4828723" y="3190476"/>
                </a:cubicBezTo>
                <a:close/>
                <a:moveTo>
                  <a:pt x="4600291" y="3275033"/>
                </a:moveTo>
                <a:cubicBezTo>
                  <a:pt x="4598719" y="3276606"/>
                  <a:pt x="4598719" y="3279154"/>
                  <a:pt x="4600291" y="3280726"/>
                </a:cubicBezTo>
                <a:cubicBezTo>
                  <a:pt x="4601076" y="3281511"/>
                  <a:pt x="4602091" y="3281914"/>
                  <a:pt x="4603127" y="3281913"/>
                </a:cubicBezTo>
                <a:cubicBezTo>
                  <a:pt x="4604163" y="3281914"/>
                  <a:pt x="4605197" y="3281511"/>
                  <a:pt x="4605982" y="3280726"/>
                </a:cubicBezTo>
                <a:cubicBezTo>
                  <a:pt x="4607554" y="3279154"/>
                  <a:pt x="4607555" y="3276606"/>
                  <a:pt x="4605982" y="3275034"/>
                </a:cubicBezTo>
                <a:cubicBezTo>
                  <a:pt x="4604412" y="3273462"/>
                  <a:pt x="4601862" y="3273462"/>
                  <a:pt x="4600291" y="3275033"/>
                </a:cubicBezTo>
                <a:close/>
                <a:moveTo>
                  <a:pt x="7893252" y="1987642"/>
                </a:moveTo>
                <a:cubicBezTo>
                  <a:pt x="7890839" y="1989626"/>
                  <a:pt x="7889182" y="1992529"/>
                  <a:pt x="7888847" y="1995883"/>
                </a:cubicBezTo>
                <a:cubicBezTo>
                  <a:pt x="7888194" y="2002591"/>
                  <a:pt x="7893082" y="2008551"/>
                  <a:pt x="7899790" y="2009222"/>
                </a:cubicBezTo>
                <a:cubicBezTo>
                  <a:pt x="7900193" y="2009260"/>
                  <a:pt x="7900595" y="2009279"/>
                  <a:pt x="7900998" y="2009279"/>
                </a:cubicBezTo>
                <a:cubicBezTo>
                  <a:pt x="7907206" y="2009279"/>
                  <a:pt x="7912515" y="2004564"/>
                  <a:pt x="7913129" y="1998278"/>
                </a:cubicBezTo>
                <a:cubicBezTo>
                  <a:pt x="7913800" y="1991571"/>
                  <a:pt x="7908894" y="1985591"/>
                  <a:pt x="7902186" y="1984921"/>
                </a:cubicBezTo>
                <a:cubicBezTo>
                  <a:pt x="7898832" y="1984595"/>
                  <a:pt x="7895665" y="1985659"/>
                  <a:pt x="7893252" y="1987642"/>
                </a:cubicBezTo>
                <a:close/>
                <a:moveTo>
                  <a:pt x="5376639" y="2968579"/>
                </a:moveTo>
                <a:cubicBezTo>
                  <a:pt x="5371599" y="2968158"/>
                  <a:pt x="5367191" y="2971915"/>
                  <a:pt x="5366790" y="2976936"/>
                </a:cubicBezTo>
                <a:cubicBezTo>
                  <a:pt x="5366367" y="2981976"/>
                  <a:pt x="5370124" y="2986384"/>
                  <a:pt x="5375143" y="2986786"/>
                </a:cubicBezTo>
                <a:cubicBezTo>
                  <a:pt x="5375395" y="2986825"/>
                  <a:pt x="5375645" y="2986825"/>
                  <a:pt x="5375893" y="2986825"/>
                </a:cubicBezTo>
                <a:cubicBezTo>
                  <a:pt x="5380607" y="2986825"/>
                  <a:pt x="5384611" y="2983203"/>
                  <a:pt x="5384996" y="2978431"/>
                </a:cubicBezTo>
                <a:cubicBezTo>
                  <a:pt x="5385398" y="2973390"/>
                  <a:pt x="5381663" y="2968982"/>
                  <a:pt x="5376639" y="2968579"/>
                </a:cubicBezTo>
                <a:close/>
                <a:moveTo>
                  <a:pt x="8364627" y="1801156"/>
                </a:moveTo>
                <a:cubicBezTo>
                  <a:pt x="8361439" y="1802922"/>
                  <a:pt x="8358923" y="1805907"/>
                  <a:pt x="8357841" y="1809692"/>
                </a:cubicBezTo>
                <a:cubicBezTo>
                  <a:pt x="8355656" y="1817244"/>
                  <a:pt x="8360026" y="1825121"/>
                  <a:pt x="8367578" y="1827305"/>
                </a:cubicBezTo>
                <a:cubicBezTo>
                  <a:pt x="8368899" y="1827688"/>
                  <a:pt x="8370222" y="1827881"/>
                  <a:pt x="8371525" y="1827881"/>
                </a:cubicBezTo>
                <a:cubicBezTo>
                  <a:pt x="8377715" y="1827881"/>
                  <a:pt x="8383408" y="1823798"/>
                  <a:pt x="8385209" y="1817569"/>
                </a:cubicBezTo>
                <a:cubicBezTo>
                  <a:pt x="8387394" y="1809999"/>
                  <a:pt x="8383024" y="1802103"/>
                  <a:pt x="8375454" y="1799937"/>
                </a:cubicBezTo>
                <a:cubicBezTo>
                  <a:pt x="8371678" y="1798845"/>
                  <a:pt x="8367816" y="1799391"/>
                  <a:pt x="8364627" y="1801156"/>
                </a:cubicBezTo>
                <a:close/>
                <a:moveTo>
                  <a:pt x="5765236" y="2806479"/>
                </a:moveTo>
                <a:cubicBezTo>
                  <a:pt x="5759717" y="2807438"/>
                  <a:pt x="5756018" y="2812708"/>
                  <a:pt x="5756976" y="2818228"/>
                </a:cubicBezTo>
                <a:lnTo>
                  <a:pt x="5756938" y="2818228"/>
                </a:lnTo>
                <a:cubicBezTo>
                  <a:pt x="5757781" y="2823173"/>
                  <a:pt x="5762074" y="2826661"/>
                  <a:pt x="5766923" y="2826661"/>
                </a:cubicBezTo>
                <a:cubicBezTo>
                  <a:pt x="5767498" y="2826660"/>
                  <a:pt x="5768092" y="2826603"/>
                  <a:pt x="5768686" y="2826508"/>
                </a:cubicBezTo>
                <a:cubicBezTo>
                  <a:pt x="5774225" y="2825550"/>
                  <a:pt x="5777925" y="2820298"/>
                  <a:pt x="5776966" y="2814759"/>
                </a:cubicBezTo>
                <a:cubicBezTo>
                  <a:pt x="5776007" y="2809221"/>
                  <a:pt x="5770757" y="2805521"/>
                  <a:pt x="5765236" y="2806479"/>
                </a:cubicBezTo>
                <a:close/>
                <a:moveTo>
                  <a:pt x="7501152" y="2126495"/>
                </a:moveTo>
                <a:cubicBezTo>
                  <a:pt x="7495019" y="2127165"/>
                  <a:pt x="7490592" y="2132685"/>
                  <a:pt x="7491281" y="2138837"/>
                </a:cubicBezTo>
                <a:cubicBezTo>
                  <a:pt x="7491914" y="2144549"/>
                  <a:pt x="7496763" y="2148784"/>
                  <a:pt x="7502378" y="2148784"/>
                </a:cubicBezTo>
                <a:cubicBezTo>
                  <a:pt x="7502780" y="2148784"/>
                  <a:pt x="7503202" y="2148765"/>
                  <a:pt x="7503624" y="2148707"/>
                </a:cubicBezTo>
                <a:cubicBezTo>
                  <a:pt x="7509757" y="2148036"/>
                  <a:pt x="7514184" y="2142498"/>
                  <a:pt x="7513513" y="2136365"/>
                </a:cubicBezTo>
                <a:cubicBezTo>
                  <a:pt x="7512823" y="2130232"/>
                  <a:pt x="7507304" y="2125805"/>
                  <a:pt x="7501152" y="2126495"/>
                </a:cubicBezTo>
                <a:close/>
                <a:moveTo>
                  <a:pt x="8538574" y="1714146"/>
                </a:moveTo>
                <a:cubicBezTo>
                  <a:pt x="8535081" y="1715897"/>
                  <a:pt x="8532254" y="1718983"/>
                  <a:pt x="8530923" y="1722988"/>
                </a:cubicBezTo>
                <a:cubicBezTo>
                  <a:pt x="8528278" y="1730999"/>
                  <a:pt x="8532610" y="1739624"/>
                  <a:pt x="8540620" y="1742288"/>
                </a:cubicBezTo>
                <a:cubicBezTo>
                  <a:pt x="8542211" y="1742824"/>
                  <a:pt x="8543822" y="1743073"/>
                  <a:pt x="8545411" y="1743073"/>
                </a:cubicBezTo>
                <a:cubicBezTo>
                  <a:pt x="8551832" y="1743073"/>
                  <a:pt x="8557793" y="1739011"/>
                  <a:pt x="8559920" y="1732590"/>
                </a:cubicBezTo>
                <a:cubicBezTo>
                  <a:pt x="8562565" y="1724598"/>
                  <a:pt x="8558234" y="1715955"/>
                  <a:pt x="8550223" y="1713310"/>
                </a:cubicBezTo>
                <a:cubicBezTo>
                  <a:pt x="8546227" y="1711978"/>
                  <a:pt x="8542067" y="1712395"/>
                  <a:pt x="8538574" y="1714146"/>
                </a:cubicBezTo>
                <a:close/>
                <a:moveTo>
                  <a:pt x="4381843" y="3335327"/>
                </a:moveTo>
                <a:cubicBezTo>
                  <a:pt x="4381116" y="3336132"/>
                  <a:pt x="4381173" y="3337378"/>
                  <a:pt x="4381978" y="3338125"/>
                </a:cubicBezTo>
                <a:cubicBezTo>
                  <a:pt x="4382362" y="3338471"/>
                  <a:pt x="4382840" y="3338643"/>
                  <a:pt x="4383301" y="3338643"/>
                </a:cubicBezTo>
                <a:cubicBezTo>
                  <a:pt x="4383838" y="3338643"/>
                  <a:pt x="4384374" y="3338413"/>
                  <a:pt x="4384777" y="3337991"/>
                </a:cubicBezTo>
                <a:cubicBezTo>
                  <a:pt x="4385504" y="3337187"/>
                  <a:pt x="4385466" y="3335941"/>
                  <a:pt x="4384643" y="3335192"/>
                </a:cubicBezTo>
                <a:cubicBezTo>
                  <a:pt x="4383838" y="3334466"/>
                  <a:pt x="4382591" y="3334503"/>
                  <a:pt x="4381843" y="3335327"/>
                </a:cubicBezTo>
                <a:close/>
                <a:moveTo>
                  <a:pt x="5093434" y="3046488"/>
                </a:moveTo>
                <a:cubicBezTo>
                  <a:pt x="5089276" y="3044820"/>
                  <a:pt x="5084542" y="3046852"/>
                  <a:pt x="5082875" y="3051010"/>
                </a:cubicBezTo>
                <a:cubicBezTo>
                  <a:pt x="5081226" y="3055169"/>
                  <a:pt x="5083238" y="3059884"/>
                  <a:pt x="5087397" y="3061551"/>
                </a:cubicBezTo>
                <a:lnTo>
                  <a:pt x="5087435" y="3061551"/>
                </a:lnTo>
                <a:cubicBezTo>
                  <a:pt x="5088414" y="3061954"/>
                  <a:pt x="5089428" y="3062126"/>
                  <a:pt x="5090444" y="3062127"/>
                </a:cubicBezTo>
                <a:cubicBezTo>
                  <a:pt x="5093663" y="3062126"/>
                  <a:pt x="5096712" y="3060210"/>
                  <a:pt x="5097976" y="3057029"/>
                </a:cubicBezTo>
                <a:cubicBezTo>
                  <a:pt x="5099625" y="3052870"/>
                  <a:pt x="5097611" y="3048155"/>
                  <a:pt x="5093434" y="3046488"/>
                </a:cubicBezTo>
                <a:close/>
                <a:moveTo>
                  <a:pt x="5665307" y="2821218"/>
                </a:moveTo>
                <a:cubicBezTo>
                  <a:pt x="5659752" y="2821889"/>
                  <a:pt x="5655762" y="2826948"/>
                  <a:pt x="5656435" y="2832525"/>
                </a:cubicBezTo>
                <a:lnTo>
                  <a:pt x="5656455" y="2832525"/>
                </a:lnTo>
                <a:cubicBezTo>
                  <a:pt x="5657067" y="2837681"/>
                  <a:pt x="5661456" y="2841456"/>
                  <a:pt x="5666534" y="2841456"/>
                </a:cubicBezTo>
                <a:cubicBezTo>
                  <a:pt x="5666938" y="2841456"/>
                  <a:pt x="5667340" y="2841438"/>
                  <a:pt x="5667742" y="2841399"/>
                </a:cubicBezTo>
                <a:cubicBezTo>
                  <a:pt x="5673300" y="2840709"/>
                  <a:pt x="5677286" y="2835649"/>
                  <a:pt x="5676597" y="2830091"/>
                </a:cubicBezTo>
                <a:cubicBezTo>
                  <a:pt x="5675926" y="2824514"/>
                  <a:pt x="5670865" y="2820548"/>
                  <a:pt x="5665307" y="2821218"/>
                </a:cubicBezTo>
                <a:close/>
                <a:moveTo>
                  <a:pt x="4675878" y="3204103"/>
                </a:moveTo>
                <a:cubicBezTo>
                  <a:pt x="4673980" y="3206134"/>
                  <a:pt x="4674115" y="3209335"/>
                  <a:pt x="4676146" y="3211232"/>
                </a:cubicBezTo>
                <a:cubicBezTo>
                  <a:pt x="4677124" y="3212133"/>
                  <a:pt x="4678351" y="3212593"/>
                  <a:pt x="4679578" y="3212592"/>
                </a:cubicBezTo>
                <a:cubicBezTo>
                  <a:pt x="4680939" y="3212592"/>
                  <a:pt x="4682279" y="3212036"/>
                  <a:pt x="4683277" y="3210982"/>
                </a:cubicBezTo>
                <a:cubicBezTo>
                  <a:pt x="4685174" y="3208932"/>
                  <a:pt x="4685060" y="3205731"/>
                  <a:pt x="4683027" y="3203834"/>
                </a:cubicBezTo>
                <a:cubicBezTo>
                  <a:pt x="4680977" y="3201956"/>
                  <a:pt x="4677775" y="3202052"/>
                  <a:pt x="4675878" y="3204103"/>
                </a:cubicBezTo>
                <a:close/>
                <a:moveTo>
                  <a:pt x="8082126" y="1874147"/>
                </a:moveTo>
                <a:cubicBezTo>
                  <a:pt x="8079335" y="1876061"/>
                  <a:pt x="8077270" y="1879042"/>
                  <a:pt x="8076590" y="1882635"/>
                </a:cubicBezTo>
                <a:cubicBezTo>
                  <a:pt x="8075248" y="1889803"/>
                  <a:pt x="8079982" y="1896722"/>
                  <a:pt x="8087149" y="1898063"/>
                </a:cubicBezTo>
                <a:cubicBezTo>
                  <a:pt x="8087974" y="1898217"/>
                  <a:pt x="8088798" y="1898293"/>
                  <a:pt x="8089603" y="1898293"/>
                </a:cubicBezTo>
                <a:cubicBezTo>
                  <a:pt x="8095832" y="1898293"/>
                  <a:pt x="8101389" y="1893847"/>
                  <a:pt x="8102578" y="1887503"/>
                </a:cubicBezTo>
                <a:cubicBezTo>
                  <a:pt x="8103938" y="1880316"/>
                  <a:pt x="8099204" y="1873416"/>
                  <a:pt x="8092018" y="1872056"/>
                </a:cubicBezTo>
                <a:cubicBezTo>
                  <a:pt x="8088434" y="1871385"/>
                  <a:pt x="8084917" y="1872233"/>
                  <a:pt x="8082126" y="1874147"/>
                </a:cubicBezTo>
                <a:close/>
                <a:moveTo>
                  <a:pt x="8706168" y="1630532"/>
                </a:moveTo>
                <a:cubicBezTo>
                  <a:pt x="8702405" y="1632331"/>
                  <a:pt x="8699329" y="1635565"/>
                  <a:pt x="8697834" y="1639811"/>
                </a:cubicBezTo>
                <a:cubicBezTo>
                  <a:pt x="8694825" y="1648301"/>
                  <a:pt x="8699291" y="1657596"/>
                  <a:pt x="8707762" y="1660605"/>
                </a:cubicBezTo>
                <a:cubicBezTo>
                  <a:pt x="8709563" y="1661238"/>
                  <a:pt x="8711383" y="1661525"/>
                  <a:pt x="8713185" y="1661525"/>
                </a:cubicBezTo>
                <a:cubicBezTo>
                  <a:pt x="8719913" y="1661525"/>
                  <a:pt x="8726198" y="1657347"/>
                  <a:pt x="8728555" y="1650658"/>
                </a:cubicBezTo>
                <a:cubicBezTo>
                  <a:pt x="8731545" y="1642168"/>
                  <a:pt x="8727099" y="1632873"/>
                  <a:pt x="8718629" y="1629864"/>
                </a:cubicBezTo>
                <a:cubicBezTo>
                  <a:pt x="8714383" y="1628369"/>
                  <a:pt x="8709932" y="1628733"/>
                  <a:pt x="8706168" y="1630532"/>
                </a:cubicBezTo>
                <a:close/>
                <a:moveTo>
                  <a:pt x="7399326" y="2140543"/>
                </a:moveTo>
                <a:cubicBezTo>
                  <a:pt x="7393232" y="2141559"/>
                  <a:pt x="7389112" y="2147308"/>
                  <a:pt x="7390127" y="2153403"/>
                </a:cubicBezTo>
                <a:cubicBezTo>
                  <a:pt x="7391028" y="2158865"/>
                  <a:pt x="7395762" y="2162755"/>
                  <a:pt x="7401128" y="2162755"/>
                </a:cubicBezTo>
                <a:cubicBezTo>
                  <a:pt x="7401741" y="2162755"/>
                  <a:pt x="7402354" y="2162717"/>
                  <a:pt x="7402968" y="2162602"/>
                </a:cubicBezTo>
                <a:cubicBezTo>
                  <a:pt x="7409062" y="2161606"/>
                  <a:pt x="7413182" y="2155856"/>
                  <a:pt x="7412186" y="2149761"/>
                </a:cubicBezTo>
                <a:cubicBezTo>
                  <a:pt x="7411170" y="2143667"/>
                  <a:pt x="7405421" y="2139546"/>
                  <a:pt x="7399326" y="2140543"/>
                </a:cubicBezTo>
                <a:close/>
                <a:moveTo>
                  <a:pt x="7790216" y="1980587"/>
                </a:moveTo>
                <a:cubicBezTo>
                  <a:pt x="7787907" y="1982692"/>
                  <a:pt x="7786398" y="1985677"/>
                  <a:pt x="7786235" y="1989041"/>
                </a:cubicBezTo>
                <a:cubicBezTo>
                  <a:pt x="7785929" y="1995768"/>
                  <a:pt x="7791122" y="2001479"/>
                  <a:pt x="7797850" y="2001805"/>
                </a:cubicBezTo>
                <a:lnTo>
                  <a:pt x="7798425" y="2001805"/>
                </a:lnTo>
                <a:cubicBezTo>
                  <a:pt x="7804903" y="2001805"/>
                  <a:pt x="7810308" y="1996707"/>
                  <a:pt x="7810613" y="1990171"/>
                </a:cubicBezTo>
                <a:cubicBezTo>
                  <a:pt x="7810939" y="1983445"/>
                  <a:pt x="7805726" y="1977733"/>
                  <a:pt x="7798999" y="1977408"/>
                </a:cubicBezTo>
                <a:cubicBezTo>
                  <a:pt x="7795635" y="1977254"/>
                  <a:pt x="7792526" y="1978481"/>
                  <a:pt x="7790216" y="1980587"/>
                </a:cubicBezTo>
                <a:close/>
                <a:moveTo>
                  <a:pt x="4910405" y="3102813"/>
                </a:moveTo>
                <a:cubicBezTo>
                  <a:pt x="4908258" y="3106090"/>
                  <a:pt x="4909181" y="3110498"/>
                  <a:pt x="4912456" y="3112645"/>
                </a:cubicBezTo>
                <a:cubicBezTo>
                  <a:pt x="4913665" y="3113412"/>
                  <a:pt x="4915003" y="3113795"/>
                  <a:pt x="4916348" y="3113795"/>
                </a:cubicBezTo>
                <a:cubicBezTo>
                  <a:pt x="4918647" y="3113795"/>
                  <a:pt x="4920928" y="3112664"/>
                  <a:pt x="4922288" y="3110594"/>
                </a:cubicBezTo>
                <a:cubicBezTo>
                  <a:pt x="4924415" y="3107317"/>
                  <a:pt x="4923495" y="3102909"/>
                  <a:pt x="4920218" y="3100763"/>
                </a:cubicBezTo>
                <a:cubicBezTo>
                  <a:pt x="4916941" y="3098636"/>
                  <a:pt x="4912553" y="3099536"/>
                  <a:pt x="4910405" y="3102813"/>
                </a:cubicBezTo>
                <a:close/>
                <a:moveTo>
                  <a:pt x="5277402" y="2955931"/>
                </a:moveTo>
                <a:cubicBezTo>
                  <a:pt x="5272419" y="2955049"/>
                  <a:pt x="5267684" y="2958364"/>
                  <a:pt x="5266823" y="2963347"/>
                </a:cubicBezTo>
                <a:cubicBezTo>
                  <a:pt x="5265941" y="2968312"/>
                  <a:pt x="5269256" y="2973045"/>
                  <a:pt x="5274220" y="2973927"/>
                </a:cubicBezTo>
                <a:cubicBezTo>
                  <a:pt x="5274758" y="2974023"/>
                  <a:pt x="5275295" y="2974061"/>
                  <a:pt x="5275810" y="2974061"/>
                </a:cubicBezTo>
                <a:cubicBezTo>
                  <a:pt x="5280181" y="2974061"/>
                  <a:pt x="5284034" y="2970937"/>
                  <a:pt x="5284799" y="2966509"/>
                </a:cubicBezTo>
                <a:cubicBezTo>
                  <a:pt x="5285681" y="2961546"/>
                  <a:pt x="5282364" y="2956812"/>
                  <a:pt x="5277402" y="2955931"/>
                </a:cubicBezTo>
                <a:close/>
                <a:moveTo>
                  <a:pt x="4456206" y="3272905"/>
                </a:moveTo>
                <a:cubicBezTo>
                  <a:pt x="4455074" y="3274132"/>
                  <a:pt x="4455133" y="3276029"/>
                  <a:pt x="4456359" y="3277160"/>
                </a:cubicBezTo>
                <a:cubicBezTo>
                  <a:pt x="4456934" y="3277696"/>
                  <a:pt x="4457662" y="3277965"/>
                  <a:pt x="4458409" y="3277965"/>
                </a:cubicBezTo>
                <a:cubicBezTo>
                  <a:pt x="4459214" y="3277965"/>
                  <a:pt x="4459999" y="3277639"/>
                  <a:pt x="4460594" y="3277007"/>
                </a:cubicBezTo>
                <a:cubicBezTo>
                  <a:pt x="4461724" y="3275780"/>
                  <a:pt x="4461667" y="3273883"/>
                  <a:pt x="4460441" y="3272772"/>
                </a:cubicBezTo>
                <a:cubicBezTo>
                  <a:pt x="4459233" y="3271622"/>
                  <a:pt x="4457336" y="3271698"/>
                  <a:pt x="4456206" y="3272905"/>
                </a:cubicBezTo>
                <a:close/>
                <a:moveTo>
                  <a:pt x="8868888" y="1547640"/>
                </a:moveTo>
                <a:cubicBezTo>
                  <a:pt x="8864883" y="1549533"/>
                  <a:pt x="8861601" y="1552954"/>
                  <a:pt x="8859991" y="1557457"/>
                </a:cubicBezTo>
                <a:cubicBezTo>
                  <a:pt x="8856772" y="1566465"/>
                  <a:pt x="8861466" y="1576374"/>
                  <a:pt x="8870455" y="1579594"/>
                </a:cubicBezTo>
                <a:cubicBezTo>
                  <a:pt x="8872391" y="1580283"/>
                  <a:pt x="8874365" y="1580609"/>
                  <a:pt x="8876301" y="1580609"/>
                </a:cubicBezTo>
                <a:cubicBezTo>
                  <a:pt x="8883411" y="1580609"/>
                  <a:pt x="8890061" y="1576202"/>
                  <a:pt x="8892592" y="1569129"/>
                </a:cubicBezTo>
                <a:cubicBezTo>
                  <a:pt x="8895811" y="1560121"/>
                  <a:pt x="8891134" y="1550213"/>
                  <a:pt x="8882127" y="1546993"/>
                </a:cubicBezTo>
                <a:cubicBezTo>
                  <a:pt x="8877623" y="1545383"/>
                  <a:pt x="8872894" y="1545748"/>
                  <a:pt x="8868888" y="1547640"/>
                </a:cubicBezTo>
                <a:close/>
                <a:moveTo>
                  <a:pt x="7298383" y="2160015"/>
                </a:moveTo>
                <a:cubicBezTo>
                  <a:pt x="7292365" y="2161337"/>
                  <a:pt x="7288551" y="2167316"/>
                  <a:pt x="7289873" y="2173354"/>
                </a:cubicBezTo>
                <a:cubicBezTo>
                  <a:pt x="7291023" y="2178567"/>
                  <a:pt x="7295642" y="2182132"/>
                  <a:pt x="7300778" y="2182132"/>
                </a:cubicBezTo>
                <a:cubicBezTo>
                  <a:pt x="7301583" y="2182132"/>
                  <a:pt x="7302389" y="2182035"/>
                  <a:pt x="7303193" y="2181863"/>
                </a:cubicBezTo>
                <a:cubicBezTo>
                  <a:pt x="7309230" y="2180541"/>
                  <a:pt x="7313043" y="2174580"/>
                  <a:pt x="7311722" y="2168544"/>
                </a:cubicBezTo>
                <a:cubicBezTo>
                  <a:pt x="7310380" y="2162507"/>
                  <a:pt x="7304419" y="2158692"/>
                  <a:pt x="7298383" y="2160015"/>
                </a:cubicBezTo>
                <a:close/>
                <a:moveTo>
                  <a:pt x="5564787" y="2830321"/>
                </a:moveTo>
                <a:cubicBezTo>
                  <a:pt x="5559189" y="2830647"/>
                  <a:pt x="5554917" y="2835439"/>
                  <a:pt x="5555262" y="2841054"/>
                </a:cubicBezTo>
                <a:cubicBezTo>
                  <a:pt x="5555568" y="2846440"/>
                  <a:pt x="5560054" y="2850599"/>
                  <a:pt x="5565380" y="2850598"/>
                </a:cubicBezTo>
                <a:lnTo>
                  <a:pt x="5565993" y="2850599"/>
                </a:lnTo>
                <a:cubicBezTo>
                  <a:pt x="5571590" y="2850253"/>
                  <a:pt x="5575865" y="2845443"/>
                  <a:pt x="5575537" y="2839846"/>
                </a:cubicBezTo>
                <a:cubicBezTo>
                  <a:pt x="5575192" y="2834250"/>
                  <a:pt x="5570384" y="2829976"/>
                  <a:pt x="5564787" y="2830321"/>
                </a:cubicBezTo>
                <a:close/>
                <a:moveTo>
                  <a:pt x="8263945" y="1773808"/>
                </a:moveTo>
                <a:cubicBezTo>
                  <a:pt x="8260802" y="1775655"/>
                  <a:pt x="8258363" y="1778702"/>
                  <a:pt x="8257377" y="1782516"/>
                </a:cubicBezTo>
                <a:cubicBezTo>
                  <a:pt x="8255402" y="1790125"/>
                  <a:pt x="8259963" y="1797887"/>
                  <a:pt x="8267572" y="1799879"/>
                </a:cubicBezTo>
                <a:lnTo>
                  <a:pt x="8267591" y="1799879"/>
                </a:lnTo>
                <a:cubicBezTo>
                  <a:pt x="8268780" y="1800186"/>
                  <a:pt x="8269987" y="1800340"/>
                  <a:pt x="8271175" y="1800340"/>
                </a:cubicBezTo>
                <a:cubicBezTo>
                  <a:pt x="8277519" y="1800340"/>
                  <a:pt x="8283287" y="1796085"/>
                  <a:pt x="8284955" y="1789664"/>
                </a:cubicBezTo>
                <a:cubicBezTo>
                  <a:pt x="8286930" y="1782057"/>
                  <a:pt x="8282368" y="1774275"/>
                  <a:pt x="8274739" y="1772301"/>
                </a:cubicBezTo>
                <a:cubicBezTo>
                  <a:pt x="8270935" y="1771314"/>
                  <a:pt x="8267088" y="1771961"/>
                  <a:pt x="8263945" y="1773808"/>
                </a:cubicBezTo>
                <a:close/>
                <a:moveTo>
                  <a:pt x="7198607" y="2184412"/>
                </a:moveTo>
                <a:cubicBezTo>
                  <a:pt x="7192648" y="2186022"/>
                  <a:pt x="7189102" y="2192156"/>
                  <a:pt x="7190693" y="2198116"/>
                </a:cubicBezTo>
                <a:cubicBezTo>
                  <a:pt x="7192035" y="2203099"/>
                  <a:pt x="7196557" y="2206395"/>
                  <a:pt x="7201482" y="2206395"/>
                </a:cubicBezTo>
                <a:cubicBezTo>
                  <a:pt x="7202440" y="2206395"/>
                  <a:pt x="7203419" y="2206280"/>
                  <a:pt x="7204395" y="2206012"/>
                </a:cubicBezTo>
                <a:cubicBezTo>
                  <a:pt x="7210357" y="2204421"/>
                  <a:pt x="7213902" y="2198288"/>
                  <a:pt x="7212292" y="2192328"/>
                </a:cubicBezTo>
                <a:cubicBezTo>
                  <a:pt x="7210701" y="2186367"/>
                  <a:pt x="7204569" y="2182822"/>
                  <a:pt x="7198607" y="2184412"/>
                </a:cubicBezTo>
                <a:close/>
                <a:moveTo>
                  <a:pt x="4230763" y="3336228"/>
                </a:moveTo>
                <a:cubicBezTo>
                  <a:pt x="4230456" y="3336650"/>
                  <a:pt x="4230573" y="3337263"/>
                  <a:pt x="4231012" y="3337550"/>
                </a:cubicBezTo>
                <a:cubicBezTo>
                  <a:pt x="4231186" y="3337665"/>
                  <a:pt x="4231357" y="3337723"/>
                  <a:pt x="4231548" y="3337723"/>
                </a:cubicBezTo>
                <a:cubicBezTo>
                  <a:pt x="4231855" y="3337723"/>
                  <a:pt x="4232162" y="3337569"/>
                  <a:pt x="4232354" y="3337302"/>
                </a:cubicBezTo>
                <a:cubicBezTo>
                  <a:pt x="4232641" y="3336861"/>
                  <a:pt x="4232526" y="3336266"/>
                  <a:pt x="4232105" y="3335979"/>
                </a:cubicBezTo>
                <a:lnTo>
                  <a:pt x="4232085" y="3335979"/>
                </a:lnTo>
                <a:cubicBezTo>
                  <a:pt x="4231665" y="3335672"/>
                  <a:pt x="4231070" y="3335787"/>
                  <a:pt x="4230763" y="3336228"/>
                </a:cubicBezTo>
                <a:close/>
                <a:moveTo>
                  <a:pt x="7099983" y="2212892"/>
                </a:moveTo>
                <a:cubicBezTo>
                  <a:pt x="7094100" y="2214713"/>
                  <a:pt x="7090784" y="2220980"/>
                  <a:pt x="7092605" y="2226883"/>
                </a:cubicBezTo>
                <a:lnTo>
                  <a:pt x="7092585" y="2226883"/>
                </a:lnTo>
                <a:cubicBezTo>
                  <a:pt x="7094061" y="2231674"/>
                  <a:pt x="7098489" y="2234760"/>
                  <a:pt x="7103261" y="2234760"/>
                </a:cubicBezTo>
                <a:cubicBezTo>
                  <a:pt x="7104353" y="2234760"/>
                  <a:pt x="7105465" y="2234607"/>
                  <a:pt x="7106575" y="2234262"/>
                </a:cubicBezTo>
                <a:cubicBezTo>
                  <a:pt x="7112479" y="2232441"/>
                  <a:pt x="7115794" y="2226174"/>
                  <a:pt x="7113974" y="2220290"/>
                </a:cubicBezTo>
                <a:cubicBezTo>
                  <a:pt x="7112153" y="2214387"/>
                  <a:pt x="7105886" y="2211071"/>
                  <a:pt x="7099983" y="2212892"/>
                </a:cubicBezTo>
                <a:close/>
                <a:moveTo>
                  <a:pt x="4752119" y="3127768"/>
                </a:moveTo>
                <a:cubicBezTo>
                  <a:pt x="4749973" y="3130336"/>
                  <a:pt x="4750299" y="3134149"/>
                  <a:pt x="4752867" y="3136315"/>
                </a:cubicBezTo>
                <a:cubicBezTo>
                  <a:pt x="4753997" y="3137273"/>
                  <a:pt x="4755379" y="3137733"/>
                  <a:pt x="4756756" y="3137733"/>
                </a:cubicBezTo>
                <a:cubicBezTo>
                  <a:pt x="4758483" y="3137733"/>
                  <a:pt x="4760208" y="3137005"/>
                  <a:pt x="4761413" y="3135568"/>
                </a:cubicBezTo>
                <a:cubicBezTo>
                  <a:pt x="4763560" y="3133019"/>
                  <a:pt x="4763234" y="3129186"/>
                  <a:pt x="4760666" y="3127020"/>
                </a:cubicBezTo>
                <a:cubicBezTo>
                  <a:pt x="4758099" y="3124873"/>
                  <a:pt x="4754284" y="3125199"/>
                  <a:pt x="4752119" y="3127768"/>
                </a:cubicBezTo>
                <a:close/>
                <a:moveTo>
                  <a:pt x="7695526" y="1975357"/>
                </a:moveTo>
                <a:cubicBezTo>
                  <a:pt x="7688780" y="1975396"/>
                  <a:pt x="7683356" y="1980897"/>
                  <a:pt x="7683413" y="1987642"/>
                </a:cubicBezTo>
                <a:cubicBezTo>
                  <a:pt x="7683451" y="1994350"/>
                  <a:pt x="7688913" y="1999755"/>
                  <a:pt x="7695621" y="1999755"/>
                </a:cubicBezTo>
                <a:lnTo>
                  <a:pt x="7695699" y="1999755"/>
                </a:lnTo>
                <a:cubicBezTo>
                  <a:pt x="7702445" y="1999716"/>
                  <a:pt x="7707869" y="1994197"/>
                  <a:pt x="7707812" y="1987470"/>
                </a:cubicBezTo>
                <a:cubicBezTo>
                  <a:pt x="7707773" y="1980723"/>
                  <a:pt x="7702272" y="1975300"/>
                  <a:pt x="7695526" y="1975357"/>
                </a:cubicBezTo>
                <a:close/>
                <a:moveTo>
                  <a:pt x="7002470" y="2244707"/>
                </a:moveTo>
                <a:cubicBezTo>
                  <a:pt x="6996644" y="2246700"/>
                  <a:pt x="6993520" y="2253063"/>
                  <a:pt x="6995532" y="2258909"/>
                </a:cubicBezTo>
                <a:cubicBezTo>
                  <a:pt x="6997104" y="2263546"/>
                  <a:pt x="7001455" y="2266459"/>
                  <a:pt x="7006092" y="2266459"/>
                </a:cubicBezTo>
                <a:cubicBezTo>
                  <a:pt x="7007300" y="2266459"/>
                  <a:pt x="7008527" y="2266267"/>
                  <a:pt x="7009715" y="2265846"/>
                </a:cubicBezTo>
                <a:cubicBezTo>
                  <a:pt x="7015560" y="2263852"/>
                  <a:pt x="7018684" y="2257490"/>
                  <a:pt x="7016671" y="2251645"/>
                </a:cubicBezTo>
                <a:cubicBezTo>
                  <a:pt x="7014679" y="2245818"/>
                  <a:pt x="7008315" y="2242695"/>
                  <a:pt x="7002470" y="2244707"/>
                </a:cubicBezTo>
                <a:close/>
                <a:moveTo>
                  <a:pt x="6430654" y="2467618"/>
                </a:moveTo>
                <a:cubicBezTo>
                  <a:pt x="6424885" y="2469842"/>
                  <a:pt x="6422030" y="2476319"/>
                  <a:pt x="6424253" y="2482069"/>
                </a:cubicBezTo>
                <a:cubicBezTo>
                  <a:pt x="6425977" y="2486515"/>
                  <a:pt x="6430213" y="2489218"/>
                  <a:pt x="6434698" y="2489217"/>
                </a:cubicBezTo>
                <a:cubicBezTo>
                  <a:pt x="6436039" y="2489218"/>
                  <a:pt x="6437401" y="2488968"/>
                  <a:pt x="6438722" y="2488470"/>
                </a:cubicBezTo>
                <a:cubicBezTo>
                  <a:pt x="6444491" y="2486228"/>
                  <a:pt x="6447347" y="2479750"/>
                  <a:pt x="6445104" y="2474001"/>
                </a:cubicBezTo>
                <a:cubicBezTo>
                  <a:pt x="6442881" y="2468232"/>
                  <a:pt x="6436404" y="2465376"/>
                  <a:pt x="6430654" y="2467618"/>
                </a:cubicBezTo>
                <a:close/>
                <a:moveTo>
                  <a:pt x="6525676" y="2430207"/>
                </a:moveTo>
                <a:cubicBezTo>
                  <a:pt x="6519945" y="2432488"/>
                  <a:pt x="6517147" y="2439005"/>
                  <a:pt x="6519427" y="2444735"/>
                </a:cubicBezTo>
                <a:cubicBezTo>
                  <a:pt x="6521172" y="2449124"/>
                  <a:pt x="6525369" y="2451768"/>
                  <a:pt x="6529814" y="2451768"/>
                </a:cubicBezTo>
                <a:cubicBezTo>
                  <a:pt x="6531195" y="2451768"/>
                  <a:pt x="6532594" y="2451519"/>
                  <a:pt x="6533955" y="2450964"/>
                </a:cubicBezTo>
                <a:cubicBezTo>
                  <a:pt x="6539686" y="2448683"/>
                  <a:pt x="6542483" y="2442186"/>
                  <a:pt x="6540202" y="2436456"/>
                </a:cubicBezTo>
                <a:cubicBezTo>
                  <a:pt x="6537903" y="2430706"/>
                  <a:pt x="6531406" y="2427927"/>
                  <a:pt x="6525676" y="2430207"/>
                </a:cubicBezTo>
                <a:close/>
                <a:moveTo>
                  <a:pt x="6335230" y="2503841"/>
                </a:moveTo>
                <a:cubicBezTo>
                  <a:pt x="6329442" y="2506007"/>
                  <a:pt x="6326491" y="2512427"/>
                  <a:pt x="6328637" y="2518215"/>
                </a:cubicBezTo>
                <a:cubicBezTo>
                  <a:pt x="6330324" y="2522719"/>
                  <a:pt x="6334578" y="2525498"/>
                  <a:pt x="6339120" y="2525498"/>
                </a:cubicBezTo>
                <a:cubicBezTo>
                  <a:pt x="6340424" y="2525498"/>
                  <a:pt x="6341727" y="2525287"/>
                  <a:pt x="6343011" y="2524807"/>
                </a:cubicBezTo>
                <a:cubicBezTo>
                  <a:pt x="6348799" y="2522661"/>
                  <a:pt x="6351750" y="2516222"/>
                  <a:pt x="6349604" y="2510434"/>
                </a:cubicBezTo>
                <a:cubicBezTo>
                  <a:pt x="6347457" y="2504645"/>
                  <a:pt x="6341017" y="2501694"/>
                  <a:pt x="6335230" y="2503841"/>
                </a:cubicBezTo>
                <a:close/>
                <a:moveTo>
                  <a:pt x="6620429" y="2391992"/>
                </a:moveTo>
                <a:cubicBezTo>
                  <a:pt x="6614698" y="2394311"/>
                  <a:pt x="6611958" y="2400847"/>
                  <a:pt x="6614277" y="2406558"/>
                </a:cubicBezTo>
                <a:cubicBezTo>
                  <a:pt x="6616040" y="2410888"/>
                  <a:pt x="6620217" y="2413534"/>
                  <a:pt x="6624645" y="2413534"/>
                </a:cubicBezTo>
                <a:cubicBezTo>
                  <a:pt x="6626044" y="2413534"/>
                  <a:pt x="6627462" y="2413265"/>
                  <a:pt x="6628841" y="2412690"/>
                </a:cubicBezTo>
                <a:cubicBezTo>
                  <a:pt x="6634554" y="2410371"/>
                  <a:pt x="6637314" y="2403855"/>
                  <a:pt x="6634995" y="2398125"/>
                </a:cubicBezTo>
                <a:cubicBezTo>
                  <a:pt x="6632656" y="2392414"/>
                  <a:pt x="6626140" y="2389653"/>
                  <a:pt x="6620429" y="2391992"/>
                </a:cubicBezTo>
                <a:close/>
                <a:moveTo>
                  <a:pt x="8438591" y="1682247"/>
                </a:moveTo>
                <a:cubicBezTo>
                  <a:pt x="8435135" y="1684068"/>
                  <a:pt x="8432375" y="1687207"/>
                  <a:pt x="8431129" y="1691232"/>
                </a:cubicBezTo>
                <a:cubicBezTo>
                  <a:pt x="8428619" y="1699300"/>
                  <a:pt x="8433122" y="1707848"/>
                  <a:pt x="8441191" y="1710339"/>
                </a:cubicBezTo>
                <a:cubicBezTo>
                  <a:pt x="8442686" y="1710799"/>
                  <a:pt x="8444218" y="1711029"/>
                  <a:pt x="8445713" y="1711029"/>
                </a:cubicBezTo>
                <a:cubicBezTo>
                  <a:pt x="8452231" y="1711029"/>
                  <a:pt x="8458267" y="1706832"/>
                  <a:pt x="8460299" y="1700277"/>
                </a:cubicBezTo>
                <a:cubicBezTo>
                  <a:pt x="8462790" y="1692227"/>
                  <a:pt x="8458286" y="1683661"/>
                  <a:pt x="8450237" y="1681169"/>
                </a:cubicBezTo>
                <a:cubicBezTo>
                  <a:pt x="8446202" y="1679924"/>
                  <a:pt x="8442048" y="1680427"/>
                  <a:pt x="8438591" y="1682247"/>
                </a:cubicBezTo>
                <a:close/>
                <a:moveTo>
                  <a:pt x="4529878" y="3207246"/>
                </a:moveTo>
                <a:cubicBezTo>
                  <a:pt x="4528362" y="3208894"/>
                  <a:pt x="4528478" y="3211444"/>
                  <a:pt x="4530107" y="3212938"/>
                </a:cubicBezTo>
                <a:cubicBezTo>
                  <a:pt x="4530893" y="3213647"/>
                  <a:pt x="4531870" y="3214011"/>
                  <a:pt x="4532829" y="3214011"/>
                </a:cubicBezTo>
                <a:cubicBezTo>
                  <a:pt x="4533921" y="3214011"/>
                  <a:pt x="4535014" y="3213570"/>
                  <a:pt x="4535799" y="3212708"/>
                </a:cubicBezTo>
                <a:cubicBezTo>
                  <a:pt x="4537314" y="3211079"/>
                  <a:pt x="4537198" y="3208530"/>
                  <a:pt x="4535570" y="3207016"/>
                </a:cubicBezTo>
                <a:cubicBezTo>
                  <a:pt x="4533940" y="3205521"/>
                  <a:pt x="4531392" y="3205617"/>
                  <a:pt x="4529878" y="3207246"/>
                </a:cubicBezTo>
                <a:close/>
                <a:moveTo>
                  <a:pt x="6905934" y="2279127"/>
                </a:moveTo>
                <a:cubicBezTo>
                  <a:pt x="6900146" y="2281274"/>
                  <a:pt x="6897195" y="2287714"/>
                  <a:pt x="6899323" y="2293501"/>
                </a:cubicBezTo>
                <a:cubicBezTo>
                  <a:pt x="6901009" y="2298005"/>
                  <a:pt x="6905264" y="2300804"/>
                  <a:pt x="6909825" y="2300804"/>
                </a:cubicBezTo>
                <a:cubicBezTo>
                  <a:pt x="6911109" y="2300804"/>
                  <a:pt x="6912412" y="2300573"/>
                  <a:pt x="6913697" y="2300113"/>
                </a:cubicBezTo>
                <a:cubicBezTo>
                  <a:pt x="6919485" y="2297967"/>
                  <a:pt x="6922436" y="2291528"/>
                  <a:pt x="6920308" y="2285740"/>
                </a:cubicBezTo>
                <a:cubicBezTo>
                  <a:pt x="6918162" y="2279951"/>
                  <a:pt x="6911722" y="2277000"/>
                  <a:pt x="6905934" y="2279127"/>
                </a:cubicBezTo>
                <a:close/>
                <a:moveTo>
                  <a:pt x="6715105" y="2353413"/>
                </a:moveTo>
                <a:cubicBezTo>
                  <a:pt x="6709374" y="2355731"/>
                  <a:pt x="6706614" y="2362248"/>
                  <a:pt x="6708933" y="2367959"/>
                </a:cubicBezTo>
                <a:cubicBezTo>
                  <a:pt x="6710698" y="2372309"/>
                  <a:pt x="6714875" y="2374954"/>
                  <a:pt x="6719303" y="2374954"/>
                </a:cubicBezTo>
                <a:cubicBezTo>
                  <a:pt x="6720701" y="2374954"/>
                  <a:pt x="6722100" y="2374685"/>
                  <a:pt x="6723481" y="2374130"/>
                </a:cubicBezTo>
                <a:cubicBezTo>
                  <a:pt x="6729210" y="2371811"/>
                  <a:pt x="6731970" y="2365295"/>
                  <a:pt x="6729651" y="2359584"/>
                </a:cubicBezTo>
                <a:cubicBezTo>
                  <a:pt x="6727352" y="2353853"/>
                  <a:pt x="6720835" y="2351093"/>
                  <a:pt x="6715105" y="2353413"/>
                </a:cubicBezTo>
                <a:close/>
                <a:moveTo>
                  <a:pt x="6239288" y="2538549"/>
                </a:moveTo>
                <a:cubicBezTo>
                  <a:pt x="6233481" y="2540580"/>
                  <a:pt x="6230415" y="2546982"/>
                  <a:pt x="6232446" y="2552789"/>
                </a:cubicBezTo>
                <a:cubicBezTo>
                  <a:pt x="6234075" y="2557389"/>
                  <a:pt x="6238388" y="2560282"/>
                  <a:pt x="6243006" y="2560282"/>
                </a:cubicBezTo>
                <a:cubicBezTo>
                  <a:pt x="6244233" y="2560282"/>
                  <a:pt x="6245478" y="2560071"/>
                  <a:pt x="6246705" y="2559631"/>
                </a:cubicBezTo>
                <a:cubicBezTo>
                  <a:pt x="6252531" y="2557600"/>
                  <a:pt x="6255598" y="2551217"/>
                  <a:pt x="6253547" y="2545391"/>
                </a:cubicBezTo>
                <a:cubicBezTo>
                  <a:pt x="6251497" y="2539565"/>
                  <a:pt x="6245134" y="2536498"/>
                  <a:pt x="6239288" y="2538549"/>
                </a:cubicBezTo>
                <a:close/>
                <a:moveTo>
                  <a:pt x="6810203" y="2315560"/>
                </a:moveTo>
                <a:cubicBezTo>
                  <a:pt x="6804454" y="2317822"/>
                  <a:pt x="6801618" y="2324300"/>
                  <a:pt x="6803860" y="2330049"/>
                </a:cubicBezTo>
                <a:cubicBezTo>
                  <a:pt x="6805584" y="2334457"/>
                  <a:pt x="6809801" y="2337160"/>
                  <a:pt x="6814286" y="2337160"/>
                </a:cubicBezTo>
                <a:cubicBezTo>
                  <a:pt x="6815628" y="2337160"/>
                  <a:pt x="6817007" y="2336911"/>
                  <a:pt x="6818330" y="2336393"/>
                </a:cubicBezTo>
                <a:cubicBezTo>
                  <a:pt x="6824099" y="2334151"/>
                  <a:pt x="6826936" y="2327673"/>
                  <a:pt x="6824693" y="2321924"/>
                </a:cubicBezTo>
                <a:cubicBezTo>
                  <a:pt x="6822450" y="2316155"/>
                  <a:pt x="6815954" y="2313318"/>
                  <a:pt x="6810203" y="2315560"/>
                </a:cubicBezTo>
                <a:close/>
                <a:moveTo>
                  <a:pt x="7979572" y="1857612"/>
                </a:moveTo>
                <a:cubicBezTo>
                  <a:pt x="7976867" y="1859646"/>
                  <a:pt x="7974936" y="1862713"/>
                  <a:pt x="7974419" y="1866326"/>
                </a:cubicBezTo>
                <a:cubicBezTo>
                  <a:pt x="7973385" y="1873551"/>
                  <a:pt x="7978406" y="1880259"/>
                  <a:pt x="7985650" y="1881274"/>
                </a:cubicBezTo>
                <a:cubicBezTo>
                  <a:pt x="7986283" y="1881371"/>
                  <a:pt x="7986895" y="1881408"/>
                  <a:pt x="7987528" y="1881409"/>
                </a:cubicBezTo>
                <a:cubicBezTo>
                  <a:pt x="7994006" y="1881408"/>
                  <a:pt x="7999660" y="1876656"/>
                  <a:pt x="8000599" y="1870063"/>
                </a:cubicBezTo>
                <a:cubicBezTo>
                  <a:pt x="8001633" y="1862818"/>
                  <a:pt x="7996594" y="1856129"/>
                  <a:pt x="7989368" y="1855095"/>
                </a:cubicBezTo>
                <a:cubicBezTo>
                  <a:pt x="7985755" y="1854577"/>
                  <a:pt x="7982277" y="1855579"/>
                  <a:pt x="7979572" y="1857612"/>
                </a:cubicBezTo>
                <a:close/>
                <a:moveTo>
                  <a:pt x="6142752" y="2571283"/>
                </a:moveTo>
                <a:cubicBezTo>
                  <a:pt x="6136869" y="2573200"/>
                  <a:pt x="6133668" y="2579524"/>
                  <a:pt x="6135585" y="2585389"/>
                </a:cubicBezTo>
                <a:cubicBezTo>
                  <a:pt x="6137118" y="2590104"/>
                  <a:pt x="6141507" y="2593094"/>
                  <a:pt x="6146202" y="2593094"/>
                </a:cubicBezTo>
                <a:cubicBezTo>
                  <a:pt x="6147352" y="2593094"/>
                  <a:pt x="6148521" y="2592920"/>
                  <a:pt x="6149672" y="2592557"/>
                </a:cubicBezTo>
                <a:cubicBezTo>
                  <a:pt x="6155555" y="2590621"/>
                  <a:pt x="6158755" y="2584316"/>
                  <a:pt x="6156839" y="2578451"/>
                </a:cubicBezTo>
                <a:cubicBezTo>
                  <a:pt x="6154922" y="2572586"/>
                  <a:pt x="6148617" y="2569367"/>
                  <a:pt x="6142752" y="2571283"/>
                </a:cubicBezTo>
                <a:close/>
                <a:moveTo>
                  <a:pt x="5464035" y="2832794"/>
                </a:moveTo>
                <a:cubicBezTo>
                  <a:pt x="5458419" y="2832717"/>
                  <a:pt x="5453819" y="2837221"/>
                  <a:pt x="5453743" y="2842837"/>
                </a:cubicBezTo>
                <a:cubicBezTo>
                  <a:pt x="5453686" y="2848433"/>
                  <a:pt x="5458168" y="2853032"/>
                  <a:pt x="5463786" y="2853109"/>
                </a:cubicBezTo>
                <a:lnTo>
                  <a:pt x="5463900" y="2853109"/>
                </a:lnTo>
                <a:cubicBezTo>
                  <a:pt x="5469457" y="2853109"/>
                  <a:pt x="5473999" y="2848643"/>
                  <a:pt x="5474057" y="2843066"/>
                </a:cubicBezTo>
                <a:cubicBezTo>
                  <a:pt x="5474133" y="2837451"/>
                  <a:pt x="5469630" y="2832851"/>
                  <a:pt x="5464035" y="2832794"/>
                </a:cubicBezTo>
                <a:close/>
                <a:moveTo>
                  <a:pt x="6045470" y="2601431"/>
                </a:moveTo>
                <a:cubicBezTo>
                  <a:pt x="6039529" y="2603174"/>
                  <a:pt x="6036136" y="2609365"/>
                  <a:pt x="6037861" y="2615306"/>
                </a:cubicBezTo>
                <a:lnTo>
                  <a:pt x="6037841" y="2615306"/>
                </a:lnTo>
                <a:cubicBezTo>
                  <a:pt x="6039279" y="2620174"/>
                  <a:pt x="6043725" y="2623336"/>
                  <a:pt x="6048574" y="2623356"/>
                </a:cubicBezTo>
                <a:cubicBezTo>
                  <a:pt x="6049609" y="2623356"/>
                  <a:pt x="6050663" y="2623202"/>
                  <a:pt x="6051717" y="2622895"/>
                </a:cubicBezTo>
                <a:cubicBezTo>
                  <a:pt x="6057658" y="2621171"/>
                  <a:pt x="6061051" y="2614961"/>
                  <a:pt x="6059326" y="2609039"/>
                </a:cubicBezTo>
                <a:cubicBezTo>
                  <a:pt x="6057601" y="2603098"/>
                  <a:pt x="6051391" y="2599706"/>
                  <a:pt x="6045470" y="2601431"/>
                </a:cubicBezTo>
                <a:close/>
                <a:moveTo>
                  <a:pt x="4992414" y="3007812"/>
                </a:moveTo>
                <a:cubicBezTo>
                  <a:pt x="4990327" y="3011760"/>
                  <a:pt x="4991819" y="3016686"/>
                  <a:pt x="4995787" y="3018774"/>
                </a:cubicBezTo>
                <a:cubicBezTo>
                  <a:pt x="4996995" y="3019426"/>
                  <a:pt x="4998296" y="3019733"/>
                  <a:pt x="4999581" y="3019732"/>
                </a:cubicBezTo>
                <a:cubicBezTo>
                  <a:pt x="5002476" y="3019732"/>
                  <a:pt x="5005294" y="3018161"/>
                  <a:pt x="5006749" y="3015421"/>
                </a:cubicBezTo>
                <a:cubicBezTo>
                  <a:pt x="5008857" y="3011473"/>
                  <a:pt x="5007343" y="3006566"/>
                  <a:pt x="5003394" y="3004459"/>
                </a:cubicBezTo>
                <a:cubicBezTo>
                  <a:pt x="4999430" y="3002349"/>
                  <a:pt x="4994523" y="3003844"/>
                  <a:pt x="4992414" y="3007812"/>
                </a:cubicBezTo>
                <a:close/>
                <a:moveTo>
                  <a:pt x="5180042" y="2933507"/>
                </a:moveTo>
                <a:cubicBezTo>
                  <a:pt x="5175194" y="2932108"/>
                  <a:pt x="5170133" y="2934906"/>
                  <a:pt x="5168734" y="2939755"/>
                </a:cubicBezTo>
                <a:cubicBezTo>
                  <a:pt x="5167336" y="2944604"/>
                  <a:pt x="5170133" y="2949664"/>
                  <a:pt x="5174983" y="2951062"/>
                </a:cubicBezTo>
                <a:cubicBezTo>
                  <a:pt x="5175826" y="2951312"/>
                  <a:pt x="5176667" y="2951427"/>
                  <a:pt x="5177510" y="2951427"/>
                </a:cubicBezTo>
                <a:cubicBezTo>
                  <a:pt x="5181478" y="2951427"/>
                  <a:pt x="5185139" y="2948820"/>
                  <a:pt x="5186289" y="2944815"/>
                </a:cubicBezTo>
                <a:cubicBezTo>
                  <a:pt x="5187689" y="2939965"/>
                  <a:pt x="5184892" y="2934906"/>
                  <a:pt x="5180042" y="2933507"/>
                </a:cubicBezTo>
                <a:close/>
                <a:moveTo>
                  <a:pt x="4307387" y="3274114"/>
                </a:moveTo>
                <a:cubicBezTo>
                  <a:pt x="4306734" y="3274995"/>
                  <a:pt x="4306927" y="3276240"/>
                  <a:pt x="4307807" y="3276874"/>
                </a:cubicBezTo>
                <a:cubicBezTo>
                  <a:pt x="4308154" y="3277142"/>
                  <a:pt x="4308576" y="3277276"/>
                  <a:pt x="4308978" y="3277276"/>
                </a:cubicBezTo>
                <a:cubicBezTo>
                  <a:pt x="4309591" y="3277276"/>
                  <a:pt x="4310185" y="3276989"/>
                  <a:pt x="4310567" y="3276452"/>
                </a:cubicBezTo>
                <a:cubicBezTo>
                  <a:pt x="4311221" y="3275570"/>
                  <a:pt x="4311027" y="3274343"/>
                  <a:pt x="4310146" y="3273692"/>
                </a:cubicBezTo>
                <a:cubicBezTo>
                  <a:pt x="4309266" y="3273040"/>
                  <a:pt x="4308038" y="3273232"/>
                  <a:pt x="4307387" y="3274114"/>
                </a:cubicBezTo>
                <a:close/>
                <a:moveTo>
                  <a:pt x="8606559" y="1595838"/>
                </a:moveTo>
                <a:cubicBezTo>
                  <a:pt x="8602812" y="1597666"/>
                  <a:pt x="8599765" y="1600924"/>
                  <a:pt x="8598309" y="1605180"/>
                </a:cubicBezTo>
                <a:cubicBezTo>
                  <a:pt x="8595377" y="1613689"/>
                  <a:pt x="8599881" y="1622945"/>
                  <a:pt x="8608408" y="1625878"/>
                </a:cubicBezTo>
                <a:cubicBezTo>
                  <a:pt x="8610153" y="1626491"/>
                  <a:pt x="8611936" y="1626759"/>
                  <a:pt x="8613699" y="1626759"/>
                </a:cubicBezTo>
                <a:cubicBezTo>
                  <a:pt x="8620463" y="1626759"/>
                  <a:pt x="8626788" y="1622524"/>
                  <a:pt x="8629107" y="1615777"/>
                </a:cubicBezTo>
                <a:cubicBezTo>
                  <a:pt x="8632039" y="1607268"/>
                  <a:pt x="8627516" y="1597992"/>
                  <a:pt x="8619007" y="1595079"/>
                </a:cubicBezTo>
                <a:cubicBezTo>
                  <a:pt x="8614752" y="1593613"/>
                  <a:pt x="8610306" y="1594010"/>
                  <a:pt x="8606559" y="1595838"/>
                </a:cubicBezTo>
                <a:close/>
                <a:moveTo>
                  <a:pt x="5947267" y="2628338"/>
                </a:moveTo>
                <a:cubicBezTo>
                  <a:pt x="5941290" y="2629872"/>
                  <a:pt x="5937686" y="2635947"/>
                  <a:pt x="5939219" y="2641927"/>
                </a:cubicBezTo>
                <a:cubicBezTo>
                  <a:pt x="5940504" y="2646986"/>
                  <a:pt x="5945044" y="2650360"/>
                  <a:pt x="5950047" y="2650360"/>
                </a:cubicBezTo>
                <a:cubicBezTo>
                  <a:pt x="5950950" y="2650360"/>
                  <a:pt x="5951888" y="2650245"/>
                  <a:pt x="5952807" y="2649995"/>
                </a:cubicBezTo>
                <a:cubicBezTo>
                  <a:pt x="5958788" y="2648481"/>
                  <a:pt x="5962410" y="2642386"/>
                  <a:pt x="5960875" y="2636408"/>
                </a:cubicBezTo>
                <a:cubicBezTo>
                  <a:pt x="5959341" y="2630428"/>
                  <a:pt x="5953267" y="2626806"/>
                  <a:pt x="5947267" y="2628338"/>
                </a:cubicBezTo>
                <a:close/>
                <a:moveTo>
                  <a:pt x="7592072" y="1978960"/>
                </a:moveTo>
                <a:cubicBezTo>
                  <a:pt x="7585344" y="1979382"/>
                  <a:pt x="7580228" y="1985169"/>
                  <a:pt x="7580668" y="1991897"/>
                </a:cubicBezTo>
                <a:cubicBezTo>
                  <a:pt x="7581052" y="1998375"/>
                  <a:pt x="7586437" y="2003338"/>
                  <a:pt x="7592839" y="2003339"/>
                </a:cubicBezTo>
                <a:cubicBezTo>
                  <a:pt x="7593087" y="2003338"/>
                  <a:pt x="7593336" y="2003338"/>
                  <a:pt x="7593605" y="2003300"/>
                </a:cubicBezTo>
                <a:cubicBezTo>
                  <a:pt x="7600333" y="2002878"/>
                  <a:pt x="7605429" y="1997091"/>
                  <a:pt x="7605009" y="1990364"/>
                </a:cubicBezTo>
                <a:cubicBezTo>
                  <a:pt x="7604586" y="1983637"/>
                  <a:pt x="7598798" y="1978538"/>
                  <a:pt x="7592072" y="1978960"/>
                </a:cubicBezTo>
                <a:close/>
                <a:moveTo>
                  <a:pt x="8162342" y="1749576"/>
                </a:moveTo>
                <a:cubicBezTo>
                  <a:pt x="8159264" y="1751530"/>
                  <a:pt x="8156930" y="1754659"/>
                  <a:pt x="8156068" y="1758502"/>
                </a:cubicBezTo>
                <a:cubicBezTo>
                  <a:pt x="8154363" y="1766168"/>
                  <a:pt x="8159192" y="1773796"/>
                  <a:pt x="8166877" y="1775502"/>
                </a:cubicBezTo>
                <a:cubicBezTo>
                  <a:pt x="8167913" y="1775732"/>
                  <a:pt x="8168966" y="1775847"/>
                  <a:pt x="8170002" y="1775847"/>
                </a:cubicBezTo>
                <a:cubicBezTo>
                  <a:pt x="8176518" y="1775847"/>
                  <a:pt x="8182402" y="1771343"/>
                  <a:pt x="8183877" y="1764712"/>
                </a:cubicBezTo>
                <a:cubicBezTo>
                  <a:pt x="8185602" y="1757026"/>
                  <a:pt x="8180753" y="1749418"/>
                  <a:pt x="8173087" y="1747693"/>
                </a:cubicBezTo>
                <a:cubicBezTo>
                  <a:pt x="8169244" y="1746840"/>
                  <a:pt x="8165421" y="1747621"/>
                  <a:pt x="8162342" y="1749576"/>
                </a:cubicBezTo>
                <a:close/>
                <a:moveTo>
                  <a:pt x="8769121" y="1511782"/>
                </a:moveTo>
                <a:cubicBezTo>
                  <a:pt x="8765113" y="1513670"/>
                  <a:pt x="8761826" y="1517086"/>
                  <a:pt x="8760216" y="1521580"/>
                </a:cubicBezTo>
                <a:cubicBezTo>
                  <a:pt x="8756977" y="1530588"/>
                  <a:pt x="8761653" y="1540496"/>
                  <a:pt x="8770642" y="1543735"/>
                </a:cubicBezTo>
                <a:cubicBezTo>
                  <a:pt x="8772578" y="1544426"/>
                  <a:pt x="8774552" y="1544770"/>
                  <a:pt x="8776507" y="1544770"/>
                </a:cubicBezTo>
                <a:cubicBezTo>
                  <a:pt x="8783598" y="1544770"/>
                  <a:pt x="8790248" y="1540362"/>
                  <a:pt x="8792797" y="1533290"/>
                </a:cubicBezTo>
                <a:cubicBezTo>
                  <a:pt x="8796035" y="1524301"/>
                  <a:pt x="8791359" y="1514374"/>
                  <a:pt x="8782353" y="1511154"/>
                </a:cubicBezTo>
                <a:cubicBezTo>
                  <a:pt x="8777858" y="1509535"/>
                  <a:pt x="8773129" y="1509894"/>
                  <a:pt x="8769121" y="1511782"/>
                </a:cubicBezTo>
                <a:close/>
                <a:moveTo>
                  <a:pt x="4603224" y="3137771"/>
                </a:moveTo>
                <a:cubicBezTo>
                  <a:pt x="4601365" y="3139860"/>
                  <a:pt x="4601555" y="3143041"/>
                  <a:pt x="4603644" y="3144901"/>
                </a:cubicBezTo>
                <a:cubicBezTo>
                  <a:pt x="4604603" y="3145764"/>
                  <a:pt x="4605811" y="3146185"/>
                  <a:pt x="4606998" y="3146185"/>
                </a:cubicBezTo>
                <a:cubicBezTo>
                  <a:pt x="4608379" y="3146185"/>
                  <a:pt x="4609779" y="3145610"/>
                  <a:pt x="4610774" y="3144479"/>
                </a:cubicBezTo>
                <a:cubicBezTo>
                  <a:pt x="4612614" y="3142391"/>
                  <a:pt x="4612441" y="3139209"/>
                  <a:pt x="4610353" y="3137369"/>
                </a:cubicBezTo>
                <a:cubicBezTo>
                  <a:pt x="4608264" y="3135510"/>
                  <a:pt x="4605082" y="3135702"/>
                  <a:pt x="4603224" y="3137771"/>
                </a:cubicBezTo>
                <a:close/>
                <a:moveTo>
                  <a:pt x="5848240" y="2651586"/>
                </a:moveTo>
                <a:cubicBezTo>
                  <a:pt x="5842205" y="2652889"/>
                  <a:pt x="5838351" y="2658830"/>
                  <a:pt x="5839637" y="2664868"/>
                </a:cubicBezTo>
                <a:cubicBezTo>
                  <a:pt x="5840749" y="2670120"/>
                  <a:pt x="5845405" y="2673703"/>
                  <a:pt x="5850561" y="2673703"/>
                </a:cubicBezTo>
                <a:cubicBezTo>
                  <a:pt x="5851329" y="2673703"/>
                  <a:pt x="5852113" y="2673627"/>
                  <a:pt x="5852898" y="2673473"/>
                </a:cubicBezTo>
                <a:cubicBezTo>
                  <a:pt x="5858936" y="2672170"/>
                  <a:pt x="5862790" y="2666228"/>
                  <a:pt x="5861505" y="2660192"/>
                </a:cubicBezTo>
                <a:cubicBezTo>
                  <a:pt x="5860219" y="2654154"/>
                  <a:pt x="5854279" y="2650302"/>
                  <a:pt x="5848240" y="2651586"/>
                </a:cubicBezTo>
                <a:close/>
                <a:moveTo>
                  <a:pt x="4829086" y="3045317"/>
                </a:moveTo>
                <a:cubicBezTo>
                  <a:pt x="4826750" y="3048480"/>
                  <a:pt x="4827421" y="3052907"/>
                  <a:pt x="4830563" y="3055245"/>
                </a:cubicBezTo>
                <a:cubicBezTo>
                  <a:pt x="4831828" y="3056185"/>
                  <a:pt x="4833303" y="3056625"/>
                  <a:pt x="4834779" y="3056625"/>
                </a:cubicBezTo>
                <a:cubicBezTo>
                  <a:pt x="4836945" y="3056625"/>
                  <a:pt x="4839091" y="3055648"/>
                  <a:pt x="4840471" y="3053750"/>
                </a:cubicBezTo>
                <a:cubicBezTo>
                  <a:pt x="4842809" y="3050607"/>
                  <a:pt x="4842138" y="3046161"/>
                  <a:pt x="4838996" y="3043842"/>
                </a:cubicBezTo>
                <a:cubicBezTo>
                  <a:pt x="4835852" y="3041503"/>
                  <a:pt x="4831407" y="3042175"/>
                  <a:pt x="4829086" y="3045317"/>
                </a:cubicBezTo>
                <a:close/>
                <a:moveTo>
                  <a:pt x="5363473" y="2827542"/>
                </a:moveTo>
                <a:cubicBezTo>
                  <a:pt x="5357876" y="2827006"/>
                  <a:pt x="5352934" y="2831108"/>
                  <a:pt x="5352396" y="2836684"/>
                </a:cubicBezTo>
                <a:cubicBezTo>
                  <a:pt x="5351860" y="2842281"/>
                  <a:pt x="5355962" y="2847225"/>
                  <a:pt x="5361557" y="2847762"/>
                </a:cubicBezTo>
                <a:cubicBezTo>
                  <a:pt x="5361882" y="2847820"/>
                  <a:pt x="5362190" y="2847820"/>
                  <a:pt x="5362515" y="2847820"/>
                </a:cubicBezTo>
                <a:cubicBezTo>
                  <a:pt x="5367691" y="2847820"/>
                  <a:pt x="5372117" y="2843871"/>
                  <a:pt x="5372616" y="2838620"/>
                </a:cubicBezTo>
                <a:cubicBezTo>
                  <a:pt x="5373154" y="2833024"/>
                  <a:pt x="5369051" y="2828079"/>
                  <a:pt x="5363473" y="2827542"/>
                </a:cubicBezTo>
                <a:close/>
                <a:moveTo>
                  <a:pt x="4382151" y="3210197"/>
                </a:moveTo>
                <a:cubicBezTo>
                  <a:pt x="4381135" y="3211500"/>
                  <a:pt x="4381366" y="3213397"/>
                  <a:pt x="4382687" y="3214413"/>
                </a:cubicBezTo>
                <a:cubicBezTo>
                  <a:pt x="4383224" y="3214835"/>
                  <a:pt x="4383876" y="3215026"/>
                  <a:pt x="4384508" y="3215026"/>
                </a:cubicBezTo>
                <a:cubicBezTo>
                  <a:pt x="4385409" y="3215026"/>
                  <a:pt x="4386310" y="3214624"/>
                  <a:pt x="4386903" y="3213858"/>
                </a:cubicBezTo>
                <a:cubicBezTo>
                  <a:pt x="4387901" y="3212535"/>
                  <a:pt x="4387670" y="3210657"/>
                  <a:pt x="4386348" y="3209641"/>
                </a:cubicBezTo>
                <a:cubicBezTo>
                  <a:pt x="4385045" y="3208644"/>
                  <a:pt x="4383147" y="3208875"/>
                  <a:pt x="4382151" y="3210197"/>
                </a:cubicBezTo>
                <a:close/>
                <a:moveTo>
                  <a:pt x="7876295" y="1845919"/>
                </a:moveTo>
                <a:cubicBezTo>
                  <a:pt x="7873691" y="1848080"/>
                  <a:pt x="7871913" y="1851233"/>
                  <a:pt x="7871578" y="1854865"/>
                </a:cubicBezTo>
                <a:cubicBezTo>
                  <a:pt x="7870907" y="1862148"/>
                  <a:pt x="7876254" y="1868586"/>
                  <a:pt x="7883537" y="1869258"/>
                </a:cubicBezTo>
                <a:cubicBezTo>
                  <a:pt x="7883940" y="1869316"/>
                  <a:pt x="7884361" y="1869316"/>
                  <a:pt x="7884763" y="1869316"/>
                </a:cubicBezTo>
                <a:cubicBezTo>
                  <a:pt x="7891510" y="1869316"/>
                  <a:pt x="7897279" y="1864160"/>
                  <a:pt x="7897912" y="1857318"/>
                </a:cubicBezTo>
                <a:cubicBezTo>
                  <a:pt x="7898601" y="1850034"/>
                  <a:pt x="7893235" y="1843596"/>
                  <a:pt x="7885972" y="1842925"/>
                </a:cubicBezTo>
                <a:cubicBezTo>
                  <a:pt x="7882330" y="1842589"/>
                  <a:pt x="7878899" y="1843758"/>
                  <a:pt x="7876295" y="1845919"/>
                </a:cubicBezTo>
                <a:close/>
                <a:moveTo>
                  <a:pt x="5748371" y="2670598"/>
                </a:moveTo>
                <a:cubicBezTo>
                  <a:pt x="5742276" y="2671613"/>
                  <a:pt x="5738157" y="2677363"/>
                  <a:pt x="5739171" y="2683458"/>
                </a:cubicBezTo>
                <a:cubicBezTo>
                  <a:pt x="5740073" y="2688939"/>
                  <a:pt x="5744806" y="2692811"/>
                  <a:pt x="5750192" y="2692811"/>
                </a:cubicBezTo>
                <a:cubicBezTo>
                  <a:pt x="5750806" y="2692811"/>
                  <a:pt x="5751418" y="2692753"/>
                  <a:pt x="5752032" y="2692657"/>
                </a:cubicBezTo>
                <a:cubicBezTo>
                  <a:pt x="5758126" y="2691642"/>
                  <a:pt x="5762246" y="2685892"/>
                  <a:pt x="5761229" y="2679798"/>
                </a:cubicBezTo>
                <a:cubicBezTo>
                  <a:pt x="5760215" y="2673703"/>
                  <a:pt x="5754464" y="2669583"/>
                  <a:pt x="5748371" y="2670598"/>
                </a:cubicBezTo>
                <a:close/>
                <a:moveTo>
                  <a:pt x="7488982" y="1988294"/>
                </a:moveTo>
                <a:cubicBezTo>
                  <a:pt x="7482273" y="1989098"/>
                  <a:pt x="7477501" y="1995174"/>
                  <a:pt x="7478287" y="2001863"/>
                </a:cubicBezTo>
                <a:cubicBezTo>
                  <a:pt x="7479035" y="2008053"/>
                  <a:pt x="7484306" y="2012615"/>
                  <a:pt x="7490399" y="2012614"/>
                </a:cubicBezTo>
                <a:cubicBezTo>
                  <a:pt x="7490878" y="2012615"/>
                  <a:pt x="7491358" y="2012595"/>
                  <a:pt x="7491857" y="2012538"/>
                </a:cubicBezTo>
                <a:cubicBezTo>
                  <a:pt x="7498544" y="2011733"/>
                  <a:pt x="7503317" y="2005676"/>
                  <a:pt x="7502531" y="1998969"/>
                </a:cubicBezTo>
                <a:cubicBezTo>
                  <a:pt x="7501746" y="1992280"/>
                  <a:pt x="7495669" y="1987507"/>
                  <a:pt x="7488982" y="1988294"/>
                </a:cubicBezTo>
                <a:close/>
                <a:moveTo>
                  <a:pt x="8337894" y="1652527"/>
                </a:moveTo>
                <a:cubicBezTo>
                  <a:pt x="8334478" y="1654424"/>
                  <a:pt x="8331785" y="1657625"/>
                  <a:pt x="8330626" y="1661678"/>
                </a:cubicBezTo>
                <a:cubicBezTo>
                  <a:pt x="8328308" y="1669785"/>
                  <a:pt x="8333003" y="1678238"/>
                  <a:pt x="8341110" y="1680556"/>
                </a:cubicBezTo>
                <a:cubicBezTo>
                  <a:pt x="8342509" y="1680959"/>
                  <a:pt x="8343927" y="1681150"/>
                  <a:pt x="8345307" y="1681150"/>
                </a:cubicBezTo>
                <a:cubicBezTo>
                  <a:pt x="8351956" y="1681150"/>
                  <a:pt x="8358070" y="1676781"/>
                  <a:pt x="8359987" y="1670092"/>
                </a:cubicBezTo>
                <a:cubicBezTo>
                  <a:pt x="8362307" y="1661985"/>
                  <a:pt x="8357611" y="1653514"/>
                  <a:pt x="8349504" y="1651195"/>
                </a:cubicBezTo>
                <a:cubicBezTo>
                  <a:pt x="8345450" y="1650036"/>
                  <a:pt x="8341311" y="1650630"/>
                  <a:pt x="8337894" y="1652527"/>
                </a:cubicBezTo>
                <a:close/>
                <a:moveTo>
                  <a:pt x="4148469" y="3287318"/>
                </a:moveTo>
                <a:cubicBezTo>
                  <a:pt x="4148219" y="3287797"/>
                  <a:pt x="4148410" y="3288373"/>
                  <a:pt x="4148889" y="3288622"/>
                </a:cubicBezTo>
                <a:cubicBezTo>
                  <a:pt x="4149024" y="3288678"/>
                  <a:pt x="4149176" y="3288717"/>
                  <a:pt x="4149311" y="3288717"/>
                </a:cubicBezTo>
                <a:cubicBezTo>
                  <a:pt x="4149655" y="3288717"/>
                  <a:pt x="4150002" y="3288526"/>
                  <a:pt x="4150174" y="3288200"/>
                </a:cubicBezTo>
                <a:cubicBezTo>
                  <a:pt x="4150422" y="3287739"/>
                  <a:pt x="4150231" y="3287146"/>
                  <a:pt x="4149752" y="3286916"/>
                </a:cubicBezTo>
                <a:cubicBezTo>
                  <a:pt x="4149292" y="3286667"/>
                  <a:pt x="4148716" y="3286858"/>
                  <a:pt x="4148469" y="3287318"/>
                </a:cubicBezTo>
                <a:close/>
                <a:moveTo>
                  <a:pt x="4676435" y="3063928"/>
                </a:moveTo>
                <a:cubicBezTo>
                  <a:pt x="4674288" y="3066496"/>
                  <a:pt x="4674634" y="3070310"/>
                  <a:pt x="4677201" y="3072476"/>
                </a:cubicBezTo>
                <a:cubicBezTo>
                  <a:pt x="4678332" y="3073415"/>
                  <a:pt x="4679712" y="3073874"/>
                  <a:pt x="4681092" y="3073874"/>
                </a:cubicBezTo>
                <a:cubicBezTo>
                  <a:pt x="4682836" y="3073874"/>
                  <a:pt x="4684542" y="3073146"/>
                  <a:pt x="4685749" y="3071709"/>
                </a:cubicBezTo>
                <a:cubicBezTo>
                  <a:pt x="4687896" y="3069122"/>
                  <a:pt x="4687552" y="3065289"/>
                  <a:pt x="4684983" y="3063161"/>
                </a:cubicBezTo>
                <a:cubicBezTo>
                  <a:pt x="4682414" y="3060995"/>
                  <a:pt x="4678581" y="3061340"/>
                  <a:pt x="4676435" y="3063928"/>
                </a:cubicBezTo>
                <a:close/>
                <a:moveTo>
                  <a:pt x="5647772" y="2684627"/>
                </a:moveTo>
                <a:cubicBezTo>
                  <a:pt x="5641639" y="2685317"/>
                  <a:pt x="5637233" y="2690836"/>
                  <a:pt x="5637902" y="2696988"/>
                </a:cubicBezTo>
                <a:cubicBezTo>
                  <a:pt x="5638535" y="2702700"/>
                  <a:pt x="5643384" y="2706916"/>
                  <a:pt x="5648999" y="2706916"/>
                </a:cubicBezTo>
                <a:cubicBezTo>
                  <a:pt x="5649419" y="2706916"/>
                  <a:pt x="5649844" y="2706898"/>
                  <a:pt x="5650263" y="2706859"/>
                </a:cubicBezTo>
                <a:cubicBezTo>
                  <a:pt x="5656399" y="2706168"/>
                  <a:pt x="5660803" y="2700630"/>
                  <a:pt x="5660134" y="2694497"/>
                </a:cubicBezTo>
                <a:cubicBezTo>
                  <a:pt x="5659445" y="2688364"/>
                  <a:pt x="5653905" y="2683956"/>
                  <a:pt x="5647772" y="2684627"/>
                </a:cubicBezTo>
                <a:close/>
                <a:moveTo>
                  <a:pt x="7386543" y="2003377"/>
                </a:moveTo>
                <a:cubicBezTo>
                  <a:pt x="7379911" y="2004546"/>
                  <a:pt x="7375484" y="2010870"/>
                  <a:pt x="7376654" y="2017521"/>
                </a:cubicBezTo>
                <a:cubicBezTo>
                  <a:pt x="7377689" y="2023442"/>
                  <a:pt x="7382844" y="2027602"/>
                  <a:pt x="7388651" y="2027602"/>
                </a:cubicBezTo>
                <a:cubicBezTo>
                  <a:pt x="7389360" y="2027602"/>
                  <a:pt x="7390069" y="2027544"/>
                  <a:pt x="7390797" y="2027410"/>
                </a:cubicBezTo>
                <a:cubicBezTo>
                  <a:pt x="7397429" y="2026241"/>
                  <a:pt x="7401856" y="2019917"/>
                  <a:pt x="7400687" y="2013266"/>
                </a:cubicBezTo>
                <a:cubicBezTo>
                  <a:pt x="7399517" y="2006635"/>
                  <a:pt x="7393174" y="2002208"/>
                  <a:pt x="7386543" y="2003377"/>
                </a:cubicBezTo>
                <a:close/>
                <a:moveTo>
                  <a:pt x="5085883" y="2900351"/>
                </a:moveTo>
                <a:cubicBezTo>
                  <a:pt x="5081225" y="2898415"/>
                  <a:pt x="5075879" y="2900619"/>
                  <a:pt x="5073943" y="2905277"/>
                </a:cubicBezTo>
                <a:cubicBezTo>
                  <a:pt x="5071988" y="2909934"/>
                  <a:pt x="5074193" y="2915281"/>
                  <a:pt x="5078850" y="2917217"/>
                </a:cubicBezTo>
                <a:cubicBezTo>
                  <a:pt x="5079999" y="2917696"/>
                  <a:pt x="5081187" y="2917926"/>
                  <a:pt x="5082356" y="2917926"/>
                </a:cubicBezTo>
                <a:cubicBezTo>
                  <a:pt x="5085939" y="2917926"/>
                  <a:pt x="5089332" y="2915818"/>
                  <a:pt x="5090809" y="2912311"/>
                </a:cubicBezTo>
                <a:cubicBezTo>
                  <a:pt x="5092743" y="2907653"/>
                  <a:pt x="5090542" y="2902306"/>
                  <a:pt x="5085883" y="2900351"/>
                </a:cubicBezTo>
                <a:close/>
                <a:moveTo>
                  <a:pt x="4455478" y="3143905"/>
                </a:moveTo>
                <a:cubicBezTo>
                  <a:pt x="4454098" y="3145668"/>
                  <a:pt x="4454405" y="3148198"/>
                  <a:pt x="4456147" y="3149559"/>
                </a:cubicBezTo>
                <a:cubicBezTo>
                  <a:pt x="4456895" y="3150152"/>
                  <a:pt x="4457778" y="3150421"/>
                  <a:pt x="4458639" y="3150421"/>
                </a:cubicBezTo>
                <a:cubicBezTo>
                  <a:pt x="4459828" y="3150421"/>
                  <a:pt x="4461016" y="3149904"/>
                  <a:pt x="4461802" y="3148888"/>
                </a:cubicBezTo>
                <a:cubicBezTo>
                  <a:pt x="4463182" y="3147144"/>
                  <a:pt x="4462875" y="3144614"/>
                  <a:pt x="4461132" y="3143234"/>
                </a:cubicBezTo>
                <a:cubicBezTo>
                  <a:pt x="4459387" y="3141873"/>
                  <a:pt x="4456857" y="3142160"/>
                  <a:pt x="4455478" y="3143905"/>
                </a:cubicBezTo>
                <a:close/>
                <a:moveTo>
                  <a:pt x="8506478" y="1562316"/>
                </a:moveTo>
                <a:cubicBezTo>
                  <a:pt x="8502760" y="1564199"/>
                  <a:pt x="8499760" y="1567500"/>
                  <a:pt x="8498361" y="1571774"/>
                </a:cubicBezTo>
                <a:cubicBezTo>
                  <a:pt x="8495543" y="1580322"/>
                  <a:pt x="8500201" y="1589520"/>
                  <a:pt x="8508768" y="1592338"/>
                </a:cubicBezTo>
                <a:cubicBezTo>
                  <a:pt x="8510435" y="1592894"/>
                  <a:pt x="8512161" y="1593143"/>
                  <a:pt x="8513847" y="1593143"/>
                </a:cubicBezTo>
                <a:cubicBezTo>
                  <a:pt x="8520688" y="1593143"/>
                  <a:pt x="8527052" y="1588793"/>
                  <a:pt x="8529313" y="1581932"/>
                </a:cubicBezTo>
                <a:cubicBezTo>
                  <a:pt x="8532111" y="1573384"/>
                  <a:pt x="8527455" y="1564165"/>
                  <a:pt x="8518907" y="1561367"/>
                </a:cubicBezTo>
                <a:cubicBezTo>
                  <a:pt x="8514633" y="1559968"/>
                  <a:pt x="8510196" y="1560433"/>
                  <a:pt x="8506478" y="1562316"/>
                </a:cubicBezTo>
                <a:close/>
                <a:moveTo>
                  <a:pt x="8059856" y="1729181"/>
                </a:moveTo>
                <a:cubicBezTo>
                  <a:pt x="8056859" y="1731254"/>
                  <a:pt x="8054655" y="1734469"/>
                  <a:pt x="8053955" y="1738340"/>
                </a:cubicBezTo>
                <a:cubicBezTo>
                  <a:pt x="8052537" y="1746083"/>
                  <a:pt x="8057673" y="1753500"/>
                  <a:pt x="8065417" y="1754918"/>
                </a:cubicBezTo>
                <a:cubicBezTo>
                  <a:pt x="8066278" y="1755071"/>
                  <a:pt x="8067142" y="1755148"/>
                  <a:pt x="8067985" y="1755148"/>
                </a:cubicBezTo>
                <a:cubicBezTo>
                  <a:pt x="8074730" y="1755148"/>
                  <a:pt x="8080729" y="1750318"/>
                  <a:pt x="8081976" y="1743439"/>
                </a:cubicBezTo>
                <a:cubicBezTo>
                  <a:pt x="8083393" y="1735695"/>
                  <a:pt x="8078257" y="1728278"/>
                  <a:pt x="8070514" y="1726879"/>
                </a:cubicBezTo>
                <a:cubicBezTo>
                  <a:pt x="8066643" y="1726180"/>
                  <a:pt x="8062853" y="1727109"/>
                  <a:pt x="8059856" y="1729181"/>
                </a:cubicBezTo>
                <a:close/>
                <a:moveTo>
                  <a:pt x="7772536" y="1839530"/>
                </a:moveTo>
                <a:cubicBezTo>
                  <a:pt x="7770050" y="1841828"/>
                  <a:pt x="7768440" y="1845071"/>
                  <a:pt x="7768296" y="1848713"/>
                </a:cubicBezTo>
                <a:cubicBezTo>
                  <a:pt x="7768008" y="1856014"/>
                  <a:pt x="7773682" y="1862167"/>
                  <a:pt x="7780984" y="1862454"/>
                </a:cubicBezTo>
                <a:lnTo>
                  <a:pt x="7780984" y="1862474"/>
                </a:lnTo>
                <a:cubicBezTo>
                  <a:pt x="7781156" y="1862474"/>
                  <a:pt x="7781329" y="1862473"/>
                  <a:pt x="7781521" y="1862473"/>
                </a:cubicBezTo>
                <a:cubicBezTo>
                  <a:pt x="7788573" y="1862473"/>
                  <a:pt x="7794437" y="1856877"/>
                  <a:pt x="7794724" y="1849767"/>
                </a:cubicBezTo>
                <a:cubicBezTo>
                  <a:pt x="7795014" y="1842464"/>
                  <a:pt x="7789321" y="1836313"/>
                  <a:pt x="7782038" y="1836025"/>
                </a:cubicBezTo>
                <a:cubicBezTo>
                  <a:pt x="7778387" y="1835882"/>
                  <a:pt x="7775023" y="1837233"/>
                  <a:pt x="7772536" y="1839530"/>
                </a:cubicBezTo>
                <a:close/>
                <a:moveTo>
                  <a:pt x="4226088" y="3222272"/>
                </a:moveTo>
                <a:cubicBezTo>
                  <a:pt x="4225551" y="3223211"/>
                  <a:pt x="4225897" y="3224437"/>
                  <a:pt x="4226854" y="3224954"/>
                </a:cubicBezTo>
                <a:cubicBezTo>
                  <a:pt x="4227142" y="3225127"/>
                  <a:pt x="4227487" y="3225204"/>
                  <a:pt x="4227793" y="3225204"/>
                </a:cubicBezTo>
                <a:cubicBezTo>
                  <a:pt x="4228501" y="3225204"/>
                  <a:pt x="4229174" y="3224840"/>
                  <a:pt x="4229538" y="3224188"/>
                </a:cubicBezTo>
                <a:cubicBezTo>
                  <a:pt x="4230073" y="3223230"/>
                  <a:pt x="4229729" y="3222022"/>
                  <a:pt x="4228771" y="3221505"/>
                </a:cubicBezTo>
                <a:cubicBezTo>
                  <a:pt x="4227812" y="3220968"/>
                  <a:pt x="4226604" y="3221313"/>
                  <a:pt x="4226088" y="3222272"/>
                </a:cubicBezTo>
                <a:close/>
                <a:moveTo>
                  <a:pt x="4906209" y="2956641"/>
                </a:moveTo>
                <a:cubicBezTo>
                  <a:pt x="4903813" y="2960416"/>
                  <a:pt x="4904944" y="2965437"/>
                  <a:pt x="4908720" y="2967833"/>
                </a:cubicBezTo>
                <a:cubicBezTo>
                  <a:pt x="4910080" y="2968677"/>
                  <a:pt x="4911574" y="2969098"/>
                  <a:pt x="4913070" y="2969098"/>
                </a:cubicBezTo>
                <a:cubicBezTo>
                  <a:pt x="4915752" y="2969098"/>
                  <a:pt x="4918377" y="2967757"/>
                  <a:pt x="4919931" y="2965322"/>
                </a:cubicBezTo>
                <a:cubicBezTo>
                  <a:pt x="4922307" y="2961528"/>
                  <a:pt x="4921194" y="2956506"/>
                  <a:pt x="4917401" y="2954111"/>
                </a:cubicBezTo>
                <a:cubicBezTo>
                  <a:pt x="4913625" y="2951734"/>
                  <a:pt x="4908604" y="2952845"/>
                  <a:pt x="4906209" y="2956641"/>
                </a:cubicBezTo>
                <a:close/>
                <a:moveTo>
                  <a:pt x="5263930" y="2813321"/>
                </a:moveTo>
                <a:cubicBezTo>
                  <a:pt x="5258427" y="2812248"/>
                  <a:pt x="5253100" y="2815870"/>
                  <a:pt x="5252030" y="2821371"/>
                </a:cubicBezTo>
                <a:cubicBezTo>
                  <a:pt x="5250955" y="2826871"/>
                  <a:pt x="5254557" y="2832199"/>
                  <a:pt x="5260077" y="2833273"/>
                </a:cubicBezTo>
                <a:cubicBezTo>
                  <a:pt x="5260729" y="2833407"/>
                  <a:pt x="5261380" y="2833464"/>
                  <a:pt x="5262013" y="2833464"/>
                </a:cubicBezTo>
                <a:cubicBezTo>
                  <a:pt x="5266787" y="2833464"/>
                  <a:pt x="5271038" y="2830091"/>
                  <a:pt x="5271979" y="2825224"/>
                </a:cubicBezTo>
                <a:cubicBezTo>
                  <a:pt x="5273032" y="2819723"/>
                  <a:pt x="5269429" y="2814395"/>
                  <a:pt x="5263930" y="2813321"/>
                </a:cubicBezTo>
                <a:close/>
                <a:moveTo>
                  <a:pt x="7285139" y="2024057"/>
                </a:moveTo>
                <a:cubicBezTo>
                  <a:pt x="7278584" y="2025570"/>
                  <a:pt x="7274483" y="2032125"/>
                  <a:pt x="7275997" y="2038698"/>
                </a:cubicBezTo>
                <a:cubicBezTo>
                  <a:pt x="7277300" y="2044333"/>
                  <a:pt x="7282321" y="2048147"/>
                  <a:pt x="7287879" y="2048147"/>
                </a:cubicBezTo>
                <a:cubicBezTo>
                  <a:pt x="7288781" y="2048147"/>
                  <a:pt x="7289700" y="2048052"/>
                  <a:pt x="7290621" y="2047841"/>
                </a:cubicBezTo>
                <a:cubicBezTo>
                  <a:pt x="7297194" y="2046326"/>
                  <a:pt x="7301277" y="2039772"/>
                  <a:pt x="7299781" y="2033217"/>
                </a:cubicBezTo>
                <a:cubicBezTo>
                  <a:pt x="7298267" y="2026643"/>
                  <a:pt x="7291712" y="2022542"/>
                  <a:pt x="7285139" y="2024057"/>
                </a:cubicBezTo>
                <a:close/>
                <a:moveTo>
                  <a:pt x="5536020" y="2704482"/>
                </a:moveTo>
                <a:lnTo>
                  <a:pt x="5536020" y="2704502"/>
                </a:lnTo>
                <a:lnTo>
                  <a:pt x="5536022" y="2704490"/>
                </a:lnTo>
                <a:close/>
                <a:moveTo>
                  <a:pt x="8669200" y="1476111"/>
                </a:moveTo>
                <a:cubicBezTo>
                  <a:pt x="8665200" y="1478017"/>
                  <a:pt x="8661927" y="1481448"/>
                  <a:pt x="8660327" y="1485952"/>
                </a:cubicBezTo>
                <a:cubicBezTo>
                  <a:pt x="8657146" y="1494959"/>
                  <a:pt x="8661860" y="1504849"/>
                  <a:pt x="8670868" y="1508050"/>
                </a:cubicBezTo>
                <a:lnTo>
                  <a:pt x="8670849" y="1508050"/>
                </a:lnTo>
                <a:cubicBezTo>
                  <a:pt x="8672765" y="1508720"/>
                  <a:pt x="8674720" y="1509046"/>
                  <a:pt x="8676637" y="1509046"/>
                </a:cubicBezTo>
                <a:cubicBezTo>
                  <a:pt x="8683766" y="1509046"/>
                  <a:pt x="8690455" y="1504619"/>
                  <a:pt x="8692965" y="1497528"/>
                </a:cubicBezTo>
                <a:cubicBezTo>
                  <a:pt x="8696165" y="1488520"/>
                  <a:pt x="8691451" y="1478612"/>
                  <a:pt x="8682443" y="1475411"/>
                </a:cubicBezTo>
                <a:cubicBezTo>
                  <a:pt x="8677929" y="1473821"/>
                  <a:pt x="8673201" y="1474204"/>
                  <a:pt x="8669200" y="1476111"/>
                </a:cubicBezTo>
                <a:close/>
                <a:moveTo>
                  <a:pt x="5546657" y="2692811"/>
                </a:moveTo>
                <a:cubicBezTo>
                  <a:pt x="5543571" y="2692954"/>
                  <a:pt x="5540835" y="2694340"/>
                  <a:pt x="5538909" y="2696457"/>
                </a:cubicBezTo>
                <a:lnTo>
                  <a:pt x="5536022" y="2704490"/>
                </a:lnTo>
                <a:lnTo>
                  <a:pt x="5539486" y="2712052"/>
                </a:lnTo>
                <a:cubicBezTo>
                  <a:pt x="5541500" y="2713969"/>
                  <a:pt x="5544220" y="2715138"/>
                  <a:pt x="5547193" y="2715138"/>
                </a:cubicBezTo>
                <a:cubicBezTo>
                  <a:pt x="5547365" y="2715138"/>
                  <a:pt x="5547557" y="2715138"/>
                  <a:pt x="5547729" y="2715138"/>
                </a:cubicBezTo>
                <a:cubicBezTo>
                  <a:pt x="5553901" y="2714831"/>
                  <a:pt x="5558653" y="2709599"/>
                  <a:pt x="5558368" y="2703428"/>
                </a:cubicBezTo>
                <a:cubicBezTo>
                  <a:pt x="5558060" y="2697257"/>
                  <a:pt x="5552808" y="2692505"/>
                  <a:pt x="5546657" y="2692811"/>
                </a:cubicBezTo>
                <a:close/>
                <a:moveTo>
                  <a:pt x="7184942" y="2049508"/>
                </a:moveTo>
                <a:cubicBezTo>
                  <a:pt x="7178445" y="2051309"/>
                  <a:pt x="7174632" y="2058017"/>
                  <a:pt x="7176433" y="2064514"/>
                </a:cubicBezTo>
                <a:cubicBezTo>
                  <a:pt x="7177928" y="2069937"/>
                  <a:pt x="7182834" y="2073483"/>
                  <a:pt x="7188182" y="2073483"/>
                </a:cubicBezTo>
                <a:cubicBezTo>
                  <a:pt x="7189255" y="2073483"/>
                  <a:pt x="7190348" y="2073330"/>
                  <a:pt x="7191440" y="2073023"/>
                </a:cubicBezTo>
                <a:cubicBezTo>
                  <a:pt x="7197937" y="2071221"/>
                  <a:pt x="7201751" y="2064514"/>
                  <a:pt x="7199949" y="2058017"/>
                </a:cubicBezTo>
                <a:cubicBezTo>
                  <a:pt x="7198148" y="2051520"/>
                  <a:pt x="7191440" y="2047706"/>
                  <a:pt x="7184942" y="2049508"/>
                </a:cubicBezTo>
                <a:close/>
                <a:moveTo>
                  <a:pt x="7085897" y="2078907"/>
                </a:moveTo>
                <a:cubicBezTo>
                  <a:pt x="7079476" y="2080938"/>
                  <a:pt x="7075911" y="2087800"/>
                  <a:pt x="7077943" y="2094221"/>
                </a:cubicBezTo>
                <a:cubicBezTo>
                  <a:pt x="7079592" y="2099414"/>
                  <a:pt x="7084401" y="2102749"/>
                  <a:pt x="7089576" y="2102749"/>
                </a:cubicBezTo>
                <a:cubicBezTo>
                  <a:pt x="7090802" y="2102749"/>
                  <a:pt x="7092029" y="2102558"/>
                  <a:pt x="7093257" y="2102174"/>
                </a:cubicBezTo>
                <a:cubicBezTo>
                  <a:pt x="7099677" y="2100142"/>
                  <a:pt x="7103241" y="2093300"/>
                  <a:pt x="7101210" y="2086861"/>
                </a:cubicBezTo>
                <a:cubicBezTo>
                  <a:pt x="7099178" y="2080440"/>
                  <a:pt x="7092336" y="2076876"/>
                  <a:pt x="7085897" y="2078907"/>
                </a:cubicBezTo>
                <a:close/>
                <a:moveTo>
                  <a:pt x="4527749" y="3074717"/>
                </a:moveTo>
                <a:cubicBezTo>
                  <a:pt x="4526024" y="3076903"/>
                  <a:pt x="4526407" y="3080065"/>
                  <a:pt x="4528593" y="3081790"/>
                </a:cubicBezTo>
                <a:cubicBezTo>
                  <a:pt x="4529513" y="3082518"/>
                  <a:pt x="4530625" y="3082882"/>
                  <a:pt x="4531719" y="3082882"/>
                </a:cubicBezTo>
                <a:cubicBezTo>
                  <a:pt x="4533212" y="3082883"/>
                  <a:pt x="4534688" y="3082211"/>
                  <a:pt x="4535685" y="3080946"/>
                </a:cubicBezTo>
                <a:cubicBezTo>
                  <a:pt x="4537390" y="3078761"/>
                  <a:pt x="4537027" y="3075580"/>
                  <a:pt x="4534841" y="3073855"/>
                </a:cubicBezTo>
                <a:cubicBezTo>
                  <a:pt x="4532636" y="3072131"/>
                  <a:pt x="4529476" y="3072514"/>
                  <a:pt x="4527749" y="3074717"/>
                </a:cubicBezTo>
                <a:close/>
                <a:moveTo>
                  <a:pt x="5444726" y="2716418"/>
                </a:moveTo>
                <a:lnTo>
                  <a:pt x="5444717" y="2716422"/>
                </a:lnTo>
                <a:lnTo>
                  <a:pt x="5444735" y="2716422"/>
                </a:lnTo>
                <a:close/>
                <a:moveTo>
                  <a:pt x="8236433" y="1625365"/>
                </a:moveTo>
                <a:cubicBezTo>
                  <a:pt x="8233075" y="1627358"/>
                  <a:pt x="8230478" y="1630631"/>
                  <a:pt x="8229434" y="1634713"/>
                </a:cubicBezTo>
                <a:cubicBezTo>
                  <a:pt x="8227344" y="1642897"/>
                  <a:pt x="8232289" y="1651195"/>
                  <a:pt x="8240454" y="1653284"/>
                </a:cubicBezTo>
                <a:cubicBezTo>
                  <a:pt x="8241718" y="1653610"/>
                  <a:pt x="8242983" y="1653763"/>
                  <a:pt x="8244229" y="1653763"/>
                </a:cubicBezTo>
                <a:cubicBezTo>
                  <a:pt x="8251052" y="1653763"/>
                  <a:pt x="8257262" y="1649163"/>
                  <a:pt x="8259024" y="1642264"/>
                </a:cubicBezTo>
                <a:cubicBezTo>
                  <a:pt x="8261114" y="1634081"/>
                  <a:pt x="8256169" y="1625781"/>
                  <a:pt x="8248005" y="1623693"/>
                </a:cubicBezTo>
                <a:cubicBezTo>
                  <a:pt x="8243913" y="1622658"/>
                  <a:pt x="8239792" y="1623372"/>
                  <a:pt x="8236433" y="1625365"/>
                </a:cubicBezTo>
                <a:close/>
                <a:moveTo>
                  <a:pt x="6987962" y="2111507"/>
                </a:moveTo>
                <a:cubicBezTo>
                  <a:pt x="6981598" y="2113731"/>
                  <a:pt x="6978245" y="2120687"/>
                  <a:pt x="6980468" y="2127051"/>
                </a:cubicBezTo>
                <a:cubicBezTo>
                  <a:pt x="6982212" y="2132072"/>
                  <a:pt x="6986927" y="2135234"/>
                  <a:pt x="6991987" y="2135234"/>
                </a:cubicBezTo>
                <a:cubicBezTo>
                  <a:pt x="6993309" y="2135234"/>
                  <a:pt x="6994669" y="2135023"/>
                  <a:pt x="6995992" y="2134544"/>
                </a:cubicBezTo>
                <a:cubicBezTo>
                  <a:pt x="7002355" y="2132340"/>
                  <a:pt x="7005728" y="2125364"/>
                  <a:pt x="7003504" y="2119020"/>
                </a:cubicBezTo>
                <a:cubicBezTo>
                  <a:pt x="7001281" y="2112638"/>
                  <a:pt x="6994325" y="2109285"/>
                  <a:pt x="6987962" y="2111507"/>
                </a:cubicBezTo>
                <a:close/>
                <a:moveTo>
                  <a:pt x="6508407" y="2298695"/>
                </a:moveTo>
                <a:cubicBezTo>
                  <a:pt x="6502140" y="2301167"/>
                  <a:pt x="6499074" y="2308259"/>
                  <a:pt x="6501546" y="2314526"/>
                </a:cubicBezTo>
                <a:cubicBezTo>
                  <a:pt x="6503444" y="2319317"/>
                  <a:pt x="6508043" y="2322249"/>
                  <a:pt x="6512911" y="2322249"/>
                </a:cubicBezTo>
                <a:cubicBezTo>
                  <a:pt x="6514406" y="2322249"/>
                  <a:pt x="6515920" y="2321962"/>
                  <a:pt x="6517396" y="2321386"/>
                </a:cubicBezTo>
                <a:cubicBezTo>
                  <a:pt x="6523644" y="2318896"/>
                  <a:pt x="6526729" y="2311804"/>
                  <a:pt x="6524238" y="2305556"/>
                </a:cubicBezTo>
                <a:cubicBezTo>
                  <a:pt x="6521766" y="2299290"/>
                  <a:pt x="6514674" y="2296222"/>
                  <a:pt x="6508407" y="2298695"/>
                </a:cubicBezTo>
                <a:close/>
                <a:moveTo>
                  <a:pt x="6412696" y="2336048"/>
                </a:moveTo>
                <a:cubicBezTo>
                  <a:pt x="6406410" y="2338463"/>
                  <a:pt x="6403266" y="2345535"/>
                  <a:pt x="6405682" y="2351821"/>
                </a:cubicBezTo>
                <a:cubicBezTo>
                  <a:pt x="6407540" y="2356671"/>
                  <a:pt x="6412179" y="2359660"/>
                  <a:pt x="6417085" y="2359660"/>
                </a:cubicBezTo>
                <a:cubicBezTo>
                  <a:pt x="6418541" y="2359660"/>
                  <a:pt x="6420017" y="2359391"/>
                  <a:pt x="6421455" y="2358835"/>
                </a:cubicBezTo>
                <a:cubicBezTo>
                  <a:pt x="6427741" y="2356421"/>
                  <a:pt x="6430883" y="2349349"/>
                  <a:pt x="6428469" y="2343062"/>
                </a:cubicBezTo>
                <a:cubicBezTo>
                  <a:pt x="6426053" y="2336776"/>
                  <a:pt x="6418982" y="2333634"/>
                  <a:pt x="6412696" y="2336048"/>
                </a:cubicBezTo>
                <a:close/>
                <a:moveTo>
                  <a:pt x="4749724" y="2985043"/>
                </a:moveTo>
                <a:cubicBezTo>
                  <a:pt x="4747346" y="2988166"/>
                  <a:pt x="4747941" y="2992613"/>
                  <a:pt x="4751047" y="2994990"/>
                </a:cubicBezTo>
                <a:cubicBezTo>
                  <a:pt x="4752349" y="2995986"/>
                  <a:pt x="4753864" y="2996446"/>
                  <a:pt x="4755357" y="2996446"/>
                </a:cubicBezTo>
                <a:cubicBezTo>
                  <a:pt x="4757484" y="2996446"/>
                  <a:pt x="4759595" y="2995488"/>
                  <a:pt x="4760992" y="2993667"/>
                </a:cubicBezTo>
                <a:cubicBezTo>
                  <a:pt x="4763369" y="2990562"/>
                  <a:pt x="4762776" y="2986116"/>
                  <a:pt x="4759672" y="2983720"/>
                </a:cubicBezTo>
                <a:cubicBezTo>
                  <a:pt x="4756565" y="2981344"/>
                  <a:pt x="4752100" y="2981938"/>
                  <a:pt x="4749724" y="2985043"/>
                </a:cubicBezTo>
                <a:close/>
                <a:moveTo>
                  <a:pt x="6603870" y="2260537"/>
                </a:moveTo>
                <a:cubicBezTo>
                  <a:pt x="6597602" y="2263048"/>
                  <a:pt x="6594594" y="2270158"/>
                  <a:pt x="6597105" y="2276425"/>
                </a:cubicBezTo>
                <a:cubicBezTo>
                  <a:pt x="6599021" y="2281177"/>
                  <a:pt x="6603601" y="2284053"/>
                  <a:pt x="6608431" y="2284053"/>
                </a:cubicBezTo>
                <a:cubicBezTo>
                  <a:pt x="6609945" y="2284053"/>
                  <a:pt x="6611497" y="2283765"/>
                  <a:pt x="6612993" y="2283171"/>
                </a:cubicBezTo>
                <a:cubicBezTo>
                  <a:pt x="6619240" y="2280660"/>
                  <a:pt x="6622268" y="2273550"/>
                  <a:pt x="6619737" y="2267283"/>
                </a:cubicBezTo>
                <a:cubicBezTo>
                  <a:pt x="6617228" y="2261035"/>
                  <a:pt x="6610118" y="2258027"/>
                  <a:pt x="6603870" y="2260537"/>
                </a:cubicBezTo>
                <a:close/>
                <a:moveTo>
                  <a:pt x="6316601" y="2372251"/>
                </a:moveTo>
                <a:cubicBezTo>
                  <a:pt x="6310276" y="2374571"/>
                  <a:pt x="6307038" y="2381585"/>
                  <a:pt x="6309376" y="2387929"/>
                </a:cubicBezTo>
                <a:cubicBezTo>
                  <a:pt x="6311197" y="2392854"/>
                  <a:pt x="6315853" y="2395902"/>
                  <a:pt x="6320817" y="2395902"/>
                </a:cubicBezTo>
                <a:cubicBezTo>
                  <a:pt x="6322216" y="2395902"/>
                  <a:pt x="6323654" y="2395652"/>
                  <a:pt x="6325034" y="2395154"/>
                </a:cubicBezTo>
                <a:cubicBezTo>
                  <a:pt x="6331359" y="2392816"/>
                  <a:pt x="6334597" y="2385801"/>
                  <a:pt x="6332278" y="2379477"/>
                </a:cubicBezTo>
                <a:cubicBezTo>
                  <a:pt x="6329940" y="2373152"/>
                  <a:pt x="6322925" y="2369913"/>
                  <a:pt x="6316601" y="2372251"/>
                </a:cubicBezTo>
                <a:close/>
                <a:moveTo>
                  <a:pt x="6699198" y="2221938"/>
                </a:moveTo>
                <a:cubicBezTo>
                  <a:pt x="6692949" y="2224467"/>
                  <a:pt x="6689941" y="2231578"/>
                  <a:pt x="6692471" y="2237845"/>
                </a:cubicBezTo>
                <a:lnTo>
                  <a:pt x="6692490" y="2237845"/>
                </a:lnTo>
                <a:cubicBezTo>
                  <a:pt x="6694426" y="2242579"/>
                  <a:pt x="6698986" y="2245453"/>
                  <a:pt x="6703798" y="2245453"/>
                </a:cubicBezTo>
                <a:cubicBezTo>
                  <a:pt x="6705330" y="2245453"/>
                  <a:pt x="6706883" y="2245166"/>
                  <a:pt x="6708377" y="2244553"/>
                </a:cubicBezTo>
                <a:cubicBezTo>
                  <a:pt x="6714626" y="2242024"/>
                  <a:pt x="6717616" y="2234893"/>
                  <a:pt x="6715085" y="2228665"/>
                </a:cubicBezTo>
                <a:cubicBezTo>
                  <a:pt x="6712555" y="2222417"/>
                  <a:pt x="6705445" y="2219408"/>
                  <a:pt x="6699198" y="2221938"/>
                </a:cubicBezTo>
                <a:close/>
                <a:moveTo>
                  <a:pt x="8826509" y="1391191"/>
                </a:moveTo>
                <a:cubicBezTo>
                  <a:pt x="8822255" y="1393172"/>
                  <a:pt x="8818757" y="1396776"/>
                  <a:pt x="8817022" y="1401528"/>
                </a:cubicBezTo>
                <a:cubicBezTo>
                  <a:pt x="8813554" y="1411054"/>
                  <a:pt x="8818460" y="1421575"/>
                  <a:pt x="8827966" y="1425045"/>
                </a:cubicBezTo>
                <a:cubicBezTo>
                  <a:pt x="8830035" y="1425792"/>
                  <a:pt x="8832163" y="1426155"/>
                  <a:pt x="8834252" y="1426155"/>
                </a:cubicBezTo>
                <a:cubicBezTo>
                  <a:pt x="8841727" y="1426156"/>
                  <a:pt x="8848761" y="1421537"/>
                  <a:pt x="8851482" y="1414102"/>
                </a:cubicBezTo>
                <a:cubicBezTo>
                  <a:pt x="8854951" y="1404595"/>
                  <a:pt x="8850045" y="1394053"/>
                  <a:pt x="8840539" y="1390585"/>
                </a:cubicBezTo>
                <a:cubicBezTo>
                  <a:pt x="8835776" y="1388850"/>
                  <a:pt x="8830764" y="1389210"/>
                  <a:pt x="8826509" y="1391191"/>
                </a:cubicBezTo>
                <a:close/>
                <a:moveTo>
                  <a:pt x="6890985" y="2146618"/>
                </a:moveTo>
                <a:cubicBezTo>
                  <a:pt x="6884679" y="2148995"/>
                  <a:pt x="6881459" y="2156028"/>
                  <a:pt x="6883836" y="2162334"/>
                </a:cubicBezTo>
                <a:cubicBezTo>
                  <a:pt x="6885676" y="2167240"/>
                  <a:pt x="6890334" y="2170249"/>
                  <a:pt x="6895259" y="2170269"/>
                </a:cubicBezTo>
                <a:cubicBezTo>
                  <a:pt x="6896697" y="2170269"/>
                  <a:pt x="6898133" y="2170000"/>
                  <a:pt x="6899533" y="2169483"/>
                </a:cubicBezTo>
                <a:cubicBezTo>
                  <a:pt x="6905857" y="2167106"/>
                  <a:pt x="6909058" y="2160072"/>
                  <a:pt x="6906681" y="2153767"/>
                </a:cubicBezTo>
                <a:cubicBezTo>
                  <a:pt x="6904324" y="2147461"/>
                  <a:pt x="6897290" y="2144262"/>
                  <a:pt x="6890985" y="2146618"/>
                </a:cubicBezTo>
                <a:close/>
                <a:moveTo>
                  <a:pt x="6794775" y="2183626"/>
                </a:moveTo>
                <a:cubicBezTo>
                  <a:pt x="6788527" y="2186099"/>
                  <a:pt x="6785442" y="2193190"/>
                  <a:pt x="6787895" y="2199457"/>
                </a:cubicBezTo>
                <a:cubicBezTo>
                  <a:pt x="6789793" y="2204249"/>
                  <a:pt x="6794392" y="2207180"/>
                  <a:pt x="6799260" y="2207180"/>
                </a:cubicBezTo>
                <a:cubicBezTo>
                  <a:pt x="6800754" y="2207180"/>
                  <a:pt x="6802269" y="2206913"/>
                  <a:pt x="6803725" y="2206337"/>
                </a:cubicBezTo>
                <a:cubicBezTo>
                  <a:pt x="6809992" y="2203866"/>
                  <a:pt x="6813078" y="2196774"/>
                  <a:pt x="6810606" y="2190507"/>
                </a:cubicBezTo>
                <a:cubicBezTo>
                  <a:pt x="6808133" y="2184240"/>
                  <a:pt x="6801062" y="2181155"/>
                  <a:pt x="6794775" y="2183626"/>
                </a:cubicBezTo>
                <a:close/>
                <a:moveTo>
                  <a:pt x="4301695" y="3155902"/>
                </a:moveTo>
                <a:cubicBezTo>
                  <a:pt x="4300852" y="3157339"/>
                  <a:pt x="4301310" y="3159179"/>
                  <a:pt x="4302730" y="3160022"/>
                </a:cubicBezTo>
                <a:cubicBezTo>
                  <a:pt x="4303228" y="3160309"/>
                  <a:pt x="4303744" y="3160444"/>
                  <a:pt x="4304263" y="3160444"/>
                </a:cubicBezTo>
                <a:cubicBezTo>
                  <a:pt x="4305297" y="3160444"/>
                  <a:pt x="4306294" y="3159926"/>
                  <a:pt x="4306850" y="3158968"/>
                </a:cubicBezTo>
                <a:cubicBezTo>
                  <a:pt x="4307693" y="3157550"/>
                  <a:pt x="4307233" y="3155710"/>
                  <a:pt x="4305796" y="3154867"/>
                </a:cubicBezTo>
                <a:cubicBezTo>
                  <a:pt x="4304376" y="3154023"/>
                  <a:pt x="4302537" y="3154483"/>
                  <a:pt x="4301695" y="3155902"/>
                </a:cubicBezTo>
                <a:close/>
                <a:moveTo>
                  <a:pt x="6220008" y="2406883"/>
                </a:moveTo>
                <a:cubicBezTo>
                  <a:pt x="6213626" y="2409107"/>
                  <a:pt x="6210272" y="2416064"/>
                  <a:pt x="6212495" y="2422426"/>
                </a:cubicBezTo>
                <a:cubicBezTo>
                  <a:pt x="6214239" y="2427467"/>
                  <a:pt x="6218953" y="2430610"/>
                  <a:pt x="6224013" y="2430610"/>
                </a:cubicBezTo>
                <a:cubicBezTo>
                  <a:pt x="6225336" y="2430610"/>
                  <a:pt x="6226696" y="2430399"/>
                  <a:pt x="6228019" y="2429939"/>
                </a:cubicBezTo>
                <a:cubicBezTo>
                  <a:pt x="6234382" y="2427715"/>
                  <a:pt x="6237754" y="2420759"/>
                  <a:pt x="6235531" y="2414415"/>
                </a:cubicBezTo>
                <a:cubicBezTo>
                  <a:pt x="6233328" y="2408053"/>
                  <a:pt x="6226370" y="2404679"/>
                  <a:pt x="6220008" y="2406883"/>
                </a:cubicBezTo>
                <a:close/>
                <a:moveTo>
                  <a:pt x="4062032" y="3248260"/>
                </a:moveTo>
                <a:cubicBezTo>
                  <a:pt x="4061533" y="3248067"/>
                  <a:pt x="4060996" y="3248317"/>
                  <a:pt x="4060805" y="3248816"/>
                </a:cubicBezTo>
                <a:cubicBezTo>
                  <a:pt x="4060632" y="3249314"/>
                  <a:pt x="4060883" y="3249869"/>
                  <a:pt x="4061362" y="3250042"/>
                </a:cubicBezTo>
                <a:cubicBezTo>
                  <a:pt x="4061476" y="3250099"/>
                  <a:pt x="4061591" y="3250099"/>
                  <a:pt x="4061706" y="3250099"/>
                </a:cubicBezTo>
                <a:cubicBezTo>
                  <a:pt x="4062090" y="3250099"/>
                  <a:pt x="4062454" y="3249869"/>
                  <a:pt x="4062608" y="3249486"/>
                </a:cubicBezTo>
                <a:cubicBezTo>
                  <a:pt x="4062798" y="3248988"/>
                  <a:pt x="4062530" y="3248432"/>
                  <a:pt x="4062032" y="3248260"/>
                </a:cubicBezTo>
                <a:close/>
                <a:moveTo>
                  <a:pt x="7677817" y="1834798"/>
                </a:moveTo>
                <a:cubicBezTo>
                  <a:pt x="7670514" y="1834913"/>
                  <a:pt x="7664689" y="1840932"/>
                  <a:pt x="7664823" y="1848233"/>
                </a:cubicBezTo>
                <a:cubicBezTo>
                  <a:pt x="7664938" y="1855459"/>
                  <a:pt x="7670841" y="1861246"/>
                  <a:pt x="7678047" y="1861246"/>
                </a:cubicBezTo>
                <a:lnTo>
                  <a:pt x="7678258" y="1861247"/>
                </a:lnTo>
                <a:cubicBezTo>
                  <a:pt x="7685559" y="1861132"/>
                  <a:pt x="7691386" y="1855114"/>
                  <a:pt x="7691271" y="1847812"/>
                </a:cubicBezTo>
                <a:cubicBezTo>
                  <a:pt x="7691136" y="1840510"/>
                  <a:pt x="7685118" y="1834683"/>
                  <a:pt x="7677817" y="1834798"/>
                </a:cubicBezTo>
                <a:close/>
                <a:moveTo>
                  <a:pt x="6122801" y="2439464"/>
                </a:moveTo>
                <a:cubicBezTo>
                  <a:pt x="6116381" y="2441515"/>
                  <a:pt x="6112835" y="2448377"/>
                  <a:pt x="6114886" y="2454796"/>
                </a:cubicBezTo>
                <a:cubicBezTo>
                  <a:pt x="6116534" y="2459991"/>
                  <a:pt x="6121325" y="2463287"/>
                  <a:pt x="6126499" y="2463287"/>
                </a:cubicBezTo>
                <a:cubicBezTo>
                  <a:pt x="6127727" y="2463287"/>
                  <a:pt x="6128972" y="2463114"/>
                  <a:pt x="6130199" y="2462712"/>
                </a:cubicBezTo>
                <a:cubicBezTo>
                  <a:pt x="6136620" y="2460680"/>
                  <a:pt x="6140165" y="2453800"/>
                  <a:pt x="6138133" y="2447379"/>
                </a:cubicBezTo>
                <a:cubicBezTo>
                  <a:pt x="6136083" y="2440959"/>
                  <a:pt x="6129221" y="2437413"/>
                  <a:pt x="6122801" y="2439464"/>
                </a:cubicBezTo>
                <a:close/>
                <a:moveTo>
                  <a:pt x="6024713" y="2469151"/>
                </a:moveTo>
                <a:cubicBezTo>
                  <a:pt x="6018236" y="2470992"/>
                  <a:pt x="6014479" y="2477757"/>
                  <a:pt x="6016339" y="2484234"/>
                </a:cubicBezTo>
                <a:cubicBezTo>
                  <a:pt x="6017872" y="2489601"/>
                  <a:pt x="6022760" y="2493089"/>
                  <a:pt x="6028068" y="2493089"/>
                </a:cubicBezTo>
                <a:cubicBezTo>
                  <a:pt x="6029179" y="2493089"/>
                  <a:pt x="6030291" y="2492936"/>
                  <a:pt x="6031422" y="2492610"/>
                </a:cubicBezTo>
                <a:cubicBezTo>
                  <a:pt x="6037899" y="2490750"/>
                  <a:pt x="6041655" y="2484005"/>
                  <a:pt x="6039796" y="2477526"/>
                </a:cubicBezTo>
                <a:cubicBezTo>
                  <a:pt x="6037937" y="2471049"/>
                  <a:pt x="6031191" y="2467292"/>
                  <a:pt x="6024713" y="2469151"/>
                </a:cubicBezTo>
                <a:close/>
                <a:moveTo>
                  <a:pt x="5437304" y="2697147"/>
                </a:moveTo>
                <a:cubicBezTo>
                  <a:pt x="5435230" y="2699116"/>
                  <a:pt x="5433907" y="2701876"/>
                  <a:pt x="5433830" y="2704962"/>
                </a:cubicBezTo>
                <a:cubicBezTo>
                  <a:pt x="5433752" y="2708047"/>
                  <a:pt x="5434933" y="2710874"/>
                  <a:pt x="5436903" y="2712949"/>
                </a:cubicBezTo>
                <a:lnTo>
                  <a:pt x="5444726" y="2716418"/>
                </a:lnTo>
                <a:lnTo>
                  <a:pt x="5452701" y="2713351"/>
                </a:lnTo>
                <a:cubicBezTo>
                  <a:pt x="5454779" y="2711382"/>
                  <a:pt x="5456102" y="2708622"/>
                  <a:pt x="5456176" y="2705536"/>
                </a:cubicBezTo>
                <a:cubicBezTo>
                  <a:pt x="5456332" y="2699365"/>
                  <a:pt x="5451462" y="2694228"/>
                  <a:pt x="5445291" y="2694076"/>
                </a:cubicBezTo>
                <a:cubicBezTo>
                  <a:pt x="5442206" y="2693999"/>
                  <a:pt x="5439379" y="2695178"/>
                  <a:pt x="5437304" y="2697147"/>
                </a:cubicBezTo>
                <a:close/>
                <a:moveTo>
                  <a:pt x="7956519" y="1713267"/>
                </a:moveTo>
                <a:cubicBezTo>
                  <a:pt x="7953620" y="1715481"/>
                  <a:pt x="7951565" y="1718801"/>
                  <a:pt x="7951038" y="1722701"/>
                </a:cubicBezTo>
                <a:cubicBezTo>
                  <a:pt x="7949984" y="1730482"/>
                  <a:pt x="7955446" y="1737670"/>
                  <a:pt x="7963246" y="1738704"/>
                </a:cubicBezTo>
                <a:cubicBezTo>
                  <a:pt x="7963898" y="1738800"/>
                  <a:pt x="7964530" y="1738839"/>
                  <a:pt x="7965163" y="1738839"/>
                </a:cubicBezTo>
                <a:cubicBezTo>
                  <a:pt x="7972196" y="1738839"/>
                  <a:pt x="7978310" y="1733645"/>
                  <a:pt x="7979268" y="1726496"/>
                </a:cubicBezTo>
                <a:cubicBezTo>
                  <a:pt x="7980323" y="1718696"/>
                  <a:pt x="7974860" y="1711528"/>
                  <a:pt x="7967060" y="1710474"/>
                </a:cubicBezTo>
                <a:cubicBezTo>
                  <a:pt x="7963160" y="1709947"/>
                  <a:pt x="7959418" y="1711054"/>
                  <a:pt x="7956519" y="1713267"/>
                </a:cubicBezTo>
                <a:close/>
                <a:moveTo>
                  <a:pt x="8405779" y="1530585"/>
                </a:moveTo>
                <a:cubicBezTo>
                  <a:pt x="8402094" y="1532533"/>
                  <a:pt x="8399152" y="1535887"/>
                  <a:pt x="8397820" y="1540189"/>
                </a:cubicBezTo>
                <a:cubicBezTo>
                  <a:pt x="8395175" y="1548775"/>
                  <a:pt x="8399985" y="1557898"/>
                  <a:pt x="8408572" y="1560543"/>
                </a:cubicBezTo>
                <a:cubicBezTo>
                  <a:pt x="8410182" y="1561041"/>
                  <a:pt x="8411792" y="1561271"/>
                  <a:pt x="8413382" y="1561271"/>
                </a:cubicBezTo>
                <a:cubicBezTo>
                  <a:pt x="8420339" y="1561271"/>
                  <a:pt x="8426798" y="1556786"/>
                  <a:pt x="8428944" y="1549791"/>
                </a:cubicBezTo>
                <a:cubicBezTo>
                  <a:pt x="8431608" y="1541205"/>
                  <a:pt x="8426798" y="1532063"/>
                  <a:pt x="8418193" y="1529418"/>
                </a:cubicBezTo>
                <a:cubicBezTo>
                  <a:pt x="8413890" y="1528096"/>
                  <a:pt x="8409463" y="1528638"/>
                  <a:pt x="8405779" y="1530585"/>
                </a:cubicBezTo>
                <a:close/>
                <a:moveTo>
                  <a:pt x="5925805" y="2495619"/>
                </a:moveTo>
                <a:cubicBezTo>
                  <a:pt x="5919249" y="2497247"/>
                  <a:pt x="5915282" y="2503859"/>
                  <a:pt x="5916892" y="2510395"/>
                </a:cubicBezTo>
                <a:cubicBezTo>
                  <a:pt x="5918270" y="2515953"/>
                  <a:pt x="5923255" y="2519652"/>
                  <a:pt x="5928736" y="2519652"/>
                </a:cubicBezTo>
                <a:cubicBezTo>
                  <a:pt x="5929713" y="2519652"/>
                  <a:pt x="5930690" y="2519536"/>
                  <a:pt x="5931688" y="2519288"/>
                </a:cubicBezTo>
                <a:cubicBezTo>
                  <a:pt x="5938222" y="2517678"/>
                  <a:pt x="5942208" y="2511047"/>
                  <a:pt x="5940580" y="2504511"/>
                </a:cubicBezTo>
                <a:cubicBezTo>
                  <a:pt x="5938951" y="2497975"/>
                  <a:pt x="5932340" y="2493990"/>
                  <a:pt x="5925805" y="2495619"/>
                </a:cubicBezTo>
                <a:close/>
                <a:moveTo>
                  <a:pt x="4983119" y="2861350"/>
                </a:moveTo>
                <a:cubicBezTo>
                  <a:pt x="4980782" y="2865816"/>
                  <a:pt x="4982488" y="2871335"/>
                  <a:pt x="4986954" y="2873692"/>
                </a:cubicBezTo>
                <a:cubicBezTo>
                  <a:pt x="4988310" y="2874401"/>
                  <a:pt x="4989769" y="2874747"/>
                  <a:pt x="4991206" y="2874746"/>
                </a:cubicBezTo>
                <a:cubicBezTo>
                  <a:pt x="4994485" y="2874746"/>
                  <a:pt x="4997645" y="2872964"/>
                  <a:pt x="4999294" y="2869860"/>
                </a:cubicBezTo>
                <a:cubicBezTo>
                  <a:pt x="5001631" y="2865394"/>
                  <a:pt x="4999927" y="2859875"/>
                  <a:pt x="4995461" y="2857517"/>
                </a:cubicBezTo>
                <a:cubicBezTo>
                  <a:pt x="4990995" y="2855178"/>
                  <a:pt x="4985475" y="2856885"/>
                  <a:pt x="4983119" y="2861350"/>
                </a:cubicBezTo>
                <a:close/>
                <a:moveTo>
                  <a:pt x="5166550" y="2788924"/>
                </a:moveTo>
                <a:cubicBezTo>
                  <a:pt x="5161183" y="2787257"/>
                  <a:pt x="5155493" y="2790247"/>
                  <a:pt x="5153823" y="2795594"/>
                </a:cubicBezTo>
                <a:cubicBezTo>
                  <a:pt x="5152158" y="2800941"/>
                  <a:pt x="5155146" y="2806652"/>
                  <a:pt x="5160495" y="2808320"/>
                </a:cubicBezTo>
                <a:cubicBezTo>
                  <a:pt x="5161509" y="2808626"/>
                  <a:pt x="5162526" y="2808780"/>
                  <a:pt x="5163522" y="2808780"/>
                </a:cubicBezTo>
                <a:cubicBezTo>
                  <a:pt x="5167854" y="2808780"/>
                  <a:pt x="5171859" y="2805982"/>
                  <a:pt x="5173221" y="2801650"/>
                </a:cubicBezTo>
                <a:cubicBezTo>
                  <a:pt x="5174888" y="2796284"/>
                  <a:pt x="5171899" y="2790592"/>
                  <a:pt x="5166550" y="2788924"/>
                </a:cubicBezTo>
                <a:close/>
                <a:moveTo>
                  <a:pt x="4599143" y="3002043"/>
                </a:moveTo>
                <a:cubicBezTo>
                  <a:pt x="4597109" y="3004707"/>
                  <a:pt x="4597609" y="3008521"/>
                  <a:pt x="4600273" y="3010552"/>
                </a:cubicBezTo>
                <a:cubicBezTo>
                  <a:pt x="4601384" y="3011395"/>
                  <a:pt x="4602667" y="3011798"/>
                  <a:pt x="4603953" y="3011798"/>
                </a:cubicBezTo>
                <a:cubicBezTo>
                  <a:pt x="4605793" y="3011797"/>
                  <a:pt x="4607594" y="3010974"/>
                  <a:pt x="4608781" y="3009422"/>
                </a:cubicBezTo>
                <a:cubicBezTo>
                  <a:pt x="4610814" y="3006758"/>
                  <a:pt x="4610314" y="3002944"/>
                  <a:pt x="4607650" y="3000913"/>
                </a:cubicBezTo>
                <a:cubicBezTo>
                  <a:pt x="4604988" y="2998881"/>
                  <a:pt x="4601174" y="2999379"/>
                  <a:pt x="4599143" y="3002043"/>
                </a:cubicBezTo>
                <a:close/>
                <a:moveTo>
                  <a:pt x="4141550" y="3179878"/>
                </a:moveTo>
                <a:cubicBezTo>
                  <a:pt x="4140533" y="3179456"/>
                  <a:pt x="4139384" y="3179954"/>
                  <a:pt x="4138982" y="3180970"/>
                </a:cubicBezTo>
                <a:cubicBezTo>
                  <a:pt x="4138558" y="3181966"/>
                  <a:pt x="4139058" y="3183136"/>
                  <a:pt x="4140074" y="3183538"/>
                </a:cubicBezTo>
                <a:cubicBezTo>
                  <a:pt x="4140303" y="3183634"/>
                  <a:pt x="4140552" y="3183691"/>
                  <a:pt x="4140803" y="3183691"/>
                </a:cubicBezTo>
                <a:cubicBezTo>
                  <a:pt x="4141587" y="3183691"/>
                  <a:pt x="4142335" y="3183213"/>
                  <a:pt x="4142641" y="3182446"/>
                </a:cubicBezTo>
                <a:cubicBezTo>
                  <a:pt x="4143044" y="3181430"/>
                  <a:pt x="4142565" y="3180281"/>
                  <a:pt x="4141550" y="3179878"/>
                </a:cubicBezTo>
                <a:close/>
                <a:moveTo>
                  <a:pt x="7573691" y="1839494"/>
                </a:moveTo>
                <a:cubicBezTo>
                  <a:pt x="7566409" y="1840030"/>
                  <a:pt x="7560947" y="1846355"/>
                  <a:pt x="7561483" y="1853658"/>
                </a:cubicBezTo>
                <a:cubicBezTo>
                  <a:pt x="7561981" y="1860595"/>
                  <a:pt x="7567789" y="1865904"/>
                  <a:pt x="7574649" y="1865904"/>
                </a:cubicBezTo>
                <a:cubicBezTo>
                  <a:pt x="7574976" y="1865904"/>
                  <a:pt x="7575302" y="1865866"/>
                  <a:pt x="7575646" y="1865865"/>
                </a:cubicBezTo>
                <a:cubicBezTo>
                  <a:pt x="7582929" y="1865329"/>
                  <a:pt x="7588392" y="1858985"/>
                  <a:pt x="7587855" y="1851702"/>
                </a:cubicBezTo>
                <a:cubicBezTo>
                  <a:pt x="7587318" y="1844419"/>
                  <a:pt x="7580974" y="1838938"/>
                  <a:pt x="7573691" y="1839494"/>
                </a:cubicBezTo>
                <a:close/>
                <a:moveTo>
                  <a:pt x="4375424" y="3087943"/>
                </a:moveTo>
                <a:cubicBezTo>
                  <a:pt x="4374235" y="3089840"/>
                  <a:pt x="4374830" y="3092312"/>
                  <a:pt x="4376708" y="3093499"/>
                </a:cubicBezTo>
                <a:cubicBezTo>
                  <a:pt x="4377380" y="3093903"/>
                  <a:pt x="4378107" y="3094094"/>
                  <a:pt x="4378835" y="3094094"/>
                </a:cubicBezTo>
                <a:cubicBezTo>
                  <a:pt x="4380177" y="3094094"/>
                  <a:pt x="4381499" y="3093423"/>
                  <a:pt x="4382246" y="3092197"/>
                </a:cubicBezTo>
                <a:cubicBezTo>
                  <a:pt x="4383435" y="3090318"/>
                  <a:pt x="4382860" y="3087847"/>
                  <a:pt x="4380963" y="3086658"/>
                </a:cubicBezTo>
                <a:cubicBezTo>
                  <a:pt x="4379085" y="3085489"/>
                  <a:pt x="4376593" y="3086064"/>
                  <a:pt x="4375424" y="3087943"/>
                </a:cubicBezTo>
                <a:close/>
                <a:moveTo>
                  <a:pt x="5826031" y="2518330"/>
                </a:moveTo>
                <a:cubicBezTo>
                  <a:pt x="5819436" y="2519690"/>
                  <a:pt x="5815180" y="2526130"/>
                  <a:pt x="5816542" y="2532741"/>
                </a:cubicBezTo>
                <a:cubicBezTo>
                  <a:pt x="5817730" y="2538510"/>
                  <a:pt x="5822809" y="2542477"/>
                  <a:pt x="5828483" y="2542477"/>
                </a:cubicBezTo>
                <a:cubicBezTo>
                  <a:pt x="5829288" y="2542477"/>
                  <a:pt x="5830130" y="2542401"/>
                  <a:pt x="5830955" y="2542228"/>
                </a:cubicBezTo>
                <a:cubicBezTo>
                  <a:pt x="5837547" y="2540868"/>
                  <a:pt x="5841803" y="2534409"/>
                  <a:pt x="5840441" y="2527816"/>
                </a:cubicBezTo>
                <a:cubicBezTo>
                  <a:pt x="5839080" y="2521204"/>
                  <a:pt x="5832641" y="2516968"/>
                  <a:pt x="5826031" y="2518330"/>
                </a:cubicBezTo>
                <a:close/>
                <a:moveTo>
                  <a:pt x="1890601" y="4050711"/>
                </a:moveTo>
                <a:cubicBezTo>
                  <a:pt x="1890103" y="4050903"/>
                  <a:pt x="1889873" y="4051459"/>
                  <a:pt x="1890065" y="4051957"/>
                </a:cubicBezTo>
                <a:cubicBezTo>
                  <a:pt x="1890218" y="4052321"/>
                  <a:pt x="1890582" y="4052550"/>
                  <a:pt x="1890966" y="4052550"/>
                </a:cubicBezTo>
                <a:cubicBezTo>
                  <a:pt x="1891080" y="4052550"/>
                  <a:pt x="1891196" y="4052532"/>
                  <a:pt x="1891329" y="4052474"/>
                </a:cubicBezTo>
                <a:cubicBezTo>
                  <a:pt x="1891809" y="4052283"/>
                  <a:pt x="1892038" y="4051727"/>
                  <a:pt x="1891847" y="4051229"/>
                </a:cubicBezTo>
                <a:cubicBezTo>
                  <a:pt x="1891655" y="4050749"/>
                  <a:pt x="1891080" y="4050519"/>
                  <a:pt x="1890601" y="4050711"/>
                </a:cubicBezTo>
                <a:close/>
                <a:moveTo>
                  <a:pt x="1801023" y="4084576"/>
                </a:moveTo>
                <a:cubicBezTo>
                  <a:pt x="1800524" y="4084749"/>
                  <a:pt x="1800256" y="4085304"/>
                  <a:pt x="1800448" y="4085803"/>
                </a:cubicBezTo>
                <a:cubicBezTo>
                  <a:pt x="1800582" y="4086186"/>
                  <a:pt x="1800947" y="4086435"/>
                  <a:pt x="1801349" y="4086435"/>
                </a:cubicBezTo>
                <a:cubicBezTo>
                  <a:pt x="1801444" y="4086435"/>
                  <a:pt x="1801559" y="4086397"/>
                  <a:pt x="1801655" y="4086397"/>
                </a:cubicBezTo>
                <a:cubicBezTo>
                  <a:pt x="1802154" y="4086205"/>
                  <a:pt x="1802422" y="4085669"/>
                  <a:pt x="1802250" y="4085171"/>
                </a:cubicBezTo>
                <a:cubicBezTo>
                  <a:pt x="1802077" y="4084672"/>
                  <a:pt x="1801521" y="4084404"/>
                  <a:pt x="1801023" y="4084576"/>
                </a:cubicBezTo>
                <a:close/>
                <a:moveTo>
                  <a:pt x="8568980" y="1441213"/>
                </a:moveTo>
                <a:cubicBezTo>
                  <a:pt x="8564998" y="1443160"/>
                  <a:pt x="8561759" y="1446624"/>
                  <a:pt x="8560207" y="1451147"/>
                </a:cubicBezTo>
                <a:cubicBezTo>
                  <a:pt x="8557102" y="1460193"/>
                  <a:pt x="8561932" y="1470025"/>
                  <a:pt x="8570958" y="1473130"/>
                </a:cubicBezTo>
                <a:cubicBezTo>
                  <a:pt x="8572818" y="1473782"/>
                  <a:pt x="8574715" y="1474069"/>
                  <a:pt x="8576593" y="1474069"/>
                </a:cubicBezTo>
                <a:cubicBezTo>
                  <a:pt x="8583780" y="1474069"/>
                  <a:pt x="8590507" y="1469565"/>
                  <a:pt x="8592960" y="1462378"/>
                </a:cubicBezTo>
                <a:cubicBezTo>
                  <a:pt x="8596065" y="1453333"/>
                  <a:pt x="8591235" y="1443482"/>
                  <a:pt x="8582209" y="1440377"/>
                </a:cubicBezTo>
                <a:cubicBezTo>
                  <a:pt x="8577685" y="1438834"/>
                  <a:pt x="8572961" y="1439265"/>
                  <a:pt x="8568980" y="1441213"/>
                </a:cubicBezTo>
                <a:close/>
                <a:moveTo>
                  <a:pt x="1978436" y="4012495"/>
                </a:moveTo>
                <a:cubicBezTo>
                  <a:pt x="1977957" y="4012725"/>
                  <a:pt x="1977746" y="4013301"/>
                  <a:pt x="1977957" y="4013779"/>
                </a:cubicBezTo>
                <a:cubicBezTo>
                  <a:pt x="1978129" y="4014125"/>
                  <a:pt x="1978474" y="4014335"/>
                  <a:pt x="1978839" y="4014335"/>
                </a:cubicBezTo>
                <a:cubicBezTo>
                  <a:pt x="1978972" y="4014335"/>
                  <a:pt x="1979107" y="4014297"/>
                  <a:pt x="1979241" y="4014240"/>
                </a:cubicBezTo>
                <a:cubicBezTo>
                  <a:pt x="1979700" y="4014028"/>
                  <a:pt x="1979930" y="4013454"/>
                  <a:pt x="1979700" y="4012975"/>
                </a:cubicBezTo>
                <a:cubicBezTo>
                  <a:pt x="1979490" y="4012495"/>
                  <a:pt x="1978915" y="4012284"/>
                  <a:pt x="1978436" y="4012495"/>
                </a:cubicBezTo>
                <a:close/>
                <a:moveTo>
                  <a:pt x="4822819" y="2900985"/>
                </a:moveTo>
                <a:cubicBezTo>
                  <a:pt x="4820290" y="2904683"/>
                  <a:pt x="4821229" y="2909724"/>
                  <a:pt x="4824928" y="2912253"/>
                </a:cubicBezTo>
                <a:cubicBezTo>
                  <a:pt x="4826327" y="2913212"/>
                  <a:pt x="4827919" y="2913672"/>
                  <a:pt x="4829509" y="2913672"/>
                </a:cubicBezTo>
                <a:cubicBezTo>
                  <a:pt x="4832096" y="2913672"/>
                  <a:pt x="4834626" y="2912445"/>
                  <a:pt x="4836215" y="2910146"/>
                </a:cubicBezTo>
                <a:cubicBezTo>
                  <a:pt x="4838727" y="2906447"/>
                  <a:pt x="4837789" y="2901387"/>
                  <a:pt x="4834090" y="2898857"/>
                </a:cubicBezTo>
                <a:cubicBezTo>
                  <a:pt x="4830389" y="2896327"/>
                  <a:pt x="4825350" y="2897285"/>
                  <a:pt x="4822819" y="2900985"/>
                </a:cubicBezTo>
                <a:close/>
                <a:moveTo>
                  <a:pt x="1709757" y="4113497"/>
                </a:moveTo>
                <a:cubicBezTo>
                  <a:pt x="1709240" y="4113631"/>
                  <a:pt x="1708953" y="4114167"/>
                  <a:pt x="1709106" y="4114685"/>
                </a:cubicBezTo>
                <a:cubicBezTo>
                  <a:pt x="1709221" y="4115107"/>
                  <a:pt x="1709604" y="4115374"/>
                  <a:pt x="1710026" y="4115374"/>
                </a:cubicBezTo>
                <a:cubicBezTo>
                  <a:pt x="1710103" y="4115374"/>
                  <a:pt x="1710275" y="4115337"/>
                  <a:pt x="1710275" y="4115337"/>
                </a:cubicBezTo>
                <a:cubicBezTo>
                  <a:pt x="1710792" y="4115183"/>
                  <a:pt x="1711081" y="4114666"/>
                  <a:pt x="1710946" y="4114148"/>
                </a:cubicBezTo>
                <a:cubicBezTo>
                  <a:pt x="1710792" y="4113650"/>
                  <a:pt x="1710255" y="4113343"/>
                  <a:pt x="1709757" y="4113497"/>
                </a:cubicBezTo>
                <a:close/>
                <a:moveTo>
                  <a:pt x="8134050" y="1601555"/>
                </a:moveTo>
                <a:cubicBezTo>
                  <a:pt x="8130765" y="1603670"/>
                  <a:pt x="8128288" y="1607038"/>
                  <a:pt x="8127397" y="1611159"/>
                </a:cubicBezTo>
                <a:cubicBezTo>
                  <a:pt x="8125595" y="1619399"/>
                  <a:pt x="8130827" y="1627526"/>
                  <a:pt x="8139069" y="1629308"/>
                </a:cubicBezTo>
                <a:cubicBezTo>
                  <a:pt x="8140161" y="1629557"/>
                  <a:pt x="8141253" y="1629673"/>
                  <a:pt x="8142326" y="1629673"/>
                </a:cubicBezTo>
                <a:cubicBezTo>
                  <a:pt x="8149360" y="1629672"/>
                  <a:pt x="8155686" y="1624786"/>
                  <a:pt x="8157238" y="1617637"/>
                </a:cubicBezTo>
                <a:cubicBezTo>
                  <a:pt x="8159020" y="1609395"/>
                  <a:pt x="8153788" y="1601269"/>
                  <a:pt x="8145547" y="1599468"/>
                </a:cubicBezTo>
                <a:cubicBezTo>
                  <a:pt x="8141426" y="1598577"/>
                  <a:pt x="8137334" y="1599439"/>
                  <a:pt x="8134050" y="1601555"/>
                </a:cubicBezTo>
                <a:close/>
                <a:moveTo>
                  <a:pt x="2064527" y="3970504"/>
                </a:moveTo>
                <a:cubicBezTo>
                  <a:pt x="2064066" y="3970734"/>
                  <a:pt x="2063875" y="3971328"/>
                  <a:pt x="2064124" y="3971788"/>
                </a:cubicBezTo>
                <a:cubicBezTo>
                  <a:pt x="2064297" y="3972134"/>
                  <a:pt x="2064622" y="3972324"/>
                  <a:pt x="2064987" y="3972324"/>
                </a:cubicBezTo>
                <a:cubicBezTo>
                  <a:pt x="2065121" y="3972324"/>
                  <a:pt x="2065274" y="3972286"/>
                  <a:pt x="2065408" y="3972210"/>
                </a:cubicBezTo>
                <a:cubicBezTo>
                  <a:pt x="2065887" y="3971961"/>
                  <a:pt x="2066060" y="3971385"/>
                  <a:pt x="2065830" y="3970926"/>
                </a:cubicBezTo>
                <a:cubicBezTo>
                  <a:pt x="2065580" y="3970446"/>
                  <a:pt x="2065005" y="3970255"/>
                  <a:pt x="2064527" y="3970504"/>
                </a:cubicBezTo>
                <a:close/>
                <a:moveTo>
                  <a:pt x="5344329" y="2687233"/>
                </a:moveTo>
                <a:cubicBezTo>
                  <a:pt x="5338177" y="2686543"/>
                  <a:pt x="5332656" y="2690951"/>
                  <a:pt x="5331967" y="2697085"/>
                </a:cubicBezTo>
                <a:cubicBezTo>
                  <a:pt x="5331278" y="2703237"/>
                  <a:pt x="5335685" y="2708756"/>
                  <a:pt x="5341818" y="2709446"/>
                </a:cubicBezTo>
                <a:cubicBezTo>
                  <a:pt x="5342237" y="2709503"/>
                  <a:pt x="5342661" y="2709523"/>
                  <a:pt x="5343083" y="2709523"/>
                </a:cubicBezTo>
                <a:cubicBezTo>
                  <a:pt x="5348698" y="2709523"/>
                  <a:pt x="5353528" y="2705307"/>
                  <a:pt x="5354178" y="2699595"/>
                </a:cubicBezTo>
                <a:cubicBezTo>
                  <a:pt x="5354869" y="2693463"/>
                  <a:pt x="5350460" y="2687923"/>
                  <a:pt x="5344329" y="2687233"/>
                </a:cubicBezTo>
                <a:close/>
                <a:moveTo>
                  <a:pt x="5725467" y="2536632"/>
                </a:moveTo>
                <a:cubicBezTo>
                  <a:pt x="5718798" y="2537686"/>
                  <a:pt x="5714257" y="2543934"/>
                  <a:pt x="5715311" y="2550585"/>
                </a:cubicBezTo>
                <a:cubicBezTo>
                  <a:pt x="5716250" y="2556603"/>
                  <a:pt x="5721442" y="2560896"/>
                  <a:pt x="5727347" y="2560896"/>
                </a:cubicBezTo>
                <a:cubicBezTo>
                  <a:pt x="5727978" y="2560896"/>
                  <a:pt x="5728611" y="2560858"/>
                  <a:pt x="5729244" y="2560742"/>
                </a:cubicBezTo>
                <a:cubicBezTo>
                  <a:pt x="5735914" y="2559708"/>
                  <a:pt x="5740457" y="2553459"/>
                  <a:pt x="5739401" y="2546790"/>
                </a:cubicBezTo>
                <a:cubicBezTo>
                  <a:pt x="5738366" y="2540140"/>
                  <a:pt x="5732119" y="2535598"/>
                  <a:pt x="5725467" y="2536632"/>
                </a:cubicBezTo>
                <a:close/>
                <a:moveTo>
                  <a:pt x="3970440" y="3219895"/>
                </a:moveTo>
                <a:cubicBezTo>
                  <a:pt x="3969943" y="3219761"/>
                  <a:pt x="3969406" y="3220067"/>
                  <a:pt x="3969290" y="3220584"/>
                </a:cubicBezTo>
                <a:cubicBezTo>
                  <a:pt x="3969156" y="3221102"/>
                  <a:pt x="3969463" y="3221619"/>
                  <a:pt x="3969980" y="3221753"/>
                </a:cubicBezTo>
                <a:lnTo>
                  <a:pt x="3969980" y="3221773"/>
                </a:lnTo>
                <a:cubicBezTo>
                  <a:pt x="3970058" y="3221773"/>
                  <a:pt x="3970211" y="3221773"/>
                  <a:pt x="3970211" y="3221773"/>
                </a:cubicBezTo>
                <a:cubicBezTo>
                  <a:pt x="3970652" y="3221773"/>
                  <a:pt x="3971035" y="3221486"/>
                  <a:pt x="3971150" y="3221063"/>
                </a:cubicBezTo>
                <a:cubicBezTo>
                  <a:pt x="3971285" y="3220547"/>
                  <a:pt x="3970958" y="3220010"/>
                  <a:pt x="3970440" y="3219895"/>
                </a:cubicBezTo>
                <a:close/>
                <a:moveTo>
                  <a:pt x="1616174" y="4137874"/>
                </a:moveTo>
                <a:lnTo>
                  <a:pt x="1616174" y="4137894"/>
                </a:lnTo>
                <a:lnTo>
                  <a:pt x="1616182" y="4137881"/>
                </a:lnTo>
                <a:close/>
                <a:moveTo>
                  <a:pt x="1616902" y="4136744"/>
                </a:moveTo>
                <a:lnTo>
                  <a:pt x="1616182" y="4137881"/>
                </a:lnTo>
                <a:lnTo>
                  <a:pt x="1617093" y="4138622"/>
                </a:lnTo>
                <a:cubicBezTo>
                  <a:pt x="1617170" y="4138622"/>
                  <a:pt x="1617304" y="4138622"/>
                  <a:pt x="1617304" y="4138622"/>
                </a:cubicBezTo>
                <a:cubicBezTo>
                  <a:pt x="1617822" y="4138508"/>
                  <a:pt x="1618147" y="4137990"/>
                  <a:pt x="1618032" y="4137492"/>
                </a:cubicBezTo>
                <a:cubicBezTo>
                  <a:pt x="1617917" y="4136974"/>
                  <a:pt x="1617419" y="4136629"/>
                  <a:pt x="1616902" y="4136744"/>
                </a:cubicBezTo>
                <a:close/>
                <a:moveTo>
                  <a:pt x="7852451" y="1702432"/>
                </a:moveTo>
                <a:cubicBezTo>
                  <a:pt x="7849668" y="1704787"/>
                  <a:pt x="7847784" y="1708203"/>
                  <a:pt x="7847468" y="1712122"/>
                </a:cubicBezTo>
                <a:cubicBezTo>
                  <a:pt x="7846817" y="1719961"/>
                  <a:pt x="7852643" y="1726860"/>
                  <a:pt x="7860481" y="1727492"/>
                </a:cubicBezTo>
                <a:cubicBezTo>
                  <a:pt x="7860884" y="1727531"/>
                  <a:pt x="7861287" y="1727551"/>
                  <a:pt x="7861689" y="1727550"/>
                </a:cubicBezTo>
                <a:cubicBezTo>
                  <a:pt x="7869011" y="1727551"/>
                  <a:pt x="7875239" y="1721916"/>
                  <a:pt x="7875852" y="1714479"/>
                </a:cubicBezTo>
                <a:cubicBezTo>
                  <a:pt x="7876504" y="1706641"/>
                  <a:pt x="7870678" y="1699760"/>
                  <a:pt x="7862839" y="1699108"/>
                </a:cubicBezTo>
                <a:cubicBezTo>
                  <a:pt x="7858920" y="1698783"/>
                  <a:pt x="7855235" y="1700077"/>
                  <a:pt x="7852451" y="1702432"/>
                </a:cubicBezTo>
                <a:close/>
                <a:moveTo>
                  <a:pt x="7469988" y="1850188"/>
                </a:moveTo>
                <a:cubicBezTo>
                  <a:pt x="7462744" y="1851147"/>
                  <a:pt x="7457646" y="1857797"/>
                  <a:pt x="7458623" y="1865042"/>
                </a:cubicBezTo>
                <a:cubicBezTo>
                  <a:pt x="7459505" y="1871692"/>
                  <a:pt x="7465177" y="1876522"/>
                  <a:pt x="7471712" y="1876521"/>
                </a:cubicBezTo>
                <a:cubicBezTo>
                  <a:pt x="7472288" y="1876521"/>
                  <a:pt x="7472882" y="1876483"/>
                  <a:pt x="7473477" y="1876406"/>
                </a:cubicBezTo>
                <a:cubicBezTo>
                  <a:pt x="7480720" y="1875429"/>
                  <a:pt x="7485800" y="1868779"/>
                  <a:pt x="7484841" y="1861553"/>
                </a:cubicBezTo>
                <a:cubicBezTo>
                  <a:pt x="7483883" y="1854308"/>
                  <a:pt x="7477213" y="1849211"/>
                  <a:pt x="7469988" y="1850188"/>
                </a:cubicBezTo>
                <a:close/>
                <a:moveTo>
                  <a:pt x="2148969" y="3925159"/>
                </a:moveTo>
                <a:cubicBezTo>
                  <a:pt x="2148490" y="3925427"/>
                  <a:pt x="2148336" y="3926002"/>
                  <a:pt x="2148586" y="3926482"/>
                </a:cubicBezTo>
                <a:cubicBezTo>
                  <a:pt x="2148777" y="3926788"/>
                  <a:pt x="2149103" y="3926960"/>
                  <a:pt x="2149429" y="3926960"/>
                </a:cubicBezTo>
                <a:cubicBezTo>
                  <a:pt x="2149582" y="3926960"/>
                  <a:pt x="2149755" y="3926922"/>
                  <a:pt x="2149908" y="3926845"/>
                </a:cubicBezTo>
                <a:cubicBezTo>
                  <a:pt x="2150349" y="3926577"/>
                  <a:pt x="2150522" y="3926002"/>
                  <a:pt x="2150272" y="3925542"/>
                </a:cubicBezTo>
                <a:cubicBezTo>
                  <a:pt x="2150005" y="3925083"/>
                  <a:pt x="2149429" y="3924909"/>
                  <a:pt x="2148969" y="3925159"/>
                </a:cubicBezTo>
                <a:close/>
                <a:moveTo>
                  <a:pt x="8726277" y="1354652"/>
                </a:moveTo>
                <a:cubicBezTo>
                  <a:pt x="8722024" y="1356639"/>
                  <a:pt x="8718531" y="1360246"/>
                  <a:pt x="8716807" y="1364999"/>
                </a:cubicBezTo>
                <a:cubicBezTo>
                  <a:pt x="8713338" y="1374525"/>
                  <a:pt x="8718245" y="1385027"/>
                  <a:pt x="8727770" y="1388495"/>
                </a:cubicBezTo>
                <a:cubicBezTo>
                  <a:pt x="8729839" y="1389244"/>
                  <a:pt x="8731948" y="1389607"/>
                  <a:pt x="8734037" y="1389608"/>
                </a:cubicBezTo>
                <a:cubicBezTo>
                  <a:pt x="8741530" y="1389608"/>
                  <a:pt x="8748564" y="1384970"/>
                  <a:pt x="8751266" y="1377533"/>
                </a:cubicBezTo>
                <a:cubicBezTo>
                  <a:pt x="8754716" y="1368009"/>
                  <a:pt x="8749810" y="1357506"/>
                  <a:pt x="8740304" y="1354037"/>
                </a:cubicBezTo>
                <a:cubicBezTo>
                  <a:pt x="8735541" y="1352302"/>
                  <a:pt x="8730529" y="1352667"/>
                  <a:pt x="8726277" y="1354652"/>
                </a:cubicBezTo>
                <a:close/>
                <a:moveTo>
                  <a:pt x="4219034" y="3110576"/>
                </a:moveTo>
                <a:cubicBezTo>
                  <a:pt x="4217521" y="3109905"/>
                  <a:pt x="4215757" y="3110614"/>
                  <a:pt x="4215087" y="3112128"/>
                </a:cubicBezTo>
                <a:cubicBezTo>
                  <a:pt x="4214434" y="3113642"/>
                  <a:pt x="4215125" y="3115406"/>
                  <a:pt x="4216639" y="3116076"/>
                </a:cubicBezTo>
                <a:cubicBezTo>
                  <a:pt x="4217042" y="3116248"/>
                  <a:pt x="4217444" y="3116325"/>
                  <a:pt x="4217826" y="3116325"/>
                </a:cubicBezTo>
                <a:cubicBezTo>
                  <a:pt x="4218996" y="3116325"/>
                  <a:pt x="4220108" y="3115655"/>
                  <a:pt x="4220605" y="3114524"/>
                </a:cubicBezTo>
                <a:cubicBezTo>
                  <a:pt x="4221258" y="3112990"/>
                  <a:pt x="4220568" y="3111228"/>
                  <a:pt x="4219034" y="3110576"/>
                </a:cubicBezTo>
                <a:close/>
                <a:moveTo>
                  <a:pt x="4447467" y="3017912"/>
                </a:moveTo>
                <a:cubicBezTo>
                  <a:pt x="4445952" y="3020250"/>
                  <a:pt x="4446642" y="3023374"/>
                  <a:pt x="4449000" y="3024888"/>
                </a:cubicBezTo>
                <a:cubicBezTo>
                  <a:pt x="4449841" y="3025425"/>
                  <a:pt x="4450783" y="3025673"/>
                  <a:pt x="4451702" y="3025673"/>
                </a:cubicBezTo>
                <a:cubicBezTo>
                  <a:pt x="4453369" y="3025673"/>
                  <a:pt x="4454998" y="3024869"/>
                  <a:pt x="4455956" y="3023355"/>
                </a:cubicBezTo>
                <a:cubicBezTo>
                  <a:pt x="4457471" y="3021017"/>
                  <a:pt x="4456780" y="3017893"/>
                  <a:pt x="4454443" y="3016378"/>
                </a:cubicBezTo>
                <a:cubicBezTo>
                  <a:pt x="4452085" y="3014883"/>
                  <a:pt x="4448981" y="3015573"/>
                  <a:pt x="4447467" y="3017912"/>
                </a:cubicBezTo>
                <a:close/>
                <a:moveTo>
                  <a:pt x="4669919" y="2925381"/>
                </a:moveTo>
                <a:cubicBezTo>
                  <a:pt x="4667618" y="2928544"/>
                  <a:pt x="4668329" y="2932990"/>
                  <a:pt x="4671491" y="2935289"/>
                </a:cubicBezTo>
                <a:cubicBezTo>
                  <a:pt x="4672756" y="2936191"/>
                  <a:pt x="4674213" y="2936631"/>
                  <a:pt x="4675648" y="2936631"/>
                </a:cubicBezTo>
                <a:cubicBezTo>
                  <a:pt x="4677854" y="2936631"/>
                  <a:pt x="4680019" y="2935615"/>
                  <a:pt x="4681400" y="2933718"/>
                </a:cubicBezTo>
                <a:cubicBezTo>
                  <a:pt x="4683699" y="2930537"/>
                  <a:pt x="4682990" y="2926109"/>
                  <a:pt x="4679829" y="2923810"/>
                </a:cubicBezTo>
                <a:cubicBezTo>
                  <a:pt x="4676646" y="2921509"/>
                  <a:pt x="4672220" y="2922219"/>
                  <a:pt x="4669919" y="2925381"/>
                </a:cubicBezTo>
                <a:close/>
                <a:moveTo>
                  <a:pt x="2231725" y="3876939"/>
                </a:moveTo>
                <a:cubicBezTo>
                  <a:pt x="2231284" y="3877208"/>
                  <a:pt x="2231131" y="3877801"/>
                  <a:pt x="2231399" y="3878262"/>
                </a:cubicBezTo>
                <a:cubicBezTo>
                  <a:pt x="2231590" y="3878549"/>
                  <a:pt x="2231898" y="3878722"/>
                  <a:pt x="2232223" y="3878722"/>
                </a:cubicBezTo>
                <a:cubicBezTo>
                  <a:pt x="2232396" y="3878722"/>
                  <a:pt x="2232568" y="3878683"/>
                  <a:pt x="2232721" y="3878587"/>
                </a:cubicBezTo>
                <a:cubicBezTo>
                  <a:pt x="2233181" y="3878300"/>
                  <a:pt x="2233315" y="3877725"/>
                  <a:pt x="2233047" y="3877265"/>
                </a:cubicBezTo>
                <a:cubicBezTo>
                  <a:pt x="2232779" y="3876824"/>
                  <a:pt x="2232185" y="3876671"/>
                  <a:pt x="2231725" y="3876939"/>
                </a:cubicBezTo>
                <a:close/>
                <a:moveTo>
                  <a:pt x="1522685" y="4153552"/>
                </a:moveTo>
                <a:cubicBezTo>
                  <a:pt x="1522148" y="4153629"/>
                  <a:pt x="1521784" y="4154108"/>
                  <a:pt x="1521861" y="4154644"/>
                </a:cubicBezTo>
                <a:cubicBezTo>
                  <a:pt x="1521937" y="4155124"/>
                  <a:pt x="1522340" y="4155468"/>
                  <a:pt x="1522819" y="4155468"/>
                </a:cubicBezTo>
                <a:cubicBezTo>
                  <a:pt x="1522858" y="4155468"/>
                  <a:pt x="1522953" y="4155449"/>
                  <a:pt x="1522953" y="4155449"/>
                </a:cubicBezTo>
                <a:cubicBezTo>
                  <a:pt x="1523471" y="4155372"/>
                  <a:pt x="1523834" y="4154893"/>
                  <a:pt x="1523758" y="4154376"/>
                </a:cubicBezTo>
                <a:cubicBezTo>
                  <a:pt x="1523701" y="4153840"/>
                  <a:pt x="1523202" y="4153475"/>
                  <a:pt x="1522685" y="4153552"/>
                </a:cubicBezTo>
                <a:close/>
                <a:moveTo>
                  <a:pt x="5624142" y="2549780"/>
                </a:moveTo>
                <a:cubicBezTo>
                  <a:pt x="5617435" y="2550450"/>
                  <a:pt x="5612566" y="2556430"/>
                  <a:pt x="5613237" y="2563137"/>
                </a:cubicBezTo>
                <a:cubicBezTo>
                  <a:pt x="5613868" y="2569424"/>
                  <a:pt x="5619157" y="2574119"/>
                  <a:pt x="5625349" y="2574119"/>
                </a:cubicBezTo>
                <a:cubicBezTo>
                  <a:pt x="5625771" y="2574119"/>
                  <a:pt x="5626174" y="2574101"/>
                  <a:pt x="5626596" y="2574062"/>
                </a:cubicBezTo>
                <a:cubicBezTo>
                  <a:pt x="5633302" y="2573372"/>
                  <a:pt x="5638189" y="2567392"/>
                  <a:pt x="5637518" y="2560685"/>
                </a:cubicBezTo>
                <a:cubicBezTo>
                  <a:pt x="5636849" y="2553977"/>
                  <a:pt x="5630849" y="2549090"/>
                  <a:pt x="5624142" y="2549780"/>
                </a:cubicBezTo>
                <a:close/>
                <a:moveTo>
                  <a:pt x="7367109" y="1866996"/>
                </a:moveTo>
                <a:cubicBezTo>
                  <a:pt x="7359941" y="1868376"/>
                  <a:pt x="7355245" y="1875294"/>
                  <a:pt x="7356625" y="1882463"/>
                </a:cubicBezTo>
                <a:cubicBezTo>
                  <a:pt x="7357833" y="1888787"/>
                  <a:pt x="7363372" y="1893195"/>
                  <a:pt x="7369601" y="1893195"/>
                </a:cubicBezTo>
                <a:cubicBezTo>
                  <a:pt x="7370425" y="1893195"/>
                  <a:pt x="7371268" y="1893118"/>
                  <a:pt x="7372111" y="1892966"/>
                </a:cubicBezTo>
                <a:cubicBezTo>
                  <a:pt x="7379278" y="1891585"/>
                  <a:pt x="7383974" y="1884648"/>
                  <a:pt x="7382594" y="1877480"/>
                </a:cubicBezTo>
                <a:cubicBezTo>
                  <a:pt x="7381215" y="1870292"/>
                  <a:pt x="7374277" y="1865616"/>
                  <a:pt x="7367109" y="1866996"/>
                </a:cubicBezTo>
                <a:close/>
                <a:moveTo>
                  <a:pt x="8304382" y="1500843"/>
                </a:moveTo>
                <a:cubicBezTo>
                  <a:pt x="8300743" y="1502879"/>
                  <a:pt x="8297882" y="1506305"/>
                  <a:pt x="8296666" y="1510636"/>
                </a:cubicBezTo>
                <a:cubicBezTo>
                  <a:pt x="8294212" y="1519299"/>
                  <a:pt x="8299253" y="1528288"/>
                  <a:pt x="8307915" y="1530741"/>
                </a:cubicBezTo>
                <a:cubicBezTo>
                  <a:pt x="8309391" y="1531163"/>
                  <a:pt x="8310887" y="1531354"/>
                  <a:pt x="8312342" y="1531354"/>
                </a:cubicBezTo>
                <a:cubicBezTo>
                  <a:pt x="8319453" y="1531354"/>
                  <a:pt x="8325989" y="1526678"/>
                  <a:pt x="8328020" y="1519491"/>
                </a:cubicBezTo>
                <a:cubicBezTo>
                  <a:pt x="8330454" y="1510828"/>
                  <a:pt x="8325413" y="1501821"/>
                  <a:pt x="8316770" y="1499387"/>
                </a:cubicBezTo>
                <a:cubicBezTo>
                  <a:pt x="8312438" y="1498160"/>
                  <a:pt x="8308021" y="1498807"/>
                  <a:pt x="8304382" y="1500843"/>
                </a:cubicBezTo>
                <a:close/>
                <a:moveTo>
                  <a:pt x="5072277" y="2754063"/>
                </a:moveTo>
                <a:cubicBezTo>
                  <a:pt x="5067121" y="2751877"/>
                  <a:pt x="5061160" y="2754293"/>
                  <a:pt x="5058977" y="2759467"/>
                </a:cubicBezTo>
                <a:cubicBezTo>
                  <a:pt x="5056772" y="2764623"/>
                  <a:pt x="5059188" y="2770583"/>
                  <a:pt x="5064360" y="2772787"/>
                </a:cubicBezTo>
                <a:cubicBezTo>
                  <a:pt x="5065645" y="2773324"/>
                  <a:pt x="5066988" y="2773592"/>
                  <a:pt x="5068311" y="2773592"/>
                </a:cubicBezTo>
                <a:cubicBezTo>
                  <a:pt x="5072258" y="2773592"/>
                  <a:pt x="5076035" y="2771254"/>
                  <a:pt x="5077661" y="2767382"/>
                </a:cubicBezTo>
                <a:cubicBezTo>
                  <a:pt x="5079868" y="2762227"/>
                  <a:pt x="5077452" y="2756266"/>
                  <a:pt x="5072277" y="2754063"/>
                </a:cubicBezTo>
                <a:close/>
                <a:moveTo>
                  <a:pt x="4050054" y="3148791"/>
                </a:moveTo>
                <a:cubicBezTo>
                  <a:pt x="4049000" y="3148485"/>
                  <a:pt x="4047908" y="3149098"/>
                  <a:pt x="4047620" y="3150152"/>
                </a:cubicBezTo>
                <a:cubicBezTo>
                  <a:pt x="4047314" y="3151206"/>
                  <a:pt x="4047947" y="3152299"/>
                  <a:pt x="4048982" y="3152606"/>
                </a:cubicBezTo>
                <a:cubicBezTo>
                  <a:pt x="4049172" y="3152663"/>
                  <a:pt x="4049346" y="3152663"/>
                  <a:pt x="4049518" y="3152663"/>
                </a:cubicBezTo>
                <a:cubicBezTo>
                  <a:pt x="4050380" y="3152663"/>
                  <a:pt x="4051185" y="3152107"/>
                  <a:pt x="4051435" y="3151226"/>
                </a:cubicBezTo>
                <a:cubicBezTo>
                  <a:pt x="4051721" y="3150171"/>
                  <a:pt x="4051108" y="3149079"/>
                  <a:pt x="4050054" y="3148791"/>
                </a:cubicBezTo>
                <a:close/>
                <a:moveTo>
                  <a:pt x="2313196" y="3826534"/>
                </a:moveTo>
                <a:cubicBezTo>
                  <a:pt x="2312756" y="3826822"/>
                  <a:pt x="2312622" y="3827416"/>
                  <a:pt x="2312909" y="3827856"/>
                </a:cubicBezTo>
                <a:cubicBezTo>
                  <a:pt x="2313081" y="3828144"/>
                  <a:pt x="2313388" y="3828317"/>
                  <a:pt x="2313714" y="3828317"/>
                </a:cubicBezTo>
                <a:cubicBezTo>
                  <a:pt x="2313887" y="3828317"/>
                  <a:pt x="2314059" y="3828259"/>
                  <a:pt x="2314231" y="3828163"/>
                </a:cubicBezTo>
                <a:cubicBezTo>
                  <a:pt x="2314672" y="3827876"/>
                  <a:pt x="2314806" y="3827282"/>
                  <a:pt x="2314519" y="3826841"/>
                </a:cubicBezTo>
                <a:cubicBezTo>
                  <a:pt x="2314231" y="3826381"/>
                  <a:pt x="2313637" y="3826246"/>
                  <a:pt x="2313196" y="3826534"/>
                </a:cubicBezTo>
                <a:close/>
                <a:moveTo>
                  <a:pt x="7265360" y="1889247"/>
                </a:moveTo>
                <a:cubicBezTo>
                  <a:pt x="7258269" y="1890973"/>
                  <a:pt x="7253919" y="1898120"/>
                  <a:pt x="7255643" y="1905231"/>
                </a:cubicBezTo>
                <a:cubicBezTo>
                  <a:pt x="7257119" y="1911268"/>
                  <a:pt x="7262543" y="1915312"/>
                  <a:pt x="7268483" y="1915312"/>
                </a:cubicBezTo>
                <a:cubicBezTo>
                  <a:pt x="7269538" y="1915312"/>
                  <a:pt x="7270592" y="1915197"/>
                  <a:pt x="7271646" y="1914929"/>
                </a:cubicBezTo>
                <a:cubicBezTo>
                  <a:pt x="7278737" y="1913204"/>
                  <a:pt x="7283088" y="1906055"/>
                  <a:pt x="7281345" y="1898964"/>
                </a:cubicBezTo>
                <a:cubicBezTo>
                  <a:pt x="7279619" y="1891854"/>
                  <a:pt x="7272452" y="1887503"/>
                  <a:pt x="7265360" y="1889247"/>
                </a:cubicBezTo>
                <a:close/>
                <a:moveTo>
                  <a:pt x="4895533" y="2811329"/>
                </a:moveTo>
                <a:cubicBezTo>
                  <a:pt x="4892947" y="2815660"/>
                  <a:pt x="4894363" y="2821256"/>
                  <a:pt x="4898694" y="2823843"/>
                </a:cubicBezTo>
                <a:cubicBezTo>
                  <a:pt x="4900171" y="2824725"/>
                  <a:pt x="4901781" y="2825127"/>
                  <a:pt x="4903372" y="2825127"/>
                </a:cubicBezTo>
                <a:cubicBezTo>
                  <a:pt x="4906476" y="2825127"/>
                  <a:pt x="4909523" y="2823537"/>
                  <a:pt x="4911230" y="2820662"/>
                </a:cubicBezTo>
                <a:cubicBezTo>
                  <a:pt x="4913816" y="2816331"/>
                  <a:pt x="4912380" y="2810734"/>
                  <a:pt x="4908048" y="2808146"/>
                </a:cubicBezTo>
                <a:cubicBezTo>
                  <a:pt x="4903717" y="2805560"/>
                  <a:pt x="4898102" y="2806977"/>
                  <a:pt x="4895533" y="2811329"/>
                </a:cubicBezTo>
                <a:close/>
                <a:moveTo>
                  <a:pt x="7747915" y="1697204"/>
                </a:moveTo>
                <a:cubicBezTo>
                  <a:pt x="7745270" y="1699712"/>
                  <a:pt x="7743583" y="1703229"/>
                  <a:pt x="7743478" y="1707158"/>
                </a:cubicBezTo>
                <a:cubicBezTo>
                  <a:pt x="7743248" y="1715016"/>
                  <a:pt x="7749457" y="1721571"/>
                  <a:pt x="7757315" y="1721781"/>
                </a:cubicBezTo>
                <a:cubicBezTo>
                  <a:pt x="7757449" y="1721782"/>
                  <a:pt x="7757583" y="1721800"/>
                  <a:pt x="7757717" y="1721800"/>
                </a:cubicBezTo>
                <a:cubicBezTo>
                  <a:pt x="7765402" y="1721800"/>
                  <a:pt x="7771727" y="1715668"/>
                  <a:pt x="7771938" y="1707925"/>
                </a:cubicBezTo>
                <a:cubicBezTo>
                  <a:pt x="7772167" y="1700067"/>
                  <a:pt x="7765958" y="1693513"/>
                  <a:pt x="7758101" y="1693302"/>
                </a:cubicBezTo>
                <a:cubicBezTo>
                  <a:pt x="7754162" y="1693196"/>
                  <a:pt x="7750559" y="1694696"/>
                  <a:pt x="7747915" y="1697204"/>
                </a:cubicBezTo>
                <a:close/>
                <a:moveTo>
                  <a:pt x="1427472" y="4163096"/>
                </a:moveTo>
                <a:cubicBezTo>
                  <a:pt x="1426935" y="4163134"/>
                  <a:pt x="1426552" y="4163575"/>
                  <a:pt x="1426552" y="4164112"/>
                </a:cubicBezTo>
                <a:cubicBezTo>
                  <a:pt x="1426590" y="4164629"/>
                  <a:pt x="1427011" y="4165013"/>
                  <a:pt x="1427530" y="4165013"/>
                </a:cubicBezTo>
                <a:lnTo>
                  <a:pt x="1427567" y="4165013"/>
                </a:lnTo>
                <a:cubicBezTo>
                  <a:pt x="1428104" y="4164974"/>
                  <a:pt x="1428506" y="4164533"/>
                  <a:pt x="1428468" y="4163997"/>
                </a:cubicBezTo>
                <a:cubicBezTo>
                  <a:pt x="1428449" y="4163479"/>
                  <a:pt x="1427989" y="4163096"/>
                  <a:pt x="1427472" y="4163096"/>
                </a:cubicBezTo>
                <a:close/>
                <a:moveTo>
                  <a:pt x="5244591" y="2670981"/>
                </a:moveTo>
                <a:cubicBezTo>
                  <a:pt x="5238574" y="2669677"/>
                  <a:pt x="5232615" y="2673511"/>
                  <a:pt x="5231310" y="2679548"/>
                </a:cubicBezTo>
                <a:cubicBezTo>
                  <a:pt x="5230008" y="2685585"/>
                  <a:pt x="5233839" y="2691527"/>
                  <a:pt x="5239877" y="2692830"/>
                </a:cubicBezTo>
                <a:cubicBezTo>
                  <a:pt x="5240664" y="2693002"/>
                  <a:pt x="5241468" y="2693098"/>
                  <a:pt x="5242253" y="2693098"/>
                </a:cubicBezTo>
                <a:cubicBezTo>
                  <a:pt x="5247390" y="2693098"/>
                  <a:pt x="5252030" y="2689515"/>
                  <a:pt x="5253158" y="2684282"/>
                </a:cubicBezTo>
                <a:cubicBezTo>
                  <a:pt x="5254480" y="2678245"/>
                  <a:pt x="5250647" y="2672284"/>
                  <a:pt x="5244591" y="2670981"/>
                </a:cubicBezTo>
                <a:close/>
                <a:moveTo>
                  <a:pt x="8030723" y="1581838"/>
                </a:moveTo>
                <a:cubicBezTo>
                  <a:pt x="8027532" y="1584093"/>
                  <a:pt x="8025199" y="1587566"/>
                  <a:pt x="8024480" y="1591725"/>
                </a:cubicBezTo>
                <a:cubicBezTo>
                  <a:pt x="8023043" y="1600024"/>
                  <a:pt x="8028619" y="1607920"/>
                  <a:pt x="8036918" y="1609357"/>
                </a:cubicBezTo>
                <a:cubicBezTo>
                  <a:pt x="8037799" y="1609511"/>
                  <a:pt x="8038680" y="1609587"/>
                  <a:pt x="8039544" y="1609587"/>
                </a:cubicBezTo>
                <a:cubicBezTo>
                  <a:pt x="8046826" y="1609587"/>
                  <a:pt x="8053285" y="1604355"/>
                  <a:pt x="8054568" y="1596919"/>
                </a:cubicBezTo>
                <a:cubicBezTo>
                  <a:pt x="8056006" y="1588620"/>
                  <a:pt x="8050429" y="1580705"/>
                  <a:pt x="8042111" y="1579268"/>
                </a:cubicBezTo>
                <a:cubicBezTo>
                  <a:pt x="8037962" y="1578549"/>
                  <a:pt x="8033914" y="1579584"/>
                  <a:pt x="8030723" y="1581838"/>
                </a:cubicBezTo>
                <a:close/>
                <a:moveTo>
                  <a:pt x="4289219" y="3042002"/>
                </a:moveTo>
                <a:cubicBezTo>
                  <a:pt x="4288298" y="3044034"/>
                  <a:pt x="4289181" y="3046411"/>
                  <a:pt x="4291192" y="3047350"/>
                </a:cubicBezTo>
                <a:cubicBezTo>
                  <a:pt x="4291748" y="3047599"/>
                  <a:pt x="4292324" y="3047714"/>
                  <a:pt x="4292879" y="3047714"/>
                </a:cubicBezTo>
                <a:cubicBezTo>
                  <a:pt x="4294392" y="3047714"/>
                  <a:pt x="4295868" y="3046852"/>
                  <a:pt x="4296539" y="3045376"/>
                </a:cubicBezTo>
                <a:cubicBezTo>
                  <a:pt x="4297460" y="3043364"/>
                  <a:pt x="4296578" y="3040968"/>
                  <a:pt x="4294566" y="3040029"/>
                </a:cubicBezTo>
                <a:cubicBezTo>
                  <a:pt x="4292555" y="3039108"/>
                  <a:pt x="4290158" y="3039990"/>
                  <a:pt x="4289219" y="3042002"/>
                </a:cubicBezTo>
                <a:close/>
                <a:moveTo>
                  <a:pt x="3876378" y="3201362"/>
                </a:moveTo>
                <a:cubicBezTo>
                  <a:pt x="3875841" y="3201285"/>
                  <a:pt x="3875361" y="3201649"/>
                  <a:pt x="3875286" y="3202167"/>
                </a:cubicBezTo>
                <a:cubicBezTo>
                  <a:pt x="3875208" y="3202703"/>
                  <a:pt x="3875573" y="3203182"/>
                  <a:pt x="3876091" y="3203259"/>
                </a:cubicBezTo>
                <a:cubicBezTo>
                  <a:pt x="3876128" y="3203279"/>
                  <a:pt x="3876225" y="3203279"/>
                  <a:pt x="3876225" y="3203279"/>
                </a:cubicBezTo>
                <a:cubicBezTo>
                  <a:pt x="3876704" y="3203279"/>
                  <a:pt x="3877105" y="3202934"/>
                  <a:pt x="3877184" y="3202454"/>
                </a:cubicBezTo>
                <a:cubicBezTo>
                  <a:pt x="3877259" y="3201917"/>
                  <a:pt x="3876895" y="3201438"/>
                  <a:pt x="3876378" y="3201362"/>
                </a:cubicBezTo>
                <a:close/>
                <a:moveTo>
                  <a:pt x="8468180" y="1407719"/>
                </a:moveTo>
                <a:cubicBezTo>
                  <a:pt x="8464232" y="1409731"/>
                  <a:pt x="8461055" y="1413248"/>
                  <a:pt x="8459589" y="1417800"/>
                </a:cubicBezTo>
                <a:cubicBezTo>
                  <a:pt x="8456619" y="1426904"/>
                  <a:pt x="8461601" y="1436659"/>
                  <a:pt x="8470704" y="1439610"/>
                </a:cubicBezTo>
                <a:cubicBezTo>
                  <a:pt x="8472487" y="1440185"/>
                  <a:pt x="8474289" y="1440454"/>
                  <a:pt x="8476052" y="1440454"/>
                </a:cubicBezTo>
                <a:cubicBezTo>
                  <a:pt x="8483354" y="1440454"/>
                  <a:pt x="8490138" y="1435796"/>
                  <a:pt x="8492516" y="1428495"/>
                </a:cubicBezTo>
                <a:cubicBezTo>
                  <a:pt x="8495467" y="1419391"/>
                  <a:pt x="8490483" y="1409635"/>
                  <a:pt x="8481399" y="1406665"/>
                </a:cubicBezTo>
                <a:cubicBezTo>
                  <a:pt x="8476847" y="1405199"/>
                  <a:pt x="8472128" y="1405707"/>
                  <a:pt x="8468180" y="1407719"/>
                </a:cubicBezTo>
                <a:close/>
                <a:moveTo>
                  <a:pt x="7164838" y="1916059"/>
                </a:moveTo>
                <a:cubicBezTo>
                  <a:pt x="7157823" y="1918091"/>
                  <a:pt x="7153780" y="1925431"/>
                  <a:pt x="7155791" y="1932446"/>
                </a:cubicBezTo>
                <a:cubicBezTo>
                  <a:pt x="7157459" y="1938233"/>
                  <a:pt x="7162749" y="1942009"/>
                  <a:pt x="7168498" y="1942010"/>
                </a:cubicBezTo>
                <a:cubicBezTo>
                  <a:pt x="7169706" y="1942010"/>
                  <a:pt x="7170952" y="1941837"/>
                  <a:pt x="7172159" y="1941473"/>
                </a:cubicBezTo>
                <a:cubicBezTo>
                  <a:pt x="7179193" y="1939461"/>
                  <a:pt x="7183237" y="1932120"/>
                  <a:pt x="7181206" y="1925105"/>
                </a:cubicBezTo>
                <a:cubicBezTo>
                  <a:pt x="7179174" y="1918091"/>
                  <a:pt x="7171853" y="1914047"/>
                  <a:pt x="7164838" y="1916059"/>
                </a:cubicBezTo>
                <a:close/>
                <a:moveTo>
                  <a:pt x="5522355" y="2556756"/>
                </a:moveTo>
                <a:cubicBezTo>
                  <a:pt x="5515608" y="2556986"/>
                  <a:pt x="5510357" y="2562639"/>
                  <a:pt x="5510588" y="2569386"/>
                </a:cubicBezTo>
                <a:cubicBezTo>
                  <a:pt x="5510816" y="2575959"/>
                  <a:pt x="5516221" y="2581153"/>
                  <a:pt x="5522756" y="2581153"/>
                </a:cubicBezTo>
                <a:lnTo>
                  <a:pt x="5523198" y="2581153"/>
                </a:lnTo>
                <a:cubicBezTo>
                  <a:pt x="5529925" y="2580924"/>
                  <a:pt x="5535194" y="2575270"/>
                  <a:pt x="5534966" y="2568523"/>
                </a:cubicBezTo>
                <a:cubicBezTo>
                  <a:pt x="5534735" y="2561796"/>
                  <a:pt x="5529083" y="2556525"/>
                  <a:pt x="5522355" y="2556756"/>
                </a:cubicBezTo>
                <a:close/>
                <a:moveTo>
                  <a:pt x="2393729" y="3774635"/>
                </a:moveTo>
                <a:cubicBezTo>
                  <a:pt x="2393288" y="3774922"/>
                  <a:pt x="2393154" y="3775516"/>
                  <a:pt x="2393442" y="3775957"/>
                </a:cubicBezTo>
                <a:cubicBezTo>
                  <a:pt x="2393633" y="3776245"/>
                  <a:pt x="2393940" y="3776398"/>
                  <a:pt x="2394247" y="3776398"/>
                </a:cubicBezTo>
                <a:cubicBezTo>
                  <a:pt x="2394438" y="3776398"/>
                  <a:pt x="2394610" y="3776341"/>
                  <a:pt x="2394783" y="3776245"/>
                </a:cubicBezTo>
                <a:cubicBezTo>
                  <a:pt x="2395224" y="3775957"/>
                  <a:pt x="2395339" y="3775363"/>
                  <a:pt x="2395052" y="3774922"/>
                </a:cubicBezTo>
                <a:cubicBezTo>
                  <a:pt x="2394764" y="3774481"/>
                  <a:pt x="2394170" y="3774346"/>
                  <a:pt x="2393729" y="3774635"/>
                </a:cubicBezTo>
                <a:close/>
                <a:moveTo>
                  <a:pt x="4518035" y="2945294"/>
                </a:moveTo>
                <a:cubicBezTo>
                  <a:pt x="4516213" y="2948112"/>
                  <a:pt x="4517018" y="2951869"/>
                  <a:pt x="4519835" y="2953689"/>
                </a:cubicBezTo>
                <a:cubicBezTo>
                  <a:pt x="4520852" y="2954340"/>
                  <a:pt x="4522002" y="2954648"/>
                  <a:pt x="4523133" y="2954648"/>
                </a:cubicBezTo>
                <a:cubicBezTo>
                  <a:pt x="4525127" y="2954648"/>
                  <a:pt x="4527061" y="2953670"/>
                  <a:pt x="4528230" y="2951869"/>
                </a:cubicBezTo>
                <a:cubicBezTo>
                  <a:pt x="4530051" y="2949051"/>
                  <a:pt x="4529226" y="2945294"/>
                  <a:pt x="4526408" y="2943474"/>
                </a:cubicBezTo>
                <a:cubicBezTo>
                  <a:pt x="4523592" y="2941672"/>
                  <a:pt x="4519835" y="2942478"/>
                  <a:pt x="4518035" y="2945294"/>
                </a:cubicBezTo>
                <a:close/>
                <a:moveTo>
                  <a:pt x="7065485" y="1946666"/>
                </a:moveTo>
                <a:cubicBezTo>
                  <a:pt x="7058528" y="1948928"/>
                  <a:pt x="7054733" y="1956383"/>
                  <a:pt x="7057014" y="1963340"/>
                </a:cubicBezTo>
                <a:cubicBezTo>
                  <a:pt x="7058835" y="1968918"/>
                  <a:pt x="7064009" y="1972463"/>
                  <a:pt x="7069568" y="1972463"/>
                </a:cubicBezTo>
                <a:cubicBezTo>
                  <a:pt x="7070929" y="1972463"/>
                  <a:pt x="7072328" y="1972252"/>
                  <a:pt x="7073688" y="1971812"/>
                </a:cubicBezTo>
                <a:cubicBezTo>
                  <a:pt x="7080626" y="1969550"/>
                  <a:pt x="7084421" y="1962076"/>
                  <a:pt x="7082159" y="1955138"/>
                </a:cubicBezTo>
                <a:cubicBezTo>
                  <a:pt x="7079897" y="1948181"/>
                  <a:pt x="7072423" y="1944406"/>
                  <a:pt x="7065485" y="1946666"/>
                </a:cubicBezTo>
                <a:close/>
                <a:moveTo>
                  <a:pt x="6485121" y="2169598"/>
                </a:moveTo>
                <a:cubicBezTo>
                  <a:pt x="6478317" y="2172281"/>
                  <a:pt x="6474982" y="2179947"/>
                  <a:pt x="6477666" y="2186750"/>
                </a:cubicBezTo>
                <a:cubicBezTo>
                  <a:pt x="6479717" y="2191944"/>
                  <a:pt x="6484699" y="2195125"/>
                  <a:pt x="6489970" y="2195125"/>
                </a:cubicBezTo>
                <a:cubicBezTo>
                  <a:pt x="6491579" y="2195125"/>
                  <a:pt x="6493228" y="2194838"/>
                  <a:pt x="6494818" y="2194206"/>
                </a:cubicBezTo>
                <a:cubicBezTo>
                  <a:pt x="6501604" y="2191523"/>
                  <a:pt x="6504938" y="2183856"/>
                  <a:pt x="6502274" y="2177053"/>
                </a:cubicBezTo>
                <a:cubicBezTo>
                  <a:pt x="6499591" y="2170268"/>
                  <a:pt x="6491906" y="2166934"/>
                  <a:pt x="6485121" y="2169598"/>
                </a:cubicBezTo>
                <a:close/>
                <a:moveTo>
                  <a:pt x="6388758" y="2207008"/>
                </a:moveTo>
                <a:cubicBezTo>
                  <a:pt x="6381954" y="2209615"/>
                  <a:pt x="6378524" y="2217262"/>
                  <a:pt x="6381130" y="2224085"/>
                </a:cubicBezTo>
                <a:cubicBezTo>
                  <a:pt x="6383143" y="2229355"/>
                  <a:pt x="6388163" y="2232594"/>
                  <a:pt x="6393491" y="2232594"/>
                </a:cubicBezTo>
                <a:cubicBezTo>
                  <a:pt x="6395063" y="2232594"/>
                  <a:pt x="6396654" y="2232307"/>
                  <a:pt x="6398206" y="2231712"/>
                </a:cubicBezTo>
                <a:cubicBezTo>
                  <a:pt x="6405029" y="2229106"/>
                  <a:pt x="6408440" y="2221478"/>
                  <a:pt x="6405833" y="2214655"/>
                </a:cubicBezTo>
                <a:cubicBezTo>
                  <a:pt x="6403228" y="2207832"/>
                  <a:pt x="6395600" y="2204401"/>
                  <a:pt x="6388777" y="2207008"/>
                </a:cubicBezTo>
                <a:close/>
                <a:moveTo>
                  <a:pt x="6581216" y="2131382"/>
                </a:moveTo>
                <a:cubicBezTo>
                  <a:pt x="6574450" y="2134084"/>
                  <a:pt x="6571155" y="2141789"/>
                  <a:pt x="6573876" y="2148573"/>
                </a:cubicBezTo>
                <a:cubicBezTo>
                  <a:pt x="6575946" y="2153729"/>
                  <a:pt x="6580909" y="2156872"/>
                  <a:pt x="6586161" y="2156872"/>
                </a:cubicBezTo>
                <a:cubicBezTo>
                  <a:pt x="6587789" y="2156872"/>
                  <a:pt x="6589457" y="2156565"/>
                  <a:pt x="6591066" y="2155933"/>
                </a:cubicBezTo>
                <a:cubicBezTo>
                  <a:pt x="6597850" y="2153211"/>
                  <a:pt x="6601128" y="2145507"/>
                  <a:pt x="6598427" y="2138722"/>
                </a:cubicBezTo>
                <a:cubicBezTo>
                  <a:pt x="6595705" y="2131957"/>
                  <a:pt x="6588001" y="2128661"/>
                  <a:pt x="6581216" y="2131382"/>
                </a:cubicBezTo>
                <a:close/>
                <a:moveTo>
                  <a:pt x="6967205" y="1980302"/>
                </a:moveTo>
                <a:cubicBezTo>
                  <a:pt x="6960325" y="1982755"/>
                  <a:pt x="6956741" y="1990325"/>
                  <a:pt x="6959194" y="1997205"/>
                </a:cubicBezTo>
                <a:cubicBezTo>
                  <a:pt x="6961130" y="2002610"/>
                  <a:pt x="6966208" y="2005964"/>
                  <a:pt x="6971651" y="2005964"/>
                </a:cubicBezTo>
                <a:cubicBezTo>
                  <a:pt x="6973127" y="2005964"/>
                  <a:pt x="6974623" y="2005734"/>
                  <a:pt x="6976098" y="2005197"/>
                </a:cubicBezTo>
                <a:cubicBezTo>
                  <a:pt x="6982978" y="2002744"/>
                  <a:pt x="6986562" y="1995173"/>
                  <a:pt x="6984108" y="1988294"/>
                </a:cubicBezTo>
                <a:cubicBezTo>
                  <a:pt x="6981656" y="1981413"/>
                  <a:pt x="6974085" y="1977829"/>
                  <a:pt x="6967205" y="1980302"/>
                </a:cubicBezTo>
                <a:close/>
                <a:moveTo>
                  <a:pt x="6292011" y="2243230"/>
                </a:moveTo>
                <a:cubicBezTo>
                  <a:pt x="6285169" y="2245741"/>
                  <a:pt x="6281643" y="2253330"/>
                  <a:pt x="6284154" y="2260192"/>
                </a:cubicBezTo>
                <a:cubicBezTo>
                  <a:pt x="6286108" y="2265558"/>
                  <a:pt x="6291168" y="2268874"/>
                  <a:pt x="6296553" y="2268874"/>
                </a:cubicBezTo>
                <a:cubicBezTo>
                  <a:pt x="6298067" y="2268874"/>
                  <a:pt x="6299601" y="2268605"/>
                  <a:pt x="6301096" y="2268069"/>
                </a:cubicBezTo>
                <a:cubicBezTo>
                  <a:pt x="6307957" y="2265558"/>
                  <a:pt x="6311483" y="2257949"/>
                  <a:pt x="6308992" y="2251107"/>
                </a:cubicBezTo>
                <a:cubicBezTo>
                  <a:pt x="6306462" y="2244246"/>
                  <a:pt x="6298873" y="2240720"/>
                  <a:pt x="6292011" y="2243230"/>
                </a:cubicBezTo>
                <a:close/>
                <a:moveTo>
                  <a:pt x="6677214" y="2092726"/>
                </a:moveTo>
                <a:cubicBezTo>
                  <a:pt x="6670449" y="2095447"/>
                  <a:pt x="6667171" y="2103171"/>
                  <a:pt x="6669913" y="2109936"/>
                </a:cubicBezTo>
                <a:cubicBezTo>
                  <a:pt x="6671983" y="2115072"/>
                  <a:pt x="6676946" y="2118215"/>
                  <a:pt x="6682159" y="2118215"/>
                </a:cubicBezTo>
                <a:cubicBezTo>
                  <a:pt x="6683827" y="2118215"/>
                  <a:pt x="6685493" y="2117890"/>
                  <a:pt x="6687123" y="2117238"/>
                </a:cubicBezTo>
                <a:cubicBezTo>
                  <a:pt x="6693888" y="2114516"/>
                  <a:pt x="6697166" y="2106793"/>
                  <a:pt x="6694425" y="2100027"/>
                </a:cubicBezTo>
                <a:cubicBezTo>
                  <a:pt x="6691684" y="2093262"/>
                  <a:pt x="6683980" y="2089985"/>
                  <a:pt x="6677214" y="2092726"/>
                </a:cubicBezTo>
                <a:close/>
                <a:moveTo>
                  <a:pt x="6773272" y="2054030"/>
                </a:moveTo>
                <a:cubicBezTo>
                  <a:pt x="6766486" y="2056733"/>
                  <a:pt x="6763190" y="2064438"/>
                  <a:pt x="6765893" y="2071203"/>
                </a:cubicBezTo>
                <a:cubicBezTo>
                  <a:pt x="6767963" y="2076397"/>
                  <a:pt x="6772926" y="2079539"/>
                  <a:pt x="6778178" y="2079539"/>
                </a:cubicBezTo>
                <a:cubicBezTo>
                  <a:pt x="6779806" y="2079539"/>
                  <a:pt x="6781474" y="2079233"/>
                  <a:pt x="6783084" y="2078600"/>
                </a:cubicBezTo>
                <a:cubicBezTo>
                  <a:pt x="6789849" y="2075879"/>
                  <a:pt x="6793165" y="2068194"/>
                  <a:pt x="6790462" y="2061409"/>
                </a:cubicBezTo>
                <a:cubicBezTo>
                  <a:pt x="6787741" y="2054625"/>
                  <a:pt x="6780056" y="2051329"/>
                  <a:pt x="6773272" y="2054030"/>
                </a:cubicBezTo>
                <a:close/>
                <a:moveTo>
                  <a:pt x="6869865" y="2016275"/>
                </a:moveTo>
                <a:cubicBezTo>
                  <a:pt x="6863042" y="2018881"/>
                  <a:pt x="6859611" y="2026528"/>
                  <a:pt x="6862217" y="2033351"/>
                </a:cubicBezTo>
                <a:lnTo>
                  <a:pt x="6862236" y="2033351"/>
                </a:lnTo>
                <a:cubicBezTo>
                  <a:pt x="6864248" y="2038622"/>
                  <a:pt x="6869270" y="2041861"/>
                  <a:pt x="6874599" y="2041861"/>
                </a:cubicBezTo>
                <a:cubicBezTo>
                  <a:pt x="6876150" y="2041861"/>
                  <a:pt x="6877741" y="2041592"/>
                  <a:pt x="6879293" y="2040999"/>
                </a:cubicBezTo>
                <a:cubicBezTo>
                  <a:pt x="6886098" y="2038392"/>
                  <a:pt x="6889528" y="2030745"/>
                  <a:pt x="6886922" y="2023941"/>
                </a:cubicBezTo>
                <a:cubicBezTo>
                  <a:pt x="6884334" y="2017099"/>
                  <a:pt x="6876687" y="2013688"/>
                  <a:pt x="6869865" y="2016275"/>
                </a:cubicBezTo>
                <a:close/>
                <a:moveTo>
                  <a:pt x="6194766" y="2277824"/>
                </a:moveTo>
                <a:cubicBezTo>
                  <a:pt x="6187848" y="2280201"/>
                  <a:pt x="6184187" y="2287713"/>
                  <a:pt x="6186564" y="2294632"/>
                </a:cubicBezTo>
                <a:cubicBezTo>
                  <a:pt x="6188442" y="2300113"/>
                  <a:pt x="6193578" y="2303544"/>
                  <a:pt x="6199060" y="2303544"/>
                </a:cubicBezTo>
                <a:cubicBezTo>
                  <a:pt x="6200497" y="2303544"/>
                  <a:pt x="6201954" y="2303314"/>
                  <a:pt x="6203371" y="2302816"/>
                </a:cubicBezTo>
                <a:cubicBezTo>
                  <a:pt x="6210272" y="2300439"/>
                  <a:pt x="6213951" y="2292926"/>
                  <a:pt x="6211574" y="2286008"/>
                </a:cubicBezTo>
                <a:cubicBezTo>
                  <a:pt x="6209179" y="2279108"/>
                  <a:pt x="6201666" y="2275447"/>
                  <a:pt x="6194766" y="2277824"/>
                </a:cubicBezTo>
                <a:close/>
                <a:moveTo>
                  <a:pt x="4739987" y="2844447"/>
                </a:moveTo>
                <a:cubicBezTo>
                  <a:pt x="4737477" y="2848165"/>
                  <a:pt x="4738474" y="2853205"/>
                  <a:pt x="4742192" y="2855716"/>
                </a:cubicBezTo>
                <a:cubicBezTo>
                  <a:pt x="4743571" y="2856636"/>
                  <a:pt x="4745143" y="2857077"/>
                  <a:pt x="4746696" y="2857077"/>
                </a:cubicBezTo>
                <a:cubicBezTo>
                  <a:pt x="4749321" y="2857077"/>
                  <a:pt x="4751871" y="2855831"/>
                  <a:pt x="4753442" y="2853493"/>
                </a:cubicBezTo>
                <a:cubicBezTo>
                  <a:pt x="4755953" y="2849775"/>
                  <a:pt x="4754955" y="2844734"/>
                  <a:pt x="4751237" y="2842243"/>
                </a:cubicBezTo>
                <a:cubicBezTo>
                  <a:pt x="4747519" y="2839751"/>
                  <a:pt x="4742480" y="2840729"/>
                  <a:pt x="4739987" y="2844447"/>
                </a:cubicBezTo>
                <a:close/>
                <a:moveTo>
                  <a:pt x="6096812" y="2309945"/>
                </a:moveTo>
                <a:cubicBezTo>
                  <a:pt x="6089836" y="2312130"/>
                  <a:pt x="6085945" y="2319547"/>
                  <a:pt x="6088131" y="2326503"/>
                </a:cubicBezTo>
                <a:cubicBezTo>
                  <a:pt x="6089893" y="2332177"/>
                  <a:pt x="6095126" y="2335799"/>
                  <a:pt x="6100742" y="2335799"/>
                </a:cubicBezTo>
                <a:cubicBezTo>
                  <a:pt x="6102064" y="2335799"/>
                  <a:pt x="6103386" y="2335607"/>
                  <a:pt x="6104690" y="2335186"/>
                </a:cubicBezTo>
                <a:cubicBezTo>
                  <a:pt x="6111665" y="2333020"/>
                  <a:pt x="6115556" y="2325603"/>
                  <a:pt x="6113371" y="2318627"/>
                </a:cubicBezTo>
                <a:cubicBezTo>
                  <a:pt x="6111187" y="2311651"/>
                  <a:pt x="6103769" y="2307760"/>
                  <a:pt x="6096812" y="2309945"/>
                </a:cubicBezTo>
                <a:close/>
                <a:moveTo>
                  <a:pt x="1935583" y="3932940"/>
                </a:moveTo>
                <a:cubicBezTo>
                  <a:pt x="1934568" y="3933343"/>
                  <a:pt x="1934050" y="3934492"/>
                  <a:pt x="1934453" y="3935508"/>
                </a:cubicBezTo>
                <a:cubicBezTo>
                  <a:pt x="1934759" y="3936294"/>
                  <a:pt x="1935507" y="3936773"/>
                  <a:pt x="1936312" y="3936773"/>
                </a:cubicBezTo>
                <a:cubicBezTo>
                  <a:pt x="1936541" y="3936773"/>
                  <a:pt x="1936771" y="3936735"/>
                  <a:pt x="1937021" y="3936640"/>
                </a:cubicBezTo>
                <a:cubicBezTo>
                  <a:pt x="1938036" y="3936236"/>
                  <a:pt x="1938536" y="3935106"/>
                  <a:pt x="1938151" y="3934071"/>
                </a:cubicBezTo>
                <a:cubicBezTo>
                  <a:pt x="1937749" y="3933055"/>
                  <a:pt x="1936599" y="3932538"/>
                  <a:pt x="1935583" y="3932940"/>
                </a:cubicBezTo>
                <a:close/>
                <a:moveTo>
                  <a:pt x="4127597" y="3077036"/>
                </a:moveTo>
                <a:cubicBezTo>
                  <a:pt x="4126006" y="3076557"/>
                  <a:pt x="4124339" y="3077458"/>
                  <a:pt x="4123860" y="3079048"/>
                </a:cubicBezTo>
                <a:cubicBezTo>
                  <a:pt x="4123362" y="3080639"/>
                  <a:pt x="4124262" y="3082307"/>
                  <a:pt x="4125853" y="3082786"/>
                </a:cubicBezTo>
                <a:cubicBezTo>
                  <a:pt x="4126141" y="3082883"/>
                  <a:pt x="4126428" y="3082920"/>
                  <a:pt x="4126715" y="3082920"/>
                </a:cubicBezTo>
                <a:cubicBezTo>
                  <a:pt x="4128019" y="3082920"/>
                  <a:pt x="4129206" y="3082077"/>
                  <a:pt x="4129609" y="3080793"/>
                </a:cubicBezTo>
                <a:cubicBezTo>
                  <a:pt x="4130089" y="3079202"/>
                  <a:pt x="4129188" y="3077535"/>
                  <a:pt x="4127597" y="3077036"/>
                </a:cubicBezTo>
                <a:close/>
                <a:moveTo>
                  <a:pt x="2473649" y="3721757"/>
                </a:moveTo>
                <a:cubicBezTo>
                  <a:pt x="2473207" y="3722065"/>
                  <a:pt x="2473074" y="3722658"/>
                  <a:pt x="2473380" y="3723099"/>
                </a:cubicBezTo>
                <a:cubicBezTo>
                  <a:pt x="2473552" y="3723367"/>
                  <a:pt x="2473860" y="3723521"/>
                  <a:pt x="2474166" y="3723521"/>
                </a:cubicBezTo>
                <a:cubicBezTo>
                  <a:pt x="2474358" y="3723521"/>
                  <a:pt x="2474549" y="3723463"/>
                  <a:pt x="2474703" y="3723367"/>
                </a:cubicBezTo>
                <a:cubicBezTo>
                  <a:pt x="2475143" y="3723061"/>
                  <a:pt x="2475258" y="3722467"/>
                  <a:pt x="2474971" y="3722026"/>
                </a:cubicBezTo>
                <a:cubicBezTo>
                  <a:pt x="2474684" y="3721585"/>
                  <a:pt x="2474089" y="3721470"/>
                  <a:pt x="2473649" y="3721757"/>
                </a:cubicBezTo>
                <a:close/>
                <a:moveTo>
                  <a:pt x="2024664" y="3896143"/>
                </a:moveTo>
                <a:cubicBezTo>
                  <a:pt x="2023667" y="3896583"/>
                  <a:pt x="2023208" y="3897753"/>
                  <a:pt x="2023649" y="3898749"/>
                </a:cubicBezTo>
                <a:cubicBezTo>
                  <a:pt x="2023974" y="3899497"/>
                  <a:pt x="2024703" y="3899938"/>
                  <a:pt x="2025450" y="3899937"/>
                </a:cubicBezTo>
                <a:cubicBezTo>
                  <a:pt x="2025718" y="3899938"/>
                  <a:pt x="2025986" y="3899880"/>
                  <a:pt x="2026255" y="3899765"/>
                </a:cubicBezTo>
                <a:cubicBezTo>
                  <a:pt x="2027271" y="3899343"/>
                  <a:pt x="2027711" y="3898155"/>
                  <a:pt x="2027271" y="3897159"/>
                </a:cubicBezTo>
                <a:cubicBezTo>
                  <a:pt x="2026830" y="3896143"/>
                  <a:pt x="2025661" y="3895702"/>
                  <a:pt x="2024664" y="3896143"/>
                </a:cubicBezTo>
                <a:close/>
                <a:moveTo>
                  <a:pt x="8625829" y="1318529"/>
                </a:moveTo>
                <a:cubicBezTo>
                  <a:pt x="8621589" y="1320541"/>
                  <a:pt x="8618116" y="1324168"/>
                  <a:pt x="8616420" y="1328930"/>
                </a:cubicBezTo>
                <a:cubicBezTo>
                  <a:pt x="8613027" y="1338475"/>
                  <a:pt x="8618010" y="1348958"/>
                  <a:pt x="8627535" y="1352369"/>
                </a:cubicBezTo>
                <a:cubicBezTo>
                  <a:pt x="8629566" y="1353098"/>
                  <a:pt x="8631655" y="1353442"/>
                  <a:pt x="8633687" y="1353442"/>
                </a:cubicBezTo>
                <a:cubicBezTo>
                  <a:pt x="8641219" y="1353442"/>
                  <a:pt x="8648291" y="1348747"/>
                  <a:pt x="8650974" y="1341254"/>
                </a:cubicBezTo>
                <a:cubicBezTo>
                  <a:pt x="8654366" y="1331709"/>
                  <a:pt x="8649383" y="1321226"/>
                  <a:pt x="8639839" y="1317814"/>
                </a:cubicBezTo>
                <a:cubicBezTo>
                  <a:pt x="8635076" y="1316118"/>
                  <a:pt x="8630070" y="1316516"/>
                  <a:pt x="8625829" y="1318529"/>
                </a:cubicBezTo>
                <a:close/>
                <a:moveTo>
                  <a:pt x="1844854" y="3965387"/>
                </a:moveTo>
                <a:cubicBezTo>
                  <a:pt x="1843820" y="3965732"/>
                  <a:pt x="1843245" y="3966843"/>
                  <a:pt x="1843590" y="3967898"/>
                </a:cubicBezTo>
                <a:cubicBezTo>
                  <a:pt x="1843858" y="3968722"/>
                  <a:pt x="1844644" y="3969259"/>
                  <a:pt x="1845469" y="3969259"/>
                </a:cubicBezTo>
                <a:cubicBezTo>
                  <a:pt x="1845678" y="3969259"/>
                  <a:pt x="1845889" y="3969220"/>
                  <a:pt x="1846099" y="3969144"/>
                </a:cubicBezTo>
                <a:cubicBezTo>
                  <a:pt x="1847136" y="3968818"/>
                  <a:pt x="1847691" y="3967687"/>
                  <a:pt x="1847366" y="3966652"/>
                </a:cubicBezTo>
                <a:cubicBezTo>
                  <a:pt x="1847021" y="3965617"/>
                  <a:pt x="1845889" y="3965042"/>
                  <a:pt x="1844854" y="3965387"/>
                </a:cubicBezTo>
                <a:close/>
                <a:moveTo>
                  <a:pt x="1331779" y="4164553"/>
                </a:moveTo>
                <a:cubicBezTo>
                  <a:pt x="1331242" y="4164533"/>
                  <a:pt x="1330802" y="4164955"/>
                  <a:pt x="1330802" y="4165492"/>
                </a:cubicBezTo>
                <a:cubicBezTo>
                  <a:pt x="1330783" y="4166009"/>
                  <a:pt x="1331204" y="4166469"/>
                  <a:pt x="1331721" y="4166469"/>
                </a:cubicBezTo>
                <a:lnTo>
                  <a:pt x="1331741" y="4166469"/>
                </a:lnTo>
                <a:cubicBezTo>
                  <a:pt x="1332258" y="4166469"/>
                  <a:pt x="1332699" y="4166067"/>
                  <a:pt x="1332699" y="4165530"/>
                </a:cubicBezTo>
                <a:cubicBezTo>
                  <a:pt x="1332719" y="4165013"/>
                  <a:pt x="1332316" y="4164572"/>
                  <a:pt x="1331779" y="4164553"/>
                </a:cubicBezTo>
                <a:close/>
                <a:moveTo>
                  <a:pt x="7653152" y="1693513"/>
                </a:moveTo>
                <a:cubicBezTo>
                  <a:pt x="7645274" y="1693761"/>
                  <a:pt x="7639104" y="1700336"/>
                  <a:pt x="7639352" y="1708193"/>
                </a:cubicBezTo>
                <a:cubicBezTo>
                  <a:pt x="7639602" y="1715898"/>
                  <a:pt x="7645926" y="1721992"/>
                  <a:pt x="7653592" y="1721992"/>
                </a:cubicBezTo>
                <a:lnTo>
                  <a:pt x="7654033" y="1721992"/>
                </a:lnTo>
                <a:cubicBezTo>
                  <a:pt x="7661890" y="1721743"/>
                  <a:pt x="7668080" y="1715169"/>
                  <a:pt x="7667832" y="1707293"/>
                </a:cubicBezTo>
                <a:cubicBezTo>
                  <a:pt x="7667583" y="1699434"/>
                  <a:pt x="7661009" y="1693263"/>
                  <a:pt x="7653152" y="1693513"/>
                </a:cubicBezTo>
                <a:close/>
                <a:moveTo>
                  <a:pt x="5997979" y="2339210"/>
                </a:moveTo>
                <a:cubicBezTo>
                  <a:pt x="5990943" y="2341185"/>
                  <a:pt x="5986843" y="2348467"/>
                  <a:pt x="5988799" y="2355501"/>
                </a:cubicBezTo>
                <a:cubicBezTo>
                  <a:pt x="5990428" y="2361347"/>
                  <a:pt x="5995755" y="2365180"/>
                  <a:pt x="6001544" y="2365180"/>
                </a:cubicBezTo>
                <a:cubicBezTo>
                  <a:pt x="6002713" y="2365180"/>
                  <a:pt x="6003900" y="2365026"/>
                  <a:pt x="6005090" y="2364681"/>
                </a:cubicBezTo>
                <a:cubicBezTo>
                  <a:pt x="6012122" y="2362727"/>
                  <a:pt x="6016243" y="2355424"/>
                  <a:pt x="6014270" y="2348390"/>
                </a:cubicBezTo>
                <a:cubicBezTo>
                  <a:pt x="6012315" y="2341357"/>
                  <a:pt x="6005012" y="2337256"/>
                  <a:pt x="5997979" y="2339210"/>
                </a:cubicBezTo>
                <a:close/>
                <a:moveTo>
                  <a:pt x="2112096" y="3855531"/>
                </a:moveTo>
                <a:cubicBezTo>
                  <a:pt x="2111099" y="3856011"/>
                  <a:pt x="2110697" y="3857199"/>
                  <a:pt x="2111176" y="3858177"/>
                </a:cubicBezTo>
                <a:cubicBezTo>
                  <a:pt x="2111521" y="3858886"/>
                  <a:pt x="2112231" y="3859288"/>
                  <a:pt x="2112958" y="3859288"/>
                </a:cubicBezTo>
                <a:cubicBezTo>
                  <a:pt x="2113246" y="3859288"/>
                  <a:pt x="2113553" y="3859231"/>
                  <a:pt x="2113821" y="3859097"/>
                </a:cubicBezTo>
                <a:cubicBezTo>
                  <a:pt x="2114817" y="3858617"/>
                  <a:pt x="2115220" y="3857429"/>
                  <a:pt x="2114741" y="3856451"/>
                </a:cubicBezTo>
                <a:cubicBezTo>
                  <a:pt x="2114262" y="3855455"/>
                  <a:pt x="2113074" y="3855053"/>
                  <a:pt x="2112096" y="3855531"/>
                </a:cubicBezTo>
                <a:close/>
                <a:moveTo>
                  <a:pt x="1752535" y="3992889"/>
                </a:moveTo>
                <a:cubicBezTo>
                  <a:pt x="1751481" y="3993158"/>
                  <a:pt x="1750849" y="3994250"/>
                  <a:pt x="1751136" y="3995305"/>
                </a:cubicBezTo>
                <a:cubicBezTo>
                  <a:pt x="1751365" y="3996186"/>
                  <a:pt x="1752171" y="3996779"/>
                  <a:pt x="1753053" y="3996779"/>
                </a:cubicBezTo>
                <a:cubicBezTo>
                  <a:pt x="1753206" y="3996779"/>
                  <a:pt x="1753379" y="3996761"/>
                  <a:pt x="1753551" y="3996704"/>
                </a:cubicBezTo>
                <a:cubicBezTo>
                  <a:pt x="1754605" y="3996435"/>
                  <a:pt x="1755236" y="3995342"/>
                  <a:pt x="1754970" y="3994288"/>
                </a:cubicBezTo>
                <a:cubicBezTo>
                  <a:pt x="1754681" y="3993234"/>
                  <a:pt x="1753590" y="3992602"/>
                  <a:pt x="1752535" y="3992889"/>
                </a:cubicBezTo>
                <a:close/>
                <a:moveTo>
                  <a:pt x="8202108" y="1474023"/>
                </a:moveTo>
                <a:cubicBezTo>
                  <a:pt x="8198538" y="1476172"/>
                  <a:pt x="8195788" y="1479685"/>
                  <a:pt x="8194706" y="1484055"/>
                </a:cubicBezTo>
                <a:cubicBezTo>
                  <a:pt x="8192540" y="1492793"/>
                  <a:pt x="8197850" y="1501629"/>
                  <a:pt x="8206589" y="1503794"/>
                </a:cubicBezTo>
                <a:cubicBezTo>
                  <a:pt x="8207892" y="1504120"/>
                  <a:pt x="8209214" y="1504274"/>
                  <a:pt x="8210518" y="1504274"/>
                </a:cubicBezTo>
                <a:cubicBezTo>
                  <a:pt x="8217819" y="1504274"/>
                  <a:pt x="8224469" y="1499329"/>
                  <a:pt x="8226309" y="1491912"/>
                </a:cubicBezTo>
                <a:cubicBezTo>
                  <a:pt x="8228495" y="1483173"/>
                  <a:pt x="8223167" y="1474338"/>
                  <a:pt x="8214446" y="1472172"/>
                </a:cubicBezTo>
                <a:lnTo>
                  <a:pt x="8214427" y="1472172"/>
                </a:lnTo>
                <a:cubicBezTo>
                  <a:pt x="8210066" y="1471089"/>
                  <a:pt x="8205677" y="1471875"/>
                  <a:pt x="8202108" y="1474023"/>
                </a:cubicBezTo>
                <a:close/>
                <a:moveTo>
                  <a:pt x="4361413" y="2970305"/>
                </a:moveTo>
                <a:cubicBezTo>
                  <a:pt x="4360207" y="2972816"/>
                  <a:pt x="4361260" y="2975843"/>
                  <a:pt x="4363771" y="2977051"/>
                </a:cubicBezTo>
                <a:lnTo>
                  <a:pt x="4363790" y="2977051"/>
                </a:lnTo>
                <a:cubicBezTo>
                  <a:pt x="4364499" y="2977396"/>
                  <a:pt x="4365247" y="2977549"/>
                  <a:pt x="4365976" y="2977549"/>
                </a:cubicBezTo>
                <a:cubicBezTo>
                  <a:pt x="4367853" y="2977549"/>
                  <a:pt x="4369656" y="2976495"/>
                  <a:pt x="4370517" y="2974694"/>
                </a:cubicBezTo>
                <a:cubicBezTo>
                  <a:pt x="4371725" y="2972183"/>
                  <a:pt x="4370690" y="2969174"/>
                  <a:pt x="4368160" y="2967967"/>
                </a:cubicBezTo>
                <a:cubicBezTo>
                  <a:pt x="4365631" y="2966740"/>
                  <a:pt x="4362622" y="2967794"/>
                  <a:pt x="4361413" y="2970305"/>
                </a:cubicBezTo>
                <a:close/>
                <a:moveTo>
                  <a:pt x="5411696" y="2559685"/>
                </a:moveTo>
                <a:cubicBezTo>
                  <a:pt x="5409399" y="2561796"/>
                  <a:pt x="5407909" y="2564786"/>
                  <a:pt x="5407765" y="2568159"/>
                </a:cubicBezTo>
                <a:cubicBezTo>
                  <a:pt x="5407476" y="2574886"/>
                  <a:pt x="5412690" y="2580579"/>
                  <a:pt x="5419436" y="2580866"/>
                </a:cubicBezTo>
                <a:lnTo>
                  <a:pt x="5419954" y="2580866"/>
                </a:lnTo>
                <a:cubicBezTo>
                  <a:pt x="5426451" y="2580866"/>
                  <a:pt x="5431856" y="2575748"/>
                  <a:pt x="5432143" y="2569195"/>
                </a:cubicBezTo>
                <a:cubicBezTo>
                  <a:pt x="5432430" y="2562448"/>
                  <a:pt x="5427198" y="2556756"/>
                  <a:pt x="5420472" y="2556488"/>
                </a:cubicBezTo>
                <a:cubicBezTo>
                  <a:pt x="5417099" y="2556344"/>
                  <a:pt x="5413994" y="2557575"/>
                  <a:pt x="5411696" y="2559685"/>
                </a:cubicBezTo>
                <a:close/>
                <a:moveTo>
                  <a:pt x="3955741" y="3127729"/>
                </a:moveTo>
                <a:cubicBezTo>
                  <a:pt x="3954668" y="3127557"/>
                  <a:pt x="3953653" y="3128265"/>
                  <a:pt x="3953461" y="3129358"/>
                </a:cubicBezTo>
                <a:cubicBezTo>
                  <a:pt x="3953268" y="3130431"/>
                  <a:pt x="3953998" y="3131447"/>
                  <a:pt x="3955090" y="3131638"/>
                </a:cubicBezTo>
                <a:cubicBezTo>
                  <a:pt x="3955185" y="3131677"/>
                  <a:pt x="3955300" y="3131677"/>
                  <a:pt x="3955416" y="3131677"/>
                </a:cubicBezTo>
                <a:cubicBezTo>
                  <a:pt x="3956355" y="3131677"/>
                  <a:pt x="3957197" y="3130986"/>
                  <a:pt x="3957371" y="3130009"/>
                </a:cubicBezTo>
                <a:cubicBezTo>
                  <a:pt x="3957543" y="3128937"/>
                  <a:pt x="3956834" y="3127920"/>
                  <a:pt x="3955741" y="3127729"/>
                </a:cubicBezTo>
                <a:close/>
                <a:moveTo>
                  <a:pt x="2197900" y="3811565"/>
                </a:moveTo>
                <a:cubicBezTo>
                  <a:pt x="2196941" y="3812084"/>
                  <a:pt x="2196577" y="3813291"/>
                  <a:pt x="2197094" y="3814249"/>
                </a:cubicBezTo>
                <a:cubicBezTo>
                  <a:pt x="2197439" y="3814920"/>
                  <a:pt x="2198129" y="3815303"/>
                  <a:pt x="2198839" y="3815303"/>
                </a:cubicBezTo>
                <a:cubicBezTo>
                  <a:pt x="2199163" y="3815303"/>
                  <a:pt x="2199471" y="3815227"/>
                  <a:pt x="2199777" y="3815074"/>
                </a:cubicBezTo>
                <a:cubicBezTo>
                  <a:pt x="2200736" y="3814537"/>
                  <a:pt x="2201099" y="3813349"/>
                  <a:pt x="2200582" y="3812391"/>
                </a:cubicBezTo>
                <a:cubicBezTo>
                  <a:pt x="2200065" y="3811413"/>
                  <a:pt x="2198858" y="3811049"/>
                  <a:pt x="2197900" y="3811565"/>
                </a:cubicBezTo>
                <a:close/>
                <a:moveTo>
                  <a:pt x="3780934" y="3191990"/>
                </a:moveTo>
                <a:cubicBezTo>
                  <a:pt x="3780397" y="3191952"/>
                  <a:pt x="3779956" y="3192354"/>
                  <a:pt x="3779919" y="3192891"/>
                </a:cubicBezTo>
                <a:cubicBezTo>
                  <a:pt x="3779899" y="3193408"/>
                  <a:pt x="3780302" y="3193887"/>
                  <a:pt x="3780838" y="3193887"/>
                </a:cubicBezTo>
                <a:lnTo>
                  <a:pt x="3780877" y="3193887"/>
                </a:lnTo>
                <a:cubicBezTo>
                  <a:pt x="3781395" y="3193887"/>
                  <a:pt x="3781816" y="3193504"/>
                  <a:pt x="3781836" y="3192987"/>
                </a:cubicBezTo>
                <a:cubicBezTo>
                  <a:pt x="3781874" y="3192450"/>
                  <a:pt x="3781471" y="3192009"/>
                  <a:pt x="3780934" y="3191990"/>
                </a:cubicBezTo>
                <a:close/>
                <a:moveTo>
                  <a:pt x="5898319" y="2365160"/>
                </a:moveTo>
                <a:cubicBezTo>
                  <a:pt x="5891210" y="2366886"/>
                  <a:pt x="5886841" y="2374034"/>
                  <a:pt x="5888564" y="2381125"/>
                </a:cubicBezTo>
                <a:cubicBezTo>
                  <a:pt x="5890021" y="2387181"/>
                  <a:pt x="5895424" y="2391244"/>
                  <a:pt x="5901405" y="2391244"/>
                </a:cubicBezTo>
                <a:cubicBezTo>
                  <a:pt x="5902441" y="2391244"/>
                  <a:pt x="5903475" y="2391129"/>
                  <a:pt x="5904511" y="2390880"/>
                </a:cubicBezTo>
                <a:cubicBezTo>
                  <a:pt x="5911621" y="2389175"/>
                  <a:pt x="5915988" y="2382026"/>
                  <a:pt x="5914263" y="2374934"/>
                </a:cubicBezTo>
                <a:cubicBezTo>
                  <a:pt x="5912559" y="2367824"/>
                  <a:pt x="5905411" y="2363455"/>
                  <a:pt x="5898319" y="2365160"/>
                </a:cubicBezTo>
                <a:close/>
                <a:moveTo>
                  <a:pt x="2553262" y="3668459"/>
                </a:moveTo>
                <a:cubicBezTo>
                  <a:pt x="2552821" y="3668746"/>
                  <a:pt x="2552706" y="3669340"/>
                  <a:pt x="2553012" y="3669781"/>
                </a:cubicBezTo>
                <a:cubicBezTo>
                  <a:pt x="2553185" y="3670049"/>
                  <a:pt x="2553492" y="3670203"/>
                  <a:pt x="2553798" y="3670203"/>
                </a:cubicBezTo>
                <a:cubicBezTo>
                  <a:pt x="2553990" y="3670203"/>
                  <a:pt x="2554181" y="3670145"/>
                  <a:pt x="2554335" y="3670049"/>
                </a:cubicBezTo>
                <a:cubicBezTo>
                  <a:pt x="2554776" y="3669743"/>
                  <a:pt x="2554891" y="3669149"/>
                  <a:pt x="2554603" y="3668708"/>
                </a:cubicBezTo>
                <a:cubicBezTo>
                  <a:pt x="2554296" y="3668267"/>
                  <a:pt x="2553702" y="3668171"/>
                  <a:pt x="2553262" y="3668459"/>
                </a:cubicBezTo>
                <a:close/>
                <a:moveTo>
                  <a:pt x="1658739" y="4014738"/>
                </a:moveTo>
                <a:cubicBezTo>
                  <a:pt x="1657668" y="4014948"/>
                  <a:pt x="1656976" y="4016002"/>
                  <a:pt x="1657188" y="4017076"/>
                </a:cubicBezTo>
                <a:cubicBezTo>
                  <a:pt x="1657380" y="4018015"/>
                  <a:pt x="1658202" y="4018666"/>
                  <a:pt x="1659123" y="4018666"/>
                </a:cubicBezTo>
                <a:cubicBezTo>
                  <a:pt x="1659257" y="4018666"/>
                  <a:pt x="1659373" y="4018629"/>
                  <a:pt x="1659507" y="4018629"/>
                </a:cubicBezTo>
                <a:cubicBezTo>
                  <a:pt x="1660579" y="4018398"/>
                  <a:pt x="1661269" y="4017363"/>
                  <a:pt x="1661077" y="4016291"/>
                </a:cubicBezTo>
                <a:cubicBezTo>
                  <a:pt x="1660849" y="4015217"/>
                  <a:pt x="1659814" y="4014527"/>
                  <a:pt x="1658739" y="4014738"/>
                </a:cubicBezTo>
                <a:close/>
                <a:moveTo>
                  <a:pt x="7926520" y="1566930"/>
                </a:moveTo>
                <a:cubicBezTo>
                  <a:pt x="7923440" y="1569335"/>
                  <a:pt x="7921274" y="1572914"/>
                  <a:pt x="7920757" y="1577102"/>
                </a:cubicBezTo>
                <a:cubicBezTo>
                  <a:pt x="7919741" y="1585477"/>
                  <a:pt x="7925682" y="1593086"/>
                  <a:pt x="7934058" y="1594120"/>
                </a:cubicBezTo>
                <a:cubicBezTo>
                  <a:pt x="7934690" y="1594198"/>
                  <a:pt x="7935303" y="1594235"/>
                  <a:pt x="7935936" y="1594235"/>
                </a:cubicBezTo>
                <a:cubicBezTo>
                  <a:pt x="7943545" y="1594236"/>
                  <a:pt x="7950118" y="1588562"/>
                  <a:pt x="7951076" y="1580820"/>
                </a:cubicBezTo>
                <a:cubicBezTo>
                  <a:pt x="7952092" y="1572445"/>
                  <a:pt x="7946151" y="1564836"/>
                  <a:pt x="7937776" y="1563801"/>
                </a:cubicBezTo>
                <a:cubicBezTo>
                  <a:pt x="7933597" y="1563293"/>
                  <a:pt x="7929601" y="1564525"/>
                  <a:pt x="7926520" y="1566930"/>
                </a:cubicBezTo>
                <a:close/>
                <a:moveTo>
                  <a:pt x="4587317" y="2869649"/>
                </a:moveTo>
                <a:cubicBezTo>
                  <a:pt x="4585228" y="2872964"/>
                  <a:pt x="4586225" y="2877334"/>
                  <a:pt x="4589540" y="2879423"/>
                </a:cubicBezTo>
                <a:cubicBezTo>
                  <a:pt x="4590709" y="2880170"/>
                  <a:pt x="4592013" y="2880515"/>
                  <a:pt x="4593316" y="2880515"/>
                </a:cubicBezTo>
                <a:cubicBezTo>
                  <a:pt x="4595653" y="2880515"/>
                  <a:pt x="4597972" y="2879346"/>
                  <a:pt x="4599316" y="2877219"/>
                </a:cubicBezTo>
                <a:cubicBezTo>
                  <a:pt x="4601404" y="2873903"/>
                  <a:pt x="4600406" y="2869514"/>
                  <a:pt x="4597091" y="2867425"/>
                </a:cubicBezTo>
                <a:cubicBezTo>
                  <a:pt x="4593794" y="2865336"/>
                  <a:pt x="4589404" y="2866333"/>
                  <a:pt x="4587317" y="2869649"/>
                </a:cubicBezTo>
                <a:close/>
                <a:moveTo>
                  <a:pt x="8777803" y="1231334"/>
                </a:moveTo>
                <a:cubicBezTo>
                  <a:pt x="8773301" y="1233396"/>
                  <a:pt x="8769588" y="1237177"/>
                  <a:pt x="8767729" y="1242188"/>
                </a:cubicBezTo>
                <a:cubicBezTo>
                  <a:pt x="8763992" y="1252193"/>
                  <a:pt x="8769109" y="1263346"/>
                  <a:pt x="8779132" y="1267064"/>
                </a:cubicBezTo>
                <a:cubicBezTo>
                  <a:pt x="8781336" y="1267889"/>
                  <a:pt x="8783617" y="1268291"/>
                  <a:pt x="8785860" y="1268291"/>
                </a:cubicBezTo>
                <a:cubicBezTo>
                  <a:pt x="8793717" y="1268291"/>
                  <a:pt x="8801116" y="1263461"/>
                  <a:pt x="8804009" y="1255681"/>
                </a:cubicBezTo>
                <a:lnTo>
                  <a:pt x="8804005" y="1255571"/>
                </a:lnTo>
                <a:lnTo>
                  <a:pt x="8795309" y="1233295"/>
                </a:lnTo>
                <a:lnTo>
                  <a:pt x="8792606" y="1230785"/>
                </a:lnTo>
                <a:cubicBezTo>
                  <a:pt x="8787594" y="1228926"/>
                  <a:pt x="8782304" y="1229271"/>
                  <a:pt x="8777803" y="1231334"/>
                </a:cubicBezTo>
                <a:close/>
                <a:moveTo>
                  <a:pt x="2282169" y="3764746"/>
                </a:moveTo>
                <a:cubicBezTo>
                  <a:pt x="2281230" y="3765283"/>
                  <a:pt x="2280904" y="3766489"/>
                  <a:pt x="2281441" y="3767448"/>
                </a:cubicBezTo>
                <a:cubicBezTo>
                  <a:pt x="2281805" y="3768080"/>
                  <a:pt x="2282474" y="3768445"/>
                  <a:pt x="2283166" y="3768445"/>
                </a:cubicBezTo>
                <a:cubicBezTo>
                  <a:pt x="2283491" y="3768445"/>
                  <a:pt x="2283837" y="3768367"/>
                  <a:pt x="2284143" y="3768177"/>
                </a:cubicBezTo>
                <a:cubicBezTo>
                  <a:pt x="2285102" y="3767640"/>
                  <a:pt x="2285428" y="3766432"/>
                  <a:pt x="2284872" y="3765474"/>
                </a:cubicBezTo>
                <a:cubicBezTo>
                  <a:pt x="2284335" y="3764534"/>
                  <a:pt x="2283127" y="3764209"/>
                  <a:pt x="2282169" y="3764746"/>
                </a:cubicBezTo>
                <a:close/>
                <a:moveTo>
                  <a:pt x="4967270" y="2715866"/>
                </a:moveTo>
                <a:cubicBezTo>
                  <a:pt x="4964738" y="2720868"/>
                  <a:pt x="4966752" y="2726982"/>
                  <a:pt x="4971754" y="2729512"/>
                </a:cubicBezTo>
                <a:cubicBezTo>
                  <a:pt x="4973232" y="2730240"/>
                  <a:pt x="4974782" y="2730604"/>
                  <a:pt x="4976316" y="2730605"/>
                </a:cubicBezTo>
                <a:cubicBezTo>
                  <a:pt x="4980033" y="2730604"/>
                  <a:pt x="4983620" y="2728554"/>
                  <a:pt x="4985400" y="2725009"/>
                </a:cubicBezTo>
                <a:cubicBezTo>
                  <a:pt x="4987930" y="2720006"/>
                  <a:pt x="4985917" y="2713892"/>
                  <a:pt x="4980915" y="2711381"/>
                </a:cubicBezTo>
                <a:cubicBezTo>
                  <a:pt x="4975894" y="2708852"/>
                  <a:pt x="4969799" y="2710864"/>
                  <a:pt x="4967270" y="2715866"/>
                </a:cubicBezTo>
                <a:close/>
                <a:moveTo>
                  <a:pt x="5147195" y="2644303"/>
                </a:moveTo>
                <a:cubicBezTo>
                  <a:pt x="5141330" y="2642386"/>
                  <a:pt x="5135025" y="2645569"/>
                  <a:pt x="5133089" y="2651452"/>
                </a:cubicBezTo>
                <a:cubicBezTo>
                  <a:pt x="5131171" y="2657317"/>
                  <a:pt x="5134374" y="2663621"/>
                  <a:pt x="5140236" y="2665557"/>
                </a:cubicBezTo>
                <a:cubicBezTo>
                  <a:pt x="5141386" y="2665922"/>
                  <a:pt x="5142557" y="2666113"/>
                  <a:pt x="5143724" y="2666113"/>
                </a:cubicBezTo>
                <a:cubicBezTo>
                  <a:pt x="5148420" y="2666114"/>
                  <a:pt x="5152791" y="2663123"/>
                  <a:pt x="5154343" y="2658409"/>
                </a:cubicBezTo>
                <a:cubicBezTo>
                  <a:pt x="5156259" y="2652544"/>
                  <a:pt x="5153078" y="2646219"/>
                  <a:pt x="5147195" y="2644303"/>
                </a:cubicBezTo>
                <a:close/>
                <a:moveTo>
                  <a:pt x="5797819" y="2387239"/>
                </a:moveTo>
                <a:cubicBezTo>
                  <a:pt x="5790648" y="2388638"/>
                  <a:pt x="5785992" y="2395595"/>
                  <a:pt x="5787410" y="2402762"/>
                </a:cubicBezTo>
                <a:cubicBezTo>
                  <a:pt x="5788637" y="2409068"/>
                  <a:pt x="5794176" y="2413438"/>
                  <a:pt x="5800366" y="2413437"/>
                </a:cubicBezTo>
                <a:cubicBezTo>
                  <a:pt x="5801208" y="2413438"/>
                  <a:pt x="5802071" y="2413342"/>
                  <a:pt x="5802935" y="2413170"/>
                </a:cubicBezTo>
                <a:cubicBezTo>
                  <a:pt x="5810103" y="2411770"/>
                  <a:pt x="5814760" y="2404813"/>
                  <a:pt x="5813341" y="2397645"/>
                </a:cubicBezTo>
                <a:cubicBezTo>
                  <a:pt x="5811944" y="2390477"/>
                  <a:pt x="5804985" y="2385820"/>
                  <a:pt x="5797819" y="2387239"/>
                </a:cubicBezTo>
                <a:close/>
                <a:moveTo>
                  <a:pt x="7548368" y="1699955"/>
                </a:moveTo>
                <a:lnTo>
                  <a:pt x="7538720" y="1705022"/>
                </a:lnTo>
                <a:cubicBezTo>
                  <a:pt x="7536387" y="1707825"/>
                  <a:pt x="7535122" y="1711519"/>
                  <a:pt x="7535476" y="1715438"/>
                </a:cubicBezTo>
                <a:cubicBezTo>
                  <a:pt x="7536166" y="1722836"/>
                  <a:pt x="7542376" y="1728394"/>
                  <a:pt x="7549659" y="1728393"/>
                </a:cubicBezTo>
                <a:cubicBezTo>
                  <a:pt x="7550100" y="1728394"/>
                  <a:pt x="7550521" y="1728374"/>
                  <a:pt x="7550981" y="1728316"/>
                </a:cubicBezTo>
                <a:cubicBezTo>
                  <a:pt x="7558801" y="1727607"/>
                  <a:pt x="7564570" y="1720670"/>
                  <a:pt x="7563860" y="1712831"/>
                </a:cubicBezTo>
                <a:cubicBezTo>
                  <a:pt x="7563496" y="1708912"/>
                  <a:pt x="7561580" y="1705511"/>
                  <a:pt x="7558774" y="1703179"/>
                </a:cubicBezTo>
                <a:close/>
                <a:moveTo>
                  <a:pt x="7548356" y="1699952"/>
                </a:moveTo>
                <a:lnTo>
                  <a:pt x="7548368" y="1699955"/>
                </a:lnTo>
                <a:lnTo>
                  <a:pt x="7548374" y="1699952"/>
                </a:lnTo>
                <a:close/>
                <a:moveTo>
                  <a:pt x="4203108" y="3004381"/>
                </a:moveTo>
                <a:cubicBezTo>
                  <a:pt x="4201000" y="3003692"/>
                  <a:pt x="4198720" y="3004861"/>
                  <a:pt x="4198049" y="3006969"/>
                </a:cubicBezTo>
                <a:cubicBezTo>
                  <a:pt x="4197358" y="3009077"/>
                  <a:pt x="4198508" y="3011358"/>
                  <a:pt x="4200637" y="3012028"/>
                </a:cubicBezTo>
                <a:cubicBezTo>
                  <a:pt x="4201040" y="3012162"/>
                  <a:pt x="4201461" y="3012239"/>
                  <a:pt x="4201863" y="3012240"/>
                </a:cubicBezTo>
                <a:cubicBezTo>
                  <a:pt x="4203568" y="3012240"/>
                  <a:pt x="4205140" y="3011147"/>
                  <a:pt x="4205696" y="3009441"/>
                </a:cubicBezTo>
                <a:cubicBezTo>
                  <a:pt x="4206386" y="3007333"/>
                  <a:pt x="4205216" y="3005052"/>
                  <a:pt x="4203108" y="3004381"/>
                </a:cubicBezTo>
                <a:close/>
                <a:moveTo>
                  <a:pt x="2632951" y="3615199"/>
                </a:moveTo>
                <a:cubicBezTo>
                  <a:pt x="2632511" y="3615486"/>
                  <a:pt x="2632395" y="3616080"/>
                  <a:pt x="2632682" y="3616521"/>
                </a:cubicBezTo>
                <a:cubicBezTo>
                  <a:pt x="2632874" y="3616808"/>
                  <a:pt x="2633162" y="3616961"/>
                  <a:pt x="2633488" y="3616961"/>
                </a:cubicBezTo>
                <a:cubicBezTo>
                  <a:pt x="2633660" y="3616961"/>
                  <a:pt x="2633851" y="3616904"/>
                  <a:pt x="2634005" y="3616789"/>
                </a:cubicBezTo>
                <a:cubicBezTo>
                  <a:pt x="2634446" y="3616501"/>
                  <a:pt x="2634580" y="3615908"/>
                  <a:pt x="2634273" y="3615467"/>
                </a:cubicBezTo>
                <a:cubicBezTo>
                  <a:pt x="2633986" y="3615026"/>
                  <a:pt x="2633392" y="3614911"/>
                  <a:pt x="2632951" y="3615199"/>
                </a:cubicBezTo>
                <a:close/>
                <a:moveTo>
                  <a:pt x="8366884" y="1375692"/>
                </a:moveTo>
                <a:cubicBezTo>
                  <a:pt x="8362972" y="1377769"/>
                  <a:pt x="8359852" y="1381338"/>
                  <a:pt x="8358453" y="1385909"/>
                </a:cubicBezTo>
                <a:cubicBezTo>
                  <a:pt x="8355636" y="1395050"/>
                  <a:pt x="8360792" y="1404730"/>
                  <a:pt x="8369915" y="1407527"/>
                </a:cubicBezTo>
                <a:cubicBezTo>
                  <a:pt x="8371620" y="1408045"/>
                  <a:pt x="8373326" y="1408294"/>
                  <a:pt x="8375013" y="1408294"/>
                </a:cubicBezTo>
                <a:cubicBezTo>
                  <a:pt x="8382411" y="1408294"/>
                  <a:pt x="8389271" y="1403503"/>
                  <a:pt x="8391552" y="1396067"/>
                </a:cubicBezTo>
                <a:cubicBezTo>
                  <a:pt x="8394351" y="1386924"/>
                  <a:pt x="8389213" y="1377227"/>
                  <a:pt x="8380072" y="1374429"/>
                </a:cubicBezTo>
                <a:cubicBezTo>
                  <a:pt x="8375501" y="1373030"/>
                  <a:pt x="8370796" y="1373615"/>
                  <a:pt x="8366884" y="1375692"/>
                </a:cubicBezTo>
                <a:close/>
                <a:moveTo>
                  <a:pt x="1563699" y="4030204"/>
                </a:moveTo>
                <a:cubicBezTo>
                  <a:pt x="1562627" y="4030338"/>
                  <a:pt x="1561841" y="4031316"/>
                  <a:pt x="1561995" y="4032407"/>
                </a:cubicBezTo>
                <a:cubicBezTo>
                  <a:pt x="1562108" y="4033405"/>
                  <a:pt x="1562971" y="4034133"/>
                  <a:pt x="1563948" y="4034133"/>
                </a:cubicBezTo>
                <a:lnTo>
                  <a:pt x="1564198" y="4034133"/>
                </a:lnTo>
                <a:cubicBezTo>
                  <a:pt x="1565290" y="4033980"/>
                  <a:pt x="1566056" y="4033002"/>
                  <a:pt x="1565922" y="4031910"/>
                </a:cubicBezTo>
                <a:cubicBezTo>
                  <a:pt x="1565770" y="4030836"/>
                  <a:pt x="1564791" y="4030070"/>
                  <a:pt x="1563699" y="4030204"/>
                </a:cubicBezTo>
                <a:close/>
                <a:moveTo>
                  <a:pt x="1236355" y="4157193"/>
                </a:moveTo>
                <a:cubicBezTo>
                  <a:pt x="1235837" y="4157136"/>
                  <a:pt x="1235359" y="4157500"/>
                  <a:pt x="1235301" y="4158036"/>
                </a:cubicBezTo>
                <a:cubicBezTo>
                  <a:pt x="1235224" y="4158554"/>
                  <a:pt x="1235608" y="4159033"/>
                  <a:pt x="1236125" y="4159110"/>
                </a:cubicBezTo>
                <a:lnTo>
                  <a:pt x="1236240" y="4159110"/>
                </a:lnTo>
                <a:cubicBezTo>
                  <a:pt x="1236720" y="4159110"/>
                  <a:pt x="1237141" y="4158745"/>
                  <a:pt x="1237199" y="4158267"/>
                </a:cubicBezTo>
                <a:cubicBezTo>
                  <a:pt x="1237256" y="4157749"/>
                  <a:pt x="1236892" y="4157270"/>
                  <a:pt x="1236355" y="4157193"/>
                </a:cubicBezTo>
                <a:close/>
                <a:moveTo>
                  <a:pt x="2365289" y="3715855"/>
                </a:moveTo>
                <a:cubicBezTo>
                  <a:pt x="2364349" y="3716410"/>
                  <a:pt x="2364043" y="3717637"/>
                  <a:pt x="2364599" y="3718576"/>
                </a:cubicBezTo>
                <a:cubicBezTo>
                  <a:pt x="2364983" y="3719190"/>
                  <a:pt x="2365634" y="3719534"/>
                  <a:pt x="2366305" y="3719534"/>
                </a:cubicBezTo>
                <a:cubicBezTo>
                  <a:pt x="2366650" y="3719534"/>
                  <a:pt x="2366995" y="3719438"/>
                  <a:pt x="2367321" y="3719247"/>
                </a:cubicBezTo>
                <a:cubicBezTo>
                  <a:pt x="2368260" y="3718691"/>
                  <a:pt x="2368566" y="3717465"/>
                  <a:pt x="2367991" y="3716525"/>
                </a:cubicBezTo>
                <a:cubicBezTo>
                  <a:pt x="2367436" y="3715586"/>
                  <a:pt x="2366228" y="3715280"/>
                  <a:pt x="2365289" y="3715855"/>
                </a:cubicBezTo>
                <a:close/>
                <a:moveTo>
                  <a:pt x="4809308" y="2758892"/>
                </a:moveTo>
                <a:cubicBezTo>
                  <a:pt x="4806683" y="2763204"/>
                  <a:pt x="4808043" y="2768819"/>
                  <a:pt x="4812355" y="2771446"/>
                </a:cubicBezTo>
                <a:cubicBezTo>
                  <a:pt x="4813830" y="2772346"/>
                  <a:pt x="4815481" y="2772767"/>
                  <a:pt x="4817089" y="2772768"/>
                </a:cubicBezTo>
                <a:cubicBezTo>
                  <a:pt x="4820174" y="2772767"/>
                  <a:pt x="4823184" y="2771216"/>
                  <a:pt x="4824907" y="2768398"/>
                </a:cubicBezTo>
                <a:cubicBezTo>
                  <a:pt x="4827534" y="2764086"/>
                  <a:pt x="4826153" y="2758452"/>
                  <a:pt x="4821863" y="2755845"/>
                </a:cubicBezTo>
                <a:cubicBezTo>
                  <a:pt x="4817549" y="2753200"/>
                  <a:pt x="4811915" y="2754580"/>
                  <a:pt x="4809308" y="2758892"/>
                </a:cubicBezTo>
                <a:close/>
                <a:moveTo>
                  <a:pt x="3685050" y="3190975"/>
                </a:moveTo>
                <a:cubicBezTo>
                  <a:pt x="3684513" y="3190994"/>
                  <a:pt x="3684110" y="3191434"/>
                  <a:pt x="3684111" y="3191952"/>
                </a:cubicBezTo>
                <a:lnTo>
                  <a:pt x="3684130" y="3191952"/>
                </a:lnTo>
                <a:cubicBezTo>
                  <a:pt x="3684149" y="3192489"/>
                  <a:pt x="3684590" y="3192891"/>
                  <a:pt x="3685108" y="3192891"/>
                </a:cubicBezTo>
                <a:cubicBezTo>
                  <a:pt x="3685625" y="3192872"/>
                  <a:pt x="3686046" y="3192431"/>
                  <a:pt x="3686027" y="3191894"/>
                </a:cubicBezTo>
                <a:cubicBezTo>
                  <a:pt x="3686007" y="3191377"/>
                  <a:pt x="3685567" y="3190955"/>
                  <a:pt x="3685050" y="3190975"/>
                </a:cubicBezTo>
                <a:close/>
                <a:moveTo>
                  <a:pt x="5696470" y="2404698"/>
                </a:moveTo>
                <a:cubicBezTo>
                  <a:pt x="5689247" y="2405752"/>
                  <a:pt x="5684243" y="2412479"/>
                  <a:pt x="5685316" y="2419704"/>
                </a:cubicBezTo>
                <a:cubicBezTo>
                  <a:pt x="5686275" y="2426279"/>
                  <a:pt x="5691928" y="2431012"/>
                  <a:pt x="5698388" y="2431012"/>
                </a:cubicBezTo>
                <a:cubicBezTo>
                  <a:pt x="5699023" y="2431012"/>
                  <a:pt x="5699652" y="2430955"/>
                  <a:pt x="5700303" y="2430878"/>
                </a:cubicBezTo>
                <a:cubicBezTo>
                  <a:pt x="5707530" y="2429805"/>
                  <a:pt x="5712530" y="2423097"/>
                  <a:pt x="5711478" y="2415871"/>
                </a:cubicBezTo>
                <a:cubicBezTo>
                  <a:pt x="5710423" y="2408646"/>
                  <a:pt x="5703697" y="2403644"/>
                  <a:pt x="5696470" y="2404698"/>
                </a:cubicBezTo>
                <a:close/>
                <a:moveTo>
                  <a:pt x="4033035" y="3053789"/>
                </a:moveTo>
                <a:cubicBezTo>
                  <a:pt x="4031406" y="3053482"/>
                  <a:pt x="4029834" y="3054536"/>
                  <a:pt x="4029527" y="3056165"/>
                </a:cubicBezTo>
                <a:cubicBezTo>
                  <a:pt x="4029203" y="3057795"/>
                  <a:pt x="4030275" y="3059366"/>
                  <a:pt x="4031905" y="3059692"/>
                </a:cubicBezTo>
                <a:cubicBezTo>
                  <a:pt x="4032096" y="3059749"/>
                  <a:pt x="4032288" y="3059749"/>
                  <a:pt x="4032479" y="3059749"/>
                </a:cubicBezTo>
                <a:cubicBezTo>
                  <a:pt x="4033879" y="3059749"/>
                  <a:pt x="4035143" y="3058734"/>
                  <a:pt x="4035412" y="3057296"/>
                </a:cubicBezTo>
                <a:cubicBezTo>
                  <a:pt x="4035738" y="3055667"/>
                  <a:pt x="4034665" y="3054095"/>
                  <a:pt x="4033035" y="3053789"/>
                </a:cubicBezTo>
                <a:close/>
                <a:moveTo>
                  <a:pt x="4431753" y="2896806"/>
                </a:moveTo>
                <a:cubicBezTo>
                  <a:pt x="4430257" y="2899796"/>
                  <a:pt x="4431481" y="2903438"/>
                  <a:pt x="4434473" y="2904933"/>
                </a:cubicBezTo>
                <a:cubicBezTo>
                  <a:pt x="4435336" y="2905374"/>
                  <a:pt x="4436276" y="2905584"/>
                  <a:pt x="4437176" y="2905584"/>
                </a:cubicBezTo>
                <a:cubicBezTo>
                  <a:pt x="4439399" y="2905585"/>
                  <a:pt x="4441545" y="2904357"/>
                  <a:pt x="4442619" y="2902230"/>
                </a:cubicBezTo>
                <a:cubicBezTo>
                  <a:pt x="4444113" y="2899221"/>
                  <a:pt x="4442885" y="2895580"/>
                  <a:pt x="4439898" y="2894085"/>
                </a:cubicBezTo>
                <a:cubicBezTo>
                  <a:pt x="4436888" y="2892590"/>
                  <a:pt x="4433247" y="2893797"/>
                  <a:pt x="4431753" y="2896806"/>
                </a:cubicBezTo>
                <a:close/>
                <a:moveTo>
                  <a:pt x="5310128" y="2550027"/>
                </a:moveTo>
                <a:cubicBezTo>
                  <a:pt x="5307646" y="2551921"/>
                  <a:pt x="5305882" y="2554763"/>
                  <a:pt x="5305422" y="2558098"/>
                </a:cubicBezTo>
                <a:cubicBezTo>
                  <a:pt x="5304541" y="2564786"/>
                  <a:pt x="5309218" y="2570920"/>
                  <a:pt x="5315907" y="2571820"/>
                </a:cubicBezTo>
                <a:cubicBezTo>
                  <a:pt x="5316443" y="2571896"/>
                  <a:pt x="5316998" y="2571935"/>
                  <a:pt x="5317535" y="2571935"/>
                </a:cubicBezTo>
                <a:cubicBezTo>
                  <a:pt x="5323553" y="2571935"/>
                  <a:pt x="5328785" y="2567489"/>
                  <a:pt x="5329628" y="2561355"/>
                </a:cubicBezTo>
                <a:cubicBezTo>
                  <a:pt x="5330510" y="2554667"/>
                  <a:pt x="5325834" y="2548534"/>
                  <a:pt x="5319147" y="2547633"/>
                </a:cubicBezTo>
                <a:cubicBezTo>
                  <a:pt x="5315811" y="2547183"/>
                  <a:pt x="5312610" y="2548131"/>
                  <a:pt x="5310128" y="2550027"/>
                </a:cubicBezTo>
                <a:close/>
                <a:moveTo>
                  <a:pt x="3859858" y="3115980"/>
                </a:moveTo>
                <a:cubicBezTo>
                  <a:pt x="3858764" y="3115904"/>
                  <a:pt x="3857807" y="3116709"/>
                  <a:pt x="3857730" y="3117801"/>
                </a:cubicBezTo>
                <a:cubicBezTo>
                  <a:pt x="3857634" y="3118894"/>
                  <a:pt x="3858458" y="3119852"/>
                  <a:pt x="3859551" y="3119948"/>
                </a:cubicBezTo>
                <a:lnTo>
                  <a:pt x="3859686" y="3119948"/>
                </a:lnTo>
                <a:cubicBezTo>
                  <a:pt x="3860720" y="3119948"/>
                  <a:pt x="3861602" y="3119162"/>
                  <a:pt x="3861677" y="3118108"/>
                </a:cubicBezTo>
                <a:cubicBezTo>
                  <a:pt x="3861755" y="3117016"/>
                  <a:pt x="3860950" y="3116058"/>
                  <a:pt x="3859858" y="3115980"/>
                </a:cubicBezTo>
                <a:close/>
                <a:moveTo>
                  <a:pt x="2713024" y="3562513"/>
                </a:moveTo>
                <a:cubicBezTo>
                  <a:pt x="2712583" y="3562800"/>
                  <a:pt x="2712448" y="3563394"/>
                  <a:pt x="2712736" y="3563854"/>
                </a:cubicBezTo>
                <a:cubicBezTo>
                  <a:pt x="2712928" y="3564122"/>
                  <a:pt x="2713235" y="3564276"/>
                  <a:pt x="2713541" y="3564276"/>
                </a:cubicBezTo>
                <a:cubicBezTo>
                  <a:pt x="2713733" y="3564276"/>
                  <a:pt x="2713905" y="3564237"/>
                  <a:pt x="2714058" y="3564122"/>
                </a:cubicBezTo>
                <a:cubicBezTo>
                  <a:pt x="2714519" y="3563835"/>
                  <a:pt x="2714634" y="3563241"/>
                  <a:pt x="2714346" y="3562800"/>
                </a:cubicBezTo>
                <a:cubicBezTo>
                  <a:pt x="2714059" y="3562359"/>
                  <a:pt x="2713465" y="3562225"/>
                  <a:pt x="2713024" y="3562513"/>
                </a:cubicBezTo>
                <a:close/>
                <a:moveTo>
                  <a:pt x="2447528" y="3665507"/>
                </a:moveTo>
                <a:cubicBezTo>
                  <a:pt x="2446607" y="3666083"/>
                  <a:pt x="2446320" y="3667309"/>
                  <a:pt x="2446895" y="3668248"/>
                </a:cubicBezTo>
                <a:cubicBezTo>
                  <a:pt x="2447278" y="3668842"/>
                  <a:pt x="2447930" y="3669168"/>
                  <a:pt x="2448582" y="3669168"/>
                </a:cubicBezTo>
                <a:cubicBezTo>
                  <a:pt x="2448945" y="3669168"/>
                  <a:pt x="2449310" y="3669072"/>
                  <a:pt x="2449616" y="3668881"/>
                </a:cubicBezTo>
                <a:cubicBezTo>
                  <a:pt x="2450555" y="3668306"/>
                  <a:pt x="2450843" y="3667080"/>
                  <a:pt x="2450268" y="3666159"/>
                </a:cubicBezTo>
                <a:cubicBezTo>
                  <a:pt x="2449693" y="3665220"/>
                  <a:pt x="2448467" y="3664932"/>
                  <a:pt x="2447528" y="3665507"/>
                </a:cubicBezTo>
                <a:close/>
                <a:moveTo>
                  <a:pt x="7444154" y="1712832"/>
                </a:moveTo>
                <a:cubicBezTo>
                  <a:pt x="7436392" y="1714038"/>
                  <a:pt x="7431063" y="1721321"/>
                  <a:pt x="7432252" y="1729103"/>
                </a:cubicBezTo>
                <a:cubicBezTo>
                  <a:pt x="7433364" y="1736136"/>
                  <a:pt x="7439421" y="1741157"/>
                  <a:pt x="7446319" y="1741157"/>
                </a:cubicBezTo>
                <a:cubicBezTo>
                  <a:pt x="7447048" y="1741157"/>
                  <a:pt x="7447776" y="1741100"/>
                  <a:pt x="7448524" y="1740985"/>
                </a:cubicBezTo>
                <a:cubicBezTo>
                  <a:pt x="7456285" y="1739778"/>
                  <a:pt x="7461613" y="1732495"/>
                  <a:pt x="7460426" y="1724733"/>
                </a:cubicBezTo>
                <a:cubicBezTo>
                  <a:pt x="7459217" y="1716952"/>
                  <a:pt x="7451935" y="1711624"/>
                  <a:pt x="7444154" y="1712832"/>
                </a:cubicBezTo>
                <a:close/>
                <a:moveTo>
                  <a:pt x="8098834" y="1450896"/>
                </a:moveTo>
                <a:cubicBezTo>
                  <a:pt x="8095348" y="1453184"/>
                  <a:pt x="8092737" y="1456801"/>
                  <a:pt x="8091826" y="1461209"/>
                </a:cubicBezTo>
                <a:cubicBezTo>
                  <a:pt x="8090006" y="1470025"/>
                  <a:pt x="8095659" y="1478649"/>
                  <a:pt x="8104476" y="1480470"/>
                </a:cubicBezTo>
                <a:cubicBezTo>
                  <a:pt x="8105588" y="1480700"/>
                  <a:pt x="8106699" y="1480815"/>
                  <a:pt x="8107792" y="1480815"/>
                </a:cubicBezTo>
                <a:cubicBezTo>
                  <a:pt x="8115362" y="1480816"/>
                  <a:pt x="8122147" y="1475525"/>
                  <a:pt x="8123737" y="1467822"/>
                </a:cubicBezTo>
                <a:cubicBezTo>
                  <a:pt x="8125557" y="1459005"/>
                  <a:pt x="8119904" y="1450381"/>
                  <a:pt x="8111088" y="1448560"/>
                </a:cubicBezTo>
                <a:cubicBezTo>
                  <a:pt x="8106680" y="1447649"/>
                  <a:pt x="8102320" y="1448608"/>
                  <a:pt x="8098834" y="1450896"/>
                </a:cubicBezTo>
                <a:close/>
                <a:moveTo>
                  <a:pt x="1467796" y="4038483"/>
                </a:moveTo>
                <a:cubicBezTo>
                  <a:pt x="1466704" y="4038541"/>
                  <a:pt x="1465861" y="4039461"/>
                  <a:pt x="1465898" y="4040553"/>
                </a:cubicBezTo>
                <a:cubicBezTo>
                  <a:pt x="1465956" y="4041607"/>
                  <a:pt x="1466838" y="4042431"/>
                  <a:pt x="1467892" y="4042431"/>
                </a:cubicBezTo>
                <a:lnTo>
                  <a:pt x="1467987" y="4042431"/>
                </a:lnTo>
                <a:cubicBezTo>
                  <a:pt x="1469061" y="4042393"/>
                  <a:pt x="1469923" y="4041455"/>
                  <a:pt x="1469867" y="4040362"/>
                </a:cubicBezTo>
                <a:cubicBezTo>
                  <a:pt x="1469809" y="4039269"/>
                  <a:pt x="1468888" y="4038426"/>
                  <a:pt x="1467796" y="4038483"/>
                </a:cubicBezTo>
                <a:close/>
                <a:moveTo>
                  <a:pt x="8524964" y="1283393"/>
                </a:moveTo>
                <a:cubicBezTo>
                  <a:pt x="8520750" y="1285453"/>
                  <a:pt x="8517324" y="1289123"/>
                  <a:pt x="8515686" y="1293915"/>
                </a:cubicBezTo>
                <a:cubicBezTo>
                  <a:pt x="8512409" y="1303498"/>
                  <a:pt x="8517508" y="1313924"/>
                  <a:pt x="8527090" y="1317220"/>
                </a:cubicBezTo>
                <a:cubicBezTo>
                  <a:pt x="8529064" y="1317892"/>
                  <a:pt x="8531057" y="1318198"/>
                  <a:pt x="8533030" y="1318198"/>
                </a:cubicBezTo>
                <a:cubicBezTo>
                  <a:pt x="8540639" y="1318198"/>
                  <a:pt x="8547769" y="1313426"/>
                  <a:pt x="8550376" y="1305798"/>
                </a:cubicBezTo>
                <a:cubicBezTo>
                  <a:pt x="8553653" y="1296235"/>
                  <a:pt x="8548555" y="1285790"/>
                  <a:pt x="8538972" y="1282531"/>
                </a:cubicBezTo>
                <a:cubicBezTo>
                  <a:pt x="8534181" y="1280883"/>
                  <a:pt x="8529179" y="1281333"/>
                  <a:pt x="8524964" y="1283393"/>
                </a:cubicBezTo>
                <a:close/>
                <a:moveTo>
                  <a:pt x="7821600" y="1557488"/>
                </a:moveTo>
                <a:cubicBezTo>
                  <a:pt x="7818658" y="1560059"/>
                  <a:pt x="7816699" y="1563753"/>
                  <a:pt x="7816421" y="1567960"/>
                </a:cubicBezTo>
                <a:cubicBezTo>
                  <a:pt x="7815846" y="1576374"/>
                  <a:pt x="7822209" y="1583657"/>
                  <a:pt x="7830622" y="1584231"/>
                </a:cubicBezTo>
                <a:lnTo>
                  <a:pt x="7830622" y="1584251"/>
                </a:lnTo>
                <a:cubicBezTo>
                  <a:pt x="7830967" y="1584251"/>
                  <a:pt x="7831313" y="1584251"/>
                  <a:pt x="7831657" y="1584251"/>
                </a:cubicBezTo>
                <a:cubicBezTo>
                  <a:pt x="7839630" y="1584251"/>
                  <a:pt x="7846338" y="1578079"/>
                  <a:pt x="7846894" y="1570030"/>
                </a:cubicBezTo>
                <a:cubicBezTo>
                  <a:pt x="7847450" y="1561616"/>
                  <a:pt x="7841086" y="1554315"/>
                  <a:pt x="7832673" y="1553759"/>
                </a:cubicBezTo>
                <a:cubicBezTo>
                  <a:pt x="7828466" y="1553471"/>
                  <a:pt x="7824542" y="1554918"/>
                  <a:pt x="7821600" y="1557488"/>
                </a:cubicBezTo>
                <a:close/>
                <a:moveTo>
                  <a:pt x="4655373" y="2790592"/>
                </a:moveTo>
                <a:cubicBezTo>
                  <a:pt x="4653073" y="2794425"/>
                  <a:pt x="4654298" y="2799408"/>
                  <a:pt x="4658132" y="2801728"/>
                </a:cubicBezTo>
                <a:cubicBezTo>
                  <a:pt x="4659436" y="2802513"/>
                  <a:pt x="4660893" y="2802897"/>
                  <a:pt x="4662310" y="2802897"/>
                </a:cubicBezTo>
                <a:cubicBezTo>
                  <a:pt x="4665070" y="2802897"/>
                  <a:pt x="4667753" y="2801498"/>
                  <a:pt x="4669267" y="2798968"/>
                </a:cubicBezTo>
                <a:cubicBezTo>
                  <a:pt x="4671586" y="2795135"/>
                  <a:pt x="4670360" y="2790151"/>
                  <a:pt x="4666507" y="2787832"/>
                </a:cubicBezTo>
                <a:cubicBezTo>
                  <a:pt x="4662675" y="2785533"/>
                  <a:pt x="4657691" y="2786759"/>
                  <a:pt x="4655373" y="2790592"/>
                </a:cubicBezTo>
                <a:close/>
                <a:moveTo>
                  <a:pt x="2529229" y="3614240"/>
                </a:moveTo>
                <a:cubicBezTo>
                  <a:pt x="2528309" y="3614834"/>
                  <a:pt x="2528022" y="3616042"/>
                  <a:pt x="2528616" y="3616981"/>
                </a:cubicBezTo>
                <a:cubicBezTo>
                  <a:pt x="2528980" y="3617575"/>
                  <a:pt x="2529632" y="3617900"/>
                  <a:pt x="2530283" y="3617900"/>
                </a:cubicBezTo>
                <a:cubicBezTo>
                  <a:pt x="2530647" y="3617900"/>
                  <a:pt x="2531012" y="3617785"/>
                  <a:pt x="2531337" y="3617594"/>
                </a:cubicBezTo>
                <a:cubicBezTo>
                  <a:pt x="2532257" y="3617000"/>
                  <a:pt x="2532544" y="3615774"/>
                  <a:pt x="2531951" y="3614854"/>
                </a:cubicBezTo>
                <a:cubicBezTo>
                  <a:pt x="2531375" y="3613933"/>
                  <a:pt x="2530149" y="3613665"/>
                  <a:pt x="2529229" y="3614240"/>
                </a:cubicBezTo>
                <a:close/>
                <a:moveTo>
                  <a:pt x="2793824" y="3510939"/>
                </a:moveTo>
                <a:cubicBezTo>
                  <a:pt x="2793364" y="3511227"/>
                  <a:pt x="2793230" y="3511821"/>
                  <a:pt x="2793518" y="3512261"/>
                </a:cubicBezTo>
                <a:cubicBezTo>
                  <a:pt x="2793690" y="3512549"/>
                  <a:pt x="2793998" y="3512722"/>
                  <a:pt x="2794322" y="3512722"/>
                </a:cubicBezTo>
                <a:cubicBezTo>
                  <a:pt x="2794496" y="3512722"/>
                  <a:pt x="2794667" y="3512664"/>
                  <a:pt x="2794841" y="3512568"/>
                </a:cubicBezTo>
                <a:cubicBezTo>
                  <a:pt x="2795281" y="3512281"/>
                  <a:pt x="2795415" y="3511686"/>
                  <a:pt x="2795128" y="3511246"/>
                </a:cubicBezTo>
                <a:cubicBezTo>
                  <a:pt x="2794859" y="3510805"/>
                  <a:pt x="2794265" y="3510671"/>
                  <a:pt x="2793824" y="3510939"/>
                </a:cubicBezTo>
                <a:close/>
                <a:moveTo>
                  <a:pt x="5594473" y="2416714"/>
                </a:moveTo>
                <a:cubicBezTo>
                  <a:pt x="5587192" y="2417348"/>
                  <a:pt x="5581806" y="2423767"/>
                  <a:pt x="5582455" y="2431051"/>
                </a:cubicBezTo>
                <a:cubicBezTo>
                  <a:pt x="5583050" y="2437930"/>
                  <a:pt x="5588839" y="2443125"/>
                  <a:pt x="5595623" y="2443125"/>
                </a:cubicBezTo>
                <a:cubicBezTo>
                  <a:pt x="5596007" y="2443125"/>
                  <a:pt x="5596388" y="2443105"/>
                  <a:pt x="5596772" y="2443067"/>
                </a:cubicBezTo>
                <a:cubicBezTo>
                  <a:pt x="5604056" y="2442415"/>
                  <a:pt x="5609441" y="2436014"/>
                  <a:pt x="5608789" y="2428732"/>
                </a:cubicBezTo>
                <a:cubicBezTo>
                  <a:pt x="5608157" y="2421468"/>
                  <a:pt x="5601737" y="2416082"/>
                  <a:pt x="5594473" y="2416714"/>
                </a:cubicBezTo>
                <a:close/>
                <a:moveTo>
                  <a:pt x="4276589" y="2930518"/>
                </a:moveTo>
                <a:cubicBezTo>
                  <a:pt x="4273944" y="2929617"/>
                  <a:pt x="4271069" y="2931016"/>
                  <a:pt x="4270167" y="2933661"/>
                </a:cubicBezTo>
                <a:cubicBezTo>
                  <a:pt x="4269268" y="2936306"/>
                  <a:pt x="4270686" y="2939161"/>
                  <a:pt x="4273330" y="2940062"/>
                </a:cubicBezTo>
                <a:cubicBezTo>
                  <a:pt x="4273868" y="2940254"/>
                  <a:pt x="4274423" y="2940349"/>
                  <a:pt x="4274959" y="2940349"/>
                </a:cubicBezTo>
                <a:cubicBezTo>
                  <a:pt x="4277049" y="2940349"/>
                  <a:pt x="4279004" y="2939027"/>
                  <a:pt x="4279732" y="2936919"/>
                </a:cubicBezTo>
                <a:cubicBezTo>
                  <a:pt x="4280632" y="2934274"/>
                  <a:pt x="4279214" y="2931419"/>
                  <a:pt x="4276589" y="2930518"/>
                </a:cubicBezTo>
                <a:close/>
                <a:moveTo>
                  <a:pt x="3589377" y="3197624"/>
                </a:moveTo>
                <a:cubicBezTo>
                  <a:pt x="3588860" y="3197682"/>
                  <a:pt x="3588476" y="3198141"/>
                  <a:pt x="3588533" y="3198678"/>
                </a:cubicBezTo>
                <a:cubicBezTo>
                  <a:pt x="3588591" y="3199158"/>
                  <a:pt x="3588993" y="3199521"/>
                  <a:pt x="3589491" y="3199521"/>
                </a:cubicBezTo>
                <a:lnTo>
                  <a:pt x="3589588" y="3199522"/>
                </a:lnTo>
                <a:cubicBezTo>
                  <a:pt x="3590124" y="3199464"/>
                  <a:pt x="3590508" y="3199004"/>
                  <a:pt x="3590450" y="3198468"/>
                </a:cubicBezTo>
                <a:cubicBezTo>
                  <a:pt x="3590392" y="3197951"/>
                  <a:pt x="3589914" y="3197567"/>
                  <a:pt x="3589377" y="3197624"/>
                </a:cubicBezTo>
                <a:close/>
                <a:moveTo>
                  <a:pt x="7340987" y="1731824"/>
                </a:moveTo>
                <a:cubicBezTo>
                  <a:pt x="7333282" y="1733434"/>
                  <a:pt x="7328357" y="1741004"/>
                  <a:pt x="7329986" y="1748708"/>
                </a:cubicBezTo>
                <a:cubicBezTo>
                  <a:pt x="7331404" y="1755397"/>
                  <a:pt x="7337327" y="1759997"/>
                  <a:pt x="7343919" y="1759997"/>
                </a:cubicBezTo>
                <a:cubicBezTo>
                  <a:pt x="7344896" y="1759996"/>
                  <a:pt x="7345893" y="1759901"/>
                  <a:pt x="7346870" y="1759690"/>
                </a:cubicBezTo>
                <a:cubicBezTo>
                  <a:pt x="7354575" y="1758062"/>
                  <a:pt x="7359501" y="1750491"/>
                  <a:pt x="7357872" y="1742805"/>
                </a:cubicBezTo>
                <a:cubicBezTo>
                  <a:pt x="7356242" y="1735101"/>
                  <a:pt x="7348672" y="1730195"/>
                  <a:pt x="7340987" y="1731824"/>
                </a:cubicBezTo>
                <a:close/>
                <a:moveTo>
                  <a:pt x="2070181" y="3781323"/>
                </a:moveTo>
                <a:cubicBezTo>
                  <a:pt x="2068648" y="3781956"/>
                  <a:pt x="2067939" y="3783699"/>
                  <a:pt x="2068571" y="3785233"/>
                </a:cubicBezTo>
                <a:cubicBezTo>
                  <a:pt x="2069050" y="3786402"/>
                  <a:pt x="2070162" y="3787092"/>
                  <a:pt x="2071350" y="3787092"/>
                </a:cubicBezTo>
                <a:cubicBezTo>
                  <a:pt x="2071733" y="3787092"/>
                  <a:pt x="2072117" y="3787015"/>
                  <a:pt x="2072500" y="3786862"/>
                </a:cubicBezTo>
                <a:cubicBezTo>
                  <a:pt x="2074014" y="3786230"/>
                  <a:pt x="2074743" y="3784467"/>
                  <a:pt x="2074110" y="3782933"/>
                </a:cubicBezTo>
                <a:cubicBezTo>
                  <a:pt x="2073478" y="3781400"/>
                  <a:pt x="2071714" y="3780691"/>
                  <a:pt x="2070181" y="3781323"/>
                </a:cubicBezTo>
                <a:close/>
                <a:moveTo>
                  <a:pt x="1979836" y="3816550"/>
                </a:moveTo>
                <a:cubicBezTo>
                  <a:pt x="1978284" y="3817124"/>
                  <a:pt x="1977478" y="3818849"/>
                  <a:pt x="1978054" y="3820402"/>
                </a:cubicBezTo>
                <a:cubicBezTo>
                  <a:pt x="1978495" y="3821628"/>
                  <a:pt x="1979644" y="3822376"/>
                  <a:pt x="1980871" y="3822376"/>
                </a:cubicBezTo>
                <a:cubicBezTo>
                  <a:pt x="1981215" y="3822376"/>
                  <a:pt x="1981561" y="3822318"/>
                  <a:pt x="1981906" y="3822184"/>
                </a:cubicBezTo>
                <a:cubicBezTo>
                  <a:pt x="1983458" y="3821628"/>
                  <a:pt x="1984262" y="3819903"/>
                  <a:pt x="1983688" y="3818351"/>
                </a:cubicBezTo>
                <a:cubicBezTo>
                  <a:pt x="1983113" y="3816779"/>
                  <a:pt x="1981407" y="3815974"/>
                  <a:pt x="1979836" y="3816550"/>
                </a:cubicBezTo>
                <a:close/>
                <a:moveTo>
                  <a:pt x="1142138" y="4140538"/>
                </a:moveTo>
                <a:cubicBezTo>
                  <a:pt x="1141621" y="4140424"/>
                  <a:pt x="1141104" y="4140749"/>
                  <a:pt x="1140989" y="4141248"/>
                </a:cubicBezTo>
                <a:cubicBezTo>
                  <a:pt x="1140874" y="4141785"/>
                  <a:pt x="1141199" y="4142283"/>
                  <a:pt x="1141698" y="4142416"/>
                </a:cubicBezTo>
                <a:lnTo>
                  <a:pt x="1141698" y="4142436"/>
                </a:lnTo>
                <a:cubicBezTo>
                  <a:pt x="1141774" y="4142436"/>
                  <a:pt x="1141928" y="4142436"/>
                  <a:pt x="1141928" y="4142436"/>
                </a:cubicBezTo>
                <a:cubicBezTo>
                  <a:pt x="1142349" y="4142436"/>
                  <a:pt x="1142751" y="4142129"/>
                  <a:pt x="1142847" y="4141689"/>
                </a:cubicBezTo>
                <a:cubicBezTo>
                  <a:pt x="1142962" y="4141171"/>
                  <a:pt x="1142656" y="4140653"/>
                  <a:pt x="1142138" y="4140538"/>
                </a:cubicBezTo>
                <a:close/>
                <a:moveTo>
                  <a:pt x="2158974" y="3742245"/>
                </a:moveTo>
                <a:cubicBezTo>
                  <a:pt x="2157460" y="3742955"/>
                  <a:pt x="2156808" y="3744737"/>
                  <a:pt x="2157498" y="3746232"/>
                </a:cubicBezTo>
                <a:cubicBezTo>
                  <a:pt x="2158015" y="3747324"/>
                  <a:pt x="2159089" y="3747976"/>
                  <a:pt x="2160239" y="3747976"/>
                </a:cubicBezTo>
                <a:cubicBezTo>
                  <a:pt x="2160660" y="3747976"/>
                  <a:pt x="2161082" y="3747880"/>
                  <a:pt x="2161485" y="3747707"/>
                </a:cubicBezTo>
                <a:cubicBezTo>
                  <a:pt x="2162998" y="3746998"/>
                  <a:pt x="2163650" y="3745215"/>
                  <a:pt x="2162941" y="3743702"/>
                </a:cubicBezTo>
                <a:cubicBezTo>
                  <a:pt x="2162251" y="3742207"/>
                  <a:pt x="2160469" y="3741556"/>
                  <a:pt x="2158974" y="3742245"/>
                </a:cubicBezTo>
                <a:close/>
                <a:moveTo>
                  <a:pt x="1887938" y="3847424"/>
                </a:moveTo>
                <a:cubicBezTo>
                  <a:pt x="1886367" y="3847903"/>
                  <a:pt x="1885466" y="3849590"/>
                  <a:pt x="1885964" y="3851162"/>
                </a:cubicBezTo>
                <a:cubicBezTo>
                  <a:pt x="1886348" y="3852465"/>
                  <a:pt x="1887536" y="3853289"/>
                  <a:pt x="1888820" y="3853289"/>
                </a:cubicBezTo>
                <a:cubicBezTo>
                  <a:pt x="1889127" y="3853289"/>
                  <a:pt x="1889414" y="3853250"/>
                  <a:pt x="1889701" y="3853155"/>
                </a:cubicBezTo>
                <a:cubicBezTo>
                  <a:pt x="1891292" y="3852676"/>
                  <a:pt x="1892193" y="3850990"/>
                  <a:pt x="1891695" y="3849398"/>
                </a:cubicBezTo>
                <a:cubicBezTo>
                  <a:pt x="1891215" y="3847807"/>
                  <a:pt x="1889529" y="3846926"/>
                  <a:pt x="1887938" y="3847424"/>
                </a:cubicBezTo>
                <a:close/>
                <a:moveTo>
                  <a:pt x="2875642" y="3461014"/>
                </a:moveTo>
                <a:cubicBezTo>
                  <a:pt x="2875181" y="3461282"/>
                  <a:pt x="2875029" y="3461876"/>
                  <a:pt x="2875296" y="3462316"/>
                </a:cubicBezTo>
                <a:cubicBezTo>
                  <a:pt x="2875488" y="3462623"/>
                  <a:pt x="2875794" y="3462796"/>
                  <a:pt x="2876140" y="3462796"/>
                </a:cubicBezTo>
                <a:cubicBezTo>
                  <a:pt x="2876293" y="3462796"/>
                  <a:pt x="2876465" y="3462757"/>
                  <a:pt x="2876619" y="3462662"/>
                </a:cubicBezTo>
                <a:cubicBezTo>
                  <a:pt x="2877078" y="3462394"/>
                  <a:pt x="2877213" y="3461799"/>
                  <a:pt x="2876964" y="3461339"/>
                </a:cubicBezTo>
                <a:cubicBezTo>
                  <a:pt x="2876676" y="3460899"/>
                  <a:pt x="2876100" y="3460745"/>
                  <a:pt x="2875642" y="3461014"/>
                </a:cubicBezTo>
                <a:close/>
                <a:moveTo>
                  <a:pt x="4108241" y="2979256"/>
                </a:moveTo>
                <a:cubicBezTo>
                  <a:pt x="4106075" y="2978795"/>
                  <a:pt x="4103947" y="2980195"/>
                  <a:pt x="4103488" y="2982361"/>
                </a:cubicBezTo>
                <a:cubicBezTo>
                  <a:pt x="4103028" y="2984545"/>
                  <a:pt x="4104427" y="2986672"/>
                  <a:pt x="4106592" y="2987133"/>
                </a:cubicBezTo>
                <a:cubicBezTo>
                  <a:pt x="4106879" y="2987190"/>
                  <a:pt x="4107148" y="2987228"/>
                  <a:pt x="4107436" y="2987228"/>
                </a:cubicBezTo>
                <a:cubicBezTo>
                  <a:pt x="4109294" y="2987228"/>
                  <a:pt x="4110961" y="2985925"/>
                  <a:pt x="4111363" y="2984008"/>
                </a:cubicBezTo>
                <a:cubicBezTo>
                  <a:pt x="4111824" y="2981843"/>
                  <a:pt x="4110424" y="2979715"/>
                  <a:pt x="4108241" y="2979256"/>
                </a:cubicBezTo>
                <a:close/>
                <a:moveTo>
                  <a:pt x="7239008" y="1755991"/>
                </a:moveTo>
                <a:cubicBezTo>
                  <a:pt x="7231380" y="1757965"/>
                  <a:pt x="7226819" y="1765746"/>
                  <a:pt x="7228812" y="1773355"/>
                </a:cubicBezTo>
                <a:cubicBezTo>
                  <a:pt x="7230480" y="1779776"/>
                  <a:pt x="7236268" y="1784011"/>
                  <a:pt x="7242592" y="1784011"/>
                </a:cubicBezTo>
                <a:cubicBezTo>
                  <a:pt x="7243780" y="1784011"/>
                  <a:pt x="7244987" y="1783858"/>
                  <a:pt x="7246195" y="1783551"/>
                </a:cubicBezTo>
                <a:cubicBezTo>
                  <a:pt x="7253804" y="1781558"/>
                  <a:pt x="7258365" y="1773777"/>
                  <a:pt x="7256392" y="1766168"/>
                </a:cubicBezTo>
                <a:cubicBezTo>
                  <a:pt x="7254399" y="1758540"/>
                  <a:pt x="7246617" y="1753998"/>
                  <a:pt x="7239008" y="1755991"/>
                </a:cubicBezTo>
                <a:close/>
                <a:moveTo>
                  <a:pt x="3763303" y="3112723"/>
                </a:moveTo>
                <a:cubicBezTo>
                  <a:pt x="3762190" y="3112723"/>
                  <a:pt x="3761329" y="3113624"/>
                  <a:pt x="3761329" y="3114715"/>
                </a:cubicBezTo>
                <a:cubicBezTo>
                  <a:pt x="3761348" y="3115808"/>
                  <a:pt x="3762230" y="3116689"/>
                  <a:pt x="3763303" y="3116689"/>
                </a:cubicBezTo>
                <a:lnTo>
                  <a:pt x="3763322" y="3116689"/>
                </a:lnTo>
                <a:cubicBezTo>
                  <a:pt x="3764414" y="3116671"/>
                  <a:pt x="3765295" y="3115789"/>
                  <a:pt x="3765295" y="3114696"/>
                </a:cubicBezTo>
                <a:cubicBezTo>
                  <a:pt x="3765276" y="3113604"/>
                  <a:pt x="3764395" y="3112723"/>
                  <a:pt x="3763303" y="3112723"/>
                </a:cubicBezTo>
                <a:close/>
                <a:moveTo>
                  <a:pt x="2610681" y="3562571"/>
                </a:moveTo>
                <a:cubicBezTo>
                  <a:pt x="2609742" y="3563146"/>
                  <a:pt x="2609474" y="3564373"/>
                  <a:pt x="2610068" y="3565292"/>
                </a:cubicBezTo>
                <a:cubicBezTo>
                  <a:pt x="2610432" y="3565886"/>
                  <a:pt x="2611084" y="3566212"/>
                  <a:pt x="2611736" y="3566212"/>
                </a:cubicBezTo>
                <a:cubicBezTo>
                  <a:pt x="2612100" y="3566212"/>
                  <a:pt x="2612464" y="3566116"/>
                  <a:pt x="2612790" y="3565905"/>
                </a:cubicBezTo>
                <a:cubicBezTo>
                  <a:pt x="2613729" y="3565331"/>
                  <a:pt x="2613996" y="3564104"/>
                  <a:pt x="2613403" y="3563183"/>
                </a:cubicBezTo>
                <a:cubicBezTo>
                  <a:pt x="2612829" y="3562264"/>
                  <a:pt x="2611602" y="3561977"/>
                  <a:pt x="2610681" y="3562571"/>
                </a:cubicBezTo>
                <a:close/>
                <a:moveTo>
                  <a:pt x="8677139" y="1194074"/>
                </a:moveTo>
                <a:cubicBezTo>
                  <a:pt x="8672645" y="1196148"/>
                  <a:pt x="8668941" y="1199938"/>
                  <a:pt x="8667092" y="1204950"/>
                </a:cubicBezTo>
                <a:cubicBezTo>
                  <a:pt x="8663392" y="1214993"/>
                  <a:pt x="8668530" y="1226108"/>
                  <a:pt x="8678553" y="1229808"/>
                </a:cubicBezTo>
                <a:lnTo>
                  <a:pt x="8678534" y="1229808"/>
                </a:lnTo>
                <a:cubicBezTo>
                  <a:pt x="8680738" y="1230631"/>
                  <a:pt x="8682999" y="1231014"/>
                  <a:pt x="8685222" y="1231014"/>
                </a:cubicBezTo>
                <a:cubicBezTo>
                  <a:pt x="8693099" y="1231014"/>
                  <a:pt x="8700517" y="1226166"/>
                  <a:pt x="8703391" y="1218346"/>
                </a:cubicBezTo>
                <a:cubicBezTo>
                  <a:pt x="8707090" y="1208304"/>
                  <a:pt x="8701954" y="1197169"/>
                  <a:pt x="8691930" y="1193489"/>
                </a:cubicBezTo>
                <a:cubicBezTo>
                  <a:pt x="8686918" y="1191640"/>
                  <a:pt x="8681634" y="1191999"/>
                  <a:pt x="8677139" y="1194074"/>
                </a:cubicBezTo>
                <a:close/>
                <a:moveTo>
                  <a:pt x="5052287" y="2608867"/>
                </a:moveTo>
                <a:cubicBezTo>
                  <a:pt x="5046575" y="2606509"/>
                  <a:pt x="5040040" y="2609231"/>
                  <a:pt x="5037683" y="2614923"/>
                </a:cubicBezTo>
                <a:cubicBezTo>
                  <a:pt x="5035308" y="2620634"/>
                  <a:pt x="5038029" y="2627169"/>
                  <a:pt x="5043739" y="2629527"/>
                </a:cubicBezTo>
                <a:cubicBezTo>
                  <a:pt x="5045118" y="2630121"/>
                  <a:pt x="5046575" y="2630389"/>
                  <a:pt x="5047995" y="2630389"/>
                </a:cubicBezTo>
                <a:cubicBezTo>
                  <a:pt x="5052383" y="2630389"/>
                  <a:pt x="5056541" y="2627782"/>
                  <a:pt x="5058344" y="2623490"/>
                </a:cubicBezTo>
                <a:cubicBezTo>
                  <a:pt x="5060702" y="2617778"/>
                  <a:pt x="5057980" y="2611224"/>
                  <a:pt x="5052287" y="2608867"/>
                </a:cubicBezTo>
                <a:close/>
                <a:moveTo>
                  <a:pt x="4500307" y="2821103"/>
                </a:moveTo>
                <a:cubicBezTo>
                  <a:pt x="4498560" y="2824610"/>
                  <a:pt x="4499962" y="2828884"/>
                  <a:pt x="4503467" y="2830628"/>
                </a:cubicBezTo>
                <a:cubicBezTo>
                  <a:pt x="4504485" y="2831146"/>
                  <a:pt x="4505576" y="2831375"/>
                  <a:pt x="4506649" y="2831376"/>
                </a:cubicBezTo>
                <a:cubicBezTo>
                  <a:pt x="4509238" y="2831375"/>
                  <a:pt x="4511748" y="2829938"/>
                  <a:pt x="4512993" y="2827465"/>
                </a:cubicBezTo>
                <a:cubicBezTo>
                  <a:pt x="4514738" y="2823958"/>
                  <a:pt x="4513319" y="2819704"/>
                  <a:pt x="4509833" y="2817941"/>
                </a:cubicBezTo>
                <a:cubicBezTo>
                  <a:pt x="4506324" y="2816196"/>
                  <a:pt x="4502051" y="2817615"/>
                  <a:pt x="4500307" y="2821103"/>
                </a:cubicBezTo>
                <a:close/>
                <a:moveTo>
                  <a:pt x="3936654" y="3040009"/>
                </a:moveTo>
                <a:cubicBezTo>
                  <a:pt x="3935005" y="3039856"/>
                  <a:pt x="3933548" y="3041064"/>
                  <a:pt x="3933375" y="3042711"/>
                </a:cubicBezTo>
                <a:cubicBezTo>
                  <a:pt x="3933221" y="3044360"/>
                  <a:pt x="3934429" y="3045835"/>
                  <a:pt x="3936078" y="3045989"/>
                </a:cubicBezTo>
                <a:lnTo>
                  <a:pt x="3936079" y="3046008"/>
                </a:lnTo>
                <a:cubicBezTo>
                  <a:pt x="3936193" y="3046008"/>
                  <a:pt x="3936384" y="3046008"/>
                  <a:pt x="3936384" y="3046008"/>
                </a:cubicBezTo>
                <a:cubicBezTo>
                  <a:pt x="3937898" y="3046008"/>
                  <a:pt x="3939202" y="3044838"/>
                  <a:pt x="3939354" y="3043286"/>
                </a:cubicBezTo>
                <a:cubicBezTo>
                  <a:pt x="3939528" y="3041638"/>
                  <a:pt x="3938300" y="3040162"/>
                  <a:pt x="3936654" y="3040009"/>
                </a:cubicBezTo>
                <a:close/>
                <a:moveTo>
                  <a:pt x="2246195" y="3699794"/>
                </a:moveTo>
                <a:cubicBezTo>
                  <a:pt x="2244720" y="3700561"/>
                  <a:pt x="2244126" y="3702362"/>
                  <a:pt x="2244892" y="3703838"/>
                </a:cubicBezTo>
                <a:cubicBezTo>
                  <a:pt x="2245410" y="3704892"/>
                  <a:pt x="2246464" y="3705486"/>
                  <a:pt x="2247556" y="3705486"/>
                </a:cubicBezTo>
                <a:cubicBezTo>
                  <a:pt x="2248016" y="3705486"/>
                  <a:pt x="2248495" y="3705371"/>
                  <a:pt x="2248917" y="3705160"/>
                </a:cubicBezTo>
                <a:cubicBezTo>
                  <a:pt x="2250393" y="3704413"/>
                  <a:pt x="2250987" y="3702592"/>
                  <a:pt x="2250239" y="3701117"/>
                </a:cubicBezTo>
                <a:cubicBezTo>
                  <a:pt x="2249491" y="3699641"/>
                  <a:pt x="2247671" y="3699046"/>
                  <a:pt x="2246195" y="3699794"/>
                </a:cubicBezTo>
                <a:close/>
                <a:moveTo>
                  <a:pt x="3493703" y="3212382"/>
                </a:moveTo>
                <a:lnTo>
                  <a:pt x="3493703" y="3212401"/>
                </a:lnTo>
                <a:lnTo>
                  <a:pt x="3493713" y="3212389"/>
                </a:lnTo>
                <a:close/>
                <a:moveTo>
                  <a:pt x="3494471" y="3211289"/>
                </a:moveTo>
                <a:lnTo>
                  <a:pt x="3493713" y="3212389"/>
                </a:lnTo>
                <a:lnTo>
                  <a:pt x="3494643" y="3213168"/>
                </a:lnTo>
                <a:cubicBezTo>
                  <a:pt x="3494699" y="3213168"/>
                  <a:pt x="3494815" y="3213168"/>
                  <a:pt x="3494815" y="3213168"/>
                </a:cubicBezTo>
                <a:cubicBezTo>
                  <a:pt x="3495333" y="3213072"/>
                  <a:pt x="3495696" y="3212573"/>
                  <a:pt x="3495601" y="3212056"/>
                </a:cubicBezTo>
                <a:cubicBezTo>
                  <a:pt x="3495505" y="3211539"/>
                  <a:pt x="3495007" y="3211174"/>
                  <a:pt x="3494471" y="3211289"/>
                </a:cubicBezTo>
                <a:close/>
                <a:moveTo>
                  <a:pt x="1371529" y="4038810"/>
                </a:moveTo>
                <a:cubicBezTo>
                  <a:pt x="1370436" y="4038771"/>
                  <a:pt x="1369517" y="4039614"/>
                  <a:pt x="1369478" y="4040707"/>
                </a:cubicBezTo>
                <a:cubicBezTo>
                  <a:pt x="1369439" y="4041799"/>
                  <a:pt x="1370284" y="4042719"/>
                  <a:pt x="1371374" y="4042776"/>
                </a:cubicBezTo>
                <a:lnTo>
                  <a:pt x="1371453" y="4042776"/>
                </a:lnTo>
                <a:cubicBezTo>
                  <a:pt x="1372506" y="4042776"/>
                  <a:pt x="1373388" y="4041933"/>
                  <a:pt x="1373425" y="4040860"/>
                </a:cubicBezTo>
                <a:cubicBezTo>
                  <a:pt x="1373485" y="4039768"/>
                  <a:pt x="1372622" y="4038848"/>
                  <a:pt x="1371529" y="4038810"/>
                </a:cubicBezTo>
                <a:close/>
                <a:moveTo>
                  <a:pt x="1794546" y="3873336"/>
                </a:moveTo>
                <a:cubicBezTo>
                  <a:pt x="1792936" y="3873719"/>
                  <a:pt x="1791958" y="3875348"/>
                  <a:pt x="1792361" y="3876958"/>
                </a:cubicBezTo>
                <a:cubicBezTo>
                  <a:pt x="1792686" y="3878338"/>
                  <a:pt x="1793914" y="3879259"/>
                  <a:pt x="1795274" y="3879259"/>
                </a:cubicBezTo>
                <a:cubicBezTo>
                  <a:pt x="1795504" y="3879259"/>
                  <a:pt x="1795753" y="3879220"/>
                  <a:pt x="1795983" y="3879162"/>
                </a:cubicBezTo>
                <a:cubicBezTo>
                  <a:pt x="1797593" y="3878760"/>
                  <a:pt x="1798590" y="3877130"/>
                  <a:pt x="1798187" y="3875521"/>
                </a:cubicBezTo>
                <a:cubicBezTo>
                  <a:pt x="1797784" y="3873911"/>
                  <a:pt x="1796156" y="3872934"/>
                  <a:pt x="1794546" y="3873336"/>
                </a:cubicBezTo>
                <a:close/>
                <a:moveTo>
                  <a:pt x="4877481" y="2668432"/>
                </a:moveTo>
                <a:cubicBezTo>
                  <a:pt x="4874836" y="2673377"/>
                  <a:pt x="4876695" y="2679529"/>
                  <a:pt x="4881639" y="2682193"/>
                </a:cubicBezTo>
                <a:cubicBezTo>
                  <a:pt x="4883153" y="2683017"/>
                  <a:pt x="4884801" y="2683401"/>
                  <a:pt x="4886430" y="2683400"/>
                </a:cubicBezTo>
                <a:cubicBezTo>
                  <a:pt x="4890053" y="2683401"/>
                  <a:pt x="4893560" y="2681465"/>
                  <a:pt x="4895380" y="2678034"/>
                </a:cubicBezTo>
                <a:cubicBezTo>
                  <a:pt x="4898025" y="2673089"/>
                  <a:pt x="4896185" y="2666937"/>
                  <a:pt x="4891241" y="2664292"/>
                </a:cubicBezTo>
                <a:cubicBezTo>
                  <a:pt x="4886297" y="2661629"/>
                  <a:pt x="4880125" y="2663487"/>
                  <a:pt x="4877481" y="2668432"/>
                </a:cubicBezTo>
                <a:close/>
                <a:moveTo>
                  <a:pt x="8264716" y="1346158"/>
                </a:moveTo>
                <a:cubicBezTo>
                  <a:pt x="8260864" y="1348340"/>
                  <a:pt x="8257845" y="1351996"/>
                  <a:pt x="8256570" y="1356605"/>
                </a:cubicBezTo>
                <a:cubicBezTo>
                  <a:pt x="8254022" y="1365823"/>
                  <a:pt x="8259407" y="1375349"/>
                  <a:pt x="8268625" y="1377917"/>
                </a:cubicBezTo>
                <a:cubicBezTo>
                  <a:pt x="8270178" y="1378339"/>
                  <a:pt x="8271731" y="1378549"/>
                  <a:pt x="8273264" y="1378549"/>
                </a:cubicBezTo>
                <a:cubicBezTo>
                  <a:pt x="8280854" y="1378549"/>
                  <a:pt x="8287811" y="1373509"/>
                  <a:pt x="8289938" y="1365843"/>
                </a:cubicBezTo>
                <a:cubicBezTo>
                  <a:pt x="8292487" y="1356624"/>
                  <a:pt x="8287082" y="1347099"/>
                  <a:pt x="8277864" y="1344550"/>
                </a:cubicBezTo>
                <a:cubicBezTo>
                  <a:pt x="8273255" y="1343266"/>
                  <a:pt x="8268569" y="1343975"/>
                  <a:pt x="8264716" y="1346158"/>
                </a:cubicBezTo>
                <a:close/>
                <a:moveTo>
                  <a:pt x="7138257" y="1784471"/>
                </a:moveTo>
                <a:cubicBezTo>
                  <a:pt x="7130724" y="1786751"/>
                  <a:pt x="7126470" y="1794705"/>
                  <a:pt x="7128751" y="1802237"/>
                </a:cubicBezTo>
                <a:cubicBezTo>
                  <a:pt x="7130628" y="1808390"/>
                  <a:pt x="7136263" y="1812356"/>
                  <a:pt x="7142377" y="1812356"/>
                </a:cubicBezTo>
                <a:cubicBezTo>
                  <a:pt x="7143757" y="1812356"/>
                  <a:pt x="7145137" y="1812165"/>
                  <a:pt x="7146516" y="1811743"/>
                </a:cubicBezTo>
                <a:cubicBezTo>
                  <a:pt x="7154048" y="1809462"/>
                  <a:pt x="7158303" y="1801490"/>
                  <a:pt x="7156023" y="1793977"/>
                </a:cubicBezTo>
                <a:cubicBezTo>
                  <a:pt x="7153742" y="1786445"/>
                  <a:pt x="7145788" y="1782190"/>
                  <a:pt x="7138257" y="1784471"/>
                </a:cubicBezTo>
                <a:close/>
                <a:moveTo>
                  <a:pt x="2958780" y="3413311"/>
                </a:moveTo>
                <a:cubicBezTo>
                  <a:pt x="2958302" y="3413561"/>
                  <a:pt x="2958148" y="3414135"/>
                  <a:pt x="2958397" y="3414595"/>
                </a:cubicBezTo>
                <a:cubicBezTo>
                  <a:pt x="2958569" y="3414921"/>
                  <a:pt x="2958895" y="3415093"/>
                  <a:pt x="2959241" y="3415093"/>
                </a:cubicBezTo>
                <a:cubicBezTo>
                  <a:pt x="2959393" y="3415093"/>
                  <a:pt x="2959547" y="3415056"/>
                  <a:pt x="2959700" y="3414978"/>
                </a:cubicBezTo>
                <a:cubicBezTo>
                  <a:pt x="2960160" y="3414729"/>
                  <a:pt x="2960333" y="3414135"/>
                  <a:pt x="2960064" y="3413675"/>
                </a:cubicBezTo>
                <a:cubicBezTo>
                  <a:pt x="2959816" y="3413215"/>
                  <a:pt x="2959240" y="3413043"/>
                  <a:pt x="2958780" y="3413311"/>
                </a:cubicBezTo>
                <a:close/>
                <a:moveTo>
                  <a:pt x="5492055" y="2422235"/>
                </a:moveTo>
                <a:cubicBezTo>
                  <a:pt x="5484754" y="2422368"/>
                  <a:pt x="5478946" y="2428406"/>
                  <a:pt x="5479078" y="2435708"/>
                </a:cubicBezTo>
                <a:cubicBezTo>
                  <a:pt x="5479213" y="2442914"/>
                  <a:pt x="5485117" y="2448683"/>
                  <a:pt x="5492303" y="2448683"/>
                </a:cubicBezTo>
                <a:lnTo>
                  <a:pt x="5492553" y="2448683"/>
                </a:lnTo>
                <a:cubicBezTo>
                  <a:pt x="5499854" y="2448549"/>
                  <a:pt x="5505660" y="2442512"/>
                  <a:pt x="5505528" y="2435210"/>
                </a:cubicBezTo>
                <a:cubicBezTo>
                  <a:pt x="5505392" y="2427908"/>
                  <a:pt x="5499356" y="2422100"/>
                  <a:pt x="5492055" y="2422235"/>
                </a:cubicBezTo>
                <a:close/>
                <a:moveTo>
                  <a:pt x="7727091" y="1549696"/>
                </a:moveTo>
                <a:cubicBezTo>
                  <a:pt x="7718678" y="1549639"/>
                  <a:pt x="7711778" y="1556403"/>
                  <a:pt x="7711702" y="1564855"/>
                </a:cubicBezTo>
                <a:cubicBezTo>
                  <a:pt x="7711625" y="1573269"/>
                  <a:pt x="7718409" y="1580168"/>
                  <a:pt x="7726842" y="1580244"/>
                </a:cubicBezTo>
                <a:lnTo>
                  <a:pt x="7726977" y="1580245"/>
                </a:lnTo>
                <a:cubicBezTo>
                  <a:pt x="7735351" y="1580244"/>
                  <a:pt x="7742174" y="1573499"/>
                  <a:pt x="7742232" y="1565104"/>
                </a:cubicBezTo>
                <a:cubicBezTo>
                  <a:pt x="7742309" y="1556671"/>
                  <a:pt x="7735524" y="1549772"/>
                  <a:pt x="7727091" y="1549696"/>
                </a:cubicBezTo>
                <a:close/>
                <a:moveTo>
                  <a:pt x="2332017" y="3654564"/>
                </a:moveTo>
                <a:cubicBezTo>
                  <a:pt x="2330561" y="3655350"/>
                  <a:pt x="2330024" y="3657170"/>
                  <a:pt x="2330830" y="3658627"/>
                </a:cubicBezTo>
                <a:cubicBezTo>
                  <a:pt x="2331366" y="3659643"/>
                  <a:pt x="2332401" y="3660199"/>
                  <a:pt x="2333455" y="3660199"/>
                </a:cubicBezTo>
                <a:cubicBezTo>
                  <a:pt x="2333953" y="3660199"/>
                  <a:pt x="2334433" y="3660083"/>
                  <a:pt x="2334893" y="3659834"/>
                </a:cubicBezTo>
                <a:cubicBezTo>
                  <a:pt x="2336349" y="3659048"/>
                  <a:pt x="2336886" y="3657227"/>
                  <a:pt x="2336100" y="3655771"/>
                </a:cubicBezTo>
                <a:cubicBezTo>
                  <a:pt x="2335313" y="3654315"/>
                  <a:pt x="2333475" y="3653778"/>
                  <a:pt x="2332017" y="3654564"/>
                </a:cubicBezTo>
                <a:close/>
                <a:moveTo>
                  <a:pt x="5210123" y="2530327"/>
                </a:moveTo>
                <a:cubicBezTo>
                  <a:pt x="5207459" y="2531956"/>
                  <a:pt x="5205417" y="2534601"/>
                  <a:pt x="5204632" y="2537878"/>
                </a:cubicBezTo>
                <a:cubicBezTo>
                  <a:pt x="5203060" y="2544433"/>
                  <a:pt x="5207085" y="2551025"/>
                  <a:pt x="5213638" y="2552597"/>
                </a:cubicBezTo>
                <a:cubicBezTo>
                  <a:pt x="5214598" y="2552827"/>
                  <a:pt x="5215557" y="2552942"/>
                  <a:pt x="5216495" y="2552942"/>
                </a:cubicBezTo>
                <a:cubicBezTo>
                  <a:pt x="5222017" y="2552942"/>
                  <a:pt x="5227017" y="2549185"/>
                  <a:pt x="5228359" y="2543609"/>
                </a:cubicBezTo>
                <a:cubicBezTo>
                  <a:pt x="5229930" y="2537054"/>
                  <a:pt x="5225906" y="2530461"/>
                  <a:pt x="5219351" y="2528870"/>
                </a:cubicBezTo>
                <a:cubicBezTo>
                  <a:pt x="5216074" y="2528085"/>
                  <a:pt x="5212787" y="2528698"/>
                  <a:pt x="5210123" y="2530327"/>
                </a:cubicBezTo>
                <a:close/>
                <a:moveTo>
                  <a:pt x="7038673" y="1816515"/>
                </a:moveTo>
                <a:cubicBezTo>
                  <a:pt x="7031217" y="1819026"/>
                  <a:pt x="7027231" y="1827114"/>
                  <a:pt x="7029761" y="1834569"/>
                </a:cubicBezTo>
                <a:cubicBezTo>
                  <a:pt x="7031773" y="1840510"/>
                  <a:pt x="7037312" y="1844247"/>
                  <a:pt x="7043254" y="1844247"/>
                </a:cubicBezTo>
                <a:cubicBezTo>
                  <a:pt x="7044767" y="1844247"/>
                  <a:pt x="7046301" y="1844017"/>
                  <a:pt x="7047815" y="1843500"/>
                </a:cubicBezTo>
                <a:cubicBezTo>
                  <a:pt x="7055269" y="1840970"/>
                  <a:pt x="7059276" y="1832883"/>
                  <a:pt x="7056745" y="1825428"/>
                </a:cubicBezTo>
                <a:cubicBezTo>
                  <a:pt x="7054215" y="1817972"/>
                  <a:pt x="7046129" y="1813985"/>
                  <a:pt x="7038673" y="1816515"/>
                </a:cubicBezTo>
                <a:close/>
                <a:moveTo>
                  <a:pt x="6455722" y="2043164"/>
                </a:moveTo>
                <a:cubicBezTo>
                  <a:pt x="6448401" y="2046039"/>
                  <a:pt x="6444798" y="2054318"/>
                  <a:pt x="6447673" y="2061640"/>
                </a:cubicBezTo>
                <a:cubicBezTo>
                  <a:pt x="6449876" y="2067255"/>
                  <a:pt x="6455243" y="2070666"/>
                  <a:pt x="6460934" y="2070666"/>
                </a:cubicBezTo>
                <a:cubicBezTo>
                  <a:pt x="6462659" y="2070666"/>
                  <a:pt x="6464423" y="2070360"/>
                  <a:pt x="6466148" y="2069689"/>
                </a:cubicBezTo>
                <a:cubicBezTo>
                  <a:pt x="6473469" y="2066814"/>
                  <a:pt x="6477072" y="2058535"/>
                  <a:pt x="6474197" y="2051213"/>
                </a:cubicBezTo>
                <a:cubicBezTo>
                  <a:pt x="6471303" y="2043892"/>
                  <a:pt x="6463043" y="2040290"/>
                  <a:pt x="6455722" y="2043164"/>
                </a:cubicBezTo>
                <a:close/>
                <a:moveTo>
                  <a:pt x="6358765" y="2080709"/>
                </a:moveTo>
                <a:cubicBezTo>
                  <a:pt x="6351405" y="2083508"/>
                  <a:pt x="6347706" y="2091748"/>
                  <a:pt x="6350504" y="2099088"/>
                </a:cubicBezTo>
                <a:cubicBezTo>
                  <a:pt x="6352669" y="2104781"/>
                  <a:pt x="6358094" y="2108269"/>
                  <a:pt x="6363824" y="2108269"/>
                </a:cubicBezTo>
                <a:cubicBezTo>
                  <a:pt x="6365510" y="2108268"/>
                  <a:pt x="6367216" y="2107981"/>
                  <a:pt x="6368884" y="2107329"/>
                </a:cubicBezTo>
                <a:cubicBezTo>
                  <a:pt x="6376243" y="2104532"/>
                  <a:pt x="6379942" y="2096310"/>
                  <a:pt x="6377144" y="2088951"/>
                </a:cubicBezTo>
                <a:cubicBezTo>
                  <a:pt x="6374346" y="2081590"/>
                  <a:pt x="6366104" y="2077911"/>
                  <a:pt x="6358765" y="2080709"/>
                </a:cubicBezTo>
                <a:close/>
                <a:moveTo>
                  <a:pt x="6552431" y="2004757"/>
                </a:moveTo>
                <a:cubicBezTo>
                  <a:pt x="6545128" y="2007690"/>
                  <a:pt x="6541564" y="2015988"/>
                  <a:pt x="6544496" y="2023290"/>
                </a:cubicBezTo>
                <a:cubicBezTo>
                  <a:pt x="6546719" y="2028867"/>
                  <a:pt x="6552066" y="2032240"/>
                  <a:pt x="6557720" y="2032240"/>
                </a:cubicBezTo>
                <a:cubicBezTo>
                  <a:pt x="6559483" y="2032240"/>
                  <a:pt x="6561284" y="2031914"/>
                  <a:pt x="6563009" y="2031224"/>
                </a:cubicBezTo>
                <a:cubicBezTo>
                  <a:pt x="6570330" y="2028292"/>
                  <a:pt x="6573876" y="2019993"/>
                  <a:pt x="6570943" y="2012692"/>
                </a:cubicBezTo>
                <a:cubicBezTo>
                  <a:pt x="6568011" y="2005390"/>
                  <a:pt x="6559732" y="2001844"/>
                  <a:pt x="6552431" y="2004757"/>
                </a:cubicBezTo>
                <a:close/>
                <a:moveTo>
                  <a:pt x="2692230" y="3511016"/>
                </a:moveTo>
                <a:cubicBezTo>
                  <a:pt x="2691291" y="3511591"/>
                  <a:pt x="2691004" y="3512818"/>
                  <a:pt x="2691598" y="3513738"/>
                </a:cubicBezTo>
                <a:cubicBezTo>
                  <a:pt x="2691962" y="3514350"/>
                  <a:pt x="2692613" y="3514677"/>
                  <a:pt x="2693283" y="3514677"/>
                </a:cubicBezTo>
                <a:cubicBezTo>
                  <a:pt x="2693629" y="3514677"/>
                  <a:pt x="2693993" y="3514580"/>
                  <a:pt x="2694319" y="3514370"/>
                </a:cubicBezTo>
                <a:cubicBezTo>
                  <a:pt x="2695259" y="3513795"/>
                  <a:pt x="2695527" y="3512568"/>
                  <a:pt x="2694951" y="3511629"/>
                </a:cubicBezTo>
                <a:cubicBezTo>
                  <a:pt x="2694377" y="3510710"/>
                  <a:pt x="2693150" y="3510441"/>
                  <a:pt x="2692230" y="3511016"/>
                </a:cubicBezTo>
                <a:close/>
                <a:moveTo>
                  <a:pt x="6649003" y="1965889"/>
                </a:moveTo>
                <a:cubicBezTo>
                  <a:pt x="6641702" y="1968841"/>
                  <a:pt x="6638175" y="1977140"/>
                  <a:pt x="6641126" y="1984442"/>
                </a:cubicBezTo>
                <a:cubicBezTo>
                  <a:pt x="6643369" y="1989981"/>
                  <a:pt x="6648698" y="1993354"/>
                  <a:pt x="6654332" y="1993354"/>
                </a:cubicBezTo>
                <a:cubicBezTo>
                  <a:pt x="6656114" y="1993354"/>
                  <a:pt x="6657916" y="1993028"/>
                  <a:pt x="6659659" y="1992319"/>
                </a:cubicBezTo>
                <a:cubicBezTo>
                  <a:pt x="6666962" y="1989367"/>
                  <a:pt x="6670488" y="1981068"/>
                  <a:pt x="6667555" y="1973767"/>
                </a:cubicBezTo>
                <a:cubicBezTo>
                  <a:pt x="6664604" y="1966484"/>
                  <a:pt x="6656286" y="1962957"/>
                  <a:pt x="6649003" y="1965889"/>
                </a:cubicBezTo>
                <a:close/>
                <a:moveTo>
                  <a:pt x="6261386" y="2116970"/>
                </a:moveTo>
                <a:cubicBezTo>
                  <a:pt x="6253988" y="2119672"/>
                  <a:pt x="6250174" y="2127837"/>
                  <a:pt x="6252857" y="2135234"/>
                </a:cubicBezTo>
                <a:cubicBezTo>
                  <a:pt x="6254965" y="2141022"/>
                  <a:pt x="6260428" y="2144625"/>
                  <a:pt x="6266253" y="2144625"/>
                </a:cubicBezTo>
                <a:cubicBezTo>
                  <a:pt x="6267863" y="2144625"/>
                  <a:pt x="6269511" y="2144338"/>
                  <a:pt x="6271122" y="2143764"/>
                </a:cubicBezTo>
                <a:cubicBezTo>
                  <a:pt x="6278500" y="2141061"/>
                  <a:pt x="6282333" y="2132896"/>
                  <a:pt x="6279631" y="2125499"/>
                </a:cubicBezTo>
                <a:cubicBezTo>
                  <a:pt x="6276947" y="2118100"/>
                  <a:pt x="6268783" y="2114287"/>
                  <a:pt x="6261386" y="2116970"/>
                </a:cubicBezTo>
                <a:close/>
                <a:moveTo>
                  <a:pt x="6940163" y="1851377"/>
                </a:moveTo>
                <a:cubicBezTo>
                  <a:pt x="6932765" y="1854079"/>
                  <a:pt x="6928990" y="1862263"/>
                  <a:pt x="6931692" y="1869661"/>
                </a:cubicBezTo>
                <a:cubicBezTo>
                  <a:pt x="6933820" y="1875430"/>
                  <a:pt x="6939282" y="1878994"/>
                  <a:pt x="6945069" y="1878994"/>
                </a:cubicBezTo>
                <a:cubicBezTo>
                  <a:pt x="6946718" y="1878994"/>
                  <a:pt x="6948366" y="1878707"/>
                  <a:pt x="6949995" y="1878113"/>
                </a:cubicBezTo>
                <a:cubicBezTo>
                  <a:pt x="6957374" y="1875391"/>
                  <a:pt x="6961168" y="1867208"/>
                  <a:pt x="6958447" y="1859829"/>
                </a:cubicBezTo>
                <a:cubicBezTo>
                  <a:pt x="6955725" y="1852432"/>
                  <a:pt x="6947541" y="1848656"/>
                  <a:pt x="6940163" y="1851377"/>
                </a:cubicBezTo>
                <a:close/>
                <a:moveTo>
                  <a:pt x="6745616" y="1926946"/>
                </a:moveTo>
                <a:cubicBezTo>
                  <a:pt x="6738314" y="1929878"/>
                  <a:pt x="6734788" y="1938177"/>
                  <a:pt x="6737720" y="1945479"/>
                </a:cubicBezTo>
                <a:cubicBezTo>
                  <a:pt x="6739943" y="1951037"/>
                  <a:pt x="6745291" y="1954409"/>
                  <a:pt x="6750945" y="1954409"/>
                </a:cubicBezTo>
                <a:cubicBezTo>
                  <a:pt x="6752707" y="1954409"/>
                  <a:pt x="6754509" y="1954084"/>
                  <a:pt x="6756253" y="1953375"/>
                </a:cubicBezTo>
                <a:cubicBezTo>
                  <a:pt x="6763535" y="1950442"/>
                  <a:pt x="6767081" y="1942144"/>
                  <a:pt x="6764148" y="1934842"/>
                </a:cubicBezTo>
                <a:cubicBezTo>
                  <a:pt x="6761217" y="1927540"/>
                  <a:pt x="6752918" y="1924013"/>
                  <a:pt x="6745616" y="1926946"/>
                </a:cubicBezTo>
                <a:close/>
                <a:moveTo>
                  <a:pt x="6842535" y="1888404"/>
                </a:moveTo>
                <a:cubicBezTo>
                  <a:pt x="6835195" y="1891260"/>
                  <a:pt x="6831572" y="1899521"/>
                  <a:pt x="6834428" y="1906861"/>
                </a:cubicBezTo>
                <a:cubicBezTo>
                  <a:pt x="6836632" y="1912495"/>
                  <a:pt x="6842018" y="1915926"/>
                  <a:pt x="6847710" y="1915926"/>
                </a:cubicBezTo>
                <a:cubicBezTo>
                  <a:pt x="6849435" y="1915926"/>
                  <a:pt x="6851179" y="1915619"/>
                  <a:pt x="6852885" y="1914948"/>
                </a:cubicBezTo>
                <a:cubicBezTo>
                  <a:pt x="6860206" y="1912093"/>
                  <a:pt x="6863828" y="1903832"/>
                  <a:pt x="6860971" y="1896511"/>
                </a:cubicBezTo>
                <a:cubicBezTo>
                  <a:pt x="6858117" y="1889171"/>
                  <a:pt x="6849856" y="1885549"/>
                  <a:pt x="6842535" y="1888404"/>
                </a:cubicBezTo>
                <a:close/>
                <a:moveTo>
                  <a:pt x="3400732" y="3231413"/>
                </a:moveTo>
                <a:cubicBezTo>
                  <a:pt x="3400215" y="3231548"/>
                  <a:pt x="3399908" y="3232064"/>
                  <a:pt x="3400043" y="3232581"/>
                </a:cubicBezTo>
                <a:cubicBezTo>
                  <a:pt x="3400138" y="3233022"/>
                  <a:pt x="3400541" y="3233310"/>
                  <a:pt x="3400963" y="3233311"/>
                </a:cubicBezTo>
                <a:cubicBezTo>
                  <a:pt x="3401039" y="3233310"/>
                  <a:pt x="3401192" y="3233272"/>
                  <a:pt x="3401192" y="3233272"/>
                </a:cubicBezTo>
                <a:cubicBezTo>
                  <a:pt x="3401710" y="3233137"/>
                  <a:pt x="3402017" y="3232620"/>
                  <a:pt x="3401902" y="3232122"/>
                </a:cubicBezTo>
                <a:cubicBezTo>
                  <a:pt x="3401768" y="3231605"/>
                  <a:pt x="3401250" y="3231298"/>
                  <a:pt x="3400732" y="3231413"/>
                </a:cubicBezTo>
                <a:close/>
                <a:moveTo>
                  <a:pt x="6163451" y="2151276"/>
                </a:moveTo>
                <a:cubicBezTo>
                  <a:pt x="6155995" y="2153787"/>
                  <a:pt x="6151971" y="2161855"/>
                  <a:pt x="6154481" y="2169330"/>
                </a:cubicBezTo>
                <a:cubicBezTo>
                  <a:pt x="6156475" y="2175271"/>
                  <a:pt x="6162032" y="2179027"/>
                  <a:pt x="6167993" y="2179027"/>
                </a:cubicBezTo>
                <a:cubicBezTo>
                  <a:pt x="6169488" y="2179027"/>
                  <a:pt x="6171021" y="2178797"/>
                  <a:pt x="6172516" y="2178299"/>
                </a:cubicBezTo>
                <a:cubicBezTo>
                  <a:pt x="6179971" y="2175788"/>
                  <a:pt x="6183996" y="2167701"/>
                  <a:pt x="6181485" y="2160245"/>
                </a:cubicBezTo>
                <a:cubicBezTo>
                  <a:pt x="6178994" y="2152790"/>
                  <a:pt x="6170906" y="2148785"/>
                  <a:pt x="6163451" y="2151276"/>
                </a:cubicBezTo>
                <a:close/>
                <a:moveTo>
                  <a:pt x="1699811" y="3893613"/>
                </a:moveTo>
                <a:cubicBezTo>
                  <a:pt x="1698182" y="3893900"/>
                  <a:pt x="1697090" y="3895472"/>
                  <a:pt x="1697377" y="3897101"/>
                </a:cubicBezTo>
                <a:cubicBezTo>
                  <a:pt x="1697645" y="3898557"/>
                  <a:pt x="1698910" y="3899573"/>
                  <a:pt x="1700348" y="3899573"/>
                </a:cubicBezTo>
                <a:cubicBezTo>
                  <a:pt x="1700520" y="3899573"/>
                  <a:pt x="1700693" y="3899554"/>
                  <a:pt x="1700885" y="3899515"/>
                </a:cubicBezTo>
                <a:cubicBezTo>
                  <a:pt x="1702514" y="3899228"/>
                  <a:pt x="1703587" y="3897676"/>
                  <a:pt x="1703299" y="3896028"/>
                </a:cubicBezTo>
                <a:cubicBezTo>
                  <a:pt x="1703012" y="3894398"/>
                  <a:pt x="1701441" y="3893325"/>
                  <a:pt x="1699811" y="3893613"/>
                </a:cubicBezTo>
                <a:close/>
                <a:moveTo>
                  <a:pt x="3043453" y="3368407"/>
                </a:moveTo>
                <a:cubicBezTo>
                  <a:pt x="3042974" y="3368637"/>
                  <a:pt x="3042801" y="3369211"/>
                  <a:pt x="3043031" y="3369691"/>
                </a:cubicBezTo>
                <a:cubicBezTo>
                  <a:pt x="3043204" y="3370017"/>
                  <a:pt x="3043529" y="3370227"/>
                  <a:pt x="3043894" y="3370227"/>
                </a:cubicBezTo>
                <a:cubicBezTo>
                  <a:pt x="3044028" y="3370227"/>
                  <a:pt x="3044181" y="3370189"/>
                  <a:pt x="3044315" y="3370112"/>
                </a:cubicBezTo>
                <a:cubicBezTo>
                  <a:pt x="3044793" y="3369863"/>
                  <a:pt x="3044986" y="3369288"/>
                  <a:pt x="3044737" y="3368828"/>
                </a:cubicBezTo>
                <a:cubicBezTo>
                  <a:pt x="3044507" y="3368349"/>
                  <a:pt x="3043932" y="3368157"/>
                  <a:pt x="3043453" y="3368407"/>
                </a:cubicBezTo>
                <a:close/>
                <a:moveTo>
                  <a:pt x="7994584" y="1432291"/>
                </a:moveTo>
                <a:cubicBezTo>
                  <a:pt x="7991209" y="1434737"/>
                  <a:pt x="7988765" y="1438469"/>
                  <a:pt x="7988047" y="1442906"/>
                </a:cubicBezTo>
                <a:cubicBezTo>
                  <a:pt x="7986648" y="1451799"/>
                  <a:pt x="7992704" y="1460155"/>
                  <a:pt x="8001577" y="1461554"/>
                </a:cubicBezTo>
                <a:cubicBezTo>
                  <a:pt x="8002458" y="1461688"/>
                  <a:pt x="8003322" y="1461766"/>
                  <a:pt x="8004165" y="1461765"/>
                </a:cubicBezTo>
                <a:cubicBezTo>
                  <a:pt x="8012042" y="1461766"/>
                  <a:pt x="8018959" y="1456054"/>
                  <a:pt x="8020225" y="1448042"/>
                </a:cubicBezTo>
                <a:cubicBezTo>
                  <a:pt x="8021644" y="1439150"/>
                  <a:pt x="8015588" y="1430794"/>
                  <a:pt x="8006714" y="1429395"/>
                </a:cubicBezTo>
                <a:cubicBezTo>
                  <a:pt x="8002267" y="1428685"/>
                  <a:pt x="7997960" y="1429845"/>
                  <a:pt x="7994584" y="1432291"/>
                </a:cubicBezTo>
                <a:close/>
                <a:moveTo>
                  <a:pt x="4348076" y="2855218"/>
                </a:moveTo>
                <a:cubicBezTo>
                  <a:pt x="4344913" y="2854106"/>
                  <a:pt x="4341445" y="2855754"/>
                  <a:pt x="4340334" y="2858916"/>
                </a:cubicBezTo>
                <a:cubicBezTo>
                  <a:pt x="4339223" y="2862078"/>
                  <a:pt x="4340870" y="2865548"/>
                  <a:pt x="4344033" y="2866660"/>
                </a:cubicBezTo>
                <a:cubicBezTo>
                  <a:pt x="4344703" y="2866889"/>
                  <a:pt x="4345393" y="2867004"/>
                  <a:pt x="4346064" y="2867004"/>
                </a:cubicBezTo>
                <a:cubicBezTo>
                  <a:pt x="4348555" y="2867004"/>
                  <a:pt x="4350893" y="2865452"/>
                  <a:pt x="4351775" y="2862960"/>
                </a:cubicBezTo>
                <a:cubicBezTo>
                  <a:pt x="4352885" y="2859798"/>
                  <a:pt x="4351238" y="2856329"/>
                  <a:pt x="4348076" y="2855218"/>
                </a:cubicBezTo>
                <a:close/>
                <a:moveTo>
                  <a:pt x="4722240" y="2707836"/>
                </a:moveTo>
                <a:cubicBezTo>
                  <a:pt x="4719767" y="2712224"/>
                  <a:pt x="4721321" y="2717802"/>
                  <a:pt x="4725710" y="2720274"/>
                </a:cubicBezTo>
                <a:cubicBezTo>
                  <a:pt x="4727128" y="2721079"/>
                  <a:pt x="4728681" y="2721462"/>
                  <a:pt x="4730195" y="2721462"/>
                </a:cubicBezTo>
                <a:cubicBezTo>
                  <a:pt x="4733376" y="2721462"/>
                  <a:pt x="4736481" y="2719775"/>
                  <a:pt x="4738167" y="2716805"/>
                </a:cubicBezTo>
                <a:cubicBezTo>
                  <a:pt x="4740640" y="2712397"/>
                  <a:pt x="4739087" y="2706839"/>
                  <a:pt x="4734678" y="2704367"/>
                </a:cubicBezTo>
                <a:cubicBezTo>
                  <a:pt x="4730288" y="2701875"/>
                  <a:pt x="4724714" y="2703428"/>
                  <a:pt x="4722240" y="2707836"/>
                </a:cubicBezTo>
                <a:close/>
                <a:moveTo>
                  <a:pt x="2416786" y="3607321"/>
                </a:moveTo>
                <a:cubicBezTo>
                  <a:pt x="2415348" y="3608146"/>
                  <a:pt x="2414851" y="3609967"/>
                  <a:pt x="2415674" y="3611423"/>
                </a:cubicBezTo>
                <a:cubicBezTo>
                  <a:pt x="2416231" y="3612381"/>
                  <a:pt x="2417226" y="3612937"/>
                  <a:pt x="2418282" y="3612937"/>
                </a:cubicBezTo>
                <a:cubicBezTo>
                  <a:pt x="2418779" y="3612937"/>
                  <a:pt x="2419297" y="3612803"/>
                  <a:pt x="2419757" y="3612534"/>
                </a:cubicBezTo>
                <a:cubicBezTo>
                  <a:pt x="2421194" y="3611710"/>
                  <a:pt x="2421711" y="3609871"/>
                  <a:pt x="2420887" y="3608452"/>
                </a:cubicBezTo>
                <a:cubicBezTo>
                  <a:pt x="2420063" y="3606996"/>
                  <a:pt x="2418223" y="3606497"/>
                  <a:pt x="2416786" y="3607321"/>
                </a:cubicBezTo>
                <a:close/>
                <a:moveTo>
                  <a:pt x="6064672" y="2183013"/>
                </a:moveTo>
                <a:cubicBezTo>
                  <a:pt x="6057141" y="2185314"/>
                  <a:pt x="6052925" y="2193267"/>
                  <a:pt x="6055224" y="2200799"/>
                </a:cubicBezTo>
                <a:cubicBezTo>
                  <a:pt x="6057102" y="2206932"/>
                  <a:pt x="6062737" y="2210880"/>
                  <a:pt x="6068831" y="2210880"/>
                </a:cubicBezTo>
                <a:cubicBezTo>
                  <a:pt x="6070211" y="2210880"/>
                  <a:pt x="6071610" y="2210669"/>
                  <a:pt x="6073009" y="2210247"/>
                </a:cubicBezTo>
                <a:cubicBezTo>
                  <a:pt x="6080541" y="2207948"/>
                  <a:pt x="6084758" y="2199994"/>
                  <a:pt x="6082458" y="2192462"/>
                </a:cubicBezTo>
                <a:cubicBezTo>
                  <a:pt x="6080158" y="2184930"/>
                  <a:pt x="6072205" y="2180714"/>
                  <a:pt x="6064672" y="2183013"/>
                </a:cubicBezTo>
                <a:close/>
                <a:moveTo>
                  <a:pt x="3308510" y="3257631"/>
                </a:moveTo>
                <a:cubicBezTo>
                  <a:pt x="3308010" y="3257784"/>
                  <a:pt x="3307724" y="3258321"/>
                  <a:pt x="3307896" y="3258820"/>
                </a:cubicBezTo>
                <a:cubicBezTo>
                  <a:pt x="3308030" y="3259241"/>
                  <a:pt x="3308395" y="3259490"/>
                  <a:pt x="3308816" y="3259490"/>
                </a:cubicBezTo>
                <a:cubicBezTo>
                  <a:pt x="3308911" y="3259490"/>
                  <a:pt x="3309103" y="3259452"/>
                  <a:pt x="3309103" y="3259452"/>
                </a:cubicBezTo>
                <a:cubicBezTo>
                  <a:pt x="3309601" y="3259298"/>
                  <a:pt x="3309870" y="3258742"/>
                  <a:pt x="3309716" y="3258244"/>
                </a:cubicBezTo>
                <a:cubicBezTo>
                  <a:pt x="3309564" y="3257746"/>
                  <a:pt x="3309027" y="3257458"/>
                  <a:pt x="3308510" y="3257631"/>
                </a:cubicBezTo>
                <a:close/>
                <a:moveTo>
                  <a:pt x="3129850" y="3326933"/>
                </a:moveTo>
                <a:cubicBezTo>
                  <a:pt x="3129372" y="3327144"/>
                  <a:pt x="3129159" y="3327719"/>
                  <a:pt x="3129372" y="3328198"/>
                </a:cubicBezTo>
                <a:cubicBezTo>
                  <a:pt x="3129543" y="3328562"/>
                  <a:pt x="3129889" y="3328773"/>
                  <a:pt x="3130252" y="3328773"/>
                </a:cubicBezTo>
                <a:cubicBezTo>
                  <a:pt x="3130387" y="3328773"/>
                  <a:pt x="3130520" y="3328734"/>
                  <a:pt x="3130636" y="3328677"/>
                </a:cubicBezTo>
                <a:cubicBezTo>
                  <a:pt x="3131115" y="3328466"/>
                  <a:pt x="3131345" y="3327891"/>
                  <a:pt x="3131115" y="3327412"/>
                </a:cubicBezTo>
                <a:cubicBezTo>
                  <a:pt x="3130904" y="3326933"/>
                  <a:pt x="3130330" y="3326722"/>
                  <a:pt x="3129850" y="3326933"/>
                </a:cubicBezTo>
                <a:close/>
                <a:moveTo>
                  <a:pt x="3666787" y="3117169"/>
                </a:moveTo>
                <a:cubicBezTo>
                  <a:pt x="3665694" y="3117245"/>
                  <a:pt x="3664889" y="3118223"/>
                  <a:pt x="3664985" y="3119315"/>
                </a:cubicBezTo>
                <a:cubicBezTo>
                  <a:pt x="3665062" y="3120350"/>
                  <a:pt x="3665943" y="3121117"/>
                  <a:pt x="3666958" y="3121117"/>
                </a:cubicBezTo>
                <a:lnTo>
                  <a:pt x="3667112" y="3121117"/>
                </a:lnTo>
                <a:cubicBezTo>
                  <a:pt x="3668204" y="3121021"/>
                  <a:pt x="3669028" y="3120063"/>
                  <a:pt x="3668933" y="3118970"/>
                </a:cubicBezTo>
                <a:cubicBezTo>
                  <a:pt x="3668838" y="3117878"/>
                  <a:pt x="3667879" y="3117073"/>
                  <a:pt x="3666787" y="3117169"/>
                </a:cubicBezTo>
                <a:close/>
                <a:moveTo>
                  <a:pt x="3218142" y="3289606"/>
                </a:moveTo>
                <a:lnTo>
                  <a:pt x="3217589" y="3290844"/>
                </a:lnTo>
                <a:cubicBezTo>
                  <a:pt x="3217742" y="3291209"/>
                  <a:pt x="3218107" y="3291439"/>
                  <a:pt x="3218490" y="3291439"/>
                </a:cubicBezTo>
                <a:cubicBezTo>
                  <a:pt x="3218604" y="3291439"/>
                  <a:pt x="3218719" y="3291420"/>
                  <a:pt x="3218834" y="3291381"/>
                </a:cubicBezTo>
                <a:cubicBezTo>
                  <a:pt x="3219333" y="3291190"/>
                  <a:pt x="3219562" y="3290634"/>
                  <a:pt x="3219370" y="3290136"/>
                </a:cubicBezTo>
                <a:close/>
                <a:moveTo>
                  <a:pt x="3218125" y="3289599"/>
                </a:moveTo>
                <a:lnTo>
                  <a:pt x="3218142" y="3289606"/>
                </a:lnTo>
                <a:lnTo>
                  <a:pt x="3218144" y="3289599"/>
                </a:lnTo>
                <a:close/>
                <a:moveTo>
                  <a:pt x="2774181" y="3460113"/>
                </a:moveTo>
                <a:cubicBezTo>
                  <a:pt x="2773261" y="3460688"/>
                  <a:pt x="2772974" y="3461896"/>
                  <a:pt x="2773548" y="3462835"/>
                </a:cubicBezTo>
                <a:cubicBezTo>
                  <a:pt x="2773912" y="3463448"/>
                  <a:pt x="2774565" y="3463774"/>
                  <a:pt x="2775236" y="3463774"/>
                </a:cubicBezTo>
                <a:cubicBezTo>
                  <a:pt x="2775580" y="3463774"/>
                  <a:pt x="2775944" y="3463678"/>
                  <a:pt x="2776270" y="3463485"/>
                </a:cubicBezTo>
                <a:cubicBezTo>
                  <a:pt x="2777190" y="3462911"/>
                  <a:pt x="2777496" y="3461703"/>
                  <a:pt x="2776922" y="3460764"/>
                </a:cubicBezTo>
                <a:cubicBezTo>
                  <a:pt x="2776346" y="3459826"/>
                  <a:pt x="2775120" y="3459538"/>
                  <a:pt x="2774181" y="3460113"/>
                </a:cubicBezTo>
                <a:close/>
                <a:moveTo>
                  <a:pt x="5965073" y="2211819"/>
                </a:moveTo>
                <a:cubicBezTo>
                  <a:pt x="5957482" y="2213870"/>
                  <a:pt x="5953000" y="2221709"/>
                  <a:pt x="5955068" y="2229298"/>
                </a:cubicBezTo>
                <a:cubicBezTo>
                  <a:pt x="5956793" y="2235641"/>
                  <a:pt x="5962543" y="2239820"/>
                  <a:pt x="5968810" y="2239820"/>
                </a:cubicBezTo>
                <a:cubicBezTo>
                  <a:pt x="5970036" y="2239820"/>
                  <a:pt x="5971302" y="2239648"/>
                  <a:pt x="5972547" y="2239303"/>
                </a:cubicBezTo>
                <a:cubicBezTo>
                  <a:pt x="5980137" y="2237232"/>
                  <a:pt x="5984620" y="2229413"/>
                  <a:pt x="5982569" y="2221824"/>
                </a:cubicBezTo>
                <a:cubicBezTo>
                  <a:pt x="5980501" y="2214234"/>
                  <a:pt x="5972679" y="2209750"/>
                  <a:pt x="5965073" y="2211819"/>
                </a:cubicBezTo>
                <a:close/>
                <a:moveTo>
                  <a:pt x="8423733" y="1249373"/>
                </a:moveTo>
                <a:cubicBezTo>
                  <a:pt x="8419548" y="1251488"/>
                  <a:pt x="8416170" y="1255202"/>
                  <a:pt x="8414589" y="1260012"/>
                </a:cubicBezTo>
                <a:cubicBezTo>
                  <a:pt x="8411408" y="1269633"/>
                  <a:pt x="8416640" y="1280001"/>
                  <a:pt x="8426261" y="1283163"/>
                </a:cubicBezTo>
                <a:lnTo>
                  <a:pt x="8426280" y="1283163"/>
                </a:lnTo>
                <a:cubicBezTo>
                  <a:pt x="8428178" y="1283777"/>
                  <a:pt x="8430113" y="1284084"/>
                  <a:pt x="8432011" y="1284084"/>
                </a:cubicBezTo>
                <a:cubicBezTo>
                  <a:pt x="8439714" y="1284084"/>
                  <a:pt x="8446883" y="1279177"/>
                  <a:pt x="8449413" y="1271473"/>
                </a:cubicBezTo>
                <a:cubicBezTo>
                  <a:pt x="8452575" y="1261852"/>
                  <a:pt x="8447343" y="1251483"/>
                  <a:pt x="8437721" y="1248321"/>
                </a:cubicBezTo>
                <a:cubicBezTo>
                  <a:pt x="8432910" y="1246740"/>
                  <a:pt x="8427918" y="1247258"/>
                  <a:pt x="8423733" y="1249373"/>
                </a:cubicBezTo>
                <a:close/>
                <a:moveTo>
                  <a:pt x="7606982" y="1568113"/>
                </a:moveTo>
                <a:lnTo>
                  <a:pt x="7606982" y="1568133"/>
                </a:lnTo>
                <a:lnTo>
                  <a:pt x="7606987" y="1568121"/>
                </a:lnTo>
                <a:close/>
                <a:moveTo>
                  <a:pt x="4181356" y="2903858"/>
                </a:moveTo>
                <a:cubicBezTo>
                  <a:pt x="4178634" y="2903245"/>
                  <a:pt x="4175951" y="2904951"/>
                  <a:pt x="4175338" y="2907673"/>
                </a:cubicBezTo>
                <a:cubicBezTo>
                  <a:pt x="4174725" y="2910394"/>
                  <a:pt x="4176449" y="2913097"/>
                  <a:pt x="4179153" y="2913710"/>
                </a:cubicBezTo>
                <a:cubicBezTo>
                  <a:pt x="4179535" y="2913786"/>
                  <a:pt x="4179900" y="2913825"/>
                  <a:pt x="4180264" y="2913825"/>
                </a:cubicBezTo>
                <a:cubicBezTo>
                  <a:pt x="4182583" y="2913825"/>
                  <a:pt x="4184672" y="2912234"/>
                  <a:pt x="4185187" y="2909877"/>
                </a:cubicBezTo>
                <a:cubicBezTo>
                  <a:pt x="4185803" y="2907155"/>
                  <a:pt x="4184077" y="2904453"/>
                  <a:pt x="4181356" y="2903858"/>
                </a:cubicBezTo>
                <a:close/>
                <a:moveTo>
                  <a:pt x="1601302" y="3910842"/>
                </a:moveTo>
                <a:lnTo>
                  <a:pt x="1601302" y="3910862"/>
                </a:lnTo>
                <a:lnTo>
                  <a:pt x="1601311" y="3910850"/>
                </a:lnTo>
                <a:close/>
                <a:moveTo>
                  <a:pt x="2500749" y="3558642"/>
                </a:moveTo>
                <a:cubicBezTo>
                  <a:pt x="2499330" y="3559485"/>
                  <a:pt x="2498852" y="3561325"/>
                  <a:pt x="2499695" y="3562742"/>
                </a:cubicBezTo>
                <a:cubicBezTo>
                  <a:pt x="2500251" y="3563701"/>
                  <a:pt x="2501247" y="3564237"/>
                  <a:pt x="2502283" y="3564237"/>
                </a:cubicBezTo>
                <a:cubicBezTo>
                  <a:pt x="2502800" y="3564237"/>
                  <a:pt x="2503317" y="3564104"/>
                  <a:pt x="2503797" y="3563816"/>
                </a:cubicBezTo>
                <a:cubicBezTo>
                  <a:pt x="2505234" y="3562973"/>
                  <a:pt x="2505694" y="3561133"/>
                  <a:pt x="2504869" y="3559715"/>
                </a:cubicBezTo>
                <a:cubicBezTo>
                  <a:pt x="2504026" y="3558278"/>
                  <a:pt x="2502187" y="3557798"/>
                  <a:pt x="2500749" y="3558642"/>
                </a:cubicBezTo>
                <a:close/>
                <a:moveTo>
                  <a:pt x="1603947" y="3907565"/>
                </a:moveTo>
                <a:lnTo>
                  <a:pt x="1601311" y="3910850"/>
                </a:lnTo>
                <a:lnTo>
                  <a:pt x="1604272" y="3913526"/>
                </a:lnTo>
                <a:cubicBezTo>
                  <a:pt x="1604388" y="3913526"/>
                  <a:pt x="1604598" y="3913526"/>
                  <a:pt x="1604598" y="3913526"/>
                </a:cubicBezTo>
                <a:cubicBezTo>
                  <a:pt x="1606246" y="3913353"/>
                  <a:pt x="1607434" y="3911858"/>
                  <a:pt x="1607262" y="3910210"/>
                </a:cubicBezTo>
                <a:cubicBezTo>
                  <a:pt x="1607090" y="3908562"/>
                  <a:pt x="1605595" y="3907374"/>
                  <a:pt x="1603947" y="3907565"/>
                </a:cubicBezTo>
                <a:close/>
                <a:moveTo>
                  <a:pt x="3839466" y="3034834"/>
                </a:moveTo>
                <a:cubicBezTo>
                  <a:pt x="3837799" y="3034815"/>
                  <a:pt x="3836419" y="3036138"/>
                  <a:pt x="3836418" y="3037786"/>
                </a:cubicBezTo>
                <a:cubicBezTo>
                  <a:pt x="3836399" y="3039453"/>
                  <a:pt x="3837721" y="3040834"/>
                  <a:pt x="3839389" y="3040833"/>
                </a:cubicBezTo>
                <a:lnTo>
                  <a:pt x="3839428" y="3040833"/>
                </a:lnTo>
                <a:cubicBezTo>
                  <a:pt x="3841075" y="3040834"/>
                  <a:pt x="3842436" y="3039511"/>
                  <a:pt x="3842436" y="3037863"/>
                </a:cubicBezTo>
                <a:cubicBezTo>
                  <a:pt x="3842455" y="3036214"/>
                  <a:pt x="3841114" y="3034854"/>
                  <a:pt x="3839466" y="3034834"/>
                </a:cubicBezTo>
                <a:close/>
                <a:moveTo>
                  <a:pt x="4011379" y="2963789"/>
                </a:moveTo>
                <a:cubicBezTo>
                  <a:pt x="4009175" y="2963540"/>
                  <a:pt x="4007182" y="2965111"/>
                  <a:pt x="4006933" y="2967335"/>
                </a:cubicBezTo>
                <a:cubicBezTo>
                  <a:pt x="4006684" y="2969539"/>
                  <a:pt x="4008274" y="2971532"/>
                  <a:pt x="4010478" y="2971781"/>
                </a:cubicBezTo>
                <a:lnTo>
                  <a:pt x="4010478" y="2971800"/>
                </a:lnTo>
                <a:cubicBezTo>
                  <a:pt x="4010631" y="2971800"/>
                  <a:pt x="4010785" y="2971800"/>
                  <a:pt x="4010938" y="2971801"/>
                </a:cubicBezTo>
                <a:cubicBezTo>
                  <a:pt x="4012950" y="2971800"/>
                  <a:pt x="4014694" y="2970286"/>
                  <a:pt x="4014924" y="2968235"/>
                </a:cubicBezTo>
                <a:cubicBezTo>
                  <a:pt x="4015175" y="2966012"/>
                  <a:pt x="4013601" y="2964020"/>
                  <a:pt x="4011379" y="2963789"/>
                </a:cubicBezTo>
                <a:close/>
                <a:moveTo>
                  <a:pt x="1275644" y="4030530"/>
                </a:moveTo>
                <a:cubicBezTo>
                  <a:pt x="1274552" y="4030376"/>
                  <a:pt x="1273555" y="4031144"/>
                  <a:pt x="1273422" y="4032236"/>
                </a:cubicBezTo>
                <a:cubicBezTo>
                  <a:pt x="1273268" y="4033309"/>
                  <a:pt x="1274035" y="4034306"/>
                  <a:pt x="1275127" y="4034459"/>
                </a:cubicBezTo>
                <a:cubicBezTo>
                  <a:pt x="1275204" y="4034459"/>
                  <a:pt x="1275376" y="4034478"/>
                  <a:pt x="1275376" y="4034478"/>
                </a:cubicBezTo>
                <a:cubicBezTo>
                  <a:pt x="1276354" y="4034478"/>
                  <a:pt x="1277216" y="4033750"/>
                  <a:pt x="1277350" y="4032753"/>
                </a:cubicBezTo>
                <a:cubicBezTo>
                  <a:pt x="1277485" y="4031661"/>
                  <a:pt x="1276737" y="4030664"/>
                  <a:pt x="1275644" y="4030530"/>
                </a:cubicBezTo>
                <a:close/>
                <a:moveTo>
                  <a:pt x="7621414" y="1552072"/>
                </a:moveTo>
                <a:cubicBezTo>
                  <a:pt x="7617197" y="1552293"/>
                  <a:pt x="7613475" y="1554205"/>
                  <a:pt x="7610863" y="1557113"/>
                </a:cubicBezTo>
                <a:lnTo>
                  <a:pt x="7606987" y="1568121"/>
                </a:lnTo>
                <a:lnTo>
                  <a:pt x="7611747" y="1578393"/>
                </a:lnTo>
                <a:cubicBezTo>
                  <a:pt x="7614495" y="1580988"/>
                  <a:pt x="7618193" y="1582564"/>
                  <a:pt x="7622219" y="1582564"/>
                </a:cubicBezTo>
                <a:cubicBezTo>
                  <a:pt x="7622487" y="1582564"/>
                  <a:pt x="7622775" y="1582564"/>
                  <a:pt x="7623043" y="1582564"/>
                </a:cubicBezTo>
                <a:cubicBezTo>
                  <a:pt x="7631456" y="1582104"/>
                  <a:pt x="7637915" y="1574917"/>
                  <a:pt x="7637474" y="1566503"/>
                </a:cubicBezTo>
                <a:cubicBezTo>
                  <a:pt x="7637014" y="1558071"/>
                  <a:pt x="7629827" y="1551612"/>
                  <a:pt x="7621414" y="1552072"/>
                </a:cubicBezTo>
                <a:close/>
                <a:moveTo>
                  <a:pt x="5864647" y="2237175"/>
                </a:moveTo>
                <a:cubicBezTo>
                  <a:pt x="5856984" y="2238957"/>
                  <a:pt x="5852208" y="2246604"/>
                  <a:pt x="5853992" y="2254270"/>
                </a:cubicBezTo>
                <a:cubicBezTo>
                  <a:pt x="5855525" y="2260844"/>
                  <a:pt x="5861389" y="2265290"/>
                  <a:pt x="5867867" y="2265290"/>
                </a:cubicBezTo>
                <a:cubicBezTo>
                  <a:pt x="5868923" y="2265290"/>
                  <a:pt x="5870014" y="2265175"/>
                  <a:pt x="5871103" y="2264926"/>
                </a:cubicBezTo>
                <a:cubicBezTo>
                  <a:pt x="5878754" y="2263144"/>
                  <a:pt x="5883526" y="2255497"/>
                  <a:pt x="5881742" y="2247831"/>
                </a:cubicBezTo>
                <a:cubicBezTo>
                  <a:pt x="5879960" y="2240164"/>
                  <a:pt x="5872312" y="2235392"/>
                  <a:pt x="5864647" y="2237175"/>
                </a:cubicBezTo>
                <a:close/>
                <a:moveTo>
                  <a:pt x="4567172" y="2742871"/>
                </a:moveTo>
                <a:cubicBezTo>
                  <a:pt x="4565199" y="2746876"/>
                  <a:pt x="4566849" y="2751744"/>
                  <a:pt x="4570873" y="2753738"/>
                </a:cubicBezTo>
                <a:cubicBezTo>
                  <a:pt x="4572022" y="2754293"/>
                  <a:pt x="4573249" y="2754562"/>
                  <a:pt x="4574458" y="2754562"/>
                </a:cubicBezTo>
                <a:cubicBezTo>
                  <a:pt x="4577446" y="2754562"/>
                  <a:pt x="4580321" y="2752913"/>
                  <a:pt x="4581739" y="2750038"/>
                </a:cubicBezTo>
                <a:cubicBezTo>
                  <a:pt x="4583713" y="2746014"/>
                  <a:pt x="4582065" y="2741146"/>
                  <a:pt x="4578041" y="2739172"/>
                </a:cubicBezTo>
                <a:cubicBezTo>
                  <a:pt x="4574017" y="2737198"/>
                  <a:pt x="4569167" y="2738846"/>
                  <a:pt x="4567172" y="2742871"/>
                </a:cubicBezTo>
                <a:close/>
                <a:moveTo>
                  <a:pt x="2856898" y="3410398"/>
                </a:moveTo>
                <a:cubicBezTo>
                  <a:pt x="2855959" y="3410954"/>
                  <a:pt x="2855653" y="3412161"/>
                  <a:pt x="2856189" y="3413100"/>
                </a:cubicBezTo>
                <a:cubicBezTo>
                  <a:pt x="2856573" y="3413733"/>
                  <a:pt x="2857225" y="3414078"/>
                  <a:pt x="2857914" y="3414078"/>
                </a:cubicBezTo>
                <a:cubicBezTo>
                  <a:pt x="2858240" y="3414078"/>
                  <a:pt x="2858584" y="3414002"/>
                  <a:pt x="2858911" y="3413809"/>
                </a:cubicBezTo>
                <a:cubicBezTo>
                  <a:pt x="2859850" y="3413253"/>
                  <a:pt x="2860157" y="3412046"/>
                  <a:pt x="2859620" y="3411088"/>
                </a:cubicBezTo>
                <a:cubicBezTo>
                  <a:pt x="2859064" y="3410149"/>
                  <a:pt x="2857838" y="3409842"/>
                  <a:pt x="2856898" y="3410398"/>
                </a:cubicBezTo>
                <a:close/>
                <a:moveTo>
                  <a:pt x="1050068" y="4114531"/>
                </a:moveTo>
                <a:cubicBezTo>
                  <a:pt x="1049570" y="4114359"/>
                  <a:pt x="1049033" y="4114627"/>
                  <a:pt x="1048861" y="4115125"/>
                </a:cubicBezTo>
                <a:cubicBezTo>
                  <a:pt x="1048688" y="4115643"/>
                  <a:pt x="1048957" y="4116180"/>
                  <a:pt x="1049455" y="4116352"/>
                </a:cubicBezTo>
                <a:cubicBezTo>
                  <a:pt x="1049551" y="4116391"/>
                  <a:pt x="1049762" y="4116391"/>
                  <a:pt x="1049762" y="4116391"/>
                </a:cubicBezTo>
                <a:cubicBezTo>
                  <a:pt x="1050164" y="4116391"/>
                  <a:pt x="1050528" y="4116141"/>
                  <a:pt x="1050681" y="4115739"/>
                </a:cubicBezTo>
                <a:cubicBezTo>
                  <a:pt x="1050835" y="4115240"/>
                  <a:pt x="1050567" y="4114703"/>
                  <a:pt x="1050068" y="4114531"/>
                </a:cubicBezTo>
                <a:close/>
                <a:moveTo>
                  <a:pt x="3569216" y="3130872"/>
                </a:moveTo>
                <a:lnTo>
                  <a:pt x="3569216" y="3130892"/>
                </a:lnTo>
                <a:lnTo>
                  <a:pt x="3569224" y="3130880"/>
                </a:lnTo>
                <a:close/>
                <a:moveTo>
                  <a:pt x="5380121" y="2423317"/>
                </a:moveTo>
                <a:cubicBezTo>
                  <a:pt x="5377579" y="2425550"/>
                  <a:pt x="5375893" y="2428751"/>
                  <a:pt x="5375664" y="2432392"/>
                </a:cubicBezTo>
                <a:cubicBezTo>
                  <a:pt x="5375204" y="2439694"/>
                  <a:pt x="5380743" y="2445961"/>
                  <a:pt x="5388026" y="2446440"/>
                </a:cubicBezTo>
                <a:lnTo>
                  <a:pt x="5388026" y="2446459"/>
                </a:lnTo>
                <a:cubicBezTo>
                  <a:pt x="5388312" y="2446459"/>
                  <a:pt x="5388581" y="2446459"/>
                  <a:pt x="5388867" y="2446459"/>
                </a:cubicBezTo>
                <a:cubicBezTo>
                  <a:pt x="5395785" y="2446459"/>
                  <a:pt x="5401613" y="2441093"/>
                  <a:pt x="5402074" y="2434079"/>
                </a:cubicBezTo>
                <a:cubicBezTo>
                  <a:pt x="5402514" y="2426796"/>
                  <a:pt x="5396994" y="2420510"/>
                  <a:pt x="5389711" y="2420049"/>
                </a:cubicBezTo>
                <a:cubicBezTo>
                  <a:pt x="5386060" y="2419819"/>
                  <a:pt x="5382663" y="2421084"/>
                  <a:pt x="5380121" y="2423317"/>
                </a:cubicBezTo>
                <a:close/>
                <a:moveTo>
                  <a:pt x="3570883" y="3128629"/>
                </a:moveTo>
                <a:lnTo>
                  <a:pt x="3569224" y="3130880"/>
                </a:lnTo>
                <a:lnTo>
                  <a:pt x="3571171" y="3132539"/>
                </a:lnTo>
                <a:cubicBezTo>
                  <a:pt x="3571285" y="3132539"/>
                  <a:pt x="3571478" y="3132539"/>
                  <a:pt x="3571478" y="3132539"/>
                </a:cubicBezTo>
                <a:cubicBezTo>
                  <a:pt x="3572550" y="3132367"/>
                  <a:pt x="3573298" y="3131351"/>
                  <a:pt x="3573126" y="3130278"/>
                </a:cubicBezTo>
                <a:cubicBezTo>
                  <a:pt x="3572973" y="3129185"/>
                  <a:pt x="3571956" y="3128457"/>
                  <a:pt x="3570883" y="3128629"/>
                </a:cubicBezTo>
                <a:close/>
                <a:moveTo>
                  <a:pt x="2584195" y="3509042"/>
                </a:moveTo>
                <a:cubicBezTo>
                  <a:pt x="2582777" y="3509904"/>
                  <a:pt x="2582316" y="3511744"/>
                  <a:pt x="2583160" y="3513163"/>
                </a:cubicBezTo>
                <a:cubicBezTo>
                  <a:pt x="2583735" y="3514102"/>
                  <a:pt x="2584713" y="3514619"/>
                  <a:pt x="2585748" y="3514619"/>
                </a:cubicBezTo>
                <a:cubicBezTo>
                  <a:pt x="2586264" y="3514619"/>
                  <a:pt x="2586801" y="3514485"/>
                  <a:pt x="2587281" y="3514197"/>
                </a:cubicBezTo>
                <a:cubicBezTo>
                  <a:pt x="2588698" y="3513335"/>
                  <a:pt x="2589159" y="3511495"/>
                  <a:pt x="2588316" y="3510076"/>
                </a:cubicBezTo>
                <a:cubicBezTo>
                  <a:pt x="2587472" y="3508639"/>
                  <a:pt x="2585613" y="3508198"/>
                  <a:pt x="2584195" y="3509042"/>
                </a:cubicBezTo>
                <a:close/>
                <a:moveTo>
                  <a:pt x="2940651" y="3362427"/>
                </a:moveTo>
                <a:cubicBezTo>
                  <a:pt x="2939674" y="3362944"/>
                  <a:pt x="2939329" y="3364152"/>
                  <a:pt x="2939866" y="3365111"/>
                </a:cubicBezTo>
                <a:cubicBezTo>
                  <a:pt x="2940229" y="3365762"/>
                  <a:pt x="2940919" y="3366127"/>
                  <a:pt x="2941610" y="3366127"/>
                </a:cubicBezTo>
                <a:cubicBezTo>
                  <a:pt x="2941935" y="3366127"/>
                  <a:pt x="2942260" y="3366049"/>
                  <a:pt x="2942568" y="3365877"/>
                </a:cubicBezTo>
                <a:cubicBezTo>
                  <a:pt x="2943527" y="3365340"/>
                  <a:pt x="2943871" y="3364152"/>
                  <a:pt x="2943334" y="3363194"/>
                </a:cubicBezTo>
                <a:cubicBezTo>
                  <a:pt x="2942797" y="3362236"/>
                  <a:pt x="2941590" y="3361891"/>
                  <a:pt x="2940651" y="3362427"/>
                </a:cubicBezTo>
                <a:close/>
                <a:moveTo>
                  <a:pt x="5763360" y="2258468"/>
                </a:moveTo>
                <a:cubicBezTo>
                  <a:pt x="5755615" y="2259904"/>
                  <a:pt x="5750518" y="2267341"/>
                  <a:pt x="5751974" y="2275084"/>
                </a:cubicBezTo>
                <a:cubicBezTo>
                  <a:pt x="5753240" y="2281926"/>
                  <a:pt x="5759238" y="2286717"/>
                  <a:pt x="5765965" y="2286717"/>
                </a:cubicBezTo>
                <a:cubicBezTo>
                  <a:pt x="5766828" y="2286717"/>
                  <a:pt x="5767710" y="2286641"/>
                  <a:pt x="5768590" y="2286468"/>
                </a:cubicBezTo>
                <a:cubicBezTo>
                  <a:pt x="5776315" y="2285012"/>
                  <a:pt x="5781412" y="2277575"/>
                  <a:pt x="5779975" y="2269852"/>
                </a:cubicBezTo>
                <a:cubicBezTo>
                  <a:pt x="5778517" y="2262109"/>
                  <a:pt x="5771081" y="2257011"/>
                  <a:pt x="5763360" y="2258468"/>
                </a:cubicBezTo>
                <a:close/>
                <a:moveTo>
                  <a:pt x="8161544" y="1319944"/>
                </a:moveTo>
                <a:cubicBezTo>
                  <a:pt x="8157768" y="1322266"/>
                  <a:pt x="8154879" y="1326027"/>
                  <a:pt x="8153768" y="1330675"/>
                </a:cubicBezTo>
                <a:cubicBezTo>
                  <a:pt x="8151545" y="1339970"/>
                  <a:pt x="8157295" y="1349322"/>
                  <a:pt x="8166590" y="1351526"/>
                </a:cubicBezTo>
                <a:cubicBezTo>
                  <a:pt x="8167951" y="1351852"/>
                  <a:pt x="8169292" y="1352005"/>
                  <a:pt x="8170634" y="1352005"/>
                </a:cubicBezTo>
                <a:cubicBezTo>
                  <a:pt x="8178453" y="1352005"/>
                  <a:pt x="8185544" y="1346658"/>
                  <a:pt x="8187442" y="1338723"/>
                </a:cubicBezTo>
                <a:cubicBezTo>
                  <a:pt x="8189666" y="1329429"/>
                  <a:pt x="8183934" y="1320076"/>
                  <a:pt x="8174639" y="1317853"/>
                </a:cubicBezTo>
                <a:cubicBezTo>
                  <a:pt x="8169981" y="1316741"/>
                  <a:pt x="8165319" y="1317623"/>
                  <a:pt x="8161544" y="1319944"/>
                </a:cubicBezTo>
                <a:close/>
                <a:moveTo>
                  <a:pt x="8576171" y="1157434"/>
                </a:moveTo>
                <a:cubicBezTo>
                  <a:pt x="8571692" y="1159547"/>
                  <a:pt x="8568017" y="1163371"/>
                  <a:pt x="8566206" y="1168401"/>
                </a:cubicBezTo>
                <a:cubicBezTo>
                  <a:pt x="8562603" y="1178463"/>
                  <a:pt x="8567835" y="1189541"/>
                  <a:pt x="8577896" y="1193163"/>
                </a:cubicBezTo>
                <a:cubicBezTo>
                  <a:pt x="8580044" y="1193930"/>
                  <a:pt x="8582266" y="1194314"/>
                  <a:pt x="8584432" y="1194314"/>
                </a:cubicBezTo>
                <a:cubicBezTo>
                  <a:pt x="8592366" y="1194314"/>
                  <a:pt x="8599802" y="1189388"/>
                  <a:pt x="8602658" y="1181492"/>
                </a:cubicBezTo>
                <a:cubicBezTo>
                  <a:pt x="8606261" y="1171410"/>
                  <a:pt x="8601029" y="1160333"/>
                  <a:pt x="8590967" y="1156730"/>
                </a:cubicBezTo>
                <a:cubicBezTo>
                  <a:pt x="8585936" y="1154919"/>
                  <a:pt x="8580651" y="1155321"/>
                  <a:pt x="8576171" y="1157434"/>
                </a:cubicBezTo>
                <a:close/>
                <a:moveTo>
                  <a:pt x="3475957" y="3146511"/>
                </a:moveTo>
                <a:cubicBezTo>
                  <a:pt x="3474885" y="3146741"/>
                  <a:pt x="3474214" y="3147795"/>
                  <a:pt x="3474444" y="3148868"/>
                </a:cubicBezTo>
                <a:cubicBezTo>
                  <a:pt x="3474655" y="3149788"/>
                  <a:pt x="3475478" y="3150420"/>
                  <a:pt x="3476378" y="3150420"/>
                </a:cubicBezTo>
                <a:cubicBezTo>
                  <a:pt x="3476532" y="3150420"/>
                  <a:pt x="3476667" y="3150402"/>
                  <a:pt x="3476821" y="3150383"/>
                </a:cubicBezTo>
                <a:cubicBezTo>
                  <a:pt x="3477873" y="3150133"/>
                  <a:pt x="3478564" y="3149079"/>
                  <a:pt x="3478314" y="3148006"/>
                </a:cubicBezTo>
                <a:cubicBezTo>
                  <a:pt x="3478084" y="3146952"/>
                  <a:pt x="3477031" y="3146262"/>
                  <a:pt x="3475957" y="3146511"/>
                </a:cubicBezTo>
                <a:close/>
                <a:moveTo>
                  <a:pt x="1507353" y="3914407"/>
                </a:moveTo>
                <a:cubicBezTo>
                  <a:pt x="1505705" y="3914464"/>
                  <a:pt x="1504401" y="3915844"/>
                  <a:pt x="1504459" y="3917512"/>
                </a:cubicBezTo>
                <a:cubicBezTo>
                  <a:pt x="1504498" y="3919160"/>
                  <a:pt x="1505896" y="3920463"/>
                  <a:pt x="1507545" y="3920406"/>
                </a:cubicBezTo>
                <a:lnTo>
                  <a:pt x="1507545" y="3920426"/>
                </a:lnTo>
                <a:cubicBezTo>
                  <a:pt x="1509212" y="3920368"/>
                  <a:pt x="1510496" y="3918968"/>
                  <a:pt x="1510459" y="3917320"/>
                </a:cubicBezTo>
                <a:cubicBezTo>
                  <a:pt x="1510400" y="3915653"/>
                  <a:pt x="1509020" y="3914349"/>
                  <a:pt x="1507353" y="3914407"/>
                </a:cubicBezTo>
                <a:close/>
                <a:moveTo>
                  <a:pt x="4417589" y="2778230"/>
                </a:moveTo>
                <a:cubicBezTo>
                  <a:pt x="4413909" y="2776908"/>
                  <a:pt x="4409845" y="2778805"/>
                  <a:pt x="4408506" y="2782484"/>
                </a:cubicBezTo>
                <a:cubicBezTo>
                  <a:pt x="4407182" y="2786183"/>
                  <a:pt x="4409100" y="2790246"/>
                  <a:pt x="4412778" y="2791569"/>
                </a:cubicBezTo>
                <a:cubicBezTo>
                  <a:pt x="4413563" y="2791856"/>
                  <a:pt x="4414369" y="2791990"/>
                  <a:pt x="4415174" y="2791990"/>
                </a:cubicBezTo>
                <a:cubicBezTo>
                  <a:pt x="4418087" y="2791990"/>
                  <a:pt x="4420809" y="2790189"/>
                  <a:pt x="4421843" y="2787314"/>
                </a:cubicBezTo>
                <a:cubicBezTo>
                  <a:pt x="4423185" y="2783634"/>
                  <a:pt x="4421268" y="2779572"/>
                  <a:pt x="4417589" y="2778230"/>
                </a:cubicBezTo>
                <a:close/>
                <a:moveTo>
                  <a:pt x="2667430" y="3459059"/>
                </a:moveTo>
                <a:cubicBezTo>
                  <a:pt x="2666012" y="3459921"/>
                  <a:pt x="2665552" y="3461760"/>
                  <a:pt x="2666414" y="3463179"/>
                </a:cubicBezTo>
                <a:cubicBezTo>
                  <a:pt x="2666971" y="3464118"/>
                  <a:pt x="2667967" y="3464636"/>
                  <a:pt x="2668983" y="3464636"/>
                </a:cubicBezTo>
                <a:cubicBezTo>
                  <a:pt x="2669518" y="3464636"/>
                  <a:pt x="2670055" y="3464502"/>
                  <a:pt x="2670535" y="3464215"/>
                </a:cubicBezTo>
                <a:cubicBezTo>
                  <a:pt x="2671953" y="3463371"/>
                  <a:pt x="2672412" y="3461512"/>
                  <a:pt x="2671569" y="3460093"/>
                </a:cubicBezTo>
                <a:cubicBezTo>
                  <a:pt x="2670707" y="3458676"/>
                  <a:pt x="2668868" y="3458216"/>
                  <a:pt x="2667449" y="3459059"/>
                </a:cubicBezTo>
                <a:close/>
                <a:moveTo>
                  <a:pt x="4950631" y="2567535"/>
                </a:moveTo>
                <a:cubicBezTo>
                  <a:pt x="4947952" y="2568529"/>
                  <a:pt x="4945653" y="2570546"/>
                  <a:pt x="4944368" y="2573353"/>
                </a:cubicBezTo>
                <a:cubicBezTo>
                  <a:pt x="4941779" y="2578949"/>
                  <a:pt x="4944235" y="2585600"/>
                  <a:pt x="4949849" y="2588168"/>
                </a:cubicBezTo>
                <a:cubicBezTo>
                  <a:pt x="4951363" y="2588877"/>
                  <a:pt x="4952953" y="2589203"/>
                  <a:pt x="4954505" y="2589203"/>
                </a:cubicBezTo>
                <a:cubicBezTo>
                  <a:pt x="4958741" y="2589203"/>
                  <a:pt x="4962784" y="2586788"/>
                  <a:pt x="4964683" y="2582686"/>
                </a:cubicBezTo>
                <a:cubicBezTo>
                  <a:pt x="4967251" y="2577071"/>
                  <a:pt x="4964799" y="2570440"/>
                  <a:pt x="4959184" y="2567853"/>
                </a:cubicBezTo>
                <a:cubicBezTo>
                  <a:pt x="4956375" y="2566569"/>
                  <a:pt x="4953314" y="2566541"/>
                  <a:pt x="4950631" y="2567535"/>
                </a:cubicBezTo>
                <a:close/>
                <a:moveTo>
                  <a:pt x="7889445" y="1418969"/>
                </a:moveTo>
                <a:cubicBezTo>
                  <a:pt x="7886206" y="1421595"/>
                  <a:pt x="7883969" y="1425456"/>
                  <a:pt x="7883500" y="1429932"/>
                </a:cubicBezTo>
                <a:cubicBezTo>
                  <a:pt x="7882561" y="1438882"/>
                  <a:pt x="7889058" y="1446893"/>
                  <a:pt x="7897989" y="1447832"/>
                </a:cubicBezTo>
                <a:lnTo>
                  <a:pt x="7898008" y="1447832"/>
                </a:lnTo>
                <a:cubicBezTo>
                  <a:pt x="7898582" y="1447889"/>
                  <a:pt x="7899157" y="1447928"/>
                  <a:pt x="7899733" y="1447928"/>
                </a:cubicBezTo>
                <a:cubicBezTo>
                  <a:pt x="7907955" y="1447928"/>
                  <a:pt x="7915026" y="1441699"/>
                  <a:pt x="7915908" y="1433323"/>
                </a:cubicBezTo>
                <a:cubicBezTo>
                  <a:pt x="7916828" y="1424374"/>
                  <a:pt x="7910350" y="1416362"/>
                  <a:pt x="7901400" y="1415423"/>
                </a:cubicBezTo>
                <a:cubicBezTo>
                  <a:pt x="7896925" y="1414954"/>
                  <a:pt x="7892684" y="1416343"/>
                  <a:pt x="7889445" y="1418969"/>
                </a:cubicBezTo>
                <a:close/>
                <a:moveTo>
                  <a:pt x="3742183" y="3037383"/>
                </a:moveTo>
                <a:cubicBezTo>
                  <a:pt x="3740534" y="3037499"/>
                  <a:pt x="3739270" y="3038917"/>
                  <a:pt x="3739365" y="3040584"/>
                </a:cubicBezTo>
                <a:cubicBezTo>
                  <a:pt x="3739480" y="3042175"/>
                  <a:pt x="3740783" y="3043382"/>
                  <a:pt x="3742355" y="3043382"/>
                </a:cubicBezTo>
                <a:lnTo>
                  <a:pt x="3742566" y="3043382"/>
                </a:lnTo>
                <a:cubicBezTo>
                  <a:pt x="3744213" y="3043286"/>
                  <a:pt x="3745479" y="3041849"/>
                  <a:pt x="3745364" y="3040201"/>
                </a:cubicBezTo>
                <a:cubicBezTo>
                  <a:pt x="3745268" y="3038552"/>
                  <a:pt x="3743830" y="3037288"/>
                  <a:pt x="3742183" y="3037383"/>
                </a:cubicBezTo>
                <a:close/>
                <a:moveTo>
                  <a:pt x="3025668" y="3316756"/>
                </a:moveTo>
                <a:cubicBezTo>
                  <a:pt x="3024690" y="3317255"/>
                  <a:pt x="3024327" y="3318443"/>
                  <a:pt x="3024825" y="3319420"/>
                </a:cubicBezTo>
                <a:cubicBezTo>
                  <a:pt x="3025170" y="3320110"/>
                  <a:pt x="3025860" y="3320493"/>
                  <a:pt x="3026587" y="3320493"/>
                </a:cubicBezTo>
                <a:cubicBezTo>
                  <a:pt x="3026896" y="3320493"/>
                  <a:pt x="3027202" y="3320417"/>
                  <a:pt x="3027489" y="3320282"/>
                </a:cubicBezTo>
                <a:cubicBezTo>
                  <a:pt x="3028467" y="3319765"/>
                  <a:pt x="3028831" y="3318577"/>
                  <a:pt x="3028332" y="3317600"/>
                </a:cubicBezTo>
                <a:cubicBezTo>
                  <a:pt x="3027834" y="3316622"/>
                  <a:pt x="3026646" y="3316258"/>
                  <a:pt x="3025668" y="3316756"/>
                </a:cubicBezTo>
                <a:close/>
                <a:moveTo>
                  <a:pt x="5112162" y="2501550"/>
                </a:moveTo>
                <a:cubicBezTo>
                  <a:pt x="5109376" y="2502959"/>
                  <a:pt x="5107128" y="2505431"/>
                  <a:pt x="5106084" y="2508632"/>
                </a:cubicBezTo>
                <a:cubicBezTo>
                  <a:pt x="5103976" y="2515052"/>
                  <a:pt x="5107464" y="2521933"/>
                  <a:pt x="5113885" y="2524041"/>
                </a:cubicBezTo>
                <a:cubicBezTo>
                  <a:pt x="5115151" y="2524443"/>
                  <a:pt x="5116417" y="2524654"/>
                  <a:pt x="5117680" y="2524654"/>
                </a:cubicBezTo>
                <a:cubicBezTo>
                  <a:pt x="5122815" y="2524654"/>
                  <a:pt x="5127589" y="2521377"/>
                  <a:pt x="5129273" y="2516240"/>
                </a:cubicBezTo>
                <a:cubicBezTo>
                  <a:pt x="5131366" y="2509839"/>
                  <a:pt x="5127876" y="2502940"/>
                  <a:pt x="5121474" y="2500850"/>
                </a:cubicBezTo>
                <a:cubicBezTo>
                  <a:pt x="5118273" y="2499796"/>
                  <a:pt x="5114949" y="2500141"/>
                  <a:pt x="5112162" y="2501550"/>
                </a:cubicBezTo>
                <a:close/>
                <a:moveTo>
                  <a:pt x="7516062" y="1561137"/>
                </a:moveTo>
                <a:cubicBezTo>
                  <a:pt x="7507687" y="1562133"/>
                  <a:pt x="7501708" y="1569723"/>
                  <a:pt x="7502704" y="1578099"/>
                </a:cubicBezTo>
                <a:cubicBezTo>
                  <a:pt x="7503624" y="1585861"/>
                  <a:pt x="7510217" y="1591571"/>
                  <a:pt x="7517845" y="1591571"/>
                </a:cubicBezTo>
                <a:cubicBezTo>
                  <a:pt x="7518458" y="1591572"/>
                  <a:pt x="7519051" y="1591534"/>
                  <a:pt x="7519685" y="1591456"/>
                </a:cubicBezTo>
                <a:cubicBezTo>
                  <a:pt x="7528040" y="1590460"/>
                  <a:pt x="7534020" y="1582871"/>
                  <a:pt x="7533024" y="1574495"/>
                </a:cubicBezTo>
                <a:cubicBezTo>
                  <a:pt x="7532027" y="1566120"/>
                  <a:pt x="7524437" y="1560141"/>
                  <a:pt x="7516062" y="1561137"/>
                </a:cubicBezTo>
                <a:close/>
                <a:moveTo>
                  <a:pt x="2114951" y="3668019"/>
                </a:moveTo>
                <a:cubicBezTo>
                  <a:pt x="2112882" y="3668823"/>
                  <a:pt x="2111866" y="3671161"/>
                  <a:pt x="2112671" y="3673231"/>
                </a:cubicBezTo>
                <a:cubicBezTo>
                  <a:pt x="2113303" y="3674822"/>
                  <a:pt x="2114817" y="3675780"/>
                  <a:pt x="2116427" y="3675780"/>
                </a:cubicBezTo>
                <a:cubicBezTo>
                  <a:pt x="2116906" y="3675780"/>
                  <a:pt x="2117405" y="3675704"/>
                  <a:pt x="2117884" y="3675512"/>
                </a:cubicBezTo>
                <a:cubicBezTo>
                  <a:pt x="2119953" y="3674707"/>
                  <a:pt x="2120989" y="3672369"/>
                  <a:pt x="2120164" y="3670300"/>
                </a:cubicBezTo>
                <a:cubicBezTo>
                  <a:pt x="2119360" y="3668229"/>
                  <a:pt x="2117022" y="3667195"/>
                  <a:pt x="2114951" y="3668019"/>
                </a:cubicBezTo>
                <a:close/>
                <a:moveTo>
                  <a:pt x="2205105" y="3630647"/>
                </a:moveTo>
                <a:cubicBezTo>
                  <a:pt x="2203074" y="3631528"/>
                  <a:pt x="2202135" y="3633904"/>
                  <a:pt x="2203035" y="3635936"/>
                </a:cubicBezTo>
                <a:cubicBezTo>
                  <a:pt x="2203687" y="3637449"/>
                  <a:pt x="2205162" y="3638350"/>
                  <a:pt x="2206715" y="3638350"/>
                </a:cubicBezTo>
                <a:cubicBezTo>
                  <a:pt x="2207252" y="3638350"/>
                  <a:pt x="2207807" y="3638235"/>
                  <a:pt x="2208325" y="3638005"/>
                </a:cubicBezTo>
                <a:cubicBezTo>
                  <a:pt x="2210395" y="3637124"/>
                  <a:pt x="2211296" y="3634748"/>
                  <a:pt x="2210394" y="3632716"/>
                </a:cubicBezTo>
                <a:cubicBezTo>
                  <a:pt x="2209513" y="3630665"/>
                  <a:pt x="2207137" y="3629746"/>
                  <a:pt x="2205105" y="3630647"/>
                </a:cubicBezTo>
                <a:close/>
                <a:moveTo>
                  <a:pt x="2023322" y="3701520"/>
                </a:moveTo>
                <a:cubicBezTo>
                  <a:pt x="2021233" y="3702248"/>
                  <a:pt x="2020103" y="3704528"/>
                  <a:pt x="2020811" y="3706637"/>
                </a:cubicBezTo>
                <a:cubicBezTo>
                  <a:pt x="2021387" y="3708304"/>
                  <a:pt x="2022958" y="3709358"/>
                  <a:pt x="2024625" y="3709358"/>
                </a:cubicBezTo>
                <a:cubicBezTo>
                  <a:pt x="2025047" y="3709358"/>
                  <a:pt x="2025488" y="3709281"/>
                  <a:pt x="2025929" y="3709147"/>
                </a:cubicBezTo>
                <a:cubicBezTo>
                  <a:pt x="2028018" y="3708419"/>
                  <a:pt x="2029149" y="3706138"/>
                  <a:pt x="2028440" y="3704049"/>
                </a:cubicBezTo>
                <a:cubicBezTo>
                  <a:pt x="2027730" y="3701941"/>
                  <a:pt x="2025431" y="3700810"/>
                  <a:pt x="2023341" y="3701520"/>
                </a:cubicBezTo>
                <a:close/>
                <a:moveTo>
                  <a:pt x="3382373" y="3170352"/>
                </a:moveTo>
                <a:cubicBezTo>
                  <a:pt x="3381319" y="3170660"/>
                  <a:pt x="3380706" y="3171751"/>
                  <a:pt x="3381012" y="3172805"/>
                </a:cubicBezTo>
                <a:cubicBezTo>
                  <a:pt x="3381261" y="3173687"/>
                  <a:pt x="3382047" y="3174243"/>
                  <a:pt x="3382910" y="3174243"/>
                </a:cubicBezTo>
                <a:cubicBezTo>
                  <a:pt x="3383101" y="3174243"/>
                  <a:pt x="3383275" y="3174224"/>
                  <a:pt x="3383466" y="3174166"/>
                </a:cubicBezTo>
                <a:cubicBezTo>
                  <a:pt x="3384520" y="3173860"/>
                  <a:pt x="3385113" y="3172768"/>
                  <a:pt x="3384827" y="3171713"/>
                </a:cubicBezTo>
                <a:cubicBezTo>
                  <a:pt x="3384520" y="3170660"/>
                  <a:pt x="3383427" y="3170065"/>
                  <a:pt x="3382373" y="3170352"/>
                </a:cubicBezTo>
                <a:close/>
                <a:moveTo>
                  <a:pt x="4787653" y="2621074"/>
                </a:moveTo>
                <a:cubicBezTo>
                  <a:pt x="4785084" y="2626057"/>
                  <a:pt x="4787039" y="2632171"/>
                  <a:pt x="4792041" y="2634739"/>
                </a:cubicBezTo>
                <a:cubicBezTo>
                  <a:pt x="4793517" y="2635506"/>
                  <a:pt x="4795108" y="2635870"/>
                  <a:pt x="4796659" y="2635870"/>
                </a:cubicBezTo>
                <a:cubicBezTo>
                  <a:pt x="4800358" y="2635870"/>
                  <a:pt x="4803905" y="2633858"/>
                  <a:pt x="4805706" y="2630350"/>
                </a:cubicBezTo>
                <a:cubicBezTo>
                  <a:pt x="4808273" y="2625348"/>
                  <a:pt x="4806301" y="2619234"/>
                  <a:pt x="4801318" y="2616666"/>
                </a:cubicBezTo>
                <a:cubicBezTo>
                  <a:pt x="4796335" y="2614117"/>
                  <a:pt x="4790202" y="2616072"/>
                  <a:pt x="4787653" y="2621074"/>
                </a:cubicBezTo>
                <a:close/>
                <a:moveTo>
                  <a:pt x="3112200" y="3273980"/>
                </a:moveTo>
                <a:cubicBezTo>
                  <a:pt x="3111203" y="3274458"/>
                  <a:pt x="3110781" y="3275627"/>
                  <a:pt x="3111241" y="3276624"/>
                </a:cubicBezTo>
                <a:cubicBezTo>
                  <a:pt x="3111586" y="3277333"/>
                  <a:pt x="3112295" y="3277755"/>
                  <a:pt x="3113043" y="3277755"/>
                </a:cubicBezTo>
                <a:cubicBezTo>
                  <a:pt x="3113331" y="3277755"/>
                  <a:pt x="3113599" y="3277698"/>
                  <a:pt x="3113886" y="3277563"/>
                </a:cubicBezTo>
                <a:cubicBezTo>
                  <a:pt x="3114864" y="3277103"/>
                  <a:pt x="3115286" y="3275915"/>
                  <a:pt x="3114826" y="3274938"/>
                </a:cubicBezTo>
                <a:cubicBezTo>
                  <a:pt x="3114365" y="3273941"/>
                  <a:pt x="3113177" y="3273519"/>
                  <a:pt x="3112200" y="3273980"/>
                </a:cubicBezTo>
                <a:close/>
                <a:moveTo>
                  <a:pt x="4252422" y="2827370"/>
                </a:moveTo>
                <a:cubicBezTo>
                  <a:pt x="4249163" y="2826604"/>
                  <a:pt x="4245887" y="2828635"/>
                  <a:pt x="4245140" y="2831894"/>
                </a:cubicBezTo>
                <a:cubicBezTo>
                  <a:pt x="4244372" y="2835151"/>
                  <a:pt x="4246405" y="2838428"/>
                  <a:pt x="4249662" y="2839195"/>
                </a:cubicBezTo>
                <a:lnTo>
                  <a:pt x="4249681" y="2839195"/>
                </a:lnTo>
                <a:cubicBezTo>
                  <a:pt x="4250143" y="2839291"/>
                  <a:pt x="4250601" y="2839349"/>
                  <a:pt x="4251061" y="2839349"/>
                </a:cubicBezTo>
                <a:cubicBezTo>
                  <a:pt x="4253802" y="2839349"/>
                  <a:pt x="4256313" y="2837451"/>
                  <a:pt x="4256964" y="2834653"/>
                </a:cubicBezTo>
                <a:cubicBezTo>
                  <a:pt x="4257712" y="2831395"/>
                  <a:pt x="4255679" y="2828137"/>
                  <a:pt x="4252422" y="2827370"/>
                </a:cubicBezTo>
                <a:close/>
                <a:moveTo>
                  <a:pt x="2293783" y="3589863"/>
                </a:moveTo>
                <a:cubicBezTo>
                  <a:pt x="2291771" y="3590821"/>
                  <a:pt x="2290927" y="3593235"/>
                  <a:pt x="2291905" y="3595229"/>
                </a:cubicBezTo>
                <a:cubicBezTo>
                  <a:pt x="2292595" y="3596685"/>
                  <a:pt x="2294033" y="3597509"/>
                  <a:pt x="2295527" y="3597509"/>
                </a:cubicBezTo>
                <a:cubicBezTo>
                  <a:pt x="2296103" y="3597509"/>
                  <a:pt x="2296696" y="3597394"/>
                  <a:pt x="2297271" y="3597126"/>
                </a:cubicBezTo>
                <a:cubicBezTo>
                  <a:pt x="2299265" y="3596168"/>
                  <a:pt x="2300108" y="3593754"/>
                  <a:pt x="2299150" y="3591740"/>
                </a:cubicBezTo>
                <a:cubicBezTo>
                  <a:pt x="2298191" y="3589747"/>
                  <a:pt x="2295777" y="3588904"/>
                  <a:pt x="2293783" y="3589863"/>
                </a:cubicBezTo>
                <a:close/>
                <a:moveTo>
                  <a:pt x="5661285" y="2274892"/>
                </a:moveTo>
                <a:cubicBezTo>
                  <a:pt x="5653483" y="2275946"/>
                  <a:pt x="5648004" y="2283114"/>
                  <a:pt x="5649056" y="2290915"/>
                </a:cubicBezTo>
                <a:cubicBezTo>
                  <a:pt x="5650017" y="2298063"/>
                  <a:pt x="5656129" y="2303276"/>
                  <a:pt x="5663162" y="2303276"/>
                </a:cubicBezTo>
                <a:cubicBezTo>
                  <a:pt x="5663795" y="2303276"/>
                  <a:pt x="5664428" y="2303218"/>
                  <a:pt x="5665061" y="2303142"/>
                </a:cubicBezTo>
                <a:cubicBezTo>
                  <a:pt x="5672860" y="2302088"/>
                  <a:pt x="5678341" y="2294920"/>
                  <a:pt x="5677288" y="2287139"/>
                </a:cubicBezTo>
                <a:cubicBezTo>
                  <a:pt x="5676253" y="2279338"/>
                  <a:pt x="5669085" y="2273858"/>
                  <a:pt x="5661285" y="2274892"/>
                </a:cubicBezTo>
                <a:close/>
                <a:moveTo>
                  <a:pt x="3913559" y="2957004"/>
                </a:moveTo>
                <a:cubicBezTo>
                  <a:pt x="3911336" y="2956947"/>
                  <a:pt x="3909478" y="2958691"/>
                  <a:pt x="3909419" y="2960915"/>
                </a:cubicBezTo>
                <a:cubicBezTo>
                  <a:pt x="3909361" y="2963138"/>
                  <a:pt x="3911106" y="2964997"/>
                  <a:pt x="3913329" y="2965054"/>
                </a:cubicBezTo>
                <a:lnTo>
                  <a:pt x="3913444" y="2965054"/>
                </a:lnTo>
                <a:cubicBezTo>
                  <a:pt x="3915610" y="2965054"/>
                  <a:pt x="3917409" y="2963329"/>
                  <a:pt x="3917469" y="2961145"/>
                </a:cubicBezTo>
                <a:cubicBezTo>
                  <a:pt x="3917526" y="2958921"/>
                  <a:pt x="3915782" y="2957062"/>
                  <a:pt x="3913559" y="2957004"/>
                </a:cubicBezTo>
                <a:close/>
                <a:moveTo>
                  <a:pt x="3290419" y="3199848"/>
                </a:moveTo>
                <a:cubicBezTo>
                  <a:pt x="3289383" y="3200212"/>
                  <a:pt x="3288827" y="3201343"/>
                  <a:pt x="3289211" y="3202378"/>
                </a:cubicBezTo>
                <a:cubicBezTo>
                  <a:pt x="3289498" y="3203183"/>
                  <a:pt x="3290264" y="3203701"/>
                  <a:pt x="3291070" y="3203700"/>
                </a:cubicBezTo>
                <a:cubicBezTo>
                  <a:pt x="3291280" y="3203700"/>
                  <a:pt x="3291511" y="3203662"/>
                  <a:pt x="3291721" y="3203566"/>
                </a:cubicBezTo>
                <a:cubicBezTo>
                  <a:pt x="3292756" y="3203221"/>
                  <a:pt x="3293293" y="3202071"/>
                  <a:pt x="3292928" y="3201055"/>
                </a:cubicBezTo>
                <a:cubicBezTo>
                  <a:pt x="3292565" y="3200020"/>
                  <a:pt x="3291434" y="3199484"/>
                  <a:pt x="3290419" y="3199848"/>
                </a:cubicBezTo>
                <a:close/>
                <a:moveTo>
                  <a:pt x="1930236" y="3730651"/>
                </a:moveTo>
                <a:cubicBezTo>
                  <a:pt x="1928108" y="3731264"/>
                  <a:pt x="1926863" y="3733487"/>
                  <a:pt x="1927476" y="3735615"/>
                </a:cubicBezTo>
                <a:cubicBezTo>
                  <a:pt x="1927975" y="3737397"/>
                  <a:pt x="1929585" y="3738546"/>
                  <a:pt x="1931348" y="3738546"/>
                </a:cubicBezTo>
                <a:cubicBezTo>
                  <a:pt x="1931712" y="3738546"/>
                  <a:pt x="1932076" y="3738489"/>
                  <a:pt x="1932460" y="3738394"/>
                </a:cubicBezTo>
                <a:cubicBezTo>
                  <a:pt x="1934587" y="3737780"/>
                  <a:pt x="1935833" y="3735557"/>
                  <a:pt x="1935220" y="3733410"/>
                </a:cubicBezTo>
                <a:cubicBezTo>
                  <a:pt x="1934606" y="3731284"/>
                  <a:pt x="1932382" y="3730037"/>
                  <a:pt x="1930236" y="3730651"/>
                </a:cubicBezTo>
                <a:close/>
                <a:moveTo>
                  <a:pt x="3200380" y="3234710"/>
                </a:moveTo>
                <a:cubicBezTo>
                  <a:pt x="3199363" y="3235131"/>
                  <a:pt x="3198885" y="3236300"/>
                  <a:pt x="3199307" y="3237297"/>
                </a:cubicBezTo>
                <a:cubicBezTo>
                  <a:pt x="3199613" y="3238063"/>
                  <a:pt x="3200360" y="3238523"/>
                  <a:pt x="3201146" y="3238523"/>
                </a:cubicBezTo>
                <a:cubicBezTo>
                  <a:pt x="3201394" y="3238523"/>
                  <a:pt x="3201645" y="3238466"/>
                  <a:pt x="3201893" y="3238370"/>
                </a:cubicBezTo>
                <a:cubicBezTo>
                  <a:pt x="3202909" y="3237948"/>
                  <a:pt x="3203388" y="3236780"/>
                  <a:pt x="3202966" y="3235764"/>
                </a:cubicBezTo>
                <a:cubicBezTo>
                  <a:pt x="3202545" y="3234767"/>
                  <a:pt x="3201376" y="3234288"/>
                  <a:pt x="3200380" y="3234710"/>
                </a:cubicBezTo>
                <a:close/>
                <a:moveTo>
                  <a:pt x="2750818" y="3409248"/>
                </a:moveTo>
                <a:cubicBezTo>
                  <a:pt x="2749381" y="3410111"/>
                  <a:pt x="2748921" y="3411951"/>
                  <a:pt x="2749764" y="3413368"/>
                </a:cubicBezTo>
                <a:cubicBezTo>
                  <a:pt x="2750320" y="3414326"/>
                  <a:pt x="2751317" y="3414845"/>
                  <a:pt x="2752352" y="3414845"/>
                </a:cubicBezTo>
                <a:cubicBezTo>
                  <a:pt x="2752869" y="3414845"/>
                  <a:pt x="2753386" y="3414710"/>
                  <a:pt x="2753865" y="3414423"/>
                </a:cubicBezTo>
                <a:cubicBezTo>
                  <a:pt x="2755303" y="3413580"/>
                  <a:pt x="2755763" y="3411739"/>
                  <a:pt x="2754920" y="3410302"/>
                </a:cubicBezTo>
                <a:cubicBezTo>
                  <a:pt x="2754077" y="3408883"/>
                  <a:pt x="2752237" y="3408405"/>
                  <a:pt x="2750818" y="3409248"/>
                </a:cubicBezTo>
                <a:close/>
                <a:moveTo>
                  <a:pt x="4083976" y="2887031"/>
                </a:moveTo>
                <a:cubicBezTo>
                  <a:pt x="4081198" y="2886687"/>
                  <a:pt x="4078688" y="2888661"/>
                  <a:pt x="4078343" y="2891420"/>
                </a:cubicBezTo>
                <a:cubicBezTo>
                  <a:pt x="4077998" y="2894180"/>
                  <a:pt x="4079953" y="2896711"/>
                  <a:pt x="4082732" y="2897055"/>
                </a:cubicBezTo>
                <a:cubicBezTo>
                  <a:pt x="4082941" y="2897094"/>
                  <a:pt x="4083134" y="2897094"/>
                  <a:pt x="4083344" y="2897094"/>
                </a:cubicBezTo>
                <a:cubicBezTo>
                  <a:pt x="4085856" y="2897094"/>
                  <a:pt x="4088040" y="2895234"/>
                  <a:pt x="4088366" y="2892666"/>
                </a:cubicBezTo>
                <a:cubicBezTo>
                  <a:pt x="4088691" y="2889906"/>
                  <a:pt x="4086736" y="2887377"/>
                  <a:pt x="4083976" y="2887031"/>
                </a:cubicBezTo>
                <a:close/>
                <a:moveTo>
                  <a:pt x="2381196" y="3546376"/>
                </a:moveTo>
                <a:cubicBezTo>
                  <a:pt x="2379222" y="3547392"/>
                  <a:pt x="2378436" y="3549806"/>
                  <a:pt x="2379452" y="3551800"/>
                </a:cubicBezTo>
                <a:cubicBezTo>
                  <a:pt x="2380161" y="3553180"/>
                  <a:pt x="2381579" y="3553985"/>
                  <a:pt x="2383036" y="3553985"/>
                </a:cubicBezTo>
                <a:cubicBezTo>
                  <a:pt x="2383649" y="3553985"/>
                  <a:pt x="2384282" y="3553832"/>
                  <a:pt x="2384876" y="3553545"/>
                </a:cubicBezTo>
                <a:cubicBezTo>
                  <a:pt x="2386849" y="3552528"/>
                  <a:pt x="2387635" y="3550095"/>
                  <a:pt x="2386620" y="3548120"/>
                </a:cubicBezTo>
                <a:cubicBezTo>
                  <a:pt x="2385604" y="3546147"/>
                  <a:pt x="2383170" y="3545360"/>
                  <a:pt x="2381196" y="3546376"/>
                </a:cubicBezTo>
                <a:close/>
                <a:moveTo>
                  <a:pt x="1180988" y="4013166"/>
                </a:moveTo>
                <a:cubicBezTo>
                  <a:pt x="1179934" y="4012917"/>
                  <a:pt x="1178860" y="4013569"/>
                  <a:pt x="1178610" y="4014642"/>
                </a:cubicBezTo>
                <a:cubicBezTo>
                  <a:pt x="1178361" y="4015696"/>
                  <a:pt x="1179032" y="4016769"/>
                  <a:pt x="1180086" y="4017019"/>
                </a:cubicBezTo>
                <a:cubicBezTo>
                  <a:pt x="1180241" y="4017056"/>
                  <a:pt x="1180393" y="4017076"/>
                  <a:pt x="1180547" y="4017076"/>
                </a:cubicBezTo>
                <a:cubicBezTo>
                  <a:pt x="1181428" y="4017076"/>
                  <a:pt x="1182252" y="4016463"/>
                  <a:pt x="1182463" y="4015543"/>
                </a:cubicBezTo>
                <a:cubicBezTo>
                  <a:pt x="1182711" y="4014488"/>
                  <a:pt x="1182061" y="4013416"/>
                  <a:pt x="1180988" y="4013166"/>
                </a:cubicBezTo>
                <a:close/>
                <a:moveTo>
                  <a:pt x="8723429" y="1067834"/>
                </a:moveTo>
                <a:cubicBezTo>
                  <a:pt x="8718671" y="1069973"/>
                  <a:pt x="8714728" y="1073926"/>
                  <a:pt x="8712725" y="1079187"/>
                </a:cubicBezTo>
                <a:cubicBezTo>
                  <a:pt x="8708739" y="1089709"/>
                  <a:pt x="8714028" y="1101476"/>
                  <a:pt x="8724550" y="1105463"/>
                </a:cubicBezTo>
                <a:cubicBezTo>
                  <a:pt x="8726927" y="1106383"/>
                  <a:pt x="8729380" y="1106804"/>
                  <a:pt x="8731775" y="1106804"/>
                </a:cubicBezTo>
                <a:lnTo>
                  <a:pt x="8742928" y="1099107"/>
                </a:lnTo>
                <a:lnTo>
                  <a:pt x="8730635" y="1067616"/>
                </a:lnTo>
                <a:close/>
                <a:moveTo>
                  <a:pt x="3642753" y="3050320"/>
                </a:moveTo>
                <a:lnTo>
                  <a:pt x="3642753" y="3050339"/>
                </a:lnTo>
                <a:lnTo>
                  <a:pt x="3642762" y="3050328"/>
                </a:lnTo>
                <a:close/>
                <a:moveTo>
                  <a:pt x="5278313" y="2411063"/>
                </a:moveTo>
                <a:cubicBezTo>
                  <a:pt x="5275567" y="2413040"/>
                  <a:pt x="5273579" y="2416063"/>
                  <a:pt x="5272994" y="2419666"/>
                </a:cubicBezTo>
                <a:cubicBezTo>
                  <a:pt x="5271826" y="2426892"/>
                  <a:pt x="5276712" y="2433676"/>
                  <a:pt x="5283938" y="2434845"/>
                </a:cubicBezTo>
                <a:cubicBezTo>
                  <a:pt x="5284647" y="2434960"/>
                  <a:pt x="5285376" y="2435018"/>
                  <a:pt x="5286066" y="2435018"/>
                </a:cubicBezTo>
                <a:cubicBezTo>
                  <a:pt x="5292449" y="2435018"/>
                  <a:pt x="5298044" y="2430399"/>
                  <a:pt x="5299099" y="2423902"/>
                </a:cubicBezTo>
                <a:cubicBezTo>
                  <a:pt x="5300267" y="2416695"/>
                  <a:pt x="5295379" y="2409911"/>
                  <a:pt x="5288173" y="2408742"/>
                </a:cubicBezTo>
                <a:cubicBezTo>
                  <a:pt x="5284561" y="2408157"/>
                  <a:pt x="5281058" y="2409087"/>
                  <a:pt x="5278313" y="2411063"/>
                </a:cubicBezTo>
                <a:close/>
                <a:moveTo>
                  <a:pt x="1835770" y="3754818"/>
                </a:moveTo>
                <a:cubicBezTo>
                  <a:pt x="1833605" y="3755297"/>
                  <a:pt x="1832244" y="3757444"/>
                  <a:pt x="1832743" y="3759629"/>
                </a:cubicBezTo>
                <a:cubicBezTo>
                  <a:pt x="1833164" y="3761488"/>
                  <a:pt x="1834831" y="3762771"/>
                  <a:pt x="1836671" y="3762771"/>
                </a:cubicBezTo>
                <a:cubicBezTo>
                  <a:pt x="1836959" y="3762771"/>
                  <a:pt x="1837246" y="3762734"/>
                  <a:pt x="1837553" y="3762656"/>
                </a:cubicBezTo>
                <a:cubicBezTo>
                  <a:pt x="1839719" y="3762158"/>
                  <a:pt x="1841080" y="3760012"/>
                  <a:pt x="1840581" y="3757847"/>
                </a:cubicBezTo>
                <a:cubicBezTo>
                  <a:pt x="1840102" y="3755681"/>
                  <a:pt x="1837955" y="3754319"/>
                  <a:pt x="1835770" y="3754818"/>
                </a:cubicBezTo>
                <a:close/>
                <a:moveTo>
                  <a:pt x="4632432" y="2661781"/>
                </a:moveTo>
                <a:cubicBezTo>
                  <a:pt x="4630266" y="2666342"/>
                  <a:pt x="4632220" y="2671786"/>
                  <a:pt x="4636782" y="2673951"/>
                </a:cubicBezTo>
                <a:cubicBezTo>
                  <a:pt x="4638048" y="2674545"/>
                  <a:pt x="4639369" y="2674833"/>
                  <a:pt x="4640673" y="2674833"/>
                </a:cubicBezTo>
                <a:cubicBezTo>
                  <a:pt x="4644104" y="2674833"/>
                  <a:pt x="4647382" y="2672897"/>
                  <a:pt x="4648951" y="2669601"/>
                </a:cubicBezTo>
                <a:cubicBezTo>
                  <a:pt x="4651099" y="2665021"/>
                  <a:pt x="4649143" y="2659578"/>
                  <a:pt x="4644602" y="2657431"/>
                </a:cubicBezTo>
                <a:cubicBezTo>
                  <a:pt x="4640041" y="2655265"/>
                  <a:pt x="4634578" y="2657220"/>
                  <a:pt x="4632432" y="2661781"/>
                </a:cubicBezTo>
                <a:close/>
                <a:moveTo>
                  <a:pt x="7411554" y="1576852"/>
                </a:moveTo>
                <a:cubicBezTo>
                  <a:pt x="7403256" y="1578367"/>
                  <a:pt x="7397755" y="1586302"/>
                  <a:pt x="7399249" y="1594600"/>
                </a:cubicBezTo>
                <a:cubicBezTo>
                  <a:pt x="7400572" y="1601979"/>
                  <a:pt x="7406992" y="1607153"/>
                  <a:pt x="7414256" y="1607153"/>
                </a:cubicBezTo>
                <a:cubicBezTo>
                  <a:pt x="7415137" y="1607153"/>
                  <a:pt x="7416057" y="1607076"/>
                  <a:pt x="7416978" y="1606923"/>
                </a:cubicBezTo>
                <a:cubicBezTo>
                  <a:pt x="7425275" y="1605410"/>
                  <a:pt x="7430795" y="1597475"/>
                  <a:pt x="7429300" y="1589176"/>
                </a:cubicBezTo>
                <a:cubicBezTo>
                  <a:pt x="7427786" y="1580877"/>
                  <a:pt x="7419852" y="1575358"/>
                  <a:pt x="7411554" y="1576852"/>
                </a:cubicBezTo>
                <a:close/>
                <a:moveTo>
                  <a:pt x="3645341" y="3046966"/>
                </a:moveTo>
                <a:lnTo>
                  <a:pt x="3642762" y="3050328"/>
                </a:lnTo>
                <a:lnTo>
                  <a:pt x="3645723" y="3052926"/>
                </a:lnTo>
                <a:cubicBezTo>
                  <a:pt x="3645858" y="3052926"/>
                  <a:pt x="3645991" y="3052926"/>
                  <a:pt x="3646125" y="3052926"/>
                </a:cubicBezTo>
                <a:cubicBezTo>
                  <a:pt x="3647774" y="3052697"/>
                  <a:pt x="3648924" y="3051183"/>
                  <a:pt x="3648713" y="3049534"/>
                </a:cubicBezTo>
                <a:cubicBezTo>
                  <a:pt x="3648503" y="3047906"/>
                  <a:pt x="3646988" y="3046737"/>
                  <a:pt x="3645341" y="3046966"/>
                </a:cubicBezTo>
                <a:close/>
                <a:moveTo>
                  <a:pt x="2834628" y="3360146"/>
                </a:moveTo>
                <a:cubicBezTo>
                  <a:pt x="2833172" y="3360989"/>
                  <a:pt x="2832692" y="3362811"/>
                  <a:pt x="2833517" y="3364248"/>
                </a:cubicBezTo>
                <a:cubicBezTo>
                  <a:pt x="2834072" y="3365225"/>
                  <a:pt x="2835088" y="3365762"/>
                  <a:pt x="2836123" y="3365762"/>
                </a:cubicBezTo>
                <a:cubicBezTo>
                  <a:pt x="2836641" y="3365762"/>
                  <a:pt x="2837158" y="3365628"/>
                  <a:pt x="2837618" y="3365359"/>
                </a:cubicBezTo>
                <a:cubicBezTo>
                  <a:pt x="2839055" y="3364516"/>
                  <a:pt x="2839554" y="3362696"/>
                  <a:pt x="2838710" y="3361258"/>
                </a:cubicBezTo>
                <a:cubicBezTo>
                  <a:pt x="2837886" y="3359821"/>
                  <a:pt x="2836046" y="3359322"/>
                  <a:pt x="2834628" y="3360146"/>
                </a:cubicBezTo>
                <a:close/>
                <a:moveTo>
                  <a:pt x="8321637" y="1217395"/>
                </a:moveTo>
                <a:cubicBezTo>
                  <a:pt x="8317502" y="1219611"/>
                  <a:pt x="8314210" y="1223406"/>
                  <a:pt x="8312744" y="1228255"/>
                </a:cubicBezTo>
                <a:cubicBezTo>
                  <a:pt x="8309813" y="1237934"/>
                  <a:pt x="8315275" y="1248167"/>
                  <a:pt x="8324972" y="1251100"/>
                </a:cubicBezTo>
                <a:cubicBezTo>
                  <a:pt x="8326755" y="1251637"/>
                  <a:pt x="8328537" y="1251905"/>
                  <a:pt x="8330280" y="1251905"/>
                </a:cubicBezTo>
                <a:cubicBezTo>
                  <a:pt x="8338158" y="1251905"/>
                  <a:pt x="8345441" y="1246787"/>
                  <a:pt x="8347836" y="1238873"/>
                </a:cubicBezTo>
                <a:cubicBezTo>
                  <a:pt x="8350769" y="1229175"/>
                  <a:pt x="8345287" y="1218941"/>
                  <a:pt x="8335590" y="1216008"/>
                </a:cubicBezTo>
                <a:cubicBezTo>
                  <a:pt x="8330750" y="1214542"/>
                  <a:pt x="8325772" y="1215179"/>
                  <a:pt x="8321637" y="1217395"/>
                </a:cubicBezTo>
                <a:close/>
                <a:moveTo>
                  <a:pt x="2467612" y="3500897"/>
                </a:moveTo>
                <a:cubicBezTo>
                  <a:pt x="2465657" y="3501951"/>
                  <a:pt x="2464910" y="3504385"/>
                  <a:pt x="2465965" y="3506359"/>
                </a:cubicBezTo>
                <a:cubicBezTo>
                  <a:pt x="2466693" y="3507700"/>
                  <a:pt x="2468092" y="3508467"/>
                  <a:pt x="2469510" y="3508467"/>
                </a:cubicBezTo>
                <a:cubicBezTo>
                  <a:pt x="2470161" y="3508467"/>
                  <a:pt x="2470813" y="3508314"/>
                  <a:pt x="2471426" y="3507989"/>
                </a:cubicBezTo>
                <a:cubicBezTo>
                  <a:pt x="2473381" y="3506935"/>
                  <a:pt x="2474109" y="3504500"/>
                  <a:pt x="2473055" y="3502546"/>
                </a:cubicBezTo>
                <a:cubicBezTo>
                  <a:pt x="2472001" y="3500571"/>
                  <a:pt x="2469567" y="3499843"/>
                  <a:pt x="2467612" y="3500897"/>
                </a:cubicBezTo>
                <a:close/>
                <a:moveTo>
                  <a:pt x="1410550" y="3913468"/>
                </a:moveTo>
                <a:cubicBezTo>
                  <a:pt x="1408882" y="3913373"/>
                  <a:pt x="1407483" y="3914637"/>
                  <a:pt x="1407386" y="3916305"/>
                </a:cubicBezTo>
                <a:cubicBezTo>
                  <a:pt x="1407311" y="3917953"/>
                  <a:pt x="1408575" y="3919371"/>
                  <a:pt x="1410224" y="3919448"/>
                </a:cubicBezTo>
                <a:lnTo>
                  <a:pt x="1410224" y="3919467"/>
                </a:lnTo>
                <a:cubicBezTo>
                  <a:pt x="1410281" y="3919467"/>
                  <a:pt x="1410396" y="3919467"/>
                  <a:pt x="1410396" y="3919467"/>
                </a:cubicBezTo>
                <a:cubicBezTo>
                  <a:pt x="1411967" y="3919467"/>
                  <a:pt x="1413309" y="3918221"/>
                  <a:pt x="1413385" y="3916611"/>
                </a:cubicBezTo>
                <a:cubicBezTo>
                  <a:pt x="1413462" y="3914963"/>
                  <a:pt x="1412198" y="3913545"/>
                  <a:pt x="1410550" y="3913468"/>
                </a:cubicBezTo>
                <a:close/>
                <a:moveTo>
                  <a:pt x="5558596" y="2285548"/>
                </a:moveTo>
                <a:cubicBezTo>
                  <a:pt x="5550738" y="2286123"/>
                  <a:pt x="5544836" y="2292946"/>
                  <a:pt x="5545411" y="2300784"/>
                </a:cubicBezTo>
                <a:cubicBezTo>
                  <a:pt x="5545947" y="2308278"/>
                  <a:pt x="5552194" y="2314008"/>
                  <a:pt x="5559594" y="2314008"/>
                </a:cubicBezTo>
                <a:cubicBezTo>
                  <a:pt x="5559936" y="2314008"/>
                  <a:pt x="5560283" y="2313970"/>
                  <a:pt x="5560628" y="2313970"/>
                </a:cubicBezTo>
                <a:cubicBezTo>
                  <a:pt x="5568486" y="2313415"/>
                  <a:pt x="5574388" y="2306592"/>
                  <a:pt x="5573832" y="2298733"/>
                </a:cubicBezTo>
                <a:cubicBezTo>
                  <a:pt x="5573258" y="2290895"/>
                  <a:pt x="5566437" y="2284992"/>
                  <a:pt x="5558596" y="2285548"/>
                </a:cubicBezTo>
                <a:close/>
                <a:moveTo>
                  <a:pt x="959646" y="4080417"/>
                </a:moveTo>
                <a:cubicBezTo>
                  <a:pt x="959435" y="4080916"/>
                  <a:pt x="959665" y="4081471"/>
                  <a:pt x="960145" y="4081682"/>
                </a:cubicBezTo>
                <a:cubicBezTo>
                  <a:pt x="960260" y="4081740"/>
                  <a:pt x="960394" y="4081778"/>
                  <a:pt x="960528" y="4081778"/>
                </a:cubicBezTo>
                <a:cubicBezTo>
                  <a:pt x="960893" y="4081778"/>
                  <a:pt x="961256" y="4081567"/>
                  <a:pt x="961410" y="4081203"/>
                </a:cubicBezTo>
                <a:cubicBezTo>
                  <a:pt x="961621" y="4080704"/>
                  <a:pt x="961390" y="4080148"/>
                  <a:pt x="960911" y="4079938"/>
                </a:cubicBezTo>
                <a:cubicBezTo>
                  <a:pt x="960432" y="4079727"/>
                  <a:pt x="959857" y="4079938"/>
                  <a:pt x="959646" y="4080417"/>
                </a:cubicBezTo>
                <a:close/>
                <a:moveTo>
                  <a:pt x="1740098" y="3773370"/>
                </a:moveTo>
                <a:cubicBezTo>
                  <a:pt x="1737893" y="3773715"/>
                  <a:pt x="1736398" y="3775786"/>
                  <a:pt x="1736763" y="3777970"/>
                </a:cubicBezTo>
                <a:cubicBezTo>
                  <a:pt x="1737069" y="3779963"/>
                  <a:pt x="1738775" y="3781362"/>
                  <a:pt x="1740730" y="3781362"/>
                </a:cubicBezTo>
                <a:cubicBezTo>
                  <a:pt x="1740941" y="3781362"/>
                  <a:pt x="1741151" y="3781343"/>
                  <a:pt x="1741363" y="3781305"/>
                </a:cubicBezTo>
                <a:cubicBezTo>
                  <a:pt x="1743566" y="3780960"/>
                  <a:pt x="1745061" y="3778890"/>
                  <a:pt x="1744697" y="3776705"/>
                </a:cubicBezTo>
                <a:cubicBezTo>
                  <a:pt x="1744352" y="3774501"/>
                  <a:pt x="1742282" y="3773006"/>
                  <a:pt x="1740098" y="3773370"/>
                </a:cubicBezTo>
                <a:close/>
                <a:moveTo>
                  <a:pt x="2919166" y="3312290"/>
                </a:moveTo>
                <a:cubicBezTo>
                  <a:pt x="2917710" y="3313095"/>
                  <a:pt x="2917193" y="3314917"/>
                  <a:pt x="2917997" y="3316373"/>
                </a:cubicBezTo>
                <a:cubicBezTo>
                  <a:pt x="2918535" y="3317369"/>
                  <a:pt x="2919569" y="3317925"/>
                  <a:pt x="2920623" y="3317925"/>
                </a:cubicBezTo>
                <a:cubicBezTo>
                  <a:pt x="2921121" y="3317925"/>
                  <a:pt x="2921619" y="3317791"/>
                  <a:pt x="2922079" y="3317542"/>
                </a:cubicBezTo>
                <a:cubicBezTo>
                  <a:pt x="2923516" y="3316737"/>
                  <a:pt x="2924053" y="3314916"/>
                  <a:pt x="2923248" y="3313459"/>
                </a:cubicBezTo>
                <a:cubicBezTo>
                  <a:pt x="2922444" y="3312003"/>
                  <a:pt x="2920623" y="3311486"/>
                  <a:pt x="2919166" y="3312290"/>
                </a:cubicBezTo>
                <a:close/>
                <a:moveTo>
                  <a:pt x="7308195" y="1598356"/>
                </a:moveTo>
                <a:cubicBezTo>
                  <a:pt x="7299992" y="1600291"/>
                  <a:pt x="7294895" y="1608495"/>
                  <a:pt x="7296830" y="1616717"/>
                </a:cubicBezTo>
                <a:lnTo>
                  <a:pt x="7296811" y="1616717"/>
                </a:lnTo>
                <a:cubicBezTo>
                  <a:pt x="7298459" y="1623750"/>
                  <a:pt x="7304726" y="1628503"/>
                  <a:pt x="7311664" y="1628503"/>
                </a:cubicBezTo>
                <a:cubicBezTo>
                  <a:pt x="7312814" y="1628503"/>
                  <a:pt x="7313983" y="1628369"/>
                  <a:pt x="7315151" y="1628082"/>
                </a:cubicBezTo>
                <a:cubicBezTo>
                  <a:pt x="7323355" y="1626165"/>
                  <a:pt x="7328452" y="1617962"/>
                  <a:pt x="7326535" y="1609741"/>
                </a:cubicBezTo>
                <a:cubicBezTo>
                  <a:pt x="7324619" y="1601538"/>
                  <a:pt x="7316397" y="1596440"/>
                  <a:pt x="7308195" y="1598356"/>
                </a:cubicBezTo>
                <a:close/>
                <a:moveTo>
                  <a:pt x="2553262" y="3453961"/>
                </a:moveTo>
                <a:cubicBezTo>
                  <a:pt x="2551327" y="3455054"/>
                  <a:pt x="2550618" y="3457507"/>
                  <a:pt x="2551710" y="3459443"/>
                </a:cubicBezTo>
                <a:cubicBezTo>
                  <a:pt x="2552438" y="3460764"/>
                  <a:pt x="2553818" y="3461513"/>
                  <a:pt x="2555217" y="3461513"/>
                </a:cubicBezTo>
                <a:cubicBezTo>
                  <a:pt x="2555888" y="3461513"/>
                  <a:pt x="2556559" y="3461340"/>
                  <a:pt x="2557172" y="3460995"/>
                </a:cubicBezTo>
                <a:cubicBezTo>
                  <a:pt x="2559127" y="3459921"/>
                  <a:pt x="2559816" y="3457468"/>
                  <a:pt x="2558743" y="3455532"/>
                </a:cubicBezTo>
                <a:cubicBezTo>
                  <a:pt x="2557651" y="3453578"/>
                  <a:pt x="2555199" y="3452889"/>
                  <a:pt x="2553262" y="3453961"/>
                </a:cubicBezTo>
                <a:close/>
                <a:moveTo>
                  <a:pt x="4485107" y="2699346"/>
                </a:moveTo>
                <a:cubicBezTo>
                  <a:pt x="4480891" y="2697813"/>
                  <a:pt x="4476233" y="2699998"/>
                  <a:pt x="4474703" y="2704214"/>
                </a:cubicBezTo>
                <a:cubicBezTo>
                  <a:pt x="4473168" y="2708431"/>
                  <a:pt x="4475354" y="2713069"/>
                  <a:pt x="4479569" y="2714602"/>
                </a:cubicBezTo>
                <a:cubicBezTo>
                  <a:pt x="4480469" y="2714928"/>
                  <a:pt x="4481410" y="2715100"/>
                  <a:pt x="4482329" y="2715100"/>
                </a:cubicBezTo>
                <a:cubicBezTo>
                  <a:pt x="4485646" y="2715100"/>
                  <a:pt x="4488749" y="2713049"/>
                  <a:pt x="4489955" y="2709753"/>
                </a:cubicBezTo>
                <a:cubicBezTo>
                  <a:pt x="4491491" y="2705537"/>
                  <a:pt x="4489305" y="2700879"/>
                  <a:pt x="4485107" y="2699346"/>
                </a:cubicBezTo>
                <a:close/>
                <a:moveTo>
                  <a:pt x="7783610" y="1411662"/>
                </a:moveTo>
                <a:cubicBezTo>
                  <a:pt x="7780529" y="1414475"/>
                  <a:pt x="7778521" y="1418461"/>
                  <a:pt x="7778320" y="1422955"/>
                </a:cubicBezTo>
                <a:cubicBezTo>
                  <a:pt x="7777898" y="1431944"/>
                  <a:pt x="7784875" y="1439553"/>
                  <a:pt x="7793864" y="1439974"/>
                </a:cubicBezTo>
                <a:lnTo>
                  <a:pt x="7793882" y="1439974"/>
                </a:lnTo>
                <a:cubicBezTo>
                  <a:pt x="7794132" y="1439974"/>
                  <a:pt x="7794381" y="1439993"/>
                  <a:pt x="7794631" y="1439993"/>
                </a:cubicBezTo>
                <a:cubicBezTo>
                  <a:pt x="7803273" y="1439993"/>
                  <a:pt x="7810498" y="1433171"/>
                  <a:pt x="7810882" y="1424431"/>
                </a:cubicBezTo>
                <a:cubicBezTo>
                  <a:pt x="7811284" y="1415443"/>
                  <a:pt x="7804347" y="1407834"/>
                  <a:pt x="7795339" y="1407412"/>
                </a:cubicBezTo>
                <a:cubicBezTo>
                  <a:pt x="7790845" y="1407211"/>
                  <a:pt x="7786691" y="1408850"/>
                  <a:pt x="7783610" y="1411662"/>
                </a:cubicBezTo>
                <a:close/>
                <a:moveTo>
                  <a:pt x="3549361" y="3062912"/>
                </a:moveTo>
                <a:cubicBezTo>
                  <a:pt x="3547731" y="3063238"/>
                  <a:pt x="3546677" y="3064809"/>
                  <a:pt x="3547003" y="3066438"/>
                </a:cubicBezTo>
                <a:cubicBezTo>
                  <a:pt x="3547290" y="3067875"/>
                  <a:pt x="3548536" y="3068853"/>
                  <a:pt x="3549954" y="3068853"/>
                </a:cubicBezTo>
                <a:cubicBezTo>
                  <a:pt x="3550146" y="3068853"/>
                  <a:pt x="3550337" y="3068853"/>
                  <a:pt x="3550529" y="3068795"/>
                </a:cubicBezTo>
                <a:cubicBezTo>
                  <a:pt x="3552158" y="3068470"/>
                  <a:pt x="3553213" y="3066898"/>
                  <a:pt x="3552887" y="3065269"/>
                </a:cubicBezTo>
                <a:cubicBezTo>
                  <a:pt x="3552560" y="3063640"/>
                  <a:pt x="3550990" y="3062586"/>
                  <a:pt x="3549361" y="3062912"/>
                </a:cubicBezTo>
                <a:close/>
                <a:moveTo>
                  <a:pt x="3815528" y="2958020"/>
                </a:moveTo>
                <a:cubicBezTo>
                  <a:pt x="3813306" y="2958135"/>
                  <a:pt x="3811600" y="2960013"/>
                  <a:pt x="3811697" y="2962236"/>
                </a:cubicBezTo>
                <a:cubicBezTo>
                  <a:pt x="3811791" y="2964402"/>
                  <a:pt x="3813574" y="2966070"/>
                  <a:pt x="3815720" y="2966069"/>
                </a:cubicBezTo>
                <a:lnTo>
                  <a:pt x="3815912" y="2966070"/>
                </a:lnTo>
                <a:cubicBezTo>
                  <a:pt x="3818135" y="2965955"/>
                  <a:pt x="3819841" y="2964076"/>
                  <a:pt x="3819744" y="2961854"/>
                </a:cubicBezTo>
                <a:cubicBezTo>
                  <a:pt x="3819630" y="2959630"/>
                  <a:pt x="3817752" y="2957925"/>
                  <a:pt x="3815528" y="2958020"/>
                </a:cubicBezTo>
                <a:close/>
                <a:moveTo>
                  <a:pt x="8057287" y="1297952"/>
                </a:moveTo>
                <a:cubicBezTo>
                  <a:pt x="8053620" y="1300436"/>
                  <a:pt x="8050898" y="1304322"/>
                  <a:pt x="8049988" y="1309018"/>
                </a:cubicBezTo>
                <a:cubicBezTo>
                  <a:pt x="8048187" y="1318409"/>
                  <a:pt x="8054320" y="1327474"/>
                  <a:pt x="8063730" y="1329295"/>
                </a:cubicBezTo>
                <a:cubicBezTo>
                  <a:pt x="8064822" y="1329505"/>
                  <a:pt x="8065934" y="1329601"/>
                  <a:pt x="8067007" y="1329601"/>
                </a:cubicBezTo>
                <a:cubicBezTo>
                  <a:pt x="8075152" y="1329601"/>
                  <a:pt x="8082396" y="1323852"/>
                  <a:pt x="8083987" y="1315573"/>
                </a:cubicBezTo>
                <a:cubicBezTo>
                  <a:pt x="8085809" y="1306181"/>
                  <a:pt x="8079655" y="1297097"/>
                  <a:pt x="8070265" y="1295296"/>
                </a:cubicBezTo>
                <a:cubicBezTo>
                  <a:pt x="8065569" y="1294385"/>
                  <a:pt x="8060955" y="1295468"/>
                  <a:pt x="8057287" y="1297952"/>
                </a:cubicBezTo>
                <a:close/>
                <a:moveTo>
                  <a:pt x="3004720" y="3266236"/>
                </a:moveTo>
                <a:cubicBezTo>
                  <a:pt x="3003245" y="3267003"/>
                  <a:pt x="3002689" y="3268804"/>
                  <a:pt x="3003456" y="3270280"/>
                </a:cubicBezTo>
                <a:cubicBezTo>
                  <a:pt x="3003992" y="3271296"/>
                  <a:pt x="3005027" y="3271890"/>
                  <a:pt x="3006120" y="3271890"/>
                </a:cubicBezTo>
                <a:cubicBezTo>
                  <a:pt x="3006580" y="3271890"/>
                  <a:pt x="3007058" y="3271794"/>
                  <a:pt x="3007499" y="3271545"/>
                </a:cubicBezTo>
                <a:cubicBezTo>
                  <a:pt x="3008974" y="3270779"/>
                  <a:pt x="3009531" y="3268977"/>
                  <a:pt x="3008764" y="3267501"/>
                </a:cubicBezTo>
                <a:cubicBezTo>
                  <a:pt x="3007997" y="3266025"/>
                  <a:pt x="3006196" y="3265451"/>
                  <a:pt x="3004720" y="3266236"/>
                </a:cubicBezTo>
                <a:close/>
                <a:moveTo>
                  <a:pt x="7206101" y="1624728"/>
                </a:moveTo>
                <a:cubicBezTo>
                  <a:pt x="7197994" y="1627008"/>
                  <a:pt x="7193260" y="1635441"/>
                  <a:pt x="7195542" y="1643567"/>
                </a:cubicBezTo>
                <a:cubicBezTo>
                  <a:pt x="7197438" y="1650295"/>
                  <a:pt x="7203572" y="1654702"/>
                  <a:pt x="7210242" y="1654702"/>
                </a:cubicBezTo>
                <a:cubicBezTo>
                  <a:pt x="7211602" y="1654702"/>
                  <a:pt x="7212981" y="1654511"/>
                  <a:pt x="7214380" y="1654128"/>
                </a:cubicBezTo>
                <a:cubicBezTo>
                  <a:pt x="7222487" y="1651846"/>
                  <a:pt x="7227221" y="1643414"/>
                  <a:pt x="7224941" y="1635288"/>
                </a:cubicBezTo>
                <a:cubicBezTo>
                  <a:pt x="7222660" y="1627180"/>
                  <a:pt x="7214227" y="1622447"/>
                  <a:pt x="7206101" y="1624728"/>
                </a:cubicBezTo>
                <a:close/>
                <a:moveTo>
                  <a:pt x="4321360" y="2749578"/>
                </a:moveTo>
                <a:cubicBezTo>
                  <a:pt x="4317546" y="2748677"/>
                  <a:pt x="4313733" y="2751015"/>
                  <a:pt x="4312813" y="2754829"/>
                </a:cubicBezTo>
                <a:cubicBezTo>
                  <a:pt x="4311912" y="2758643"/>
                  <a:pt x="4314250" y="2762457"/>
                  <a:pt x="4318063" y="2763376"/>
                </a:cubicBezTo>
                <a:cubicBezTo>
                  <a:pt x="4318620" y="2763511"/>
                  <a:pt x="4319174" y="2763569"/>
                  <a:pt x="4319710" y="2763569"/>
                </a:cubicBezTo>
                <a:cubicBezTo>
                  <a:pt x="4322931" y="2763569"/>
                  <a:pt x="4325845" y="2761364"/>
                  <a:pt x="4326612" y="2758126"/>
                </a:cubicBezTo>
                <a:cubicBezTo>
                  <a:pt x="4327512" y="2754311"/>
                  <a:pt x="4325173" y="2750478"/>
                  <a:pt x="4321360" y="2749578"/>
                </a:cubicBezTo>
                <a:close/>
                <a:moveTo>
                  <a:pt x="2638433" y="3406105"/>
                </a:moveTo>
                <a:cubicBezTo>
                  <a:pt x="2636497" y="3407198"/>
                  <a:pt x="2635827" y="3409651"/>
                  <a:pt x="2636919" y="3411587"/>
                </a:cubicBezTo>
                <a:cubicBezTo>
                  <a:pt x="2637647" y="3412890"/>
                  <a:pt x="2639027" y="3413638"/>
                  <a:pt x="2640427" y="3413638"/>
                </a:cubicBezTo>
                <a:cubicBezTo>
                  <a:pt x="2641097" y="3413638"/>
                  <a:pt x="2641787" y="3413465"/>
                  <a:pt x="2642400" y="3413101"/>
                </a:cubicBezTo>
                <a:cubicBezTo>
                  <a:pt x="2644336" y="3412009"/>
                  <a:pt x="2645007" y="3409555"/>
                  <a:pt x="2643914" y="3407619"/>
                </a:cubicBezTo>
                <a:cubicBezTo>
                  <a:pt x="2642822" y="3405684"/>
                  <a:pt x="2640369" y="3405014"/>
                  <a:pt x="2638433" y="3406105"/>
                </a:cubicBezTo>
                <a:close/>
                <a:moveTo>
                  <a:pt x="3985507" y="2879020"/>
                </a:moveTo>
                <a:cubicBezTo>
                  <a:pt x="3982726" y="2878905"/>
                  <a:pt x="3980390" y="2881071"/>
                  <a:pt x="3980274" y="2883869"/>
                </a:cubicBezTo>
                <a:cubicBezTo>
                  <a:pt x="3980159" y="2886649"/>
                  <a:pt x="3982324" y="2889006"/>
                  <a:pt x="3985123" y="2889102"/>
                </a:cubicBezTo>
                <a:cubicBezTo>
                  <a:pt x="3985180" y="2889121"/>
                  <a:pt x="3985314" y="2889121"/>
                  <a:pt x="3985314" y="2889121"/>
                </a:cubicBezTo>
                <a:cubicBezTo>
                  <a:pt x="3988015" y="2889121"/>
                  <a:pt x="3990240" y="2886994"/>
                  <a:pt x="3990354" y="2884272"/>
                </a:cubicBezTo>
                <a:cubicBezTo>
                  <a:pt x="3990469" y="2881493"/>
                  <a:pt x="3988305" y="2879135"/>
                  <a:pt x="3985507" y="2879020"/>
                </a:cubicBezTo>
                <a:close/>
                <a:moveTo>
                  <a:pt x="3454569" y="3084721"/>
                </a:moveTo>
                <a:cubicBezTo>
                  <a:pt x="3452959" y="3085143"/>
                  <a:pt x="3452001" y="3086792"/>
                  <a:pt x="3452422" y="3088402"/>
                </a:cubicBezTo>
                <a:cubicBezTo>
                  <a:pt x="3452768" y="3089743"/>
                  <a:pt x="3453993" y="3090644"/>
                  <a:pt x="3455315" y="3090644"/>
                </a:cubicBezTo>
                <a:cubicBezTo>
                  <a:pt x="3455565" y="3090644"/>
                  <a:pt x="3455834" y="3090605"/>
                  <a:pt x="3456083" y="3090548"/>
                </a:cubicBezTo>
                <a:cubicBezTo>
                  <a:pt x="3457692" y="3090107"/>
                  <a:pt x="3458651" y="3088478"/>
                  <a:pt x="3458229" y="3086868"/>
                </a:cubicBezTo>
                <a:cubicBezTo>
                  <a:pt x="3457807" y="3085277"/>
                  <a:pt x="3456160" y="3084300"/>
                  <a:pt x="3454569" y="3084721"/>
                </a:cubicBezTo>
                <a:close/>
                <a:moveTo>
                  <a:pt x="4154430" y="2809566"/>
                </a:moveTo>
                <a:cubicBezTo>
                  <a:pt x="4151113" y="2809125"/>
                  <a:pt x="4148066" y="2811463"/>
                  <a:pt x="4147627" y="2814779"/>
                </a:cubicBezTo>
                <a:cubicBezTo>
                  <a:pt x="4147185" y="2818114"/>
                  <a:pt x="4149504" y="2821161"/>
                  <a:pt x="4152839" y="2821601"/>
                </a:cubicBezTo>
                <a:cubicBezTo>
                  <a:pt x="4153107" y="2821659"/>
                  <a:pt x="4153376" y="2821659"/>
                  <a:pt x="4153645" y="2821659"/>
                </a:cubicBezTo>
                <a:cubicBezTo>
                  <a:pt x="4156634" y="2821659"/>
                  <a:pt x="4159240" y="2819436"/>
                  <a:pt x="4159643" y="2816389"/>
                </a:cubicBezTo>
                <a:cubicBezTo>
                  <a:pt x="4160085" y="2813073"/>
                  <a:pt x="4157763" y="2810007"/>
                  <a:pt x="4154430" y="2809566"/>
                </a:cubicBezTo>
                <a:close/>
                <a:moveTo>
                  <a:pt x="1639766" y="3789986"/>
                </a:moveTo>
                <a:lnTo>
                  <a:pt x="1639766" y="3790006"/>
                </a:lnTo>
                <a:lnTo>
                  <a:pt x="1639776" y="3789995"/>
                </a:lnTo>
                <a:close/>
                <a:moveTo>
                  <a:pt x="8474938" y="1121540"/>
                </a:moveTo>
                <a:cubicBezTo>
                  <a:pt x="8470475" y="1123694"/>
                  <a:pt x="8466833" y="1127551"/>
                  <a:pt x="8465070" y="1132601"/>
                </a:cubicBezTo>
                <a:cubicBezTo>
                  <a:pt x="8461563" y="1142682"/>
                  <a:pt x="8466871" y="1153721"/>
                  <a:pt x="8476972" y="1157247"/>
                </a:cubicBezTo>
                <a:cubicBezTo>
                  <a:pt x="8479080" y="1157995"/>
                  <a:pt x="8481227" y="1158340"/>
                  <a:pt x="8483354" y="1158340"/>
                </a:cubicBezTo>
                <a:cubicBezTo>
                  <a:pt x="8491346" y="1158340"/>
                  <a:pt x="8498840" y="1153338"/>
                  <a:pt x="8501619" y="1145364"/>
                </a:cubicBezTo>
                <a:cubicBezTo>
                  <a:pt x="8505145" y="1135265"/>
                  <a:pt x="8499817" y="1124226"/>
                  <a:pt x="8489736" y="1120699"/>
                </a:cubicBezTo>
                <a:cubicBezTo>
                  <a:pt x="8484686" y="1118936"/>
                  <a:pt x="8479401" y="1119386"/>
                  <a:pt x="8474938" y="1121540"/>
                </a:cubicBezTo>
                <a:close/>
                <a:moveTo>
                  <a:pt x="3091520" y="3222540"/>
                </a:moveTo>
                <a:cubicBezTo>
                  <a:pt x="3090025" y="3223268"/>
                  <a:pt x="3089412" y="3225050"/>
                  <a:pt x="3090120" y="3226545"/>
                </a:cubicBezTo>
                <a:cubicBezTo>
                  <a:pt x="3090658" y="3227618"/>
                  <a:pt x="3091730" y="3228251"/>
                  <a:pt x="3092842" y="3228250"/>
                </a:cubicBezTo>
                <a:cubicBezTo>
                  <a:pt x="3093284" y="3228250"/>
                  <a:pt x="3093723" y="3228137"/>
                  <a:pt x="3094145" y="3227944"/>
                </a:cubicBezTo>
                <a:cubicBezTo>
                  <a:pt x="3095640" y="3227216"/>
                  <a:pt x="3096254" y="3225414"/>
                  <a:pt x="3095525" y="3223919"/>
                </a:cubicBezTo>
                <a:cubicBezTo>
                  <a:pt x="3094816" y="3222444"/>
                  <a:pt x="3093014" y="3221811"/>
                  <a:pt x="3091520" y="3222540"/>
                </a:cubicBezTo>
                <a:close/>
                <a:moveTo>
                  <a:pt x="7105254" y="1655124"/>
                </a:moveTo>
                <a:cubicBezTo>
                  <a:pt x="7097223" y="1657711"/>
                  <a:pt x="7092795" y="1666298"/>
                  <a:pt x="7095383" y="1674327"/>
                </a:cubicBezTo>
                <a:cubicBezTo>
                  <a:pt x="7097453" y="1680805"/>
                  <a:pt x="7103452" y="1684945"/>
                  <a:pt x="7109910" y="1684946"/>
                </a:cubicBezTo>
                <a:cubicBezTo>
                  <a:pt x="7111463" y="1684946"/>
                  <a:pt x="7113035" y="1684696"/>
                  <a:pt x="7114587" y="1684198"/>
                </a:cubicBezTo>
                <a:cubicBezTo>
                  <a:pt x="7122617" y="1681630"/>
                  <a:pt x="7127025" y="1673025"/>
                  <a:pt x="7124457" y="1664994"/>
                </a:cubicBezTo>
                <a:cubicBezTo>
                  <a:pt x="7121870" y="1656964"/>
                  <a:pt x="7113283" y="1652555"/>
                  <a:pt x="7105254" y="1655124"/>
                </a:cubicBezTo>
                <a:close/>
                <a:moveTo>
                  <a:pt x="5025285" y="2466372"/>
                </a:moveTo>
                <a:cubicBezTo>
                  <a:pt x="5018978" y="2463976"/>
                  <a:pt x="5011926" y="2467120"/>
                  <a:pt x="5009511" y="2473425"/>
                </a:cubicBezTo>
                <a:cubicBezTo>
                  <a:pt x="5007114" y="2479712"/>
                  <a:pt x="5010277" y="2486764"/>
                  <a:pt x="5016561" y="2489179"/>
                </a:cubicBezTo>
                <a:cubicBezTo>
                  <a:pt x="5017999" y="2489716"/>
                  <a:pt x="5019477" y="2489984"/>
                  <a:pt x="5020913" y="2489984"/>
                </a:cubicBezTo>
                <a:cubicBezTo>
                  <a:pt x="5025821" y="2489984"/>
                  <a:pt x="5030458" y="2486994"/>
                  <a:pt x="5032317" y="2482126"/>
                </a:cubicBezTo>
                <a:cubicBezTo>
                  <a:pt x="5034714" y="2475840"/>
                  <a:pt x="5031569" y="2468787"/>
                  <a:pt x="5025285" y="2466372"/>
                </a:cubicBezTo>
                <a:close/>
                <a:moveTo>
                  <a:pt x="1643408" y="3785636"/>
                </a:moveTo>
                <a:lnTo>
                  <a:pt x="1639776" y="3789995"/>
                </a:lnTo>
                <a:lnTo>
                  <a:pt x="1643772" y="3793647"/>
                </a:lnTo>
                <a:cubicBezTo>
                  <a:pt x="1643907" y="3793647"/>
                  <a:pt x="1644022" y="3793647"/>
                  <a:pt x="1644156" y="3793647"/>
                </a:cubicBezTo>
                <a:cubicBezTo>
                  <a:pt x="1646360" y="3793436"/>
                  <a:pt x="1647988" y="3791481"/>
                  <a:pt x="1647797" y="3789258"/>
                </a:cubicBezTo>
                <a:cubicBezTo>
                  <a:pt x="1647586" y="3787055"/>
                  <a:pt x="1645631" y="3785425"/>
                  <a:pt x="1643427" y="3785636"/>
                </a:cubicBezTo>
                <a:close/>
                <a:moveTo>
                  <a:pt x="6420247" y="1919625"/>
                </a:moveTo>
                <a:cubicBezTo>
                  <a:pt x="6412389" y="1922710"/>
                  <a:pt x="6408537" y="1931564"/>
                  <a:pt x="6411623" y="1939422"/>
                </a:cubicBezTo>
                <a:cubicBezTo>
                  <a:pt x="6413979" y="1945421"/>
                  <a:pt x="6419748" y="1949100"/>
                  <a:pt x="6425824" y="1949100"/>
                </a:cubicBezTo>
                <a:cubicBezTo>
                  <a:pt x="6427683" y="1949100"/>
                  <a:pt x="6429580" y="1948756"/>
                  <a:pt x="6431401" y="1948046"/>
                </a:cubicBezTo>
                <a:lnTo>
                  <a:pt x="6431420" y="1948046"/>
                </a:lnTo>
                <a:cubicBezTo>
                  <a:pt x="6439259" y="1944961"/>
                  <a:pt x="6443131" y="1936088"/>
                  <a:pt x="6440044" y="1928249"/>
                </a:cubicBezTo>
                <a:cubicBezTo>
                  <a:pt x="6436959" y="1920391"/>
                  <a:pt x="6428085" y="1916539"/>
                  <a:pt x="6420247" y="1919625"/>
                </a:cubicBezTo>
                <a:close/>
                <a:moveTo>
                  <a:pt x="6322696" y="1957341"/>
                </a:moveTo>
                <a:cubicBezTo>
                  <a:pt x="6314818" y="1960351"/>
                  <a:pt x="6310851" y="1969166"/>
                  <a:pt x="6313841" y="1977044"/>
                </a:cubicBezTo>
                <a:lnTo>
                  <a:pt x="6313860" y="1977044"/>
                </a:lnTo>
                <a:cubicBezTo>
                  <a:pt x="6316179" y="1983138"/>
                  <a:pt x="6321986" y="1986895"/>
                  <a:pt x="6328139" y="1986894"/>
                </a:cubicBezTo>
                <a:cubicBezTo>
                  <a:pt x="6329940" y="1986895"/>
                  <a:pt x="6331780" y="1986569"/>
                  <a:pt x="6333543" y="1985898"/>
                </a:cubicBezTo>
                <a:cubicBezTo>
                  <a:pt x="6341420" y="1982908"/>
                  <a:pt x="6345387" y="1974092"/>
                  <a:pt x="6342397" y="1966196"/>
                </a:cubicBezTo>
                <a:cubicBezTo>
                  <a:pt x="6339407" y="1958319"/>
                  <a:pt x="6330591" y="1954351"/>
                  <a:pt x="6322696" y="1957341"/>
                </a:cubicBezTo>
                <a:close/>
                <a:moveTo>
                  <a:pt x="6517492" y="1880949"/>
                </a:moveTo>
                <a:cubicBezTo>
                  <a:pt x="6509672" y="1884092"/>
                  <a:pt x="6505877" y="1892985"/>
                  <a:pt x="6509020" y="1900804"/>
                </a:cubicBezTo>
                <a:cubicBezTo>
                  <a:pt x="6511397" y="1906765"/>
                  <a:pt x="6517127" y="1910387"/>
                  <a:pt x="6523183" y="1910387"/>
                </a:cubicBezTo>
                <a:cubicBezTo>
                  <a:pt x="6525081" y="1910387"/>
                  <a:pt x="6526998" y="1910023"/>
                  <a:pt x="6528876" y="1909275"/>
                </a:cubicBezTo>
                <a:cubicBezTo>
                  <a:pt x="6536695" y="1906132"/>
                  <a:pt x="6540491" y="1897240"/>
                  <a:pt x="6537347" y="1889420"/>
                </a:cubicBezTo>
                <a:cubicBezTo>
                  <a:pt x="6534203" y="1881600"/>
                  <a:pt x="6525311" y="1877806"/>
                  <a:pt x="6517492" y="1880949"/>
                </a:cubicBezTo>
                <a:close/>
                <a:moveTo>
                  <a:pt x="3361214" y="3112032"/>
                </a:moveTo>
                <a:cubicBezTo>
                  <a:pt x="3359624" y="3112549"/>
                  <a:pt x="3358761" y="3114236"/>
                  <a:pt x="3359279" y="3115826"/>
                </a:cubicBezTo>
                <a:cubicBezTo>
                  <a:pt x="3359681" y="3117092"/>
                  <a:pt x="3360870" y="3117897"/>
                  <a:pt x="3362134" y="3117897"/>
                </a:cubicBezTo>
                <a:cubicBezTo>
                  <a:pt x="3362441" y="3117897"/>
                  <a:pt x="3362748" y="3117840"/>
                  <a:pt x="3363055" y="3117744"/>
                </a:cubicBezTo>
                <a:cubicBezTo>
                  <a:pt x="3364625" y="3117245"/>
                  <a:pt x="3365508" y="3115539"/>
                  <a:pt x="3364990" y="3113968"/>
                </a:cubicBezTo>
                <a:cubicBezTo>
                  <a:pt x="3364472" y="3112397"/>
                  <a:pt x="3362786" y="3111534"/>
                  <a:pt x="3361214" y="3112032"/>
                </a:cubicBezTo>
                <a:close/>
                <a:moveTo>
                  <a:pt x="6614602" y="1841736"/>
                </a:moveTo>
                <a:cubicBezTo>
                  <a:pt x="6606783" y="1844899"/>
                  <a:pt x="6603026" y="1853791"/>
                  <a:pt x="6606188" y="1861611"/>
                </a:cubicBezTo>
                <a:cubicBezTo>
                  <a:pt x="6608604" y="1867552"/>
                  <a:pt x="6614315" y="1871156"/>
                  <a:pt x="6620352" y="1871156"/>
                </a:cubicBezTo>
                <a:cubicBezTo>
                  <a:pt x="6622249" y="1871156"/>
                  <a:pt x="6624204" y="1870791"/>
                  <a:pt x="6626082" y="1870024"/>
                </a:cubicBezTo>
                <a:cubicBezTo>
                  <a:pt x="6633883" y="1866863"/>
                  <a:pt x="6637658" y="1857950"/>
                  <a:pt x="6634495" y="1850131"/>
                </a:cubicBezTo>
                <a:cubicBezTo>
                  <a:pt x="6631314" y="1842331"/>
                  <a:pt x="6622422" y="1838555"/>
                  <a:pt x="6614602" y="1841736"/>
                </a:cubicBezTo>
                <a:close/>
                <a:moveTo>
                  <a:pt x="7005554" y="1688798"/>
                </a:moveTo>
                <a:cubicBezTo>
                  <a:pt x="6997601" y="1691615"/>
                  <a:pt x="6993442" y="1700335"/>
                  <a:pt x="6996241" y="1708289"/>
                </a:cubicBezTo>
                <a:cubicBezTo>
                  <a:pt x="6998465" y="1714556"/>
                  <a:pt x="7004368" y="1718465"/>
                  <a:pt x="7010653" y="1718465"/>
                </a:cubicBezTo>
                <a:cubicBezTo>
                  <a:pt x="7012340" y="1718465"/>
                  <a:pt x="7014065" y="1718178"/>
                  <a:pt x="7015732" y="1717584"/>
                </a:cubicBezTo>
                <a:cubicBezTo>
                  <a:pt x="7023685" y="1714766"/>
                  <a:pt x="7027864" y="1706046"/>
                  <a:pt x="7025047" y="1698111"/>
                </a:cubicBezTo>
                <a:cubicBezTo>
                  <a:pt x="7022230" y="1690158"/>
                  <a:pt x="7013510" y="1685980"/>
                  <a:pt x="7005554" y="1688798"/>
                </a:cubicBezTo>
                <a:close/>
                <a:moveTo>
                  <a:pt x="6224722" y="1993545"/>
                </a:moveTo>
                <a:cubicBezTo>
                  <a:pt x="6216788" y="1996381"/>
                  <a:pt x="6212629" y="2005101"/>
                  <a:pt x="6215465" y="2013055"/>
                </a:cubicBezTo>
                <a:cubicBezTo>
                  <a:pt x="6217688" y="2019303"/>
                  <a:pt x="6223572" y="2023194"/>
                  <a:pt x="6229858" y="2023194"/>
                </a:cubicBezTo>
                <a:cubicBezTo>
                  <a:pt x="6231545" y="2023194"/>
                  <a:pt x="6233271" y="2022906"/>
                  <a:pt x="6234975" y="2022312"/>
                </a:cubicBezTo>
                <a:cubicBezTo>
                  <a:pt x="6242910" y="2019476"/>
                  <a:pt x="6247050" y="2010755"/>
                  <a:pt x="6244233" y="2002802"/>
                </a:cubicBezTo>
                <a:cubicBezTo>
                  <a:pt x="6241396" y="1994848"/>
                  <a:pt x="6232657" y="1990708"/>
                  <a:pt x="6224722" y="1993545"/>
                </a:cubicBezTo>
                <a:close/>
                <a:moveTo>
                  <a:pt x="3179757" y="3181775"/>
                </a:moveTo>
                <a:cubicBezTo>
                  <a:pt x="3178224" y="3182446"/>
                  <a:pt x="3177552" y="3184228"/>
                  <a:pt x="3178224" y="3185742"/>
                </a:cubicBezTo>
                <a:cubicBezTo>
                  <a:pt x="3178704" y="3186873"/>
                  <a:pt x="3179814" y="3187524"/>
                  <a:pt x="3180964" y="3187524"/>
                </a:cubicBezTo>
                <a:cubicBezTo>
                  <a:pt x="3181368" y="3187524"/>
                  <a:pt x="3181770" y="3187448"/>
                  <a:pt x="3182172" y="3187276"/>
                </a:cubicBezTo>
                <a:cubicBezTo>
                  <a:pt x="3183705" y="3186605"/>
                  <a:pt x="3184376" y="3184841"/>
                  <a:pt x="3183706" y="3183327"/>
                </a:cubicBezTo>
                <a:cubicBezTo>
                  <a:pt x="3183054" y="3181813"/>
                  <a:pt x="3181270" y="3181123"/>
                  <a:pt x="3179757" y="3181775"/>
                </a:cubicBezTo>
                <a:close/>
                <a:moveTo>
                  <a:pt x="6711732" y="1802372"/>
                </a:moveTo>
                <a:cubicBezTo>
                  <a:pt x="6703913" y="1805533"/>
                  <a:pt x="6700137" y="1814426"/>
                  <a:pt x="6703299" y="1822245"/>
                </a:cubicBezTo>
                <a:cubicBezTo>
                  <a:pt x="6705714" y="1828186"/>
                  <a:pt x="6711425" y="1831790"/>
                  <a:pt x="6717462" y="1831790"/>
                </a:cubicBezTo>
                <a:cubicBezTo>
                  <a:pt x="6719360" y="1831790"/>
                  <a:pt x="6721314" y="1831445"/>
                  <a:pt x="6723174" y="1830678"/>
                </a:cubicBezTo>
                <a:cubicBezTo>
                  <a:pt x="6730993" y="1827516"/>
                  <a:pt x="6734768" y="1818623"/>
                  <a:pt x="6731606" y="1810804"/>
                </a:cubicBezTo>
                <a:cubicBezTo>
                  <a:pt x="6728464" y="1802984"/>
                  <a:pt x="6719551" y="1799208"/>
                  <a:pt x="6711732" y="1802372"/>
                </a:cubicBezTo>
                <a:close/>
                <a:moveTo>
                  <a:pt x="6809033" y="1763274"/>
                </a:moveTo>
                <a:cubicBezTo>
                  <a:pt x="6801215" y="1766398"/>
                  <a:pt x="6797382" y="1775272"/>
                  <a:pt x="6800506" y="1783110"/>
                </a:cubicBezTo>
                <a:cubicBezTo>
                  <a:pt x="6802882" y="1789089"/>
                  <a:pt x="6808631" y="1792731"/>
                  <a:pt x="6814707" y="1792731"/>
                </a:cubicBezTo>
                <a:cubicBezTo>
                  <a:pt x="6816585" y="1792731"/>
                  <a:pt x="6818502" y="1792367"/>
                  <a:pt x="6820342" y="1791638"/>
                </a:cubicBezTo>
                <a:cubicBezTo>
                  <a:pt x="6828180" y="1788515"/>
                  <a:pt x="6831994" y="1779641"/>
                  <a:pt x="6828870" y="1771802"/>
                </a:cubicBezTo>
                <a:cubicBezTo>
                  <a:pt x="6825746" y="1763964"/>
                  <a:pt x="6816873" y="1760149"/>
                  <a:pt x="6809033" y="1763274"/>
                </a:cubicBezTo>
                <a:close/>
                <a:moveTo>
                  <a:pt x="6906873" y="1725059"/>
                </a:moveTo>
                <a:cubicBezTo>
                  <a:pt x="6898997" y="1728067"/>
                  <a:pt x="6895029" y="1736883"/>
                  <a:pt x="6898018" y="1744760"/>
                </a:cubicBezTo>
                <a:cubicBezTo>
                  <a:pt x="6900337" y="1750855"/>
                  <a:pt x="6906145" y="1754611"/>
                  <a:pt x="6912297" y="1754611"/>
                </a:cubicBezTo>
                <a:cubicBezTo>
                  <a:pt x="6914099" y="1754611"/>
                  <a:pt x="6915938" y="1754286"/>
                  <a:pt x="6917721" y="1753615"/>
                </a:cubicBezTo>
                <a:cubicBezTo>
                  <a:pt x="6925598" y="1750605"/>
                  <a:pt x="6929564" y="1741790"/>
                  <a:pt x="6926575" y="1733913"/>
                </a:cubicBezTo>
                <a:cubicBezTo>
                  <a:pt x="6923566" y="1726035"/>
                  <a:pt x="6914750" y="1722069"/>
                  <a:pt x="6906873" y="1725059"/>
                </a:cubicBezTo>
                <a:close/>
                <a:moveTo>
                  <a:pt x="4857814" y="2524707"/>
                </a:moveTo>
                <a:cubicBezTo>
                  <a:pt x="4855135" y="2525709"/>
                  <a:pt x="4852833" y="2527730"/>
                  <a:pt x="4851549" y="2530538"/>
                </a:cubicBezTo>
                <a:cubicBezTo>
                  <a:pt x="4849000" y="2536154"/>
                  <a:pt x="4851492" y="2542803"/>
                  <a:pt x="4857108" y="2545352"/>
                </a:cubicBezTo>
                <a:cubicBezTo>
                  <a:pt x="4858602" y="2546043"/>
                  <a:pt x="4860174" y="2546349"/>
                  <a:pt x="4861726" y="2546349"/>
                </a:cubicBezTo>
                <a:cubicBezTo>
                  <a:pt x="4865982" y="2546349"/>
                  <a:pt x="4870046" y="2543935"/>
                  <a:pt x="4871903" y="2539814"/>
                </a:cubicBezTo>
                <a:cubicBezTo>
                  <a:pt x="4874470" y="2534179"/>
                  <a:pt x="4871981" y="2527567"/>
                  <a:pt x="4866365" y="2524999"/>
                </a:cubicBezTo>
                <a:cubicBezTo>
                  <a:pt x="4863555" y="2523725"/>
                  <a:pt x="4860496" y="2523705"/>
                  <a:pt x="4857814" y="2524707"/>
                </a:cubicBezTo>
                <a:close/>
                <a:moveTo>
                  <a:pt x="2723431" y="3357866"/>
                </a:moveTo>
                <a:cubicBezTo>
                  <a:pt x="2721495" y="3358978"/>
                  <a:pt x="2720824" y="3361431"/>
                  <a:pt x="2721917" y="3363367"/>
                </a:cubicBezTo>
                <a:cubicBezTo>
                  <a:pt x="2722665" y="3364670"/>
                  <a:pt x="2724026" y="3365398"/>
                  <a:pt x="2725425" y="3365398"/>
                </a:cubicBezTo>
                <a:cubicBezTo>
                  <a:pt x="2726095" y="3365399"/>
                  <a:pt x="2726786" y="3365226"/>
                  <a:pt x="2727398" y="3364880"/>
                </a:cubicBezTo>
                <a:cubicBezTo>
                  <a:pt x="2729334" y="3363769"/>
                  <a:pt x="2730024" y="3361316"/>
                  <a:pt x="2728931" y="3359380"/>
                </a:cubicBezTo>
                <a:cubicBezTo>
                  <a:pt x="2727820" y="3357444"/>
                  <a:pt x="2725367" y="3356774"/>
                  <a:pt x="2723431" y="3357866"/>
                </a:cubicBezTo>
                <a:close/>
                <a:moveTo>
                  <a:pt x="3269565" y="3144575"/>
                </a:moveTo>
                <a:cubicBezTo>
                  <a:pt x="3268014" y="3145169"/>
                  <a:pt x="3267246" y="3146913"/>
                  <a:pt x="3267841" y="3148447"/>
                </a:cubicBezTo>
                <a:cubicBezTo>
                  <a:pt x="3268301" y="3149635"/>
                  <a:pt x="3269432" y="3150383"/>
                  <a:pt x="3270640" y="3150383"/>
                </a:cubicBezTo>
                <a:cubicBezTo>
                  <a:pt x="3271003" y="3150383"/>
                  <a:pt x="3271366" y="3150305"/>
                  <a:pt x="3271731" y="3150171"/>
                </a:cubicBezTo>
                <a:cubicBezTo>
                  <a:pt x="3273265" y="3149577"/>
                  <a:pt x="3274032" y="3147833"/>
                  <a:pt x="3273437" y="3146281"/>
                </a:cubicBezTo>
                <a:cubicBezTo>
                  <a:pt x="3272843" y="3144747"/>
                  <a:pt x="3271099" y="3143962"/>
                  <a:pt x="3269565" y="3144575"/>
                </a:cubicBezTo>
                <a:close/>
                <a:moveTo>
                  <a:pt x="5455602" y="2289285"/>
                </a:moveTo>
                <a:cubicBezTo>
                  <a:pt x="5447725" y="2289285"/>
                  <a:pt x="5441325" y="2295648"/>
                  <a:pt x="5441325" y="2303506"/>
                </a:cubicBezTo>
                <a:cubicBezTo>
                  <a:pt x="5441325" y="2311383"/>
                  <a:pt x="5447686" y="2317784"/>
                  <a:pt x="5455564" y="2317784"/>
                </a:cubicBezTo>
                <a:cubicBezTo>
                  <a:pt x="5463421" y="2317784"/>
                  <a:pt x="5469823" y="2311421"/>
                  <a:pt x="5469823" y="2303563"/>
                </a:cubicBezTo>
                <a:cubicBezTo>
                  <a:pt x="5469843" y="2295686"/>
                  <a:pt x="5463459" y="2289285"/>
                  <a:pt x="5455602" y="2289285"/>
                </a:cubicBezTo>
                <a:close/>
                <a:moveTo>
                  <a:pt x="6125982" y="2027448"/>
                </a:moveTo>
                <a:cubicBezTo>
                  <a:pt x="6117971" y="2030074"/>
                  <a:pt x="6113621" y="2038717"/>
                  <a:pt x="6116266" y="2046729"/>
                </a:cubicBezTo>
                <a:cubicBezTo>
                  <a:pt x="6118393" y="2053149"/>
                  <a:pt x="6124354" y="2057212"/>
                  <a:pt x="6130773" y="2057212"/>
                </a:cubicBezTo>
                <a:cubicBezTo>
                  <a:pt x="6132346" y="2057212"/>
                  <a:pt x="6133956" y="2056963"/>
                  <a:pt x="6135546" y="2056445"/>
                </a:cubicBezTo>
                <a:cubicBezTo>
                  <a:pt x="6143557" y="2053801"/>
                  <a:pt x="6147908" y="2045177"/>
                  <a:pt x="6145263" y="2037166"/>
                </a:cubicBezTo>
                <a:cubicBezTo>
                  <a:pt x="6142637" y="2029154"/>
                  <a:pt x="6133993" y="2024804"/>
                  <a:pt x="6125982" y="2027448"/>
                </a:cubicBezTo>
                <a:close/>
                <a:moveTo>
                  <a:pt x="7672910" y="1422514"/>
                </a:moveTo>
                <a:lnTo>
                  <a:pt x="7672910" y="1422533"/>
                </a:lnTo>
                <a:lnTo>
                  <a:pt x="7672914" y="1422523"/>
                </a:lnTo>
                <a:close/>
                <a:moveTo>
                  <a:pt x="3717823" y="2966032"/>
                </a:moveTo>
                <a:cubicBezTo>
                  <a:pt x="3715619" y="2966299"/>
                  <a:pt x="3714048" y="2968293"/>
                  <a:pt x="3714297" y="2970497"/>
                </a:cubicBezTo>
                <a:cubicBezTo>
                  <a:pt x="3714527" y="2972548"/>
                  <a:pt x="3716272" y="2974062"/>
                  <a:pt x="3718283" y="2974062"/>
                </a:cubicBezTo>
                <a:cubicBezTo>
                  <a:pt x="3718437" y="2974062"/>
                  <a:pt x="3718609" y="2974024"/>
                  <a:pt x="3718763" y="2974024"/>
                </a:cubicBezTo>
                <a:cubicBezTo>
                  <a:pt x="3720967" y="2973774"/>
                  <a:pt x="3722558" y="2971781"/>
                  <a:pt x="3722289" y="2969577"/>
                </a:cubicBezTo>
                <a:cubicBezTo>
                  <a:pt x="3722040" y="2967353"/>
                  <a:pt x="3720046" y="2965782"/>
                  <a:pt x="3717823" y="2966032"/>
                </a:cubicBezTo>
                <a:close/>
                <a:moveTo>
                  <a:pt x="1314205" y="3904077"/>
                </a:moveTo>
                <a:cubicBezTo>
                  <a:pt x="1312557" y="3903847"/>
                  <a:pt x="1311024" y="3904978"/>
                  <a:pt x="1310794" y="3906626"/>
                </a:cubicBezTo>
                <a:cubicBezTo>
                  <a:pt x="1310564" y="3908274"/>
                  <a:pt x="1311714" y="3909788"/>
                  <a:pt x="1313343" y="3910018"/>
                </a:cubicBezTo>
                <a:cubicBezTo>
                  <a:pt x="1313497" y="3910056"/>
                  <a:pt x="1313631" y="3910056"/>
                  <a:pt x="1313784" y="3910056"/>
                </a:cubicBezTo>
                <a:cubicBezTo>
                  <a:pt x="1315259" y="3910056"/>
                  <a:pt x="1316523" y="3908984"/>
                  <a:pt x="1316754" y="3907489"/>
                </a:cubicBezTo>
                <a:cubicBezTo>
                  <a:pt x="1316984" y="3905840"/>
                  <a:pt x="1315834" y="3904307"/>
                  <a:pt x="1314205" y="3904077"/>
                </a:cubicBezTo>
                <a:close/>
                <a:moveTo>
                  <a:pt x="1088514" y="3986622"/>
                </a:moveTo>
                <a:cubicBezTo>
                  <a:pt x="1087479" y="3986277"/>
                  <a:pt x="1086349" y="3986833"/>
                  <a:pt x="1086003" y="3987868"/>
                </a:cubicBezTo>
                <a:cubicBezTo>
                  <a:pt x="1085640" y="3988903"/>
                  <a:pt x="1086195" y="3990034"/>
                  <a:pt x="1087230" y="3990379"/>
                </a:cubicBezTo>
                <a:cubicBezTo>
                  <a:pt x="1087441" y="3990475"/>
                  <a:pt x="1087672" y="3990475"/>
                  <a:pt x="1087882" y="3990475"/>
                </a:cubicBezTo>
                <a:cubicBezTo>
                  <a:pt x="1088706" y="3990475"/>
                  <a:pt x="1089473" y="3989957"/>
                  <a:pt x="1089741" y="3989133"/>
                </a:cubicBezTo>
                <a:cubicBezTo>
                  <a:pt x="1090105" y="3988098"/>
                  <a:pt x="1089550" y="3986968"/>
                  <a:pt x="1088514" y="3986622"/>
                </a:cubicBezTo>
                <a:close/>
                <a:moveTo>
                  <a:pt x="6026477" y="2058764"/>
                </a:moveTo>
                <a:cubicBezTo>
                  <a:pt x="6018390" y="2061179"/>
                  <a:pt x="6013810" y="2069689"/>
                  <a:pt x="6016225" y="2077777"/>
                </a:cubicBezTo>
                <a:cubicBezTo>
                  <a:pt x="6018218" y="2084388"/>
                  <a:pt x="6024273" y="2088663"/>
                  <a:pt x="6030847" y="2088662"/>
                </a:cubicBezTo>
                <a:cubicBezTo>
                  <a:pt x="6032303" y="2088662"/>
                  <a:pt x="6033779" y="2088471"/>
                  <a:pt x="6035236" y="2088030"/>
                </a:cubicBezTo>
                <a:cubicBezTo>
                  <a:pt x="6043305" y="2085615"/>
                  <a:pt x="6047903" y="2077105"/>
                  <a:pt x="6045489" y="2069018"/>
                </a:cubicBezTo>
                <a:cubicBezTo>
                  <a:pt x="6043073" y="2060950"/>
                  <a:pt x="6034565" y="2056350"/>
                  <a:pt x="6026477" y="2058764"/>
                </a:cubicBezTo>
                <a:close/>
                <a:moveTo>
                  <a:pt x="5177931" y="2389533"/>
                </a:moveTo>
                <a:cubicBezTo>
                  <a:pt x="5175032" y="2391282"/>
                  <a:pt x="5172799" y="2394138"/>
                  <a:pt x="5171917" y="2397684"/>
                </a:cubicBezTo>
                <a:cubicBezTo>
                  <a:pt x="5170173" y="2404774"/>
                  <a:pt x="5174486" y="2411942"/>
                  <a:pt x="5181595" y="2413706"/>
                </a:cubicBezTo>
                <a:cubicBezTo>
                  <a:pt x="5182648" y="2413955"/>
                  <a:pt x="5183723" y="2414089"/>
                  <a:pt x="5184758" y="2414089"/>
                </a:cubicBezTo>
                <a:cubicBezTo>
                  <a:pt x="5190700" y="2414089"/>
                  <a:pt x="5196103" y="2410065"/>
                  <a:pt x="5197597" y="2404027"/>
                </a:cubicBezTo>
                <a:cubicBezTo>
                  <a:pt x="5199343" y="2396937"/>
                  <a:pt x="5195031" y="2389769"/>
                  <a:pt x="5187939" y="2388024"/>
                </a:cubicBezTo>
                <a:cubicBezTo>
                  <a:pt x="5184394" y="2387143"/>
                  <a:pt x="5180829" y="2387785"/>
                  <a:pt x="5177931" y="2389533"/>
                </a:cubicBezTo>
                <a:close/>
                <a:moveTo>
                  <a:pt x="4695851" y="2577569"/>
                </a:moveTo>
                <a:cubicBezTo>
                  <a:pt x="4693589" y="2582706"/>
                  <a:pt x="4695908" y="2588704"/>
                  <a:pt x="4701046" y="2590965"/>
                </a:cubicBezTo>
                <a:lnTo>
                  <a:pt x="4701063" y="2590965"/>
                </a:lnTo>
                <a:cubicBezTo>
                  <a:pt x="4702386" y="2591560"/>
                  <a:pt x="4703785" y="2591847"/>
                  <a:pt x="4705166" y="2591847"/>
                </a:cubicBezTo>
                <a:cubicBezTo>
                  <a:pt x="4709055" y="2591847"/>
                  <a:pt x="4712772" y="2589586"/>
                  <a:pt x="4714459" y="2585791"/>
                </a:cubicBezTo>
                <a:cubicBezTo>
                  <a:pt x="4716721" y="2580655"/>
                  <a:pt x="4714403" y="2574656"/>
                  <a:pt x="4709268" y="2572395"/>
                </a:cubicBezTo>
                <a:cubicBezTo>
                  <a:pt x="4704129" y="2570133"/>
                  <a:pt x="4698132" y="2572452"/>
                  <a:pt x="4695851" y="2577569"/>
                </a:cubicBezTo>
                <a:close/>
                <a:moveTo>
                  <a:pt x="7688895" y="1405956"/>
                </a:moveTo>
                <a:cubicBezTo>
                  <a:pt x="7684401" y="1406032"/>
                  <a:pt x="7680367" y="1407925"/>
                  <a:pt x="7677475" y="1410925"/>
                </a:cubicBezTo>
                <a:lnTo>
                  <a:pt x="7672914" y="1422523"/>
                </a:lnTo>
                <a:lnTo>
                  <a:pt x="7677801" y="1433851"/>
                </a:lnTo>
                <a:cubicBezTo>
                  <a:pt x="7680746" y="1436740"/>
                  <a:pt x="7684775" y="1438518"/>
                  <a:pt x="7689202" y="1438518"/>
                </a:cubicBezTo>
                <a:cubicBezTo>
                  <a:pt x="7689297" y="1438518"/>
                  <a:pt x="7689393" y="1438518"/>
                  <a:pt x="7689508" y="1438518"/>
                </a:cubicBezTo>
                <a:cubicBezTo>
                  <a:pt x="7698497" y="1438364"/>
                  <a:pt x="7705646" y="1430928"/>
                  <a:pt x="7705492" y="1421939"/>
                </a:cubicBezTo>
                <a:cubicBezTo>
                  <a:pt x="7705320" y="1412951"/>
                  <a:pt x="7697902" y="1405783"/>
                  <a:pt x="7688895" y="1405956"/>
                </a:cubicBezTo>
                <a:close/>
                <a:moveTo>
                  <a:pt x="2808583" y="3309838"/>
                </a:moveTo>
                <a:cubicBezTo>
                  <a:pt x="2806628" y="3310911"/>
                  <a:pt x="2805938" y="3313365"/>
                  <a:pt x="2807030" y="3315300"/>
                </a:cubicBezTo>
                <a:cubicBezTo>
                  <a:pt x="2807778" y="3316622"/>
                  <a:pt x="2809138" y="3317370"/>
                  <a:pt x="2810537" y="3317370"/>
                </a:cubicBezTo>
                <a:cubicBezTo>
                  <a:pt x="2811208" y="3317370"/>
                  <a:pt x="2811879" y="3317197"/>
                  <a:pt x="2812512" y="3316852"/>
                </a:cubicBezTo>
                <a:cubicBezTo>
                  <a:pt x="2814448" y="3315760"/>
                  <a:pt x="2815137" y="3313307"/>
                  <a:pt x="2814064" y="3311371"/>
                </a:cubicBezTo>
                <a:cubicBezTo>
                  <a:pt x="2812972" y="3309436"/>
                  <a:pt x="2810518" y="3308746"/>
                  <a:pt x="2808583" y="3309838"/>
                </a:cubicBezTo>
                <a:close/>
                <a:moveTo>
                  <a:pt x="5926129" y="2087072"/>
                </a:moveTo>
                <a:cubicBezTo>
                  <a:pt x="5917964" y="2089218"/>
                  <a:pt x="5913097" y="2097574"/>
                  <a:pt x="5915244" y="2105720"/>
                </a:cubicBezTo>
                <a:cubicBezTo>
                  <a:pt x="5917065" y="2112581"/>
                  <a:pt x="5923237" y="2117103"/>
                  <a:pt x="5930020" y="2117104"/>
                </a:cubicBezTo>
                <a:cubicBezTo>
                  <a:pt x="5931304" y="2117103"/>
                  <a:pt x="5932607" y="2116931"/>
                  <a:pt x="5933910" y="2116586"/>
                </a:cubicBezTo>
                <a:cubicBezTo>
                  <a:pt x="5942076" y="2114440"/>
                  <a:pt x="5946925" y="2106083"/>
                  <a:pt x="5944778" y="2097939"/>
                </a:cubicBezTo>
                <a:cubicBezTo>
                  <a:pt x="5942633" y="2089774"/>
                  <a:pt x="5934275" y="2084906"/>
                  <a:pt x="5926129" y="2087072"/>
                </a:cubicBezTo>
                <a:close/>
                <a:moveTo>
                  <a:pt x="3881897" y="2884023"/>
                </a:moveTo>
                <a:lnTo>
                  <a:pt x="3881898" y="2884042"/>
                </a:lnTo>
                <a:lnTo>
                  <a:pt x="3881906" y="2884032"/>
                </a:lnTo>
                <a:close/>
                <a:moveTo>
                  <a:pt x="2250393" y="3520694"/>
                </a:moveTo>
                <a:cubicBezTo>
                  <a:pt x="2247805" y="3521768"/>
                  <a:pt x="2246579" y="3524720"/>
                  <a:pt x="2247633" y="3527287"/>
                </a:cubicBezTo>
                <a:cubicBezTo>
                  <a:pt x="2248437" y="3529242"/>
                  <a:pt x="2250316" y="3530411"/>
                  <a:pt x="2252309" y="3530411"/>
                </a:cubicBezTo>
                <a:cubicBezTo>
                  <a:pt x="2252941" y="3530411"/>
                  <a:pt x="2253593" y="3530296"/>
                  <a:pt x="2254226" y="3530048"/>
                </a:cubicBezTo>
                <a:cubicBezTo>
                  <a:pt x="2256794" y="3528974"/>
                  <a:pt x="2258039" y="3526022"/>
                  <a:pt x="2256966" y="3523454"/>
                </a:cubicBezTo>
                <a:cubicBezTo>
                  <a:pt x="2255912" y="3520886"/>
                  <a:pt x="2252961" y="3519640"/>
                  <a:pt x="2250393" y="3520694"/>
                </a:cubicBezTo>
                <a:close/>
                <a:moveTo>
                  <a:pt x="2158859" y="3556227"/>
                </a:moveTo>
                <a:cubicBezTo>
                  <a:pt x="2156233" y="3557185"/>
                  <a:pt x="2154892" y="3560079"/>
                  <a:pt x="2155851" y="3562705"/>
                </a:cubicBezTo>
                <a:cubicBezTo>
                  <a:pt x="2156598" y="3564756"/>
                  <a:pt x="2158533" y="3566020"/>
                  <a:pt x="2160584" y="3566020"/>
                </a:cubicBezTo>
                <a:cubicBezTo>
                  <a:pt x="2161159" y="3566020"/>
                  <a:pt x="2161733" y="3565925"/>
                  <a:pt x="2162309" y="3565714"/>
                </a:cubicBezTo>
                <a:cubicBezTo>
                  <a:pt x="2164934" y="3564756"/>
                  <a:pt x="2166276" y="3561861"/>
                  <a:pt x="2165337" y="3559236"/>
                </a:cubicBezTo>
                <a:cubicBezTo>
                  <a:pt x="2164379" y="3556610"/>
                  <a:pt x="2161466" y="3555269"/>
                  <a:pt x="2158859" y="3556227"/>
                </a:cubicBezTo>
                <a:close/>
                <a:moveTo>
                  <a:pt x="8218552" y="1188381"/>
                </a:moveTo>
                <a:cubicBezTo>
                  <a:pt x="8214489" y="1190729"/>
                  <a:pt x="8211322" y="1194629"/>
                  <a:pt x="8210018" y="1199526"/>
                </a:cubicBezTo>
                <a:cubicBezTo>
                  <a:pt x="8207394" y="1209301"/>
                  <a:pt x="8213220" y="1219363"/>
                  <a:pt x="8222994" y="1221968"/>
                </a:cubicBezTo>
                <a:cubicBezTo>
                  <a:pt x="8224584" y="1222390"/>
                  <a:pt x="8226175" y="1222601"/>
                  <a:pt x="8227746" y="1222601"/>
                </a:cubicBezTo>
                <a:cubicBezTo>
                  <a:pt x="8235835" y="1222601"/>
                  <a:pt x="8243251" y="1217197"/>
                  <a:pt x="8245436" y="1208994"/>
                </a:cubicBezTo>
                <a:cubicBezTo>
                  <a:pt x="8248062" y="1199219"/>
                  <a:pt x="8242235" y="1189158"/>
                  <a:pt x="8232462" y="1186551"/>
                </a:cubicBezTo>
                <a:cubicBezTo>
                  <a:pt x="8227574" y="1185238"/>
                  <a:pt x="8222615" y="1186034"/>
                  <a:pt x="8218552" y="1188381"/>
                </a:cubicBezTo>
                <a:close/>
                <a:moveTo>
                  <a:pt x="3886766" y="2878829"/>
                </a:moveTo>
                <a:lnTo>
                  <a:pt x="3881906" y="2884032"/>
                </a:lnTo>
                <a:lnTo>
                  <a:pt x="3886938" y="2888910"/>
                </a:lnTo>
                <a:cubicBezTo>
                  <a:pt x="3886995" y="2888910"/>
                  <a:pt x="3887110" y="2888910"/>
                  <a:pt x="3887110" y="2888910"/>
                </a:cubicBezTo>
                <a:cubicBezTo>
                  <a:pt x="3889908" y="2888814"/>
                  <a:pt x="3892095" y="2886476"/>
                  <a:pt x="3891999" y="2883696"/>
                </a:cubicBezTo>
                <a:cubicBezTo>
                  <a:pt x="3891883" y="2880918"/>
                  <a:pt x="3889544" y="2878733"/>
                  <a:pt x="3886766" y="2878829"/>
                </a:cubicBezTo>
                <a:close/>
                <a:moveTo>
                  <a:pt x="8622370" y="1029750"/>
                </a:moveTo>
                <a:cubicBezTo>
                  <a:pt x="8617622" y="1031916"/>
                  <a:pt x="8613698" y="1035893"/>
                  <a:pt x="8611724" y="1041164"/>
                </a:cubicBezTo>
                <a:cubicBezTo>
                  <a:pt x="8607776" y="1051685"/>
                  <a:pt x="8613123" y="1063433"/>
                  <a:pt x="8623664" y="1067381"/>
                </a:cubicBezTo>
                <a:cubicBezTo>
                  <a:pt x="8626021" y="1068262"/>
                  <a:pt x="8628437" y="1068685"/>
                  <a:pt x="8630813" y="1068685"/>
                </a:cubicBezTo>
                <a:cubicBezTo>
                  <a:pt x="8639054" y="1068685"/>
                  <a:pt x="8646835" y="1063625"/>
                  <a:pt x="8649882" y="1055441"/>
                </a:cubicBezTo>
                <a:cubicBezTo>
                  <a:pt x="8653830" y="1044901"/>
                  <a:pt x="8648483" y="1033152"/>
                  <a:pt x="8637961" y="1029204"/>
                </a:cubicBezTo>
                <a:cubicBezTo>
                  <a:pt x="8632691" y="1027230"/>
                  <a:pt x="8627119" y="1027584"/>
                  <a:pt x="8622370" y="1029750"/>
                </a:cubicBezTo>
                <a:close/>
                <a:moveTo>
                  <a:pt x="2340546" y="3481770"/>
                </a:moveTo>
                <a:cubicBezTo>
                  <a:pt x="2337997" y="3482900"/>
                  <a:pt x="2336867" y="3485891"/>
                  <a:pt x="2338016" y="3488439"/>
                </a:cubicBezTo>
                <a:cubicBezTo>
                  <a:pt x="2338860" y="3490298"/>
                  <a:pt x="2340700" y="3491410"/>
                  <a:pt x="2342616" y="3491410"/>
                </a:cubicBezTo>
                <a:cubicBezTo>
                  <a:pt x="2343326" y="3491410"/>
                  <a:pt x="2344015" y="3491276"/>
                  <a:pt x="2344686" y="3490969"/>
                </a:cubicBezTo>
                <a:cubicBezTo>
                  <a:pt x="2347235" y="3489819"/>
                  <a:pt x="2348366" y="3486830"/>
                  <a:pt x="2347216" y="3484280"/>
                </a:cubicBezTo>
                <a:cubicBezTo>
                  <a:pt x="2346066" y="3481770"/>
                  <a:pt x="2343076" y="3480620"/>
                  <a:pt x="2340546" y="3481770"/>
                </a:cubicBezTo>
                <a:close/>
                <a:moveTo>
                  <a:pt x="4550634" y="2618391"/>
                </a:moveTo>
                <a:cubicBezTo>
                  <a:pt x="4545901" y="2616685"/>
                  <a:pt x="4540668" y="2619158"/>
                  <a:pt x="4538943" y="2623892"/>
                </a:cubicBezTo>
                <a:cubicBezTo>
                  <a:pt x="4537236" y="2628645"/>
                  <a:pt x="4539709" y="2633877"/>
                  <a:pt x="4544443" y="2635583"/>
                </a:cubicBezTo>
                <a:cubicBezTo>
                  <a:pt x="4545479" y="2635946"/>
                  <a:pt x="4546513" y="2636119"/>
                  <a:pt x="4547549" y="2636119"/>
                </a:cubicBezTo>
                <a:cubicBezTo>
                  <a:pt x="4551286" y="2636119"/>
                  <a:pt x="4554792" y="2633800"/>
                  <a:pt x="4556135" y="2630082"/>
                </a:cubicBezTo>
                <a:cubicBezTo>
                  <a:pt x="4557839" y="2625329"/>
                  <a:pt x="4555387" y="2620097"/>
                  <a:pt x="4550634" y="2618391"/>
                </a:cubicBezTo>
                <a:close/>
                <a:moveTo>
                  <a:pt x="1546144" y="3790888"/>
                </a:moveTo>
                <a:cubicBezTo>
                  <a:pt x="1543921" y="3790925"/>
                  <a:pt x="1542158" y="3792765"/>
                  <a:pt x="1542177" y="3794989"/>
                </a:cubicBezTo>
                <a:cubicBezTo>
                  <a:pt x="1542215" y="3797174"/>
                  <a:pt x="1544017" y="3798937"/>
                  <a:pt x="1546221" y="3798937"/>
                </a:cubicBezTo>
                <a:lnTo>
                  <a:pt x="1546278" y="3798937"/>
                </a:lnTo>
                <a:cubicBezTo>
                  <a:pt x="1548501" y="3798898"/>
                  <a:pt x="1550246" y="3797078"/>
                  <a:pt x="1550246" y="3794855"/>
                </a:cubicBezTo>
                <a:cubicBezTo>
                  <a:pt x="1550207" y="3792632"/>
                  <a:pt x="1548368" y="3790888"/>
                  <a:pt x="1546144" y="3790888"/>
                </a:cubicBezTo>
                <a:close/>
                <a:moveTo>
                  <a:pt x="2065927" y="3587849"/>
                </a:moveTo>
                <a:cubicBezTo>
                  <a:pt x="2063263" y="3588693"/>
                  <a:pt x="2061787" y="3591530"/>
                  <a:pt x="2062630" y="3594194"/>
                </a:cubicBezTo>
                <a:cubicBezTo>
                  <a:pt x="2063320" y="3596340"/>
                  <a:pt x="2065294" y="3597720"/>
                  <a:pt x="2067441" y="3597720"/>
                </a:cubicBezTo>
                <a:cubicBezTo>
                  <a:pt x="2067958" y="3597720"/>
                  <a:pt x="2068457" y="3597643"/>
                  <a:pt x="2068973" y="3597490"/>
                </a:cubicBezTo>
                <a:lnTo>
                  <a:pt x="2068955" y="3597490"/>
                </a:lnTo>
                <a:cubicBezTo>
                  <a:pt x="2071619" y="3596647"/>
                  <a:pt x="2073095" y="3593810"/>
                  <a:pt x="2072270" y="3591146"/>
                </a:cubicBezTo>
                <a:cubicBezTo>
                  <a:pt x="2071427" y="3588501"/>
                  <a:pt x="2068591" y="3587025"/>
                  <a:pt x="2065927" y="3587849"/>
                </a:cubicBezTo>
                <a:close/>
                <a:moveTo>
                  <a:pt x="3620885" y="2980348"/>
                </a:moveTo>
                <a:cubicBezTo>
                  <a:pt x="3618700" y="2980751"/>
                  <a:pt x="3617244" y="2982839"/>
                  <a:pt x="3617628" y="2985025"/>
                </a:cubicBezTo>
                <a:cubicBezTo>
                  <a:pt x="3617972" y="2986979"/>
                  <a:pt x="3619678" y="2988340"/>
                  <a:pt x="3621594" y="2988340"/>
                </a:cubicBezTo>
                <a:cubicBezTo>
                  <a:pt x="3621824" y="2988340"/>
                  <a:pt x="3622074" y="2988321"/>
                  <a:pt x="3622304" y="2988282"/>
                </a:cubicBezTo>
                <a:cubicBezTo>
                  <a:pt x="3624488" y="2987880"/>
                  <a:pt x="3625945" y="2985791"/>
                  <a:pt x="3625561" y="2983606"/>
                </a:cubicBezTo>
                <a:cubicBezTo>
                  <a:pt x="3625159" y="2981421"/>
                  <a:pt x="3623071" y="2979964"/>
                  <a:pt x="3620885" y="2980348"/>
                </a:cubicBezTo>
                <a:close/>
                <a:moveTo>
                  <a:pt x="2894156" y="3262519"/>
                </a:moveTo>
                <a:cubicBezTo>
                  <a:pt x="2892202" y="3263593"/>
                  <a:pt x="2891473" y="3266026"/>
                  <a:pt x="2892546" y="3267982"/>
                </a:cubicBezTo>
                <a:cubicBezTo>
                  <a:pt x="2893274" y="3269323"/>
                  <a:pt x="2894655" y="3270089"/>
                  <a:pt x="2896072" y="3270088"/>
                </a:cubicBezTo>
                <a:cubicBezTo>
                  <a:pt x="2896724" y="3270089"/>
                  <a:pt x="2897395" y="3269916"/>
                  <a:pt x="2898008" y="3269591"/>
                </a:cubicBezTo>
                <a:cubicBezTo>
                  <a:pt x="2899944" y="3268517"/>
                  <a:pt x="2900672" y="3266083"/>
                  <a:pt x="2899618" y="3264129"/>
                </a:cubicBezTo>
                <a:cubicBezTo>
                  <a:pt x="2898545" y="3262174"/>
                  <a:pt x="2896092" y="3261464"/>
                  <a:pt x="2894156" y="3262519"/>
                </a:cubicBezTo>
                <a:close/>
                <a:moveTo>
                  <a:pt x="2429550" y="3440162"/>
                </a:moveTo>
                <a:cubicBezTo>
                  <a:pt x="2427039" y="3441369"/>
                  <a:pt x="2425985" y="3444378"/>
                  <a:pt x="2427193" y="3446889"/>
                </a:cubicBezTo>
                <a:cubicBezTo>
                  <a:pt x="2428075" y="3448690"/>
                  <a:pt x="2429876" y="3449744"/>
                  <a:pt x="2431754" y="3449744"/>
                </a:cubicBezTo>
                <a:cubicBezTo>
                  <a:pt x="2432482" y="3449744"/>
                  <a:pt x="2433230" y="3449591"/>
                  <a:pt x="2433939" y="3449246"/>
                </a:cubicBezTo>
                <a:cubicBezTo>
                  <a:pt x="2436449" y="3448039"/>
                  <a:pt x="2437503" y="3445011"/>
                  <a:pt x="2436277" y="3442500"/>
                </a:cubicBezTo>
                <a:cubicBezTo>
                  <a:pt x="2435070" y="3439989"/>
                  <a:pt x="2432060" y="3438935"/>
                  <a:pt x="2429550" y="3440162"/>
                </a:cubicBezTo>
                <a:close/>
                <a:moveTo>
                  <a:pt x="5824919" y="2111737"/>
                </a:moveTo>
                <a:cubicBezTo>
                  <a:pt x="5816675" y="2113577"/>
                  <a:pt x="5811483" y="2121742"/>
                  <a:pt x="5813323" y="2129963"/>
                </a:cubicBezTo>
                <a:cubicBezTo>
                  <a:pt x="5814913" y="2137074"/>
                  <a:pt x="5821218" y="2141922"/>
                  <a:pt x="5828215" y="2141922"/>
                </a:cubicBezTo>
                <a:cubicBezTo>
                  <a:pt x="5829307" y="2141922"/>
                  <a:pt x="5830437" y="2141807"/>
                  <a:pt x="5831551" y="2141559"/>
                </a:cubicBezTo>
                <a:cubicBezTo>
                  <a:pt x="5839791" y="2139719"/>
                  <a:pt x="5844966" y="2131555"/>
                  <a:pt x="5843125" y="2123333"/>
                </a:cubicBezTo>
                <a:cubicBezTo>
                  <a:pt x="5841305" y="2115091"/>
                  <a:pt x="5833140" y="2109916"/>
                  <a:pt x="5824919" y="2111737"/>
                </a:cubicBezTo>
                <a:close/>
                <a:moveTo>
                  <a:pt x="7951979" y="1281072"/>
                </a:moveTo>
                <a:cubicBezTo>
                  <a:pt x="7948445" y="1283744"/>
                  <a:pt x="7945930" y="1287763"/>
                  <a:pt x="7945269" y="1292497"/>
                </a:cubicBezTo>
                <a:cubicBezTo>
                  <a:pt x="7943947" y="1301965"/>
                  <a:pt x="7950558" y="1310723"/>
                  <a:pt x="7960025" y="1312027"/>
                </a:cubicBezTo>
                <a:cubicBezTo>
                  <a:pt x="7960831" y="1312142"/>
                  <a:pt x="7961636" y="1312199"/>
                  <a:pt x="7962441" y="1312199"/>
                </a:cubicBezTo>
                <a:cubicBezTo>
                  <a:pt x="7970931" y="1312199"/>
                  <a:pt x="7978348" y="1305932"/>
                  <a:pt x="7979555" y="1297269"/>
                </a:cubicBezTo>
                <a:cubicBezTo>
                  <a:pt x="7980879" y="1287802"/>
                  <a:pt x="7974266" y="1279062"/>
                  <a:pt x="7964798" y="1277739"/>
                </a:cubicBezTo>
                <a:cubicBezTo>
                  <a:pt x="7960064" y="1277079"/>
                  <a:pt x="7955513" y="1278401"/>
                  <a:pt x="7951979" y="1281072"/>
                </a:cubicBezTo>
                <a:close/>
                <a:moveTo>
                  <a:pt x="1971653" y="3615084"/>
                </a:moveTo>
                <a:cubicBezTo>
                  <a:pt x="1968950" y="3615774"/>
                  <a:pt x="1967340" y="3618534"/>
                  <a:pt x="1968049" y="3621235"/>
                </a:cubicBezTo>
                <a:lnTo>
                  <a:pt x="1968069" y="3621235"/>
                </a:lnTo>
                <a:cubicBezTo>
                  <a:pt x="1968662" y="3623497"/>
                  <a:pt x="1970713" y="3625011"/>
                  <a:pt x="1972956" y="3625011"/>
                </a:cubicBezTo>
                <a:cubicBezTo>
                  <a:pt x="1973378" y="3625011"/>
                  <a:pt x="1973799" y="3624953"/>
                  <a:pt x="1974221" y="3624839"/>
                </a:cubicBezTo>
                <a:cubicBezTo>
                  <a:pt x="1976904" y="3624130"/>
                  <a:pt x="1978513" y="3621370"/>
                  <a:pt x="1977824" y="3618687"/>
                </a:cubicBezTo>
                <a:cubicBezTo>
                  <a:pt x="1977115" y="3615984"/>
                  <a:pt x="1974355" y="3614375"/>
                  <a:pt x="1971653" y="3615084"/>
                </a:cubicBezTo>
                <a:close/>
                <a:moveTo>
                  <a:pt x="4055326" y="2800673"/>
                </a:moveTo>
                <a:cubicBezTo>
                  <a:pt x="4051971" y="2800501"/>
                  <a:pt x="4049135" y="2803088"/>
                  <a:pt x="4048962" y="2806442"/>
                </a:cubicBezTo>
                <a:cubicBezTo>
                  <a:pt x="4048810" y="2809796"/>
                  <a:pt x="4051396" y="2812632"/>
                  <a:pt x="4054731" y="2812786"/>
                </a:cubicBezTo>
                <a:lnTo>
                  <a:pt x="4054731" y="2812805"/>
                </a:lnTo>
                <a:cubicBezTo>
                  <a:pt x="4054828" y="2812805"/>
                  <a:pt x="4055039" y="2812805"/>
                  <a:pt x="4055039" y="2812805"/>
                </a:cubicBezTo>
                <a:cubicBezTo>
                  <a:pt x="4058257" y="2812805"/>
                  <a:pt x="4060940" y="2810275"/>
                  <a:pt x="4061095" y="2807017"/>
                </a:cubicBezTo>
                <a:cubicBezTo>
                  <a:pt x="4061247" y="2803682"/>
                  <a:pt x="4058680" y="2800827"/>
                  <a:pt x="4055326" y="2800673"/>
                </a:cubicBezTo>
                <a:close/>
                <a:moveTo>
                  <a:pt x="4388189" y="2670349"/>
                </a:moveTo>
                <a:cubicBezTo>
                  <a:pt x="4383839" y="2669295"/>
                  <a:pt x="4379451" y="2671978"/>
                  <a:pt x="4378414" y="2676329"/>
                </a:cubicBezTo>
                <a:cubicBezTo>
                  <a:pt x="4377359" y="2680699"/>
                  <a:pt x="4380043" y="2685068"/>
                  <a:pt x="4384393" y="2686122"/>
                </a:cubicBezTo>
                <a:cubicBezTo>
                  <a:pt x="4385046" y="2686275"/>
                  <a:pt x="4385680" y="2686353"/>
                  <a:pt x="4386309" y="2686353"/>
                </a:cubicBezTo>
                <a:cubicBezTo>
                  <a:pt x="4389970" y="2686353"/>
                  <a:pt x="4393287" y="2683841"/>
                  <a:pt x="4394188" y="2680123"/>
                </a:cubicBezTo>
                <a:cubicBezTo>
                  <a:pt x="4395222" y="2675773"/>
                  <a:pt x="4392558" y="2671384"/>
                  <a:pt x="4388189" y="2670349"/>
                </a:cubicBezTo>
                <a:close/>
                <a:moveTo>
                  <a:pt x="2980438" y="3216484"/>
                </a:moveTo>
                <a:cubicBezTo>
                  <a:pt x="2978465" y="3217519"/>
                  <a:pt x="2977717" y="3219934"/>
                  <a:pt x="2978732" y="3221908"/>
                </a:cubicBezTo>
                <a:cubicBezTo>
                  <a:pt x="2979442" y="3223288"/>
                  <a:pt x="2980859" y="3224073"/>
                  <a:pt x="2982298" y="3224073"/>
                </a:cubicBezTo>
                <a:cubicBezTo>
                  <a:pt x="2982930" y="3224073"/>
                  <a:pt x="2983562" y="3223939"/>
                  <a:pt x="2984156" y="3223613"/>
                </a:cubicBezTo>
                <a:cubicBezTo>
                  <a:pt x="2986131" y="3222598"/>
                  <a:pt x="2986897" y="3220164"/>
                  <a:pt x="2985862" y="3218189"/>
                </a:cubicBezTo>
                <a:cubicBezTo>
                  <a:pt x="2984847" y="3216216"/>
                  <a:pt x="2982412" y="3215468"/>
                  <a:pt x="2980438" y="3216484"/>
                </a:cubicBezTo>
                <a:close/>
                <a:moveTo>
                  <a:pt x="4222755" y="2731198"/>
                </a:moveTo>
                <a:cubicBezTo>
                  <a:pt x="4218863" y="2730661"/>
                  <a:pt x="4215280" y="2733364"/>
                  <a:pt x="4214762" y="2737235"/>
                </a:cubicBezTo>
                <a:cubicBezTo>
                  <a:pt x="4214225" y="2741126"/>
                  <a:pt x="4216928" y="2744709"/>
                  <a:pt x="4220799" y="2745246"/>
                </a:cubicBezTo>
                <a:cubicBezTo>
                  <a:pt x="4221126" y="2745285"/>
                  <a:pt x="4221450" y="2745304"/>
                  <a:pt x="4221776" y="2745304"/>
                </a:cubicBezTo>
                <a:cubicBezTo>
                  <a:pt x="4225265" y="2745304"/>
                  <a:pt x="4228311" y="2742736"/>
                  <a:pt x="4228810" y="2739190"/>
                </a:cubicBezTo>
                <a:cubicBezTo>
                  <a:pt x="4229346" y="2735300"/>
                  <a:pt x="4226627" y="2731735"/>
                  <a:pt x="4222755" y="2731198"/>
                </a:cubicBezTo>
                <a:close/>
                <a:moveTo>
                  <a:pt x="2517615" y="3396541"/>
                </a:moveTo>
                <a:cubicBezTo>
                  <a:pt x="2515123" y="3397807"/>
                  <a:pt x="2514127" y="3400835"/>
                  <a:pt x="2515392" y="3403326"/>
                </a:cubicBezTo>
                <a:cubicBezTo>
                  <a:pt x="2516274" y="3405089"/>
                  <a:pt x="2518056" y="3406086"/>
                  <a:pt x="2519896" y="3406086"/>
                </a:cubicBezTo>
                <a:cubicBezTo>
                  <a:pt x="2520662" y="3406086"/>
                  <a:pt x="2521448" y="3405914"/>
                  <a:pt x="2522176" y="3405549"/>
                </a:cubicBezTo>
                <a:cubicBezTo>
                  <a:pt x="2524648" y="3404285"/>
                  <a:pt x="2525645" y="3401237"/>
                  <a:pt x="2524399" y="3398765"/>
                </a:cubicBezTo>
                <a:cubicBezTo>
                  <a:pt x="2523134" y="3396273"/>
                  <a:pt x="2520087" y="3395296"/>
                  <a:pt x="2517615" y="3396541"/>
                </a:cubicBezTo>
                <a:close/>
                <a:moveTo>
                  <a:pt x="873690" y="4038177"/>
                </a:moveTo>
                <a:cubicBezTo>
                  <a:pt x="873441" y="4038637"/>
                  <a:pt x="873614" y="4039231"/>
                  <a:pt x="874074" y="4039480"/>
                </a:cubicBezTo>
                <a:cubicBezTo>
                  <a:pt x="874226" y="4039556"/>
                  <a:pt x="874380" y="4039595"/>
                  <a:pt x="874533" y="4039595"/>
                </a:cubicBezTo>
                <a:cubicBezTo>
                  <a:pt x="874878" y="4039595"/>
                  <a:pt x="875204" y="4039402"/>
                  <a:pt x="875376" y="4039097"/>
                </a:cubicBezTo>
                <a:cubicBezTo>
                  <a:pt x="875626" y="4038618"/>
                  <a:pt x="875454" y="4038042"/>
                  <a:pt x="874993" y="4037794"/>
                </a:cubicBezTo>
                <a:cubicBezTo>
                  <a:pt x="874534" y="4037544"/>
                  <a:pt x="873939" y="4037717"/>
                  <a:pt x="873690" y="4038177"/>
                </a:cubicBezTo>
                <a:close/>
                <a:moveTo>
                  <a:pt x="3524983" y="3000433"/>
                </a:moveTo>
                <a:cubicBezTo>
                  <a:pt x="3522836" y="3000950"/>
                  <a:pt x="3521494" y="3003136"/>
                  <a:pt x="3522011" y="3005282"/>
                </a:cubicBezTo>
                <a:cubicBezTo>
                  <a:pt x="3522452" y="3007141"/>
                  <a:pt x="3524100" y="3008387"/>
                  <a:pt x="3525922" y="3008387"/>
                </a:cubicBezTo>
                <a:cubicBezTo>
                  <a:pt x="3526228" y="3008387"/>
                  <a:pt x="3526554" y="3008348"/>
                  <a:pt x="3526860" y="3008272"/>
                </a:cubicBezTo>
                <a:cubicBezTo>
                  <a:pt x="3529027" y="3007754"/>
                  <a:pt x="3530368" y="3005569"/>
                  <a:pt x="3529850" y="3003423"/>
                </a:cubicBezTo>
                <a:cubicBezTo>
                  <a:pt x="3529333" y="3001257"/>
                  <a:pt x="3527147" y="2999916"/>
                  <a:pt x="3524983" y="3000433"/>
                </a:cubicBezTo>
                <a:close/>
                <a:moveTo>
                  <a:pt x="5342449" y="2288016"/>
                </a:moveTo>
                <a:cubicBezTo>
                  <a:pt x="5339651" y="2290354"/>
                  <a:pt x="5337744" y="2293760"/>
                  <a:pt x="5337389" y="2297680"/>
                </a:cubicBezTo>
                <a:cubicBezTo>
                  <a:pt x="5336681" y="2305518"/>
                  <a:pt x="5342469" y="2312437"/>
                  <a:pt x="5350308" y="2313146"/>
                </a:cubicBezTo>
                <a:cubicBezTo>
                  <a:pt x="5350748" y="2313185"/>
                  <a:pt x="5351171" y="2313203"/>
                  <a:pt x="5351592" y="2313203"/>
                </a:cubicBezTo>
                <a:cubicBezTo>
                  <a:pt x="5358893" y="2313203"/>
                  <a:pt x="5365103" y="2307626"/>
                  <a:pt x="5365774" y="2300228"/>
                </a:cubicBezTo>
                <a:cubicBezTo>
                  <a:pt x="5366464" y="2292371"/>
                  <a:pt x="5360676" y="2285452"/>
                  <a:pt x="5352856" y="2284762"/>
                </a:cubicBezTo>
                <a:cubicBezTo>
                  <a:pt x="5348937" y="2284408"/>
                  <a:pt x="5345247" y="2285677"/>
                  <a:pt x="5342449" y="2288016"/>
                </a:cubicBezTo>
                <a:close/>
                <a:moveTo>
                  <a:pt x="7582546" y="1411399"/>
                </a:moveTo>
                <a:cubicBezTo>
                  <a:pt x="7573596" y="1412184"/>
                  <a:pt x="7566947" y="1420062"/>
                  <a:pt x="7567732" y="1429030"/>
                </a:cubicBezTo>
                <a:lnTo>
                  <a:pt x="7567713" y="1429030"/>
                </a:lnTo>
                <a:cubicBezTo>
                  <a:pt x="7568421" y="1437521"/>
                  <a:pt x="7575551" y="1443922"/>
                  <a:pt x="7583927" y="1443922"/>
                </a:cubicBezTo>
                <a:cubicBezTo>
                  <a:pt x="7584387" y="1443922"/>
                  <a:pt x="7584865" y="1443903"/>
                  <a:pt x="7585325" y="1443864"/>
                </a:cubicBezTo>
                <a:cubicBezTo>
                  <a:pt x="7594295" y="1443097"/>
                  <a:pt x="7600926" y="1435201"/>
                  <a:pt x="7600160" y="1426252"/>
                </a:cubicBezTo>
                <a:cubicBezTo>
                  <a:pt x="7599393" y="1417283"/>
                  <a:pt x="7591497" y="1410632"/>
                  <a:pt x="7582546" y="1411399"/>
                </a:cubicBezTo>
                <a:close/>
                <a:moveTo>
                  <a:pt x="3067716" y="3172270"/>
                </a:moveTo>
                <a:cubicBezTo>
                  <a:pt x="3065725" y="3173266"/>
                  <a:pt x="3064899" y="3175662"/>
                  <a:pt x="3065877" y="3177674"/>
                </a:cubicBezTo>
                <a:cubicBezTo>
                  <a:pt x="3066568" y="3179092"/>
                  <a:pt x="3068005" y="3179916"/>
                  <a:pt x="3069480" y="3179916"/>
                </a:cubicBezTo>
                <a:cubicBezTo>
                  <a:pt x="3070074" y="3179916"/>
                  <a:pt x="3070688" y="3179783"/>
                  <a:pt x="3071262" y="3179495"/>
                </a:cubicBezTo>
                <a:cubicBezTo>
                  <a:pt x="3073256" y="3178517"/>
                  <a:pt x="3074080" y="3176103"/>
                  <a:pt x="3073102" y="3174109"/>
                </a:cubicBezTo>
                <a:cubicBezTo>
                  <a:pt x="3072105" y="3172116"/>
                  <a:pt x="3069710" y="3171292"/>
                  <a:pt x="3067716" y="3172270"/>
                </a:cubicBezTo>
                <a:close/>
                <a:moveTo>
                  <a:pt x="1876114" y="3637316"/>
                </a:moveTo>
                <a:cubicBezTo>
                  <a:pt x="1873391" y="3637872"/>
                  <a:pt x="1871629" y="3640535"/>
                  <a:pt x="1872185" y="3643275"/>
                </a:cubicBezTo>
                <a:cubicBezTo>
                  <a:pt x="1872663" y="3645671"/>
                  <a:pt x="1874771" y="3647320"/>
                  <a:pt x="1877129" y="3647320"/>
                </a:cubicBezTo>
                <a:cubicBezTo>
                  <a:pt x="1877455" y="3647320"/>
                  <a:pt x="1877800" y="3647281"/>
                  <a:pt x="1878126" y="3647205"/>
                </a:cubicBezTo>
                <a:cubicBezTo>
                  <a:pt x="1880866" y="3646649"/>
                  <a:pt x="1882630" y="3643985"/>
                  <a:pt x="1882074" y="3641263"/>
                </a:cubicBezTo>
                <a:cubicBezTo>
                  <a:pt x="1881518" y="3638523"/>
                  <a:pt x="1878854" y="3636760"/>
                  <a:pt x="1876114" y="3637316"/>
                </a:cubicBezTo>
                <a:close/>
                <a:moveTo>
                  <a:pt x="2604931" y="3351426"/>
                </a:moveTo>
                <a:cubicBezTo>
                  <a:pt x="2602459" y="3352710"/>
                  <a:pt x="2601520" y="3355776"/>
                  <a:pt x="2602804" y="3358249"/>
                </a:cubicBezTo>
                <a:cubicBezTo>
                  <a:pt x="2603705" y="3359955"/>
                  <a:pt x="2605468" y="3360932"/>
                  <a:pt x="2607289" y="3360932"/>
                </a:cubicBezTo>
                <a:cubicBezTo>
                  <a:pt x="2608075" y="3360932"/>
                  <a:pt x="2608880" y="3360760"/>
                  <a:pt x="2609627" y="3360358"/>
                </a:cubicBezTo>
                <a:cubicBezTo>
                  <a:pt x="2612100" y="3359073"/>
                  <a:pt x="2613039" y="3356007"/>
                  <a:pt x="2611755" y="3353553"/>
                </a:cubicBezTo>
                <a:cubicBezTo>
                  <a:pt x="2610452" y="3351082"/>
                  <a:pt x="2607404" y="3350123"/>
                  <a:pt x="2604931" y="3351426"/>
                </a:cubicBezTo>
                <a:close/>
                <a:moveTo>
                  <a:pt x="3783753" y="2891095"/>
                </a:moveTo>
                <a:lnTo>
                  <a:pt x="3783753" y="2891114"/>
                </a:lnTo>
                <a:lnTo>
                  <a:pt x="3783763" y="2891103"/>
                </a:lnTo>
                <a:close/>
                <a:moveTo>
                  <a:pt x="5722864" y="2132129"/>
                </a:moveTo>
                <a:cubicBezTo>
                  <a:pt x="5714545" y="2133585"/>
                  <a:pt x="5709007" y="2141501"/>
                  <a:pt x="5710461" y="2149800"/>
                </a:cubicBezTo>
                <a:cubicBezTo>
                  <a:pt x="5711747" y="2157217"/>
                  <a:pt x="5718205" y="2162430"/>
                  <a:pt x="5725468" y="2162429"/>
                </a:cubicBezTo>
                <a:cubicBezTo>
                  <a:pt x="5726351" y="2162429"/>
                  <a:pt x="5727233" y="2162353"/>
                  <a:pt x="5728133" y="2162199"/>
                </a:cubicBezTo>
                <a:cubicBezTo>
                  <a:pt x="5736432" y="2160743"/>
                  <a:pt x="5741990" y="2152828"/>
                  <a:pt x="5740532" y="2144529"/>
                </a:cubicBezTo>
                <a:cubicBezTo>
                  <a:pt x="5739078" y="2136212"/>
                  <a:pt x="5731160" y="2130673"/>
                  <a:pt x="5722864" y="2132129"/>
                </a:cubicBezTo>
                <a:close/>
                <a:moveTo>
                  <a:pt x="3430401" y="3025885"/>
                </a:moveTo>
                <a:cubicBezTo>
                  <a:pt x="3428275" y="3026518"/>
                  <a:pt x="3427047" y="3028760"/>
                  <a:pt x="3427680" y="3030887"/>
                </a:cubicBezTo>
                <a:cubicBezTo>
                  <a:pt x="3428217" y="3032631"/>
                  <a:pt x="3429807" y="3033762"/>
                  <a:pt x="3431552" y="3033762"/>
                </a:cubicBezTo>
                <a:cubicBezTo>
                  <a:pt x="3431934" y="3033762"/>
                  <a:pt x="3432318" y="3033704"/>
                  <a:pt x="3432701" y="3033589"/>
                </a:cubicBezTo>
                <a:cubicBezTo>
                  <a:pt x="3434829" y="3032957"/>
                  <a:pt x="3436036" y="3030714"/>
                  <a:pt x="3435404" y="3028587"/>
                </a:cubicBezTo>
                <a:cubicBezTo>
                  <a:pt x="3434771" y="3026440"/>
                  <a:pt x="3432529" y="3025233"/>
                  <a:pt x="3430401" y="3025885"/>
                </a:cubicBezTo>
                <a:close/>
                <a:moveTo>
                  <a:pt x="3788277" y="2885595"/>
                </a:moveTo>
                <a:lnTo>
                  <a:pt x="3783763" y="2891103"/>
                </a:lnTo>
                <a:lnTo>
                  <a:pt x="3788772" y="2895636"/>
                </a:lnTo>
                <a:cubicBezTo>
                  <a:pt x="3788946" y="2895636"/>
                  <a:pt x="3789120" y="2895636"/>
                  <a:pt x="3789293" y="2895636"/>
                </a:cubicBezTo>
                <a:cubicBezTo>
                  <a:pt x="3792070" y="2895349"/>
                  <a:pt x="3794083" y="2892877"/>
                  <a:pt x="3793796" y="2890098"/>
                </a:cubicBezTo>
                <a:cubicBezTo>
                  <a:pt x="3793527" y="2887338"/>
                  <a:pt x="3791036" y="2885306"/>
                  <a:pt x="3788277" y="2885595"/>
                </a:cubicBezTo>
                <a:close/>
                <a:moveTo>
                  <a:pt x="3156165" y="3130451"/>
                </a:moveTo>
                <a:cubicBezTo>
                  <a:pt x="3154153" y="3131371"/>
                  <a:pt x="3153252" y="3133766"/>
                  <a:pt x="3154153" y="3135779"/>
                </a:cubicBezTo>
                <a:cubicBezTo>
                  <a:pt x="3154843" y="3137273"/>
                  <a:pt x="3156299" y="3138155"/>
                  <a:pt x="3157831" y="3138155"/>
                </a:cubicBezTo>
                <a:cubicBezTo>
                  <a:pt x="3158387" y="3138155"/>
                  <a:pt x="3158944" y="3138021"/>
                  <a:pt x="3159481" y="3137791"/>
                </a:cubicBezTo>
                <a:cubicBezTo>
                  <a:pt x="3161492" y="3136871"/>
                  <a:pt x="3162413" y="3134475"/>
                  <a:pt x="3161493" y="3132463"/>
                </a:cubicBezTo>
                <a:cubicBezTo>
                  <a:pt x="3160573" y="3130431"/>
                  <a:pt x="3158178" y="3129530"/>
                  <a:pt x="3156165" y="3130451"/>
                </a:cubicBezTo>
                <a:close/>
                <a:moveTo>
                  <a:pt x="1219146" y="3885871"/>
                </a:moveTo>
                <a:cubicBezTo>
                  <a:pt x="1217536" y="3885487"/>
                  <a:pt x="1215906" y="3886484"/>
                  <a:pt x="1215523" y="3888093"/>
                </a:cubicBezTo>
                <a:cubicBezTo>
                  <a:pt x="1215140" y="3889703"/>
                  <a:pt x="1216117" y="3891314"/>
                  <a:pt x="1217727" y="3891716"/>
                </a:cubicBezTo>
                <a:cubicBezTo>
                  <a:pt x="1217977" y="3891773"/>
                  <a:pt x="1218206" y="3891792"/>
                  <a:pt x="1218436" y="3891792"/>
                </a:cubicBezTo>
                <a:cubicBezTo>
                  <a:pt x="1219797" y="3891792"/>
                  <a:pt x="1221023" y="3890872"/>
                  <a:pt x="1221349" y="3889492"/>
                </a:cubicBezTo>
                <a:cubicBezTo>
                  <a:pt x="1221752" y="3887883"/>
                  <a:pt x="1220755" y="3886254"/>
                  <a:pt x="1219146" y="3885871"/>
                </a:cubicBezTo>
                <a:close/>
                <a:moveTo>
                  <a:pt x="3337316" y="3056358"/>
                </a:moveTo>
                <a:cubicBezTo>
                  <a:pt x="3335226" y="3057105"/>
                  <a:pt x="3334134" y="3059405"/>
                  <a:pt x="3334881" y="3061494"/>
                </a:cubicBezTo>
                <a:cubicBezTo>
                  <a:pt x="3335476" y="3063142"/>
                  <a:pt x="3337009" y="3064178"/>
                  <a:pt x="3338657" y="3064178"/>
                </a:cubicBezTo>
                <a:cubicBezTo>
                  <a:pt x="3339118" y="3064178"/>
                  <a:pt x="3339577" y="3064100"/>
                  <a:pt x="3340017" y="3063928"/>
                </a:cubicBezTo>
                <a:cubicBezTo>
                  <a:pt x="3342107" y="3063200"/>
                  <a:pt x="3343199" y="3060880"/>
                  <a:pt x="3342471" y="3058792"/>
                </a:cubicBezTo>
                <a:cubicBezTo>
                  <a:pt x="3341705" y="3056703"/>
                  <a:pt x="3339404" y="3055610"/>
                  <a:pt x="3337316" y="3056358"/>
                </a:cubicBezTo>
                <a:close/>
                <a:moveTo>
                  <a:pt x="3245974" y="3091583"/>
                </a:moveTo>
                <a:cubicBezTo>
                  <a:pt x="3243904" y="3092427"/>
                  <a:pt x="3242926" y="3094784"/>
                  <a:pt x="3243770" y="3096834"/>
                </a:cubicBezTo>
                <a:cubicBezTo>
                  <a:pt x="3244422" y="3098387"/>
                  <a:pt x="3245915" y="3099327"/>
                  <a:pt x="3247507" y="3099326"/>
                </a:cubicBezTo>
                <a:cubicBezTo>
                  <a:pt x="3248005" y="3099326"/>
                  <a:pt x="3248523" y="3099231"/>
                  <a:pt x="3249021" y="3099038"/>
                </a:cubicBezTo>
                <a:cubicBezTo>
                  <a:pt x="3251091" y="3098177"/>
                  <a:pt x="3252068" y="3095839"/>
                  <a:pt x="3251225" y="3093769"/>
                </a:cubicBezTo>
                <a:cubicBezTo>
                  <a:pt x="3250362" y="3091717"/>
                  <a:pt x="3248024" y="3090740"/>
                  <a:pt x="3245974" y="3091583"/>
                </a:cubicBezTo>
                <a:close/>
                <a:moveTo>
                  <a:pt x="2691809" y="3305353"/>
                </a:moveTo>
                <a:cubicBezTo>
                  <a:pt x="2689336" y="3306656"/>
                  <a:pt x="2688416" y="3309722"/>
                  <a:pt x="2689719" y="3312175"/>
                </a:cubicBezTo>
                <a:cubicBezTo>
                  <a:pt x="2690639" y="3313882"/>
                  <a:pt x="2692383" y="3314840"/>
                  <a:pt x="2694185" y="3314840"/>
                </a:cubicBezTo>
                <a:cubicBezTo>
                  <a:pt x="2694990" y="3314840"/>
                  <a:pt x="2695794" y="3314648"/>
                  <a:pt x="2696561" y="3314246"/>
                </a:cubicBezTo>
                <a:cubicBezTo>
                  <a:pt x="2699015" y="3312942"/>
                  <a:pt x="2699953" y="3309876"/>
                  <a:pt x="2698632" y="3307423"/>
                </a:cubicBezTo>
                <a:cubicBezTo>
                  <a:pt x="2697309" y="3304970"/>
                  <a:pt x="2694262" y="3304031"/>
                  <a:pt x="2691809" y="3305353"/>
                </a:cubicBezTo>
                <a:close/>
                <a:moveTo>
                  <a:pt x="8372935" y="1087304"/>
                </a:moveTo>
                <a:cubicBezTo>
                  <a:pt x="8368520" y="1089546"/>
                  <a:pt x="8364960" y="1093475"/>
                  <a:pt x="8363302" y="1098563"/>
                </a:cubicBezTo>
                <a:cubicBezTo>
                  <a:pt x="8359987" y="1108721"/>
                  <a:pt x="8365545" y="1119645"/>
                  <a:pt x="8375703" y="1122961"/>
                </a:cubicBezTo>
                <a:lnTo>
                  <a:pt x="8375684" y="1122961"/>
                </a:lnTo>
                <a:cubicBezTo>
                  <a:pt x="8377676" y="1123612"/>
                  <a:pt x="8379689" y="1123919"/>
                  <a:pt x="8381683" y="1123919"/>
                </a:cubicBezTo>
                <a:cubicBezTo>
                  <a:pt x="8389847" y="1123919"/>
                  <a:pt x="8397417" y="1118744"/>
                  <a:pt x="8400081" y="1110561"/>
                </a:cubicBezTo>
                <a:cubicBezTo>
                  <a:pt x="8403397" y="1100403"/>
                  <a:pt x="8397858" y="1089479"/>
                  <a:pt x="8387701" y="1086164"/>
                </a:cubicBezTo>
                <a:cubicBezTo>
                  <a:pt x="8382621" y="1084506"/>
                  <a:pt x="8377351" y="1085061"/>
                  <a:pt x="8372935" y="1087304"/>
                </a:cubicBezTo>
                <a:close/>
                <a:moveTo>
                  <a:pt x="1448804" y="3788491"/>
                </a:moveTo>
                <a:cubicBezTo>
                  <a:pt x="1446580" y="3788338"/>
                  <a:pt x="1444664" y="3790025"/>
                  <a:pt x="1444511" y="3792248"/>
                </a:cubicBezTo>
                <a:cubicBezTo>
                  <a:pt x="1444357" y="3794471"/>
                  <a:pt x="1446044" y="3796388"/>
                  <a:pt x="1448267" y="3796522"/>
                </a:cubicBezTo>
                <a:lnTo>
                  <a:pt x="1448267" y="3796541"/>
                </a:lnTo>
                <a:cubicBezTo>
                  <a:pt x="1448344" y="3796541"/>
                  <a:pt x="1448516" y="3796541"/>
                  <a:pt x="1448516" y="3796541"/>
                </a:cubicBezTo>
                <a:cubicBezTo>
                  <a:pt x="1450624" y="3796541"/>
                  <a:pt x="1452406" y="3794912"/>
                  <a:pt x="1452541" y="3792785"/>
                </a:cubicBezTo>
                <a:cubicBezTo>
                  <a:pt x="1452695" y="3790562"/>
                  <a:pt x="1451007" y="3788645"/>
                  <a:pt x="1448804" y="3788491"/>
                </a:cubicBezTo>
                <a:close/>
                <a:moveTo>
                  <a:pt x="4929610" y="2428962"/>
                </a:moveTo>
                <a:cubicBezTo>
                  <a:pt x="4923344" y="2426509"/>
                  <a:pt x="4916252" y="2429594"/>
                  <a:pt x="4913798" y="2435880"/>
                </a:cubicBezTo>
                <a:cubicBezTo>
                  <a:pt x="4911326" y="2442147"/>
                  <a:pt x="4914432" y="2449220"/>
                  <a:pt x="4920698" y="2451691"/>
                </a:cubicBezTo>
                <a:cubicBezTo>
                  <a:pt x="4922154" y="2452266"/>
                  <a:pt x="4923667" y="2452535"/>
                  <a:pt x="4925145" y="2452535"/>
                </a:cubicBezTo>
                <a:cubicBezTo>
                  <a:pt x="4930013" y="2452535"/>
                  <a:pt x="4934633" y="2449583"/>
                  <a:pt x="4936509" y="2444773"/>
                </a:cubicBezTo>
                <a:cubicBezTo>
                  <a:pt x="4938982" y="2438506"/>
                  <a:pt x="4935877" y="2431433"/>
                  <a:pt x="4929610" y="2428962"/>
                </a:cubicBezTo>
                <a:close/>
                <a:moveTo>
                  <a:pt x="1779482" y="3653970"/>
                </a:moveTo>
                <a:cubicBezTo>
                  <a:pt x="1776723" y="3654354"/>
                  <a:pt x="1774806" y="3656922"/>
                  <a:pt x="1775189" y="3659682"/>
                </a:cubicBezTo>
                <a:cubicBezTo>
                  <a:pt x="1775553" y="3662192"/>
                  <a:pt x="1777700" y="3664013"/>
                  <a:pt x="1780171" y="3664013"/>
                </a:cubicBezTo>
                <a:cubicBezTo>
                  <a:pt x="1780421" y="3664013"/>
                  <a:pt x="1780651" y="3664013"/>
                  <a:pt x="1780881" y="3663974"/>
                </a:cubicBezTo>
                <a:cubicBezTo>
                  <a:pt x="1783660" y="3663572"/>
                  <a:pt x="1785577" y="3661023"/>
                  <a:pt x="1785193" y="3658263"/>
                </a:cubicBezTo>
                <a:cubicBezTo>
                  <a:pt x="1784790" y="3655503"/>
                  <a:pt x="1782241" y="3653587"/>
                  <a:pt x="1779482" y="3653970"/>
                </a:cubicBezTo>
                <a:close/>
                <a:moveTo>
                  <a:pt x="4772109" y="2484235"/>
                </a:moveTo>
                <a:cubicBezTo>
                  <a:pt x="4766380" y="2481915"/>
                  <a:pt x="4759863" y="2484676"/>
                  <a:pt x="4757565" y="2490406"/>
                </a:cubicBezTo>
                <a:cubicBezTo>
                  <a:pt x="4755243" y="2496136"/>
                  <a:pt x="4758023" y="2502652"/>
                  <a:pt x="4763753" y="2504952"/>
                </a:cubicBezTo>
                <a:cubicBezTo>
                  <a:pt x="4765115" y="2505508"/>
                  <a:pt x="4766533" y="2505777"/>
                  <a:pt x="4767931" y="2505777"/>
                </a:cubicBezTo>
                <a:cubicBezTo>
                  <a:pt x="4772358" y="2505777"/>
                  <a:pt x="4776539" y="2503131"/>
                  <a:pt x="4778300" y="2498781"/>
                </a:cubicBezTo>
                <a:cubicBezTo>
                  <a:pt x="4780618" y="2493051"/>
                  <a:pt x="4777840" y="2486534"/>
                  <a:pt x="4772109" y="2484235"/>
                </a:cubicBezTo>
                <a:close/>
                <a:moveTo>
                  <a:pt x="5078917" y="2361349"/>
                </a:moveTo>
                <a:cubicBezTo>
                  <a:pt x="5075927" y="2362937"/>
                  <a:pt x="5073541" y="2365668"/>
                  <a:pt x="5072467" y="2369165"/>
                </a:cubicBezTo>
                <a:cubicBezTo>
                  <a:pt x="5070342" y="2376142"/>
                  <a:pt x="5074270" y="2383540"/>
                  <a:pt x="5081245" y="2385686"/>
                </a:cubicBezTo>
                <a:cubicBezTo>
                  <a:pt x="5082549" y="2386070"/>
                  <a:pt x="5083851" y="2386261"/>
                  <a:pt x="5085117" y="2386261"/>
                </a:cubicBezTo>
                <a:cubicBezTo>
                  <a:pt x="5090789" y="2386261"/>
                  <a:pt x="5096022" y="2382600"/>
                  <a:pt x="5097766" y="2376889"/>
                </a:cubicBezTo>
                <a:cubicBezTo>
                  <a:pt x="5099912" y="2369913"/>
                  <a:pt x="5095965" y="2362516"/>
                  <a:pt x="5088988" y="2360388"/>
                </a:cubicBezTo>
                <a:cubicBezTo>
                  <a:pt x="5085500" y="2359315"/>
                  <a:pt x="5081907" y="2359761"/>
                  <a:pt x="5078917" y="2361349"/>
                </a:cubicBezTo>
                <a:close/>
                <a:moveTo>
                  <a:pt x="3955878" y="2799599"/>
                </a:moveTo>
                <a:cubicBezTo>
                  <a:pt x="3952524" y="2799677"/>
                  <a:pt x="3949878" y="2802474"/>
                  <a:pt x="3949974" y="2805809"/>
                </a:cubicBezTo>
                <a:cubicBezTo>
                  <a:pt x="3950051" y="2809125"/>
                  <a:pt x="3952753" y="2811732"/>
                  <a:pt x="3956030" y="2811732"/>
                </a:cubicBezTo>
                <a:lnTo>
                  <a:pt x="3956182" y="2811732"/>
                </a:lnTo>
                <a:cubicBezTo>
                  <a:pt x="3959538" y="2811636"/>
                  <a:pt x="3962182" y="2808857"/>
                  <a:pt x="3962106" y="2805503"/>
                </a:cubicBezTo>
                <a:cubicBezTo>
                  <a:pt x="3962010" y="2802149"/>
                  <a:pt x="3959230" y="2799504"/>
                  <a:pt x="3955878" y="2799599"/>
                </a:cubicBezTo>
                <a:close/>
                <a:moveTo>
                  <a:pt x="2778512" y="3258896"/>
                </a:moveTo>
                <a:cubicBezTo>
                  <a:pt x="2776040" y="3260219"/>
                  <a:pt x="2775120" y="3263266"/>
                  <a:pt x="2776442" y="3265738"/>
                </a:cubicBezTo>
                <a:cubicBezTo>
                  <a:pt x="2777343" y="3267425"/>
                  <a:pt x="2779087" y="3268402"/>
                  <a:pt x="2780889" y="3268402"/>
                </a:cubicBezTo>
                <a:cubicBezTo>
                  <a:pt x="2781694" y="3268402"/>
                  <a:pt x="2782518" y="3268211"/>
                  <a:pt x="2783265" y="3267809"/>
                </a:cubicBezTo>
                <a:cubicBezTo>
                  <a:pt x="2785718" y="3266486"/>
                  <a:pt x="2786657" y="3263420"/>
                  <a:pt x="2785336" y="3260966"/>
                </a:cubicBezTo>
                <a:cubicBezTo>
                  <a:pt x="2784013" y="3258513"/>
                  <a:pt x="2780966" y="3257573"/>
                  <a:pt x="2778512" y="3258896"/>
                </a:cubicBezTo>
                <a:close/>
                <a:moveTo>
                  <a:pt x="7476870" y="1423991"/>
                </a:moveTo>
                <a:cubicBezTo>
                  <a:pt x="7467957" y="1425332"/>
                  <a:pt x="7461843" y="1433649"/>
                  <a:pt x="7463185" y="1442542"/>
                </a:cubicBezTo>
                <a:cubicBezTo>
                  <a:pt x="7464413" y="1450611"/>
                  <a:pt x="7471369" y="1456399"/>
                  <a:pt x="7479284" y="1456399"/>
                </a:cubicBezTo>
                <a:cubicBezTo>
                  <a:pt x="7480089" y="1456399"/>
                  <a:pt x="7480914" y="1456341"/>
                  <a:pt x="7481737" y="1456208"/>
                </a:cubicBezTo>
                <a:cubicBezTo>
                  <a:pt x="7490630" y="1454865"/>
                  <a:pt x="7496744" y="1446567"/>
                  <a:pt x="7495402" y="1437674"/>
                </a:cubicBezTo>
                <a:cubicBezTo>
                  <a:pt x="7494060" y="1428762"/>
                  <a:pt x="7485762" y="1422649"/>
                  <a:pt x="7476870" y="1423991"/>
                </a:cubicBezTo>
                <a:close/>
                <a:moveTo>
                  <a:pt x="996310" y="3952643"/>
                </a:moveTo>
                <a:cubicBezTo>
                  <a:pt x="995870" y="3953639"/>
                  <a:pt x="996310" y="3954808"/>
                  <a:pt x="997307" y="3955249"/>
                </a:cubicBezTo>
                <a:cubicBezTo>
                  <a:pt x="997576" y="3955364"/>
                  <a:pt x="997843" y="3955422"/>
                  <a:pt x="998111" y="3955422"/>
                </a:cubicBezTo>
                <a:cubicBezTo>
                  <a:pt x="998878" y="3955422"/>
                  <a:pt x="999606" y="3954981"/>
                  <a:pt x="999934" y="3954232"/>
                </a:cubicBezTo>
                <a:cubicBezTo>
                  <a:pt x="1000372" y="3953236"/>
                  <a:pt x="999914" y="3952067"/>
                  <a:pt x="998916" y="3951626"/>
                </a:cubicBezTo>
                <a:cubicBezTo>
                  <a:pt x="997921" y="3951185"/>
                  <a:pt x="996750" y="3951646"/>
                  <a:pt x="996310" y="3952643"/>
                </a:cubicBezTo>
                <a:close/>
                <a:moveTo>
                  <a:pt x="5620060" y="2147347"/>
                </a:moveTo>
                <a:cubicBezTo>
                  <a:pt x="5611684" y="2148362"/>
                  <a:pt x="5605703" y="2155952"/>
                  <a:pt x="5606701" y="2164327"/>
                </a:cubicBezTo>
                <a:cubicBezTo>
                  <a:pt x="5607622" y="2172090"/>
                  <a:pt x="5614215" y="2177781"/>
                  <a:pt x="5621843" y="2177781"/>
                </a:cubicBezTo>
                <a:cubicBezTo>
                  <a:pt x="5622455" y="2177781"/>
                  <a:pt x="5623069" y="2177742"/>
                  <a:pt x="5623681" y="2177666"/>
                </a:cubicBezTo>
                <a:cubicBezTo>
                  <a:pt x="5632057" y="2176669"/>
                  <a:pt x="5638037" y="2169080"/>
                  <a:pt x="5637021" y="2160704"/>
                </a:cubicBezTo>
                <a:cubicBezTo>
                  <a:pt x="5636024" y="2152330"/>
                  <a:pt x="5628433" y="2146350"/>
                  <a:pt x="5620060" y="2147347"/>
                </a:cubicBezTo>
                <a:close/>
                <a:moveTo>
                  <a:pt x="3690437" y="2898588"/>
                </a:moveTo>
                <a:cubicBezTo>
                  <a:pt x="3687676" y="2899049"/>
                  <a:pt x="3685817" y="2901635"/>
                  <a:pt x="3686258" y="2904395"/>
                </a:cubicBezTo>
                <a:cubicBezTo>
                  <a:pt x="3686660" y="2906868"/>
                  <a:pt x="3688807" y="2908631"/>
                  <a:pt x="3691241" y="2908632"/>
                </a:cubicBezTo>
                <a:cubicBezTo>
                  <a:pt x="3691510" y="2908631"/>
                  <a:pt x="3691778" y="2908593"/>
                  <a:pt x="3692065" y="2908554"/>
                </a:cubicBezTo>
                <a:cubicBezTo>
                  <a:pt x="3694806" y="2908113"/>
                  <a:pt x="3696684" y="2905507"/>
                  <a:pt x="3696224" y="2902767"/>
                </a:cubicBezTo>
                <a:cubicBezTo>
                  <a:pt x="3695784" y="2900007"/>
                  <a:pt x="3693177" y="2898148"/>
                  <a:pt x="3690437" y="2898588"/>
                </a:cubicBezTo>
                <a:close/>
                <a:moveTo>
                  <a:pt x="4613938" y="2534965"/>
                </a:moveTo>
                <a:cubicBezTo>
                  <a:pt x="4608629" y="2533144"/>
                  <a:pt x="4602861" y="2535981"/>
                  <a:pt x="4601040" y="2541308"/>
                </a:cubicBezTo>
                <a:cubicBezTo>
                  <a:pt x="4599237" y="2546617"/>
                  <a:pt x="4602073" y="2552386"/>
                  <a:pt x="4607383" y="2554187"/>
                </a:cubicBezTo>
                <a:cubicBezTo>
                  <a:pt x="4608475" y="2554552"/>
                  <a:pt x="4609588" y="2554724"/>
                  <a:pt x="4610662" y="2554724"/>
                </a:cubicBezTo>
                <a:cubicBezTo>
                  <a:pt x="4614896" y="2554743"/>
                  <a:pt x="4618843" y="2552079"/>
                  <a:pt x="4620282" y="2547844"/>
                </a:cubicBezTo>
                <a:cubicBezTo>
                  <a:pt x="4622083" y="2542535"/>
                  <a:pt x="4619247" y="2536767"/>
                  <a:pt x="4613938" y="2534965"/>
                </a:cubicBezTo>
                <a:close/>
                <a:moveTo>
                  <a:pt x="7845794" y="1270160"/>
                </a:moveTo>
                <a:cubicBezTo>
                  <a:pt x="7842423" y="1273035"/>
                  <a:pt x="7840147" y="1277194"/>
                  <a:pt x="7839763" y="1281957"/>
                </a:cubicBezTo>
                <a:cubicBezTo>
                  <a:pt x="7839017" y="1291481"/>
                  <a:pt x="7846127" y="1299837"/>
                  <a:pt x="7855651" y="1300585"/>
                </a:cubicBezTo>
                <a:cubicBezTo>
                  <a:pt x="7856112" y="1300643"/>
                  <a:pt x="7856591" y="1300643"/>
                  <a:pt x="7857050" y="1300643"/>
                </a:cubicBezTo>
                <a:cubicBezTo>
                  <a:pt x="7865982" y="1300643"/>
                  <a:pt x="7873571" y="1293762"/>
                  <a:pt x="7874281" y="1284697"/>
                </a:cubicBezTo>
                <a:cubicBezTo>
                  <a:pt x="7875047" y="1275171"/>
                  <a:pt x="7867917" y="1266816"/>
                  <a:pt x="7858393" y="1266068"/>
                </a:cubicBezTo>
                <a:cubicBezTo>
                  <a:pt x="7853630" y="1265695"/>
                  <a:pt x="7849164" y="1267285"/>
                  <a:pt x="7845794" y="1270160"/>
                </a:cubicBezTo>
                <a:close/>
                <a:moveTo>
                  <a:pt x="4122961" y="2721769"/>
                </a:moveTo>
                <a:cubicBezTo>
                  <a:pt x="4119050" y="2721558"/>
                  <a:pt x="4115716" y="2724567"/>
                  <a:pt x="4115506" y="2728477"/>
                </a:cubicBezTo>
                <a:cubicBezTo>
                  <a:pt x="4115295" y="2732386"/>
                  <a:pt x="4118302" y="2735721"/>
                  <a:pt x="4122194" y="2735932"/>
                </a:cubicBezTo>
                <a:lnTo>
                  <a:pt x="4122576" y="2735932"/>
                </a:lnTo>
                <a:cubicBezTo>
                  <a:pt x="4126334" y="2735932"/>
                  <a:pt x="4129458" y="2732999"/>
                  <a:pt x="4129669" y="2729224"/>
                </a:cubicBezTo>
                <a:cubicBezTo>
                  <a:pt x="4129880" y="2725314"/>
                  <a:pt x="4126870" y="2721980"/>
                  <a:pt x="4122961" y="2721769"/>
                </a:cubicBezTo>
                <a:close/>
                <a:moveTo>
                  <a:pt x="2865350" y="3212631"/>
                </a:moveTo>
                <a:cubicBezTo>
                  <a:pt x="2862878" y="3213935"/>
                  <a:pt x="2861939" y="3216982"/>
                  <a:pt x="2863242" y="3219454"/>
                </a:cubicBezTo>
                <a:cubicBezTo>
                  <a:pt x="2864142" y="3221160"/>
                  <a:pt x="2865887" y="3222137"/>
                  <a:pt x="2867708" y="3222137"/>
                </a:cubicBezTo>
                <a:cubicBezTo>
                  <a:pt x="2868512" y="3222137"/>
                  <a:pt x="2869317" y="3221965"/>
                  <a:pt x="2870065" y="3221562"/>
                </a:cubicBezTo>
                <a:cubicBezTo>
                  <a:pt x="2872518" y="3220259"/>
                  <a:pt x="2873457" y="3217212"/>
                  <a:pt x="2872173" y="3214739"/>
                </a:cubicBezTo>
                <a:cubicBezTo>
                  <a:pt x="2870850" y="3212267"/>
                  <a:pt x="2867803" y="3211328"/>
                  <a:pt x="2865350" y="3212631"/>
                </a:cubicBezTo>
                <a:close/>
                <a:moveTo>
                  <a:pt x="8114319" y="1163318"/>
                </a:moveTo>
                <a:cubicBezTo>
                  <a:pt x="8110359" y="1165833"/>
                  <a:pt x="8107360" y="1169858"/>
                  <a:pt x="8106258" y="1174802"/>
                </a:cubicBezTo>
                <a:cubicBezTo>
                  <a:pt x="8104054" y="1184692"/>
                  <a:pt x="8110282" y="1194486"/>
                  <a:pt x="8120172" y="1196689"/>
                </a:cubicBezTo>
                <a:cubicBezTo>
                  <a:pt x="8121514" y="1196996"/>
                  <a:pt x="8122855" y="1197130"/>
                  <a:pt x="8124178" y="1197130"/>
                </a:cubicBezTo>
                <a:cubicBezTo>
                  <a:pt x="8132572" y="1197130"/>
                  <a:pt x="8140142" y="1191323"/>
                  <a:pt x="8142059" y="1182795"/>
                </a:cubicBezTo>
                <a:cubicBezTo>
                  <a:pt x="8144263" y="1172905"/>
                  <a:pt x="8138034" y="1163112"/>
                  <a:pt x="8128145" y="1160889"/>
                </a:cubicBezTo>
                <a:cubicBezTo>
                  <a:pt x="8123200" y="1159797"/>
                  <a:pt x="8118279" y="1160803"/>
                  <a:pt x="8114319" y="1163318"/>
                </a:cubicBezTo>
                <a:close/>
                <a:moveTo>
                  <a:pt x="4452893" y="2589490"/>
                </a:moveTo>
                <a:cubicBezTo>
                  <a:pt x="4448004" y="2588340"/>
                  <a:pt x="4443059" y="2591368"/>
                  <a:pt x="4441908" y="2596274"/>
                </a:cubicBezTo>
                <a:cubicBezTo>
                  <a:pt x="4440740" y="2601200"/>
                  <a:pt x="4443787" y="2606106"/>
                  <a:pt x="4448694" y="2607275"/>
                </a:cubicBezTo>
                <a:cubicBezTo>
                  <a:pt x="4449403" y="2607448"/>
                  <a:pt x="4450111" y="2607525"/>
                  <a:pt x="4450801" y="2607525"/>
                </a:cubicBezTo>
                <a:cubicBezTo>
                  <a:pt x="4454942" y="2607525"/>
                  <a:pt x="4458697" y="2604688"/>
                  <a:pt x="4459696" y="2600491"/>
                </a:cubicBezTo>
                <a:cubicBezTo>
                  <a:pt x="4460845" y="2595565"/>
                  <a:pt x="4457817" y="2590659"/>
                  <a:pt x="4452893" y="2589490"/>
                </a:cubicBezTo>
                <a:close/>
                <a:moveTo>
                  <a:pt x="4288855" y="2651739"/>
                </a:moveTo>
                <a:cubicBezTo>
                  <a:pt x="4284428" y="2651126"/>
                  <a:pt x="4280327" y="2654231"/>
                  <a:pt x="4279713" y="2658658"/>
                </a:cubicBezTo>
                <a:cubicBezTo>
                  <a:pt x="4279101" y="2663105"/>
                  <a:pt x="4282205" y="2667187"/>
                  <a:pt x="4286632" y="2667819"/>
                </a:cubicBezTo>
                <a:cubicBezTo>
                  <a:pt x="4287015" y="2667858"/>
                  <a:pt x="4287379" y="2667896"/>
                  <a:pt x="4287761" y="2667896"/>
                </a:cubicBezTo>
                <a:cubicBezTo>
                  <a:pt x="4291750" y="2667896"/>
                  <a:pt x="4295216" y="2664944"/>
                  <a:pt x="4295792" y="2660881"/>
                </a:cubicBezTo>
                <a:cubicBezTo>
                  <a:pt x="4296407" y="2656454"/>
                  <a:pt x="4293301" y="2652353"/>
                  <a:pt x="4288855" y="2651739"/>
                </a:cubicBezTo>
                <a:close/>
                <a:moveTo>
                  <a:pt x="1677350" y="3669762"/>
                </a:moveTo>
                <a:lnTo>
                  <a:pt x="1677350" y="3669781"/>
                </a:lnTo>
                <a:lnTo>
                  <a:pt x="1677359" y="3669770"/>
                </a:lnTo>
                <a:close/>
                <a:moveTo>
                  <a:pt x="1682026" y="3664377"/>
                </a:moveTo>
                <a:lnTo>
                  <a:pt x="1677359" y="3669770"/>
                </a:lnTo>
                <a:lnTo>
                  <a:pt x="1682390" y="3674458"/>
                </a:lnTo>
                <a:cubicBezTo>
                  <a:pt x="1682505" y="3674458"/>
                  <a:pt x="1682620" y="3674458"/>
                  <a:pt x="1682754" y="3674458"/>
                </a:cubicBezTo>
                <a:cubicBezTo>
                  <a:pt x="1685533" y="3674247"/>
                  <a:pt x="1687623" y="3671832"/>
                  <a:pt x="1687431" y="3669053"/>
                </a:cubicBezTo>
                <a:cubicBezTo>
                  <a:pt x="1687220" y="3666274"/>
                  <a:pt x="1684806" y="3664186"/>
                  <a:pt x="1682026" y="3664377"/>
                </a:cubicBezTo>
                <a:close/>
                <a:moveTo>
                  <a:pt x="7372245" y="1442906"/>
                </a:moveTo>
                <a:cubicBezTo>
                  <a:pt x="7363430" y="1444746"/>
                  <a:pt x="7357776" y="1453370"/>
                  <a:pt x="7359634" y="1462168"/>
                </a:cubicBezTo>
                <a:cubicBezTo>
                  <a:pt x="7361226" y="1469853"/>
                  <a:pt x="7368010" y="1475142"/>
                  <a:pt x="7375561" y="1475142"/>
                </a:cubicBezTo>
                <a:cubicBezTo>
                  <a:pt x="7376655" y="1475142"/>
                  <a:pt x="7377785" y="1475027"/>
                  <a:pt x="7378896" y="1474778"/>
                </a:cubicBezTo>
                <a:cubicBezTo>
                  <a:pt x="7387713" y="1472939"/>
                  <a:pt x="7393366" y="1464315"/>
                  <a:pt x="7391507" y="1455498"/>
                </a:cubicBezTo>
                <a:cubicBezTo>
                  <a:pt x="7389668" y="1446701"/>
                  <a:pt x="7381043" y="1441047"/>
                  <a:pt x="7372245" y="1442906"/>
                </a:cubicBezTo>
                <a:close/>
                <a:moveTo>
                  <a:pt x="5502268" y="2172434"/>
                </a:moveTo>
                <a:lnTo>
                  <a:pt x="5502268" y="2172453"/>
                </a:lnTo>
                <a:lnTo>
                  <a:pt x="5502274" y="2172442"/>
                </a:lnTo>
                <a:close/>
                <a:moveTo>
                  <a:pt x="3593537" y="2917256"/>
                </a:moveTo>
                <a:cubicBezTo>
                  <a:pt x="3590815" y="2917849"/>
                  <a:pt x="3589109" y="2920552"/>
                  <a:pt x="3589703" y="2923273"/>
                </a:cubicBezTo>
                <a:cubicBezTo>
                  <a:pt x="3590221" y="2925611"/>
                  <a:pt x="3592310" y="2927221"/>
                  <a:pt x="3594629" y="2927221"/>
                </a:cubicBezTo>
                <a:cubicBezTo>
                  <a:pt x="3594993" y="2927221"/>
                  <a:pt x="3595356" y="2927183"/>
                  <a:pt x="3595721" y="2927106"/>
                </a:cubicBezTo>
                <a:cubicBezTo>
                  <a:pt x="3598443" y="2926493"/>
                  <a:pt x="3600167" y="2923810"/>
                  <a:pt x="3599554" y="2921089"/>
                </a:cubicBezTo>
                <a:cubicBezTo>
                  <a:pt x="3598961" y="2918367"/>
                  <a:pt x="3596258" y="2916642"/>
                  <a:pt x="3593537" y="2917256"/>
                </a:cubicBezTo>
                <a:close/>
                <a:moveTo>
                  <a:pt x="2952610" y="3167094"/>
                </a:moveTo>
                <a:cubicBezTo>
                  <a:pt x="2950118" y="3168359"/>
                  <a:pt x="2949141" y="3171406"/>
                  <a:pt x="2950424" y="3173898"/>
                </a:cubicBezTo>
                <a:cubicBezTo>
                  <a:pt x="2951326" y="3175623"/>
                  <a:pt x="2953089" y="3176638"/>
                  <a:pt x="2954909" y="3176638"/>
                </a:cubicBezTo>
                <a:cubicBezTo>
                  <a:pt x="2955696" y="3176638"/>
                  <a:pt x="2956481" y="3176447"/>
                  <a:pt x="2957210" y="3176083"/>
                </a:cubicBezTo>
                <a:cubicBezTo>
                  <a:pt x="2959702" y="3174799"/>
                  <a:pt x="2960678" y="3171751"/>
                  <a:pt x="2959394" y="3169280"/>
                </a:cubicBezTo>
                <a:cubicBezTo>
                  <a:pt x="2958129" y="3166807"/>
                  <a:pt x="2955082" y="3165830"/>
                  <a:pt x="2952610" y="3167094"/>
                </a:cubicBezTo>
                <a:close/>
                <a:moveTo>
                  <a:pt x="5240210" y="2273510"/>
                </a:moveTo>
                <a:cubicBezTo>
                  <a:pt x="5237227" y="2275611"/>
                  <a:pt x="5235047" y="2278849"/>
                  <a:pt x="5234377" y="2282730"/>
                </a:cubicBezTo>
                <a:cubicBezTo>
                  <a:pt x="5233037" y="2290474"/>
                  <a:pt x="5238248" y="2297852"/>
                  <a:pt x="5245990" y="2299194"/>
                </a:cubicBezTo>
                <a:cubicBezTo>
                  <a:pt x="5246814" y="2299328"/>
                  <a:pt x="5247638" y="2299404"/>
                  <a:pt x="5248445" y="2299404"/>
                </a:cubicBezTo>
                <a:cubicBezTo>
                  <a:pt x="5255250" y="2299405"/>
                  <a:pt x="5261264" y="2294518"/>
                  <a:pt x="5262454" y="2287580"/>
                </a:cubicBezTo>
                <a:cubicBezTo>
                  <a:pt x="5263814" y="2279837"/>
                  <a:pt x="5258601" y="2272458"/>
                  <a:pt x="5250860" y="2271116"/>
                </a:cubicBezTo>
                <a:cubicBezTo>
                  <a:pt x="5246978" y="2270446"/>
                  <a:pt x="5243192" y="2271409"/>
                  <a:pt x="5240210" y="2273510"/>
                </a:cubicBezTo>
                <a:close/>
                <a:moveTo>
                  <a:pt x="8521149" y="992047"/>
                </a:moveTo>
                <a:cubicBezTo>
                  <a:pt x="8516415" y="994232"/>
                  <a:pt x="8512515" y="998223"/>
                  <a:pt x="8510570" y="1003503"/>
                </a:cubicBezTo>
                <a:cubicBezTo>
                  <a:pt x="8506679" y="1014064"/>
                  <a:pt x="8512084" y="1025793"/>
                  <a:pt x="8522643" y="1029683"/>
                </a:cubicBezTo>
                <a:cubicBezTo>
                  <a:pt x="8524962" y="1030526"/>
                  <a:pt x="8527358" y="1030929"/>
                  <a:pt x="8529696" y="1030929"/>
                </a:cubicBezTo>
                <a:cubicBezTo>
                  <a:pt x="8537975" y="1030929"/>
                  <a:pt x="8545777" y="1025830"/>
                  <a:pt x="8548804" y="1017590"/>
                </a:cubicBezTo>
                <a:cubicBezTo>
                  <a:pt x="8552695" y="1007030"/>
                  <a:pt x="8547290" y="995319"/>
                  <a:pt x="8536730" y="991429"/>
                </a:cubicBezTo>
                <a:cubicBezTo>
                  <a:pt x="8531450" y="989484"/>
                  <a:pt x="8525883" y="989862"/>
                  <a:pt x="8521149" y="992047"/>
                </a:cubicBezTo>
                <a:close/>
                <a:moveTo>
                  <a:pt x="3851119" y="2812000"/>
                </a:moveTo>
                <a:lnTo>
                  <a:pt x="3851119" y="2812019"/>
                </a:lnTo>
                <a:lnTo>
                  <a:pt x="3851129" y="2812008"/>
                </a:lnTo>
                <a:close/>
                <a:moveTo>
                  <a:pt x="3856620" y="2805426"/>
                </a:moveTo>
                <a:lnTo>
                  <a:pt x="3851129" y="2812008"/>
                </a:lnTo>
                <a:lnTo>
                  <a:pt x="3857156" y="2817519"/>
                </a:lnTo>
                <a:cubicBezTo>
                  <a:pt x="3857348" y="2817519"/>
                  <a:pt x="3857521" y="2817519"/>
                  <a:pt x="3857712" y="2817519"/>
                </a:cubicBezTo>
                <a:cubicBezTo>
                  <a:pt x="3861047" y="2817212"/>
                  <a:pt x="3863500" y="2814261"/>
                  <a:pt x="3863212" y="2810926"/>
                </a:cubicBezTo>
                <a:cubicBezTo>
                  <a:pt x="3862907" y="2807592"/>
                  <a:pt x="3859955" y="2805139"/>
                  <a:pt x="3856620" y="2805426"/>
                </a:cubicBezTo>
                <a:close/>
                <a:moveTo>
                  <a:pt x="5516701" y="2156393"/>
                </a:moveTo>
                <a:cubicBezTo>
                  <a:pt x="5512485" y="2156613"/>
                  <a:pt x="5508760" y="2158525"/>
                  <a:pt x="5506153" y="2161433"/>
                </a:cubicBezTo>
                <a:lnTo>
                  <a:pt x="5502274" y="2172442"/>
                </a:lnTo>
                <a:lnTo>
                  <a:pt x="5507021" y="2182714"/>
                </a:lnTo>
                <a:cubicBezTo>
                  <a:pt x="5509769" y="2185309"/>
                  <a:pt x="5513470" y="2186885"/>
                  <a:pt x="5517504" y="2186885"/>
                </a:cubicBezTo>
                <a:cubicBezTo>
                  <a:pt x="5517774" y="2186885"/>
                  <a:pt x="5518042" y="2186885"/>
                  <a:pt x="5518330" y="2186885"/>
                </a:cubicBezTo>
                <a:cubicBezTo>
                  <a:pt x="5526744" y="2186424"/>
                  <a:pt x="5533205" y="2179237"/>
                  <a:pt x="5532763" y="2170824"/>
                </a:cubicBezTo>
                <a:cubicBezTo>
                  <a:pt x="5532302" y="2162410"/>
                  <a:pt x="5525115" y="2155933"/>
                  <a:pt x="5516701" y="2156393"/>
                </a:cubicBezTo>
                <a:close/>
                <a:moveTo>
                  <a:pt x="3040560" y="3122842"/>
                </a:moveTo>
                <a:cubicBezTo>
                  <a:pt x="3038049" y="3124068"/>
                  <a:pt x="3037013" y="3127096"/>
                  <a:pt x="3038260" y="3129607"/>
                </a:cubicBezTo>
                <a:cubicBezTo>
                  <a:pt x="3039123" y="3131390"/>
                  <a:pt x="3040924" y="3132424"/>
                  <a:pt x="3042783" y="3132424"/>
                </a:cubicBezTo>
                <a:cubicBezTo>
                  <a:pt x="3043530" y="3132424"/>
                  <a:pt x="3044296" y="3132252"/>
                  <a:pt x="3045006" y="3131907"/>
                </a:cubicBezTo>
                <a:cubicBezTo>
                  <a:pt x="3047497" y="3130661"/>
                  <a:pt x="3048532" y="3127652"/>
                  <a:pt x="3047306" y="3125142"/>
                </a:cubicBezTo>
                <a:cubicBezTo>
                  <a:pt x="3046080" y="3122631"/>
                  <a:pt x="3043051" y="3121615"/>
                  <a:pt x="3040560" y="3122842"/>
                </a:cubicBezTo>
                <a:close/>
                <a:moveTo>
                  <a:pt x="2294838" y="3412372"/>
                </a:moveTo>
                <a:cubicBezTo>
                  <a:pt x="2291714" y="3413561"/>
                  <a:pt x="2290142" y="3417067"/>
                  <a:pt x="2291331" y="3420211"/>
                </a:cubicBezTo>
                <a:cubicBezTo>
                  <a:pt x="2292270" y="3422606"/>
                  <a:pt x="2294570" y="3424101"/>
                  <a:pt x="2297005" y="3424101"/>
                </a:cubicBezTo>
                <a:cubicBezTo>
                  <a:pt x="2297733" y="3424101"/>
                  <a:pt x="2298461" y="3423968"/>
                  <a:pt x="2299169" y="3423699"/>
                </a:cubicBezTo>
                <a:cubicBezTo>
                  <a:pt x="2302313" y="3422491"/>
                  <a:pt x="2303865" y="3418984"/>
                  <a:pt x="2302677" y="3415861"/>
                </a:cubicBezTo>
                <a:cubicBezTo>
                  <a:pt x="2301470" y="3412737"/>
                  <a:pt x="2297963" y="3411165"/>
                  <a:pt x="2294838" y="3412372"/>
                </a:cubicBezTo>
                <a:close/>
                <a:moveTo>
                  <a:pt x="2386487" y="3375422"/>
                </a:moveTo>
                <a:cubicBezTo>
                  <a:pt x="2383400" y="3376725"/>
                  <a:pt x="2381945" y="3380270"/>
                  <a:pt x="2383249" y="3383356"/>
                </a:cubicBezTo>
                <a:cubicBezTo>
                  <a:pt x="2384226" y="3385676"/>
                  <a:pt x="2386487" y="3387074"/>
                  <a:pt x="2388844" y="3387074"/>
                </a:cubicBezTo>
                <a:cubicBezTo>
                  <a:pt x="2389630" y="3387074"/>
                  <a:pt x="2390435" y="3386921"/>
                  <a:pt x="2391201" y="3386614"/>
                </a:cubicBezTo>
                <a:cubicBezTo>
                  <a:pt x="2394287" y="3385311"/>
                  <a:pt x="2395743" y="3381746"/>
                  <a:pt x="2394441" y="3378661"/>
                </a:cubicBezTo>
                <a:cubicBezTo>
                  <a:pt x="2393138" y="3375555"/>
                  <a:pt x="2389574" y="3374118"/>
                  <a:pt x="2386487" y="3375422"/>
                </a:cubicBezTo>
                <a:close/>
                <a:moveTo>
                  <a:pt x="3497824" y="2941097"/>
                </a:moveTo>
                <a:cubicBezTo>
                  <a:pt x="3495142" y="2941844"/>
                  <a:pt x="3493551" y="2944623"/>
                  <a:pt x="3494317" y="2947307"/>
                </a:cubicBezTo>
                <a:cubicBezTo>
                  <a:pt x="3494931" y="2949549"/>
                  <a:pt x="3496962" y="2951005"/>
                  <a:pt x="3499167" y="2951005"/>
                </a:cubicBezTo>
                <a:cubicBezTo>
                  <a:pt x="3499607" y="2951005"/>
                  <a:pt x="3500067" y="2950948"/>
                  <a:pt x="3500527" y="2950833"/>
                </a:cubicBezTo>
                <a:cubicBezTo>
                  <a:pt x="3503210" y="2950086"/>
                  <a:pt x="3504782" y="2947307"/>
                  <a:pt x="3504034" y="2944623"/>
                </a:cubicBezTo>
                <a:cubicBezTo>
                  <a:pt x="3503287" y="2941940"/>
                  <a:pt x="3500508" y="2940350"/>
                  <a:pt x="3497824" y="2941097"/>
                </a:cubicBezTo>
                <a:close/>
                <a:moveTo>
                  <a:pt x="1352019" y="3777854"/>
                </a:moveTo>
                <a:cubicBezTo>
                  <a:pt x="1349816" y="3777529"/>
                  <a:pt x="1347764" y="3779024"/>
                  <a:pt x="1347419" y="3781228"/>
                </a:cubicBezTo>
                <a:cubicBezTo>
                  <a:pt x="1347074" y="3783432"/>
                  <a:pt x="1348589" y="3785482"/>
                  <a:pt x="1350792" y="3785828"/>
                </a:cubicBezTo>
                <a:cubicBezTo>
                  <a:pt x="1351003" y="3785866"/>
                  <a:pt x="1351195" y="3785866"/>
                  <a:pt x="1351406" y="3785866"/>
                </a:cubicBezTo>
                <a:cubicBezTo>
                  <a:pt x="1353360" y="3785866"/>
                  <a:pt x="1355066" y="3784448"/>
                  <a:pt x="1355373" y="3782454"/>
                </a:cubicBezTo>
                <a:cubicBezTo>
                  <a:pt x="1355718" y="3780250"/>
                  <a:pt x="1354223" y="3778200"/>
                  <a:pt x="1352019" y="3777854"/>
                </a:cubicBezTo>
                <a:close/>
                <a:moveTo>
                  <a:pt x="2201906" y="3445893"/>
                </a:moveTo>
                <a:cubicBezTo>
                  <a:pt x="2198744" y="3446966"/>
                  <a:pt x="2197038" y="3450397"/>
                  <a:pt x="2198111" y="3453578"/>
                </a:cubicBezTo>
                <a:cubicBezTo>
                  <a:pt x="2198955" y="3456108"/>
                  <a:pt x="2201331" y="3457718"/>
                  <a:pt x="2203861" y="3457718"/>
                </a:cubicBezTo>
                <a:cubicBezTo>
                  <a:pt x="2204493" y="3457718"/>
                  <a:pt x="2205164" y="3457602"/>
                  <a:pt x="2205797" y="3457392"/>
                </a:cubicBezTo>
                <a:cubicBezTo>
                  <a:pt x="2208977" y="3456318"/>
                  <a:pt x="2210684" y="3452869"/>
                  <a:pt x="2209610" y="3449706"/>
                </a:cubicBezTo>
                <a:cubicBezTo>
                  <a:pt x="2208536" y="3446525"/>
                  <a:pt x="2205087" y="3444819"/>
                  <a:pt x="2201906" y="3445893"/>
                </a:cubicBezTo>
                <a:close/>
                <a:moveTo>
                  <a:pt x="7268849" y="1467189"/>
                </a:moveTo>
                <a:cubicBezTo>
                  <a:pt x="7260148" y="1469432"/>
                  <a:pt x="7254916" y="1478343"/>
                  <a:pt x="7257177" y="1487044"/>
                </a:cubicBezTo>
                <a:cubicBezTo>
                  <a:pt x="7259093" y="1494384"/>
                  <a:pt x="7265686" y="1499252"/>
                  <a:pt x="7272931" y="1499252"/>
                </a:cubicBezTo>
                <a:cubicBezTo>
                  <a:pt x="7274292" y="1499253"/>
                  <a:pt x="7275672" y="1499080"/>
                  <a:pt x="7277051" y="1498716"/>
                </a:cubicBezTo>
                <a:cubicBezTo>
                  <a:pt x="7285753" y="1496454"/>
                  <a:pt x="7290966" y="1487562"/>
                  <a:pt x="7288723" y="1478860"/>
                </a:cubicBezTo>
                <a:cubicBezTo>
                  <a:pt x="7286462" y="1470140"/>
                  <a:pt x="7277569" y="1464927"/>
                  <a:pt x="7268849" y="1467189"/>
                </a:cubicBezTo>
                <a:close/>
                <a:moveTo>
                  <a:pt x="2477062" y="3335807"/>
                </a:moveTo>
                <a:cubicBezTo>
                  <a:pt x="2474034" y="3337187"/>
                  <a:pt x="2472653" y="3340790"/>
                  <a:pt x="2474034" y="3343837"/>
                </a:cubicBezTo>
                <a:cubicBezTo>
                  <a:pt x="2475050" y="3346080"/>
                  <a:pt x="2477254" y="3347402"/>
                  <a:pt x="2479572" y="3347402"/>
                </a:cubicBezTo>
                <a:cubicBezTo>
                  <a:pt x="2480416" y="3347402"/>
                  <a:pt x="2481260" y="3347229"/>
                  <a:pt x="2482064" y="3346866"/>
                </a:cubicBezTo>
                <a:cubicBezTo>
                  <a:pt x="2485111" y="3345486"/>
                  <a:pt x="2486473" y="3341882"/>
                  <a:pt x="2485092" y="3338835"/>
                </a:cubicBezTo>
                <a:cubicBezTo>
                  <a:pt x="2483713" y="3335807"/>
                  <a:pt x="2480129" y="3334427"/>
                  <a:pt x="2477062" y="3335807"/>
                </a:cubicBezTo>
                <a:close/>
                <a:moveTo>
                  <a:pt x="3129430" y="3080410"/>
                </a:moveTo>
                <a:cubicBezTo>
                  <a:pt x="3126900" y="3081579"/>
                  <a:pt x="3125788" y="3084569"/>
                  <a:pt x="3126957" y="3087098"/>
                </a:cubicBezTo>
                <a:cubicBezTo>
                  <a:pt x="3127819" y="3088938"/>
                  <a:pt x="3129640" y="3090031"/>
                  <a:pt x="3131556" y="3090031"/>
                </a:cubicBezTo>
                <a:cubicBezTo>
                  <a:pt x="3132246" y="3090031"/>
                  <a:pt x="3132974" y="3089877"/>
                  <a:pt x="3133664" y="3089571"/>
                </a:cubicBezTo>
                <a:cubicBezTo>
                  <a:pt x="3136194" y="3088402"/>
                  <a:pt x="3137287" y="3085393"/>
                  <a:pt x="3136118" y="3082863"/>
                </a:cubicBezTo>
                <a:cubicBezTo>
                  <a:pt x="3134948" y="3080332"/>
                  <a:pt x="3131959" y="3079241"/>
                  <a:pt x="3129430" y="3080410"/>
                </a:cubicBezTo>
                <a:close/>
                <a:moveTo>
                  <a:pt x="3403474" y="2969826"/>
                </a:moveTo>
                <a:cubicBezTo>
                  <a:pt x="3400829" y="2970708"/>
                  <a:pt x="3399392" y="2973563"/>
                  <a:pt x="3400273" y="2976208"/>
                </a:cubicBezTo>
                <a:cubicBezTo>
                  <a:pt x="3400963" y="2978316"/>
                  <a:pt x="3402938" y="2979658"/>
                  <a:pt x="3405064" y="2979658"/>
                </a:cubicBezTo>
                <a:cubicBezTo>
                  <a:pt x="3405582" y="2979658"/>
                  <a:pt x="3406118" y="2979581"/>
                  <a:pt x="3406656" y="2979408"/>
                </a:cubicBezTo>
                <a:cubicBezTo>
                  <a:pt x="3409300" y="2978527"/>
                  <a:pt x="3410738" y="2975671"/>
                  <a:pt x="3409856" y="2973027"/>
                </a:cubicBezTo>
                <a:cubicBezTo>
                  <a:pt x="3408974" y="2970382"/>
                  <a:pt x="3406119" y="2968944"/>
                  <a:pt x="3403474" y="2969826"/>
                </a:cubicBezTo>
                <a:close/>
                <a:moveTo>
                  <a:pt x="791126" y="3989574"/>
                </a:moveTo>
                <a:cubicBezTo>
                  <a:pt x="790838" y="3990015"/>
                  <a:pt x="790972" y="3990608"/>
                  <a:pt x="791413" y="3990896"/>
                </a:cubicBezTo>
                <a:cubicBezTo>
                  <a:pt x="791585" y="3990992"/>
                  <a:pt x="791759" y="3991030"/>
                  <a:pt x="791930" y="3991030"/>
                </a:cubicBezTo>
                <a:cubicBezTo>
                  <a:pt x="792257" y="3991030"/>
                  <a:pt x="792563" y="3990877"/>
                  <a:pt x="792735" y="3990589"/>
                </a:cubicBezTo>
                <a:cubicBezTo>
                  <a:pt x="793023" y="3990148"/>
                  <a:pt x="792888" y="3989554"/>
                  <a:pt x="792448" y="3989267"/>
                </a:cubicBezTo>
                <a:cubicBezTo>
                  <a:pt x="791988" y="3988980"/>
                  <a:pt x="791413" y="3989113"/>
                  <a:pt x="791126" y="3989574"/>
                </a:cubicBezTo>
                <a:close/>
                <a:moveTo>
                  <a:pt x="1126289" y="3858675"/>
                </a:moveTo>
                <a:cubicBezTo>
                  <a:pt x="1124718" y="3858138"/>
                  <a:pt x="1123012" y="3858982"/>
                  <a:pt x="1122475" y="3860533"/>
                </a:cubicBezTo>
                <a:cubicBezTo>
                  <a:pt x="1121920" y="3862106"/>
                  <a:pt x="1122762" y="3863811"/>
                  <a:pt x="1124335" y="3864347"/>
                </a:cubicBezTo>
                <a:cubicBezTo>
                  <a:pt x="1124661" y="3864462"/>
                  <a:pt x="1124987" y="3864519"/>
                  <a:pt x="1125312" y="3864519"/>
                </a:cubicBezTo>
                <a:cubicBezTo>
                  <a:pt x="1126558" y="3864519"/>
                  <a:pt x="1127708" y="3863734"/>
                  <a:pt x="1128148" y="3862489"/>
                </a:cubicBezTo>
                <a:cubicBezTo>
                  <a:pt x="1128685" y="3860916"/>
                  <a:pt x="1127841" y="3859212"/>
                  <a:pt x="1126289" y="3858675"/>
                </a:cubicBezTo>
                <a:close/>
                <a:moveTo>
                  <a:pt x="2107689" y="3475483"/>
                </a:moveTo>
                <a:cubicBezTo>
                  <a:pt x="2104469" y="3476422"/>
                  <a:pt x="2102610" y="3479777"/>
                  <a:pt x="2103550" y="3482997"/>
                </a:cubicBezTo>
                <a:cubicBezTo>
                  <a:pt x="2104316" y="3485641"/>
                  <a:pt x="2106751" y="3487366"/>
                  <a:pt x="2109376" y="3487366"/>
                </a:cubicBezTo>
                <a:cubicBezTo>
                  <a:pt x="2109932" y="3487366"/>
                  <a:pt x="2110506" y="3487290"/>
                  <a:pt x="2111062" y="3487136"/>
                </a:cubicBezTo>
                <a:cubicBezTo>
                  <a:pt x="2114282" y="3486217"/>
                  <a:pt x="2116142" y="3482843"/>
                  <a:pt x="2115221" y="3479624"/>
                </a:cubicBezTo>
                <a:cubicBezTo>
                  <a:pt x="2114282" y="3476404"/>
                  <a:pt x="2110909" y="3474545"/>
                  <a:pt x="2107689" y="3475483"/>
                </a:cubicBezTo>
                <a:close/>
                <a:moveTo>
                  <a:pt x="3219410" y="3040335"/>
                </a:moveTo>
                <a:cubicBezTo>
                  <a:pt x="3216842" y="3041427"/>
                  <a:pt x="3215654" y="3044398"/>
                  <a:pt x="3216747" y="3046967"/>
                </a:cubicBezTo>
                <a:cubicBezTo>
                  <a:pt x="3217570" y="3048883"/>
                  <a:pt x="3219429" y="3050033"/>
                  <a:pt x="3221403" y="3050033"/>
                </a:cubicBezTo>
                <a:cubicBezTo>
                  <a:pt x="3222055" y="3050033"/>
                  <a:pt x="3222726" y="3049899"/>
                  <a:pt x="3223378" y="3049630"/>
                </a:cubicBezTo>
                <a:cubicBezTo>
                  <a:pt x="3225946" y="3048538"/>
                  <a:pt x="3227135" y="3045567"/>
                  <a:pt x="3226041" y="3042999"/>
                </a:cubicBezTo>
                <a:cubicBezTo>
                  <a:pt x="3224949" y="3040431"/>
                  <a:pt x="3221979" y="3039243"/>
                  <a:pt x="3219410" y="3040335"/>
                </a:cubicBezTo>
                <a:close/>
                <a:moveTo>
                  <a:pt x="2566737" y="3294141"/>
                </a:moveTo>
                <a:cubicBezTo>
                  <a:pt x="2563728" y="3295579"/>
                  <a:pt x="2562444" y="3299201"/>
                  <a:pt x="2563881" y="3302229"/>
                </a:cubicBezTo>
                <a:cubicBezTo>
                  <a:pt x="2564915" y="3304414"/>
                  <a:pt x="2567100" y="3305699"/>
                  <a:pt x="2569363" y="3305699"/>
                </a:cubicBezTo>
                <a:cubicBezTo>
                  <a:pt x="2570244" y="3305699"/>
                  <a:pt x="2571126" y="3305506"/>
                  <a:pt x="2571969" y="3305104"/>
                </a:cubicBezTo>
                <a:cubicBezTo>
                  <a:pt x="2574998" y="3303648"/>
                  <a:pt x="2576281" y="3300045"/>
                  <a:pt x="2574824" y="3297016"/>
                </a:cubicBezTo>
                <a:cubicBezTo>
                  <a:pt x="2573386" y="3293988"/>
                  <a:pt x="2569765" y="3292704"/>
                  <a:pt x="2566737" y="3294141"/>
                </a:cubicBezTo>
                <a:close/>
                <a:moveTo>
                  <a:pt x="3310676" y="3003193"/>
                </a:moveTo>
                <a:cubicBezTo>
                  <a:pt x="3308089" y="3004190"/>
                  <a:pt x="3306784" y="3007121"/>
                  <a:pt x="3307781" y="3009709"/>
                </a:cubicBezTo>
                <a:cubicBezTo>
                  <a:pt x="3308568" y="3011721"/>
                  <a:pt x="3310484" y="3012948"/>
                  <a:pt x="3312496" y="3012948"/>
                </a:cubicBezTo>
                <a:cubicBezTo>
                  <a:pt x="3313109" y="3012949"/>
                  <a:pt x="3313723" y="3012833"/>
                  <a:pt x="3314317" y="3012603"/>
                </a:cubicBezTo>
                <a:cubicBezTo>
                  <a:pt x="3316923" y="3011587"/>
                  <a:pt x="3318208" y="3008673"/>
                  <a:pt x="3317211" y="3006067"/>
                </a:cubicBezTo>
                <a:cubicBezTo>
                  <a:pt x="3316195" y="3003461"/>
                  <a:pt x="3313282" y="3002177"/>
                  <a:pt x="3310676" y="3003193"/>
                </a:cubicBezTo>
                <a:close/>
                <a:moveTo>
                  <a:pt x="7166756" y="1495975"/>
                </a:moveTo>
                <a:cubicBezTo>
                  <a:pt x="7158150" y="1498581"/>
                  <a:pt x="7153282" y="1507685"/>
                  <a:pt x="7155888" y="1516290"/>
                </a:cubicBezTo>
                <a:cubicBezTo>
                  <a:pt x="7158035" y="1523324"/>
                  <a:pt x="7164494" y="1527866"/>
                  <a:pt x="7171489" y="1527867"/>
                </a:cubicBezTo>
                <a:cubicBezTo>
                  <a:pt x="7173041" y="1527867"/>
                  <a:pt x="7174633" y="1527637"/>
                  <a:pt x="7176223" y="1527157"/>
                </a:cubicBezTo>
                <a:cubicBezTo>
                  <a:pt x="7184828" y="1524551"/>
                  <a:pt x="7189696" y="1515447"/>
                  <a:pt x="7187070" y="1506842"/>
                </a:cubicBezTo>
                <a:cubicBezTo>
                  <a:pt x="7184464" y="1498218"/>
                  <a:pt x="7175361" y="1493369"/>
                  <a:pt x="7166756" y="1495975"/>
                </a:cubicBezTo>
                <a:close/>
                <a:moveTo>
                  <a:pt x="4022823" y="2720159"/>
                </a:moveTo>
                <a:cubicBezTo>
                  <a:pt x="4018893" y="2720236"/>
                  <a:pt x="4015789" y="2723475"/>
                  <a:pt x="4015865" y="2727384"/>
                </a:cubicBezTo>
                <a:cubicBezTo>
                  <a:pt x="4015942" y="2731255"/>
                  <a:pt x="4019104" y="2734342"/>
                  <a:pt x="4022956" y="2734342"/>
                </a:cubicBezTo>
                <a:lnTo>
                  <a:pt x="4023089" y="2734342"/>
                </a:lnTo>
                <a:cubicBezTo>
                  <a:pt x="4026998" y="2734264"/>
                  <a:pt x="4030124" y="2731026"/>
                  <a:pt x="4030047" y="2727116"/>
                </a:cubicBezTo>
                <a:cubicBezTo>
                  <a:pt x="4029971" y="2723187"/>
                  <a:pt x="4026731" y="2720082"/>
                  <a:pt x="4022823" y="2720159"/>
                </a:cubicBezTo>
                <a:close/>
                <a:moveTo>
                  <a:pt x="6378716" y="1799228"/>
                </a:moveTo>
                <a:cubicBezTo>
                  <a:pt x="6370340" y="1802524"/>
                  <a:pt x="6366220" y="1811992"/>
                  <a:pt x="6369536" y="1820368"/>
                </a:cubicBezTo>
                <a:cubicBezTo>
                  <a:pt x="6372046" y="1826769"/>
                  <a:pt x="6378199" y="1830678"/>
                  <a:pt x="6384696" y="1830678"/>
                </a:cubicBezTo>
                <a:cubicBezTo>
                  <a:pt x="6386669" y="1830678"/>
                  <a:pt x="6388701" y="1830313"/>
                  <a:pt x="6390656" y="1829547"/>
                </a:cubicBezTo>
                <a:cubicBezTo>
                  <a:pt x="6399031" y="1826251"/>
                  <a:pt x="6403133" y="1816783"/>
                  <a:pt x="6399836" y="1808408"/>
                </a:cubicBezTo>
                <a:cubicBezTo>
                  <a:pt x="6396540" y="1800052"/>
                  <a:pt x="6387091" y="1795931"/>
                  <a:pt x="6378716" y="1799228"/>
                </a:cubicBezTo>
                <a:close/>
                <a:moveTo>
                  <a:pt x="6280648" y="1837079"/>
                </a:moveTo>
                <a:cubicBezTo>
                  <a:pt x="6272214" y="1840241"/>
                  <a:pt x="6267940" y="1849632"/>
                  <a:pt x="6271103" y="1858065"/>
                </a:cubicBezTo>
                <a:cubicBezTo>
                  <a:pt x="6273556" y="1864601"/>
                  <a:pt x="6279766" y="1868644"/>
                  <a:pt x="6286378" y="1868644"/>
                </a:cubicBezTo>
                <a:cubicBezTo>
                  <a:pt x="6288256" y="1868644"/>
                  <a:pt x="6290191" y="1868299"/>
                  <a:pt x="6292069" y="1867610"/>
                </a:cubicBezTo>
                <a:cubicBezTo>
                  <a:pt x="6300502" y="1864447"/>
                  <a:pt x="6304776" y="1855056"/>
                  <a:pt x="6301614" y="1846623"/>
                </a:cubicBezTo>
                <a:cubicBezTo>
                  <a:pt x="6298452" y="1838210"/>
                  <a:pt x="6289079" y="1833936"/>
                  <a:pt x="6280648" y="1837079"/>
                </a:cubicBezTo>
                <a:close/>
                <a:moveTo>
                  <a:pt x="6476478" y="1760208"/>
                </a:moveTo>
                <a:cubicBezTo>
                  <a:pt x="6468141" y="1763580"/>
                  <a:pt x="6464097" y="1773067"/>
                  <a:pt x="6467471" y="1781404"/>
                </a:cubicBezTo>
                <a:cubicBezTo>
                  <a:pt x="6470038" y="1787748"/>
                  <a:pt x="6476133" y="1791600"/>
                  <a:pt x="6482573" y="1791599"/>
                </a:cubicBezTo>
                <a:cubicBezTo>
                  <a:pt x="6484604" y="1791600"/>
                  <a:pt x="6486674" y="1791217"/>
                  <a:pt x="6488668" y="1790412"/>
                </a:cubicBezTo>
                <a:cubicBezTo>
                  <a:pt x="6497023" y="1787039"/>
                  <a:pt x="6501048" y="1777552"/>
                  <a:pt x="6497694" y="1769215"/>
                </a:cubicBezTo>
                <a:cubicBezTo>
                  <a:pt x="6494321" y="1760878"/>
                  <a:pt x="6484815" y="1756834"/>
                  <a:pt x="6476478" y="1760208"/>
                </a:cubicBezTo>
                <a:close/>
                <a:moveTo>
                  <a:pt x="2655702" y="3250904"/>
                </a:moveTo>
                <a:cubicBezTo>
                  <a:pt x="2652692" y="3252380"/>
                  <a:pt x="2651467" y="3256022"/>
                  <a:pt x="2652943" y="3259031"/>
                </a:cubicBezTo>
                <a:cubicBezTo>
                  <a:pt x="2654015" y="3261158"/>
                  <a:pt x="2656162" y="3262403"/>
                  <a:pt x="2658405" y="3262403"/>
                </a:cubicBezTo>
                <a:cubicBezTo>
                  <a:pt x="2659306" y="3262403"/>
                  <a:pt x="2660225" y="3262213"/>
                  <a:pt x="2661087" y="3261771"/>
                </a:cubicBezTo>
                <a:cubicBezTo>
                  <a:pt x="2664097" y="3260296"/>
                  <a:pt x="2665324" y="3256654"/>
                  <a:pt x="2663829" y="3253645"/>
                </a:cubicBezTo>
                <a:cubicBezTo>
                  <a:pt x="2662352" y="3250636"/>
                  <a:pt x="2658712" y="3249409"/>
                  <a:pt x="2655702" y="3250904"/>
                </a:cubicBezTo>
                <a:close/>
                <a:moveTo>
                  <a:pt x="7751374" y="1261008"/>
                </a:moveTo>
                <a:cubicBezTo>
                  <a:pt x="7741810" y="1260874"/>
                  <a:pt x="7733933" y="1268502"/>
                  <a:pt x="7733799" y="1278066"/>
                </a:cubicBezTo>
                <a:cubicBezTo>
                  <a:pt x="7733664" y="1287629"/>
                  <a:pt x="7741312" y="1295487"/>
                  <a:pt x="7750857" y="1295621"/>
                </a:cubicBezTo>
                <a:lnTo>
                  <a:pt x="7750857" y="1295640"/>
                </a:lnTo>
                <a:cubicBezTo>
                  <a:pt x="7750951" y="1295640"/>
                  <a:pt x="7751105" y="1295640"/>
                  <a:pt x="7751105" y="1295640"/>
                </a:cubicBezTo>
                <a:cubicBezTo>
                  <a:pt x="7760573" y="1295640"/>
                  <a:pt x="7768296" y="1288051"/>
                  <a:pt x="7768431" y="1278564"/>
                </a:cubicBezTo>
                <a:cubicBezTo>
                  <a:pt x="7768564" y="1269020"/>
                  <a:pt x="7760937" y="1261143"/>
                  <a:pt x="7751374" y="1261008"/>
                </a:cubicBezTo>
                <a:close/>
                <a:moveTo>
                  <a:pt x="6574068" y="1720535"/>
                </a:moveTo>
                <a:cubicBezTo>
                  <a:pt x="6565731" y="1723927"/>
                  <a:pt x="6561744" y="1733453"/>
                  <a:pt x="6565156" y="1741771"/>
                </a:cubicBezTo>
                <a:cubicBezTo>
                  <a:pt x="6567724" y="1748075"/>
                  <a:pt x="6573819" y="1751909"/>
                  <a:pt x="6580239" y="1751909"/>
                </a:cubicBezTo>
                <a:cubicBezTo>
                  <a:pt x="6582290" y="1751909"/>
                  <a:pt x="6584379" y="1751506"/>
                  <a:pt x="6586391" y="1750682"/>
                </a:cubicBezTo>
                <a:cubicBezTo>
                  <a:pt x="6594728" y="1747290"/>
                  <a:pt x="6598715" y="1737784"/>
                  <a:pt x="6595302" y="1729447"/>
                </a:cubicBezTo>
                <a:cubicBezTo>
                  <a:pt x="6591911" y="1721129"/>
                  <a:pt x="6582404" y="1717124"/>
                  <a:pt x="6574068" y="1720535"/>
                </a:cubicBezTo>
                <a:close/>
                <a:moveTo>
                  <a:pt x="7065907" y="1528479"/>
                </a:moveTo>
                <a:cubicBezTo>
                  <a:pt x="7057378" y="1531374"/>
                  <a:pt x="7052837" y="1540630"/>
                  <a:pt x="7055731" y="1549139"/>
                </a:cubicBezTo>
                <a:cubicBezTo>
                  <a:pt x="7058030" y="1555925"/>
                  <a:pt x="7064355" y="1560198"/>
                  <a:pt x="7071139" y="1560198"/>
                </a:cubicBezTo>
                <a:cubicBezTo>
                  <a:pt x="7072884" y="1560198"/>
                  <a:pt x="7074647" y="1559910"/>
                  <a:pt x="7076390" y="1559317"/>
                </a:cubicBezTo>
                <a:cubicBezTo>
                  <a:pt x="7084901" y="1556423"/>
                  <a:pt x="7089462" y="1547166"/>
                  <a:pt x="7086567" y="1538656"/>
                </a:cubicBezTo>
                <a:cubicBezTo>
                  <a:pt x="7083674" y="1530127"/>
                  <a:pt x="7074416" y="1525566"/>
                  <a:pt x="7065907" y="1528479"/>
                </a:cubicBezTo>
                <a:close/>
                <a:moveTo>
                  <a:pt x="1584110" y="3667904"/>
                </a:moveTo>
                <a:cubicBezTo>
                  <a:pt x="1581312" y="3667884"/>
                  <a:pt x="1579051" y="3670146"/>
                  <a:pt x="1579051" y="3672943"/>
                </a:cubicBezTo>
                <a:cubicBezTo>
                  <a:pt x="1579032" y="3675723"/>
                  <a:pt x="1581293" y="3677984"/>
                  <a:pt x="1584091" y="3677984"/>
                </a:cubicBezTo>
                <a:cubicBezTo>
                  <a:pt x="1586870" y="3677984"/>
                  <a:pt x="1589132" y="3675742"/>
                  <a:pt x="1589132" y="3672963"/>
                </a:cubicBezTo>
                <a:cubicBezTo>
                  <a:pt x="1589151" y="3670164"/>
                  <a:pt x="1586890" y="3667904"/>
                  <a:pt x="1584110" y="3667904"/>
                </a:cubicBezTo>
                <a:close/>
                <a:moveTo>
                  <a:pt x="2012227" y="3500629"/>
                </a:moveTo>
                <a:cubicBezTo>
                  <a:pt x="2008969" y="3501395"/>
                  <a:pt x="2006957" y="3504673"/>
                  <a:pt x="2007723" y="3507931"/>
                </a:cubicBezTo>
                <a:cubicBezTo>
                  <a:pt x="2008394" y="3510729"/>
                  <a:pt x="2010885" y="3512607"/>
                  <a:pt x="2013626" y="3512607"/>
                </a:cubicBezTo>
                <a:cubicBezTo>
                  <a:pt x="2014086" y="3512607"/>
                  <a:pt x="2014565" y="3512549"/>
                  <a:pt x="2015045" y="3512435"/>
                </a:cubicBezTo>
                <a:cubicBezTo>
                  <a:pt x="2018302" y="3511668"/>
                  <a:pt x="2020314" y="3508391"/>
                  <a:pt x="2019548" y="3505133"/>
                </a:cubicBezTo>
                <a:cubicBezTo>
                  <a:pt x="2018763" y="3501875"/>
                  <a:pt x="2015504" y="3499862"/>
                  <a:pt x="2012227" y="3500629"/>
                </a:cubicBezTo>
                <a:close/>
                <a:moveTo>
                  <a:pt x="6181926" y="1872938"/>
                </a:moveTo>
                <a:cubicBezTo>
                  <a:pt x="6173436" y="1875928"/>
                  <a:pt x="6168971" y="1885222"/>
                  <a:pt x="6171941" y="1893713"/>
                </a:cubicBezTo>
                <a:cubicBezTo>
                  <a:pt x="6174299" y="1900401"/>
                  <a:pt x="6180585" y="1904599"/>
                  <a:pt x="6187311" y="1904599"/>
                </a:cubicBezTo>
                <a:cubicBezTo>
                  <a:pt x="6189114" y="1904599"/>
                  <a:pt x="6190915" y="1904311"/>
                  <a:pt x="6192717" y="1903678"/>
                </a:cubicBezTo>
                <a:cubicBezTo>
                  <a:pt x="6201206" y="1900689"/>
                  <a:pt x="6205672" y="1891394"/>
                  <a:pt x="6202682" y="1882923"/>
                </a:cubicBezTo>
                <a:cubicBezTo>
                  <a:pt x="6199712" y="1874414"/>
                  <a:pt x="6190398" y="1869948"/>
                  <a:pt x="6181926" y="1872938"/>
                </a:cubicBezTo>
                <a:close/>
                <a:moveTo>
                  <a:pt x="6671638" y="1680633"/>
                </a:moveTo>
                <a:cubicBezTo>
                  <a:pt x="6663321" y="1684025"/>
                  <a:pt x="6659315" y="1693531"/>
                  <a:pt x="6662726" y="1701868"/>
                </a:cubicBezTo>
                <a:cubicBezTo>
                  <a:pt x="6665295" y="1708174"/>
                  <a:pt x="6671389" y="1712007"/>
                  <a:pt x="6677810" y="1712007"/>
                </a:cubicBezTo>
                <a:cubicBezTo>
                  <a:pt x="6679860" y="1712007"/>
                  <a:pt x="6681949" y="1711604"/>
                  <a:pt x="6683962" y="1710779"/>
                </a:cubicBezTo>
                <a:cubicBezTo>
                  <a:pt x="6692299" y="1707387"/>
                  <a:pt x="6696285" y="1697882"/>
                  <a:pt x="6692873" y="1689544"/>
                </a:cubicBezTo>
                <a:cubicBezTo>
                  <a:pt x="6689481" y="1681227"/>
                  <a:pt x="6679975" y="1677222"/>
                  <a:pt x="6671638" y="1680633"/>
                </a:cubicBezTo>
                <a:close/>
                <a:moveTo>
                  <a:pt x="3757939" y="2817423"/>
                </a:moveTo>
                <a:cubicBezTo>
                  <a:pt x="3754622" y="2817922"/>
                  <a:pt x="3752342" y="2821008"/>
                  <a:pt x="3752840" y="2824323"/>
                </a:cubicBezTo>
                <a:cubicBezTo>
                  <a:pt x="3753299" y="2827332"/>
                  <a:pt x="3755888" y="2829498"/>
                  <a:pt x="3758838" y="2829498"/>
                </a:cubicBezTo>
                <a:cubicBezTo>
                  <a:pt x="3759145" y="2829498"/>
                  <a:pt x="3759453" y="2829478"/>
                  <a:pt x="3759758" y="2829421"/>
                </a:cubicBezTo>
                <a:cubicBezTo>
                  <a:pt x="3763073" y="2828923"/>
                  <a:pt x="3765354" y="2825838"/>
                  <a:pt x="3764838" y="2822521"/>
                </a:cubicBezTo>
                <a:cubicBezTo>
                  <a:pt x="3764338" y="2819206"/>
                  <a:pt x="3761254" y="2816925"/>
                  <a:pt x="3757939" y="2817423"/>
                </a:cubicBezTo>
                <a:close/>
                <a:moveTo>
                  <a:pt x="8269943" y="1055729"/>
                </a:moveTo>
                <a:cubicBezTo>
                  <a:pt x="8265598" y="1058105"/>
                  <a:pt x="8262158" y="1062140"/>
                  <a:pt x="8260654" y="1067266"/>
                </a:cubicBezTo>
                <a:cubicBezTo>
                  <a:pt x="8257644" y="1077539"/>
                  <a:pt x="8263528" y="1088291"/>
                  <a:pt x="8273781" y="1091300"/>
                </a:cubicBezTo>
                <a:cubicBezTo>
                  <a:pt x="8275602" y="1091836"/>
                  <a:pt x="8277424" y="1092085"/>
                  <a:pt x="8279225" y="1092085"/>
                </a:cubicBezTo>
                <a:cubicBezTo>
                  <a:pt x="8287599" y="1092085"/>
                  <a:pt x="8295323" y="1086604"/>
                  <a:pt x="8297795" y="1078172"/>
                </a:cubicBezTo>
                <a:cubicBezTo>
                  <a:pt x="8300805" y="1067918"/>
                  <a:pt x="8294940" y="1057166"/>
                  <a:pt x="8284667" y="1054138"/>
                </a:cubicBezTo>
                <a:cubicBezTo>
                  <a:pt x="8279540" y="1052633"/>
                  <a:pt x="8274289" y="1053352"/>
                  <a:pt x="8269943" y="1055729"/>
                </a:cubicBezTo>
                <a:close/>
                <a:moveTo>
                  <a:pt x="6769362" y="1640884"/>
                </a:moveTo>
                <a:cubicBezTo>
                  <a:pt x="6761025" y="1644257"/>
                  <a:pt x="6757001" y="1653763"/>
                  <a:pt x="6760354" y="1662100"/>
                </a:cubicBezTo>
                <a:cubicBezTo>
                  <a:pt x="6762923" y="1668444"/>
                  <a:pt x="6769036" y="1672296"/>
                  <a:pt x="6775476" y="1672296"/>
                </a:cubicBezTo>
                <a:cubicBezTo>
                  <a:pt x="6777508" y="1672296"/>
                  <a:pt x="6779558" y="1671913"/>
                  <a:pt x="6781571" y="1671107"/>
                </a:cubicBezTo>
                <a:cubicBezTo>
                  <a:pt x="6789907" y="1667735"/>
                  <a:pt x="6793952" y="1658229"/>
                  <a:pt x="6790578" y="1649891"/>
                </a:cubicBezTo>
                <a:cubicBezTo>
                  <a:pt x="6787205" y="1641554"/>
                  <a:pt x="6777719" y="1637511"/>
                  <a:pt x="6769362" y="1640884"/>
                </a:cubicBezTo>
                <a:close/>
                <a:moveTo>
                  <a:pt x="6966171" y="1563954"/>
                </a:moveTo>
                <a:cubicBezTo>
                  <a:pt x="6957738" y="1567078"/>
                  <a:pt x="6953426" y="1576450"/>
                  <a:pt x="6956550" y="1584883"/>
                </a:cubicBezTo>
                <a:cubicBezTo>
                  <a:pt x="6958984" y="1591457"/>
                  <a:pt x="6965213" y="1595519"/>
                  <a:pt x="6971825" y="1595520"/>
                </a:cubicBezTo>
                <a:cubicBezTo>
                  <a:pt x="6973703" y="1595520"/>
                  <a:pt x="6975619" y="1595194"/>
                  <a:pt x="6977478" y="1594504"/>
                </a:cubicBezTo>
                <a:cubicBezTo>
                  <a:pt x="6985911" y="1591380"/>
                  <a:pt x="6990223" y="1582008"/>
                  <a:pt x="6987099" y="1573575"/>
                </a:cubicBezTo>
                <a:cubicBezTo>
                  <a:pt x="6983976" y="1565123"/>
                  <a:pt x="6974603" y="1560830"/>
                  <a:pt x="6966171" y="1563954"/>
                </a:cubicBezTo>
                <a:close/>
                <a:moveTo>
                  <a:pt x="6867393" y="1601749"/>
                </a:moveTo>
                <a:cubicBezTo>
                  <a:pt x="6859037" y="1605045"/>
                  <a:pt x="6854916" y="1614493"/>
                  <a:pt x="6858213" y="1622869"/>
                </a:cubicBezTo>
                <a:cubicBezTo>
                  <a:pt x="6860742" y="1629288"/>
                  <a:pt x="6866876" y="1633199"/>
                  <a:pt x="6873373" y="1633199"/>
                </a:cubicBezTo>
                <a:cubicBezTo>
                  <a:pt x="6875366" y="1633199"/>
                  <a:pt x="6877378" y="1632834"/>
                  <a:pt x="6879333" y="1632068"/>
                </a:cubicBezTo>
                <a:cubicBezTo>
                  <a:pt x="6887708" y="1628753"/>
                  <a:pt x="6891829" y="1619304"/>
                  <a:pt x="6888532" y="1610929"/>
                </a:cubicBezTo>
                <a:cubicBezTo>
                  <a:pt x="6885236" y="1602553"/>
                  <a:pt x="6875768" y="1598452"/>
                  <a:pt x="6867393" y="1601749"/>
                </a:cubicBezTo>
                <a:close/>
                <a:moveTo>
                  <a:pt x="8663695" y="900162"/>
                </a:moveTo>
                <a:cubicBezTo>
                  <a:pt x="8658679" y="902364"/>
                  <a:pt x="8654501" y="906480"/>
                  <a:pt x="8652355" y="911990"/>
                </a:cubicBezTo>
                <a:cubicBezTo>
                  <a:pt x="8648061" y="922990"/>
                  <a:pt x="8653504" y="935390"/>
                  <a:pt x="8664525" y="939703"/>
                </a:cubicBezTo>
                <a:cubicBezTo>
                  <a:pt x="8667073" y="940680"/>
                  <a:pt x="8669699" y="941159"/>
                  <a:pt x="8672286" y="941159"/>
                </a:cubicBezTo>
                <a:lnTo>
                  <a:pt x="8679380" y="936314"/>
                </a:lnTo>
                <a:lnTo>
                  <a:pt x="8665256" y="900130"/>
                </a:lnTo>
                <a:close/>
                <a:moveTo>
                  <a:pt x="6082478" y="1906535"/>
                </a:moveTo>
                <a:cubicBezTo>
                  <a:pt x="6073911" y="1909313"/>
                  <a:pt x="6069215" y="1918493"/>
                  <a:pt x="6071994" y="1927060"/>
                </a:cubicBezTo>
                <a:cubicBezTo>
                  <a:pt x="6074236" y="1933941"/>
                  <a:pt x="6080618" y="1938329"/>
                  <a:pt x="6087499" y="1938329"/>
                </a:cubicBezTo>
                <a:cubicBezTo>
                  <a:pt x="6089147" y="1938329"/>
                  <a:pt x="6090853" y="1938061"/>
                  <a:pt x="6092520" y="1937525"/>
                </a:cubicBezTo>
                <a:cubicBezTo>
                  <a:pt x="6101068" y="1934765"/>
                  <a:pt x="6105764" y="1925565"/>
                  <a:pt x="6102984" y="1917017"/>
                </a:cubicBezTo>
                <a:cubicBezTo>
                  <a:pt x="6100224" y="1908451"/>
                  <a:pt x="6091025" y="1903756"/>
                  <a:pt x="6082478" y="1906535"/>
                </a:cubicBezTo>
                <a:close/>
                <a:moveTo>
                  <a:pt x="4833034" y="2392509"/>
                </a:moveTo>
                <a:cubicBezTo>
                  <a:pt x="4826691" y="2390248"/>
                  <a:pt x="4819716" y="2393564"/>
                  <a:pt x="4817455" y="2399907"/>
                </a:cubicBezTo>
                <a:cubicBezTo>
                  <a:pt x="4815195" y="2406251"/>
                  <a:pt x="4818490" y="2413227"/>
                  <a:pt x="4824853" y="2415488"/>
                </a:cubicBezTo>
                <a:cubicBezTo>
                  <a:pt x="4826195" y="2415986"/>
                  <a:pt x="4827574" y="2416197"/>
                  <a:pt x="4828936" y="2416197"/>
                </a:cubicBezTo>
                <a:cubicBezTo>
                  <a:pt x="4833956" y="2416197"/>
                  <a:pt x="4838651" y="2413093"/>
                  <a:pt x="4840434" y="2408090"/>
                </a:cubicBezTo>
                <a:cubicBezTo>
                  <a:pt x="4842697" y="2401747"/>
                  <a:pt x="4839381" y="2394770"/>
                  <a:pt x="4833034" y="2392509"/>
                </a:cubicBezTo>
                <a:close/>
                <a:moveTo>
                  <a:pt x="2744226" y="3206653"/>
                </a:moveTo>
                <a:cubicBezTo>
                  <a:pt x="2741218" y="3208166"/>
                  <a:pt x="2740030" y="3211807"/>
                  <a:pt x="2741524" y="3214797"/>
                </a:cubicBezTo>
                <a:cubicBezTo>
                  <a:pt x="2742597" y="3216924"/>
                  <a:pt x="2744744" y="3218132"/>
                  <a:pt x="2746948" y="3218132"/>
                </a:cubicBezTo>
                <a:cubicBezTo>
                  <a:pt x="2747869" y="3218132"/>
                  <a:pt x="2748808" y="3217940"/>
                  <a:pt x="2749670" y="3217480"/>
                </a:cubicBezTo>
                <a:cubicBezTo>
                  <a:pt x="2752679" y="3215986"/>
                  <a:pt x="2753867" y="3212325"/>
                  <a:pt x="2752372" y="3209335"/>
                </a:cubicBezTo>
                <a:cubicBezTo>
                  <a:pt x="2750858" y="3206345"/>
                  <a:pt x="2747217" y="3205138"/>
                  <a:pt x="2744226" y="3206653"/>
                </a:cubicBezTo>
                <a:close/>
                <a:moveTo>
                  <a:pt x="4188371" y="2642157"/>
                </a:moveTo>
                <a:cubicBezTo>
                  <a:pt x="4183886" y="2641927"/>
                  <a:pt x="4180072" y="2645358"/>
                  <a:pt x="4179824" y="2649823"/>
                </a:cubicBezTo>
                <a:cubicBezTo>
                  <a:pt x="4179573" y="2654308"/>
                  <a:pt x="4183005" y="2658121"/>
                  <a:pt x="4187490" y="2658371"/>
                </a:cubicBezTo>
                <a:lnTo>
                  <a:pt x="4187930" y="2658371"/>
                </a:lnTo>
                <a:cubicBezTo>
                  <a:pt x="4192204" y="2658371"/>
                  <a:pt x="4195788" y="2655036"/>
                  <a:pt x="4196020" y="2650705"/>
                </a:cubicBezTo>
                <a:cubicBezTo>
                  <a:pt x="4196268" y="2646239"/>
                  <a:pt x="4192836" y="2642406"/>
                  <a:pt x="4188371" y="2642157"/>
                </a:cubicBezTo>
                <a:close/>
                <a:moveTo>
                  <a:pt x="4675267" y="2449124"/>
                </a:moveTo>
                <a:cubicBezTo>
                  <a:pt x="4669383" y="2447264"/>
                  <a:pt x="4663096" y="2450523"/>
                  <a:pt x="4661238" y="2456407"/>
                </a:cubicBezTo>
                <a:cubicBezTo>
                  <a:pt x="4659359" y="2462290"/>
                  <a:pt x="4662600" y="2468576"/>
                  <a:pt x="4668502" y="2470435"/>
                </a:cubicBezTo>
                <a:cubicBezTo>
                  <a:pt x="4669612" y="2470800"/>
                  <a:pt x="4670763" y="2470972"/>
                  <a:pt x="4671895" y="2470972"/>
                </a:cubicBezTo>
                <a:cubicBezTo>
                  <a:pt x="4676627" y="2470972"/>
                  <a:pt x="4681017" y="2467925"/>
                  <a:pt x="4682532" y="2463172"/>
                </a:cubicBezTo>
                <a:cubicBezTo>
                  <a:pt x="4684408" y="2457288"/>
                  <a:pt x="4681150" y="2451002"/>
                  <a:pt x="4675267" y="2449124"/>
                </a:cubicBezTo>
                <a:close/>
                <a:moveTo>
                  <a:pt x="4980580" y="2329762"/>
                </a:moveTo>
                <a:cubicBezTo>
                  <a:pt x="4977562" y="2331295"/>
                  <a:pt x="4975128" y="2333978"/>
                  <a:pt x="4973997" y="2337447"/>
                </a:cubicBezTo>
                <a:cubicBezTo>
                  <a:pt x="4971736" y="2344404"/>
                  <a:pt x="4975530" y="2351860"/>
                  <a:pt x="4982466" y="2354121"/>
                </a:cubicBezTo>
                <a:cubicBezTo>
                  <a:pt x="4983830" y="2354561"/>
                  <a:pt x="4985208" y="2354772"/>
                  <a:pt x="4986569" y="2354772"/>
                </a:cubicBezTo>
                <a:cubicBezTo>
                  <a:pt x="4992146" y="2354772"/>
                  <a:pt x="4997321" y="2351227"/>
                  <a:pt x="4999140" y="2345650"/>
                </a:cubicBezTo>
                <a:cubicBezTo>
                  <a:pt x="5001404" y="2338693"/>
                  <a:pt x="4997609" y="2331238"/>
                  <a:pt x="4990671" y="2328976"/>
                </a:cubicBezTo>
                <a:cubicBezTo>
                  <a:pt x="4987201" y="2327845"/>
                  <a:pt x="4983598" y="2328228"/>
                  <a:pt x="4980580" y="2329762"/>
                </a:cubicBezTo>
                <a:close/>
                <a:moveTo>
                  <a:pt x="5982189" y="1937467"/>
                </a:moveTo>
                <a:cubicBezTo>
                  <a:pt x="5973563" y="1939997"/>
                  <a:pt x="5968599" y="1949043"/>
                  <a:pt x="5971129" y="1957667"/>
                </a:cubicBezTo>
                <a:cubicBezTo>
                  <a:pt x="5973198" y="1964777"/>
                  <a:pt x="5979716" y="1969396"/>
                  <a:pt x="5986769" y="1969396"/>
                </a:cubicBezTo>
                <a:cubicBezTo>
                  <a:pt x="5988282" y="1969397"/>
                  <a:pt x="5989815" y="1969186"/>
                  <a:pt x="5991331" y="1968745"/>
                </a:cubicBezTo>
                <a:cubicBezTo>
                  <a:pt x="5999973" y="1966215"/>
                  <a:pt x="6004918" y="1957169"/>
                  <a:pt x="6002406" y="1948526"/>
                </a:cubicBezTo>
                <a:cubicBezTo>
                  <a:pt x="5999877" y="1939902"/>
                  <a:pt x="5990830" y="1934937"/>
                  <a:pt x="5982189" y="1937467"/>
                </a:cubicBezTo>
                <a:close/>
                <a:moveTo>
                  <a:pt x="5402265" y="2162188"/>
                </a:moveTo>
                <a:cubicBezTo>
                  <a:pt x="5399433" y="2164883"/>
                  <a:pt x="5397627" y="2168658"/>
                  <a:pt x="5397513" y="2172875"/>
                </a:cubicBezTo>
                <a:cubicBezTo>
                  <a:pt x="5397300" y="2181288"/>
                  <a:pt x="5403970" y="2188302"/>
                  <a:pt x="5412403" y="2188513"/>
                </a:cubicBezTo>
                <a:lnTo>
                  <a:pt x="5412787" y="2188513"/>
                </a:lnTo>
                <a:cubicBezTo>
                  <a:pt x="5421047" y="2188513"/>
                  <a:pt x="5427831" y="2181940"/>
                  <a:pt x="5428042" y="2173642"/>
                </a:cubicBezTo>
                <a:cubicBezTo>
                  <a:pt x="5428254" y="2165209"/>
                  <a:pt x="5421584" y="2158194"/>
                  <a:pt x="5413172" y="2157984"/>
                </a:cubicBezTo>
                <a:cubicBezTo>
                  <a:pt x="5408954" y="2157878"/>
                  <a:pt x="5405097" y="2159493"/>
                  <a:pt x="5402265" y="2162188"/>
                </a:cubicBezTo>
                <a:close/>
                <a:moveTo>
                  <a:pt x="4352791" y="2571092"/>
                </a:moveTo>
                <a:cubicBezTo>
                  <a:pt x="4347788" y="2570421"/>
                  <a:pt x="4343188" y="2573928"/>
                  <a:pt x="4342518" y="2578910"/>
                </a:cubicBezTo>
                <a:cubicBezTo>
                  <a:pt x="4341828" y="2583912"/>
                  <a:pt x="4345334" y="2588512"/>
                  <a:pt x="4350337" y="2589183"/>
                </a:cubicBezTo>
                <a:cubicBezTo>
                  <a:pt x="4350760" y="2589240"/>
                  <a:pt x="4351161" y="2589279"/>
                  <a:pt x="4351584" y="2589279"/>
                </a:cubicBezTo>
                <a:cubicBezTo>
                  <a:pt x="4356067" y="2589279"/>
                  <a:pt x="4359995" y="2585944"/>
                  <a:pt x="4360629" y="2581364"/>
                </a:cubicBezTo>
                <a:cubicBezTo>
                  <a:pt x="4361300" y="2576362"/>
                  <a:pt x="4357793" y="2571762"/>
                  <a:pt x="4352791" y="2571092"/>
                </a:cubicBezTo>
                <a:close/>
                <a:moveTo>
                  <a:pt x="8008917" y="1143202"/>
                </a:moveTo>
                <a:cubicBezTo>
                  <a:pt x="8005088" y="1145916"/>
                  <a:pt x="8002295" y="1150089"/>
                  <a:pt x="8001443" y="1155082"/>
                </a:cubicBezTo>
                <a:cubicBezTo>
                  <a:pt x="7999737" y="1165067"/>
                  <a:pt x="8006463" y="1174535"/>
                  <a:pt x="8016430" y="1176240"/>
                </a:cubicBezTo>
                <a:cubicBezTo>
                  <a:pt x="8017484" y="1176412"/>
                  <a:pt x="8018518" y="1176490"/>
                  <a:pt x="8019535" y="1176490"/>
                </a:cubicBezTo>
                <a:cubicBezTo>
                  <a:pt x="8028313" y="1176490"/>
                  <a:pt x="8036074" y="1170184"/>
                  <a:pt x="8037589" y="1161234"/>
                </a:cubicBezTo>
                <a:cubicBezTo>
                  <a:pt x="8039294" y="1151248"/>
                  <a:pt x="8032567" y="1141781"/>
                  <a:pt x="8022602" y="1140075"/>
                </a:cubicBezTo>
                <a:cubicBezTo>
                  <a:pt x="8017608" y="1139232"/>
                  <a:pt x="8012745" y="1140487"/>
                  <a:pt x="8008917" y="1143202"/>
                </a:cubicBezTo>
                <a:close/>
                <a:moveTo>
                  <a:pt x="4515275" y="2506888"/>
                </a:moveTo>
                <a:cubicBezTo>
                  <a:pt x="4509813" y="2505641"/>
                  <a:pt x="4504352" y="2509054"/>
                  <a:pt x="4503124" y="2514534"/>
                </a:cubicBezTo>
                <a:cubicBezTo>
                  <a:pt x="4501879" y="2519997"/>
                  <a:pt x="4505289" y="2525440"/>
                  <a:pt x="4510771" y="2526685"/>
                </a:cubicBezTo>
                <a:cubicBezTo>
                  <a:pt x="4511520" y="2526858"/>
                  <a:pt x="4512285" y="2526935"/>
                  <a:pt x="4513031" y="2526935"/>
                </a:cubicBezTo>
                <a:cubicBezTo>
                  <a:pt x="4517669" y="2526935"/>
                  <a:pt x="4521849" y="2523753"/>
                  <a:pt x="4522922" y="2519038"/>
                </a:cubicBezTo>
                <a:cubicBezTo>
                  <a:pt x="4524167" y="2513557"/>
                  <a:pt x="4520736" y="2508114"/>
                  <a:pt x="4515275" y="2506888"/>
                </a:cubicBezTo>
                <a:close/>
                <a:moveTo>
                  <a:pt x="1915634" y="3520791"/>
                </a:moveTo>
                <a:cubicBezTo>
                  <a:pt x="1912337" y="3521385"/>
                  <a:pt x="1910152" y="3524547"/>
                  <a:pt x="1910747" y="3527843"/>
                </a:cubicBezTo>
                <a:cubicBezTo>
                  <a:pt x="1911264" y="3530776"/>
                  <a:pt x="1913833" y="3532846"/>
                  <a:pt x="1916707" y="3532846"/>
                </a:cubicBezTo>
                <a:cubicBezTo>
                  <a:pt x="1917072" y="3532846"/>
                  <a:pt x="1917434" y="3532807"/>
                  <a:pt x="1917800" y="3532749"/>
                </a:cubicBezTo>
                <a:cubicBezTo>
                  <a:pt x="1921076" y="3532156"/>
                  <a:pt x="1923280" y="3528994"/>
                  <a:pt x="1922687" y="3525697"/>
                </a:cubicBezTo>
                <a:cubicBezTo>
                  <a:pt x="1922092" y="3522401"/>
                  <a:pt x="1918930" y="3520196"/>
                  <a:pt x="1915634" y="3520791"/>
                </a:cubicBezTo>
                <a:close/>
                <a:moveTo>
                  <a:pt x="2832559" y="3161997"/>
                </a:moveTo>
                <a:cubicBezTo>
                  <a:pt x="2829570" y="3163511"/>
                  <a:pt x="2828382" y="3167172"/>
                  <a:pt x="2829897" y="3170162"/>
                </a:cubicBezTo>
                <a:cubicBezTo>
                  <a:pt x="2830970" y="3172270"/>
                  <a:pt x="2833096" y="3173496"/>
                  <a:pt x="2835319" y="3173496"/>
                </a:cubicBezTo>
                <a:cubicBezTo>
                  <a:pt x="2836240" y="3173496"/>
                  <a:pt x="2837160" y="3173285"/>
                  <a:pt x="2838042" y="3172825"/>
                </a:cubicBezTo>
                <a:cubicBezTo>
                  <a:pt x="2841031" y="3171330"/>
                  <a:pt x="2842239" y="3167670"/>
                  <a:pt x="2840723" y="3164680"/>
                </a:cubicBezTo>
                <a:cubicBezTo>
                  <a:pt x="2839210" y="3161690"/>
                  <a:pt x="2835549" y="3160482"/>
                  <a:pt x="2832559" y="3161997"/>
                </a:cubicBezTo>
                <a:close/>
                <a:moveTo>
                  <a:pt x="909835" y="3910000"/>
                </a:moveTo>
                <a:cubicBezTo>
                  <a:pt x="909298" y="3910958"/>
                  <a:pt x="909663" y="3912165"/>
                  <a:pt x="910622" y="3912682"/>
                </a:cubicBezTo>
                <a:cubicBezTo>
                  <a:pt x="910929" y="3912836"/>
                  <a:pt x="911255" y="3912912"/>
                  <a:pt x="911561" y="3912912"/>
                </a:cubicBezTo>
                <a:cubicBezTo>
                  <a:pt x="912271" y="3912912"/>
                  <a:pt x="912961" y="3912548"/>
                  <a:pt x="913305" y="3911878"/>
                </a:cubicBezTo>
                <a:cubicBezTo>
                  <a:pt x="913842" y="3910920"/>
                  <a:pt x="913477" y="3909712"/>
                  <a:pt x="912519" y="3909195"/>
                </a:cubicBezTo>
                <a:cubicBezTo>
                  <a:pt x="911542" y="3908677"/>
                  <a:pt x="910354" y="3909022"/>
                  <a:pt x="909835" y="3910000"/>
                </a:cubicBezTo>
                <a:close/>
                <a:moveTo>
                  <a:pt x="3660138" y="2834941"/>
                </a:moveTo>
                <a:cubicBezTo>
                  <a:pt x="3656861" y="2835612"/>
                  <a:pt x="3654732" y="2838812"/>
                  <a:pt x="3655423" y="2842109"/>
                </a:cubicBezTo>
                <a:cubicBezTo>
                  <a:pt x="3656017" y="2844983"/>
                  <a:pt x="3658546" y="2846957"/>
                  <a:pt x="3661364" y="2846957"/>
                </a:cubicBezTo>
                <a:cubicBezTo>
                  <a:pt x="3661767" y="2846957"/>
                  <a:pt x="3662169" y="2846900"/>
                  <a:pt x="3662591" y="2846824"/>
                </a:cubicBezTo>
                <a:cubicBezTo>
                  <a:pt x="3665886" y="2846133"/>
                  <a:pt x="3667995" y="2842933"/>
                  <a:pt x="3667305" y="2839655"/>
                </a:cubicBezTo>
                <a:cubicBezTo>
                  <a:pt x="3666635" y="2836359"/>
                  <a:pt x="3663414" y="2834251"/>
                  <a:pt x="3660138" y="2834941"/>
                </a:cubicBezTo>
                <a:close/>
                <a:moveTo>
                  <a:pt x="5881073" y="1965199"/>
                </a:moveTo>
                <a:cubicBezTo>
                  <a:pt x="5872353" y="1967423"/>
                  <a:pt x="5867101" y="1976296"/>
                  <a:pt x="5869326" y="1985016"/>
                </a:cubicBezTo>
                <a:cubicBezTo>
                  <a:pt x="5871203" y="1992376"/>
                  <a:pt x="5877834" y="1997282"/>
                  <a:pt x="5885098" y="1997282"/>
                </a:cubicBezTo>
                <a:cubicBezTo>
                  <a:pt x="5886438" y="1997283"/>
                  <a:pt x="5887779" y="1997109"/>
                  <a:pt x="5889140" y="1996764"/>
                </a:cubicBezTo>
                <a:cubicBezTo>
                  <a:pt x="5897862" y="1994541"/>
                  <a:pt x="5903113" y="1985668"/>
                  <a:pt x="5900890" y="1976947"/>
                </a:cubicBezTo>
                <a:cubicBezTo>
                  <a:pt x="5898667" y="1968227"/>
                  <a:pt x="5889792" y="1962976"/>
                  <a:pt x="5881073" y="1965199"/>
                </a:cubicBezTo>
                <a:close/>
                <a:moveTo>
                  <a:pt x="5138924" y="2252164"/>
                </a:moveTo>
                <a:cubicBezTo>
                  <a:pt x="5135829" y="2254093"/>
                  <a:pt x="5133472" y="2257203"/>
                  <a:pt x="5132589" y="2261036"/>
                </a:cubicBezTo>
                <a:cubicBezTo>
                  <a:pt x="5130787" y="2268702"/>
                  <a:pt x="5135560" y="2276348"/>
                  <a:pt x="5143228" y="2278131"/>
                </a:cubicBezTo>
                <a:cubicBezTo>
                  <a:pt x="5144318" y="2278380"/>
                  <a:pt x="5145412" y="2278495"/>
                  <a:pt x="5146466" y="2278495"/>
                </a:cubicBezTo>
                <a:cubicBezTo>
                  <a:pt x="5152944" y="2278514"/>
                  <a:pt x="5158808" y="2274068"/>
                  <a:pt x="5160340" y="2267475"/>
                </a:cubicBezTo>
                <a:cubicBezTo>
                  <a:pt x="5162105" y="2259809"/>
                  <a:pt x="5157334" y="2252162"/>
                  <a:pt x="5149686" y="2250380"/>
                </a:cubicBezTo>
                <a:cubicBezTo>
                  <a:pt x="5145852" y="2249488"/>
                  <a:pt x="5142020" y="2250236"/>
                  <a:pt x="5138924" y="2252164"/>
                </a:cubicBezTo>
                <a:close/>
                <a:moveTo>
                  <a:pt x="2921046" y="3117495"/>
                </a:moveTo>
                <a:cubicBezTo>
                  <a:pt x="2918038" y="3118989"/>
                  <a:pt x="2916830" y="3122650"/>
                  <a:pt x="2918324" y="3125640"/>
                </a:cubicBezTo>
                <a:cubicBezTo>
                  <a:pt x="2919378" y="3127767"/>
                  <a:pt x="2921525" y="3128994"/>
                  <a:pt x="2923748" y="3128994"/>
                </a:cubicBezTo>
                <a:cubicBezTo>
                  <a:pt x="2924669" y="3128994"/>
                  <a:pt x="2925589" y="3128802"/>
                  <a:pt x="2926470" y="3128362"/>
                </a:cubicBezTo>
                <a:cubicBezTo>
                  <a:pt x="2929460" y="3126867"/>
                  <a:pt x="2930686" y="3123226"/>
                  <a:pt x="2929192" y="3120216"/>
                </a:cubicBezTo>
                <a:cubicBezTo>
                  <a:pt x="2927696" y="3117227"/>
                  <a:pt x="2924035" y="3116001"/>
                  <a:pt x="2921046" y="3117495"/>
                </a:cubicBezTo>
                <a:close/>
                <a:moveTo>
                  <a:pt x="3922817" y="2725391"/>
                </a:moveTo>
                <a:cubicBezTo>
                  <a:pt x="3918908" y="2725717"/>
                  <a:pt x="3916013" y="2729147"/>
                  <a:pt x="3916338" y="2733058"/>
                </a:cubicBezTo>
                <a:cubicBezTo>
                  <a:pt x="3916646" y="2736756"/>
                  <a:pt x="3919750" y="2739554"/>
                  <a:pt x="3923392" y="2739554"/>
                </a:cubicBezTo>
                <a:cubicBezTo>
                  <a:pt x="3923603" y="2739554"/>
                  <a:pt x="3923795" y="2739535"/>
                  <a:pt x="3924005" y="2739535"/>
                </a:cubicBezTo>
                <a:cubicBezTo>
                  <a:pt x="3927896" y="2739190"/>
                  <a:pt x="3930791" y="2735759"/>
                  <a:pt x="3930465" y="2731869"/>
                </a:cubicBezTo>
                <a:cubicBezTo>
                  <a:pt x="3930138" y="2727959"/>
                  <a:pt x="3926709" y="2725066"/>
                  <a:pt x="3922817" y="2725391"/>
                </a:cubicBezTo>
                <a:close/>
                <a:moveTo>
                  <a:pt x="1256595" y="3758651"/>
                </a:moveTo>
                <a:cubicBezTo>
                  <a:pt x="1254429" y="3758114"/>
                  <a:pt x="1252244" y="3759418"/>
                  <a:pt x="1251707" y="3761583"/>
                </a:cubicBezTo>
                <a:cubicBezTo>
                  <a:pt x="1251170" y="3763749"/>
                  <a:pt x="1252474" y="3765934"/>
                  <a:pt x="1254640" y="3766471"/>
                </a:cubicBezTo>
                <a:cubicBezTo>
                  <a:pt x="1254966" y="3766547"/>
                  <a:pt x="1255291" y="3766586"/>
                  <a:pt x="1255617" y="3766586"/>
                </a:cubicBezTo>
                <a:cubicBezTo>
                  <a:pt x="1257419" y="3766586"/>
                  <a:pt x="1259048" y="3765359"/>
                  <a:pt x="1259508" y="3763538"/>
                </a:cubicBezTo>
                <a:cubicBezTo>
                  <a:pt x="1260063" y="3761373"/>
                  <a:pt x="1258742" y="3759188"/>
                  <a:pt x="1256595" y="3758651"/>
                </a:cubicBezTo>
                <a:close/>
                <a:moveTo>
                  <a:pt x="3009915" y="3073721"/>
                </a:moveTo>
                <a:cubicBezTo>
                  <a:pt x="3006906" y="3075178"/>
                  <a:pt x="3005642" y="3078800"/>
                  <a:pt x="3007099" y="3081828"/>
                </a:cubicBezTo>
                <a:cubicBezTo>
                  <a:pt x="3008152" y="3083975"/>
                  <a:pt x="3010318" y="3085240"/>
                  <a:pt x="3012560" y="3085240"/>
                </a:cubicBezTo>
                <a:cubicBezTo>
                  <a:pt x="3013462" y="3085240"/>
                  <a:pt x="3014363" y="3085048"/>
                  <a:pt x="3015206" y="3084627"/>
                </a:cubicBezTo>
                <a:cubicBezTo>
                  <a:pt x="3018233" y="3083169"/>
                  <a:pt x="3019479" y="3079529"/>
                  <a:pt x="3018022" y="3076520"/>
                </a:cubicBezTo>
                <a:cubicBezTo>
                  <a:pt x="3016547" y="3073511"/>
                  <a:pt x="3012924" y="3072246"/>
                  <a:pt x="3009915" y="3073721"/>
                </a:cubicBezTo>
                <a:close/>
                <a:moveTo>
                  <a:pt x="3563410" y="2857479"/>
                </a:moveTo>
                <a:cubicBezTo>
                  <a:pt x="3560152" y="2858323"/>
                  <a:pt x="3558216" y="2861638"/>
                  <a:pt x="3559060" y="2864877"/>
                </a:cubicBezTo>
                <a:cubicBezTo>
                  <a:pt x="3559769" y="2867618"/>
                  <a:pt x="3562222" y="2869439"/>
                  <a:pt x="3564925" y="2869439"/>
                </a:cubicBezTo>
                <a:cubicBezTo>
                  <a:pt x="3565423" y="2869439"/>
                  <a:pt x="3565939" y="2869381"/>
                  <a:pt x="3566457" y="2869246"/>
                </a:cubicBezTo>
                <a:cubicBezTo>
                  <a:pt x="3569697" y="2868403"/>
                  <a:pt x="3571651" y="2865087"/>
                  <a:pt x="3570807" y="2861830"/>
                </a:cubicBezTo>
                <a:cubicBezTo>
                  <a:pt x="3569964" y="2858590"/>
                  <a:pt x="3566648" y="2856655"/>
                  <a:pt x="3563410" y="2857479"/>
                </a:cubicBezTo>
                <a:close/>
                <a:moveTo>
                  <a:pt x="7644124" y="1263098"/>
                </a:moveTo>
                <a:cubicBezTo>
                  <a:pt x="7634579" y="1263615"/>
                  <a:pt x="7627258" y="1271779"/>
                  <a:pt x="7627776" y="1281324"/>
                </a:cubicBezTo>
                <a:cubicBezTo>
                  <a:pt x="7628294" y="1290542"/>
                  <a:pt x="7635941" y="1297691"/>
                  <a:pt x="7645063" y="1297691"/>
                </a:cubicBezTo>
                <a:cubicBezTo>
                  <a:pt x="7645370" y="1297691"/>
                  <a:pt x="7645696" y="1297691"/>
                  <a:pt x="7646021" y="1297672"/>
                </a:cubicBezTo>
                <a:cubicBezTo>
                  <a:pt x="7655566" y="1297136"/>
                  <a:pt x="7662887" y="1288971"/>
                  <a:pt x="7662370" y="1279427"/>
                </a:cubicBezTo>
                <a:cubicBezTo>
                  <a:pt x="7661833" y="1269882"/>
                  <a:pt x="7653669" y="1262561"/>
                  <a:pt x="7644124" y="1263098"/>
                </a:cubicBezTo>
                <a:close/>
                <a:moveTo>
                  <a:pt x="1818082" y="3535394"/>
                </a:moveTo>
                <a:cubicBezTo>
                  <a:pt x="1814767" y="3535778"/>
                  <a:pt x="1812371" y="3538805"/>
                  <a:pt x="1812774" y="3542140"/>
                </a:cubicBezTo>
                <a:cubicBezTo>
                  <a:pt x="1813137" y="3545208"/>
                  <a:pt x="1815764" y="3547488"/>
                  <a:pt x="1818790" y="3547488"/>
                </a:cubicBezTo>
                <a:cubicBezTo>
                  <a:pt x="1819040" y="3547488"/>
                  <a:pt x="1819271" y="3547449"/>
                  <a:pt x="1819519" y="3547449"/>
                </a:cubicBezTo>
                <a:cubicBezTo>
                  <a:pt x="1822834" y="3547047"/>
                  <a:pt x="1825212" y="3544038"/>
                  <a:pt x="1824829" y="3540704"/>
                </a:cubicBezTo>
                <a:cubicBezTo>
                  <a:pt x="1824425" y="3537369"/>
                  <a:pt x="1821417" y="3534992"/>
                  <a:pt x="1818082" y="3535394"/>
                </a:cubicBezTo>
                <a:close/>
                <a:moveTo>
                  <a:pt x="5779093" y="1989118"/>
                </a:moveTo>
                <a:cubicBezTo>
                  <a:pt x="5770298" y="1990977"/>
                  <a:pt x="5764681" y="1999639"/>
                  <a:pt x="5766542" y="2008436"/>
                </a:cubicBezTo>
                <a:cubicBezTo>
                  <a:pt x="5768169" y="2016083"/>
                  <a:pt x="5774934" y="2021334"/>
                  <a:pt x="5782467" y="2021334"/>
                </a:cubicBezTo>
                <a:cubicBezTo>
                  <a:pt x="5783578" y="2021334"/>
                  <a:pt x="5784728" y="2021219"/>
                  <a:pt x="5785858" y="2020970"/>
                </a:cubicBezTo>
                <a:lnTo>
                  <a:pt x="5785879" y="2020970"/>
                </a:lnTo>
                <a:cubicBezTo>
                  <a:pt x="5794677" y="2019111"/>
                  <a:pt x="5800294" y="2010448"/>
                  <a:pt x="5798413" y="2001652"/>
                </a:cubicBezTo>
                <a:cubicBezTo>
                  <a:pt x="5796554" y="1992855"/>
                  <a:pt x="5787890" y="1987240"/>
                  <a:pt x="5779093" y="1989118"/>
                </a:cubicBezTo>
                <a:close/>
                <a:moveTo>
                  <a:pt x="1486233" y="3663897"/>
                </a:moveTo>
                <a:cubicBezTo>
                  <a:pt x="1483454" y="3663668"/>
                  <a:pt x="1481020" y="3665738"/>
                  <a:pt x="1480790" y="3668517"/>
                </a:cubicBezTo>
                <a:cubicBezTo>
                  <a:pt x="1480560" y="3671296"/>
                  <a:pt x="1482630" y="3673729"/>
                  <a:pt x="1485410" y="3673960"/>
                </a:cubicBezTo>
                <a:lnTo>
                  <a:pt x="1485410" y="3673979"/>
                </a:lnTo>
                <a:cubicBezTo>
                  <a:pt x="1485563" y="3673979"/>
                  <a:pt x="1485697" y="3673979"/>
                  <a:pt x="1485831" y="3673979"/>
                </a:cubicBezTo>
                <a:cubicBezTo>
                  <a:pt x="1488437" y="3673979"/>
                  <a:pt x="1490642" y="3671966"/>
                  <a:pt x="1490852" y="3669340"/>
                </a:cubicBezTo>
                <a:cubicBezTo>
                  <a:pt x="1491083" y="3666561"/>
                  <a:pt x="1489013" y="3664127"/>
                  <a:pt x="1486233" y="3663897"/>
                </a:cubicBezTo>
                <a:close/>
                <a:moveTo>
                  <a:pt x="8419230" y="955688"/>
                </a:moveTo>
                <a:cubicBezTo>
                  <a:pt x="8414532" y="957957"/>
                  <a:pt x="8410699" y="962020"/>
                  <a:pt x="8408840" y="967338"/>
                </a:cubicBezTo>
                <a:cubicBezTo>
                  <a:pt x="8405141" y="977956"/>
                  <a:pt x="8410757" y="989589"/>
                  <a:pt x="8421393" y="993289"/>
                </a:cubicBezTo>
                <a:lnTo>
                  <a:pt x="8421413" y="993289"/>
                </a:lnTo>
                <a:cubicBezTo>
                  <a:pt x="8423616" y="994054"/>
                  <a:pt x="8425878" y="994419"/>
                  <a:pt x="8428101" y="994419"/>
                </a:cubicBezTo>
                <a:cubicBezTo>
                  <a:pt x="8436534" y="994419"/>
                  <a:pt x="8444430" y="989167"/>
                  <a:pt x="8447363" y="980754"/>
                </a:cubicBezTo>
                <a:cubicBezTo>
                  <a:pt x="8451061" y="970117"/>
                  <a:pt x="8445446" y="958503"/>
                  <a:pt x="8434809" y="954804"/>
                </a:cubicBezTo>
                <a:cubicBezTo>
                  <a:pt x="8429490" y="952945"/>
                  <a:pt x="8423928" y="953419"/>
                  <a:pt x="8419230" y="955688"/>
                </a:cubicBezTo>
                <a:close/>
                <a:moveTo>
                  <a:pt x="3099418" y="3031155"/>
                </a:moveTo>
                <a:cubicBezTo>
                  <a:pt x="3096390" y="3032574"/>
                  <a:pt x="3095068" y="3036176"/>
                  <a:pt x="3096465" y="3039223"/>
                </a:cubicBezTo>
                <a:cubicBezTo>
                  <a:pt x="3097501" y="3041447"/>
                  <a:pt x="3099687" y="3042730"/>
                  <a:pt x="3101985" y="3042730"/>
                </a:cubicBezTo>
                <a:cubicBezTo>
                  <a:pt x="3102829" y="3042730"/>
                  <a:pt x="3103711" y="3042558"/>
                  <a:pt x="3104535" y="3042175"/>
                </a:cubicBezTo>
                <a:cubicBezTo>
                  <a:pt x="3107562" y="3040757"/>
                  <a:pt x="3108886" y="3037154"/>
                  <a:pt x="3107486" y="3034106"/>
                </a:cubicBezTo>
                <a:cubicBezTo>
                  <a:pt x="3106067" y="3031079"/>
                  <a:pt x="3102465" y="3029756"/>
                  <a:pt x="3099418" y="3031155"/>
                </a:cubicBezTo>
                <a:close/>
                <a:moveTo>
                  <a:pt x="3467908" y="2884732"/>
                </a:moveTo>
                <a:cubicBezTo>
                  <a:pt x="3464709" y="2885729"/>
                  <a:pt x="3462926" y="2889121"/>
                  <a:pt x="3463923" y="2892322"/>
                </a:cubicBezTo>
                <a:cubicBezTo>
                  <a:pt x="3464727" y="2894928"/>
                  <a:pt x="3467124" y="2896596"/>
                  <a:pt x="3469711" y="2896596"/>
                </a:cubicBezTo>
                <a:cubicBezTo>
                  <a:pt x="3470304" y="2896596"/>
                  <a:pt x="3470918" y="2896500"/>
                  <a:pt x="3471513" y="2896327"/>
                </a:cubicBezTo>
                <a:cubicBezTo>
                  <a:pt x="3474714" y="2895331"/>
                  <a:pt x="3476496" y="2891919"/>
                  <a:pt x="3475499" y="2888719"/>
                </a:cubicBezTo>
                <a:cubicBezTo>
                  <a:pt x="3474500" y="2885518"/>
                  <a:pt x="3471109" y="2883735"/>
                  <a:pt x="3467908" y="2884732"/>
                </a:cubicBezTo>
                <a:close/>
                <a:moveTo>
                  <a:pt x="4087523" y="2640375"/>
                </a:moveTo>
                <a:cubicBezTo>
                  <a:pt x="4083039" y="2640451"/>
                  <a:pt x="4079473" y="2644131"/>
                  <a:pt x="4079550" y="2648615"/>
                </a:cubicBezTo>
                <a:cubicBezTo>
                  <a:pt x="4079627" y="2653100"/>
                  <a:pt x="4083308" y="2656665"/>
                  <a:pt x="4087793" y="2656589"/>
                </a:cubicBezTo>
                <a:lnTo>
                  <a:pt x="4087793" y="2656608"/>
                </a:lnTo>
                <a:cubicBezTo>
                  <a:pt x="4092277" y="2656511"/>
                  <a:pt x="4095841" y="2652813"/>
                  <a:pt x="4095765" y="2648347"/>
                </a:cubicBezTo>
                <a:cubicBezTo>
                  <a:pt x="4095688" y="2643863"/>
                  <a:pt x="4091990" y="2640279"/>
                  <a:pt x="4087523" y="2640375"/>
                </a:cubicBezTo>
                <a:close/>
                <a:moveTo>
                  <a:pt x="3189782" y="2990410"/>
                </a:moveTo>
                <a:cubicBezTo>
                  <a:pt x="3186716" y="2991751"/>
                  <a:pt x="3185316" y="2995335"/>
                  <a:pt x="3186658" y="2998401"/>
                </a:cubicBezTo>
                <a:cubicBezTo>
                  <a:pt x="3187655" y="3000682"/>
                  <a:pt x="3189876" y="3002043"/>
                  <a:pt x="3192216" y="3002043"/>
                </a:cubicBezTo>
                <a:cubicBezTo>
                  <a:pt x="3193041" y="3002043"/>
                  <a:pt x="3193864" y="3001871"/>
                  <a:pt x="3194650" y="3001526"/>
                </a:cubicBezTo>
                <a:cubicBezTo>
                  <a:pt x="3197716" y="3000184"/>
                  <a:pt x="3199115" y="2996600"/>
                  <a:pt x="3197774" y="2993534"/>
                </a:cubicBezTo>
                <a:cubicBezTo>
                  <a:pt x="3196433" y="2990468"/>
                  <a:pt x="3192868" y="2989068"/>
                  <a:pt x="3189782" y="2990410"/>
                </a:cubicBezTo>
                <a:close/>
                <a:moveTo>
                  <a:pt x="3373807" y="2916393"/>
                </a:moveTo>
                <a:cubicBezTo>
                  <a:pt x="3370645" y="2917544"/>
                  <a:pt x="3369017" y="2921012"/>
                  <a:pt x="3370165" y="2924174"/>
                </a:cubicBezTo>
                <a:cubicBezTo>
                  <a:pt x="3371067" y="2926627"/>
                  <a:pt x="3373386" y="2928161"/>
                  <a:pt x="3375876" y="2928161"/>
                </a:cubicBezTo>
                <a:cubicBezTo>
                  <a:pt x="3376567" y="2928180"/>
                  <a:pt x="3377257" y="2928046"/>
                  <a:pt x="3377946" y="2927797"/>
                </a:cubicBezTo>
                <a:cubicBezTo>
                  <a:pt x="3381090" y="2926666"/>
                  <a:pt x="3382719" y="2923178"/>
                  <a:pt x="3381569" y="2920035"/>
                </a:cubicBezTo>
                <a:cubicBezTo>
                  <a:pt x="3380439" y="2916892"/>
                  <a:pt x="3376950" y="2915263"/>
                  <a:pt x="3373807" y="2916393"/>
                </a:cubicBezTo>
                <a:close/>
                <a:moveTo>
                  <a:pt x="3281201" y="2951964"/>
                </a:moveTo>
                <a:cubicBezTo>
                  <a:pt x="3278095" y="2953229"/>
                  <a:pt x="3276581" y="2956756"/>
                  <a:pt x="3277847" y="2959861"/>
                </a:cubicBezTo>
                <a:cubicBezTo>
                  <a:pt x="3278786" y="2962236"/>
                  <a:pt x="3281066" y="2963674"/>
                  <a:pt x="3283482" y="2963674"/>
                </a:cubicBezTo>
                <a:cubicBezTo>
                  <a:pt x="3284229" y="2963674"/>
                  <a:pt x="3284996" y="2963520"/>
                  <a:pt x="3285743" y="2963233"/>
                </a:cubicBezTo>
                <a:cubicBezTo>
                  <a:pt x="3288848" y="2961968"/>
                  <a:pt x="3290342" y="2958442"/>
                  <a:pt x="3289096" y="2955337"/>
                </a:cubicBezTo>
                <a:cubicBezTo>
                  <a:pt x="3287851" y="2952213"/>
                  <a:pt x="3284305" y="2950718"/>
                  <a:pt x="3281201" y="2951964"/>
                </a:cubicBezTo>
                <a:close/>
                <a:moveTo>
                  <a:pt x="3823367" y="2736660"/>
                </a:moveTo>
                <a:cubicBezTo>
                  <a:pt x="3819477" y="2737216"/>
                  <a:pt x="3816775" y="2740800"/>
                  <a:pt x="3817330" y="2744672"/>
                </a:cubicBezTo>
                <a:cubicBezTo>
                  <a:pt x="3817830" y="2748217"/>
                  <a:pt x="3820876" y="2750766"/>
                  <a:pt x="3824347" y="2750766"/>
                </a:cubicBezTo>
                <a:cubicBezTo>
                  <a:pt x="3824672" y="2750766"/>
                  <a:pt x="3825017" y="2750747"/>
                  <a:pt x="3825342" y="2750708"/>
                </a:cubicBezTo>
                <a:lnTo>
                  <a:pt x="3825362" y="2750708"/>
                </a:lnTo>
                <a:cubicBezTo>
                  <a:pt x="3829232" y="2750152"/>
                  <a:pt x="3831935" y="2746569"/>
                  <a:pt x="3831379" y="2742679"/>
                </a:cubicBezTo>
                <a:cubicBezTo>
                  <a:pt x="3830823" y="2738807"/>
                  <a:pt x="3827239" y="2736104"/>
                  <a:pt x="3823367" y="2736660"/>
                </a:cubicBezTo>
                <a:close/>
                <a:moveTo>
                  <a:pt x="1032322" y="3824694"/>
                </a:moveTo>
                <a:cubicBezTo>
                  <a:pt x="1031651" y="3826209"/>
                  <a:pt x="1032341" y="3827972"/>
                  <a:pt x="1033855" y="3828642"/>
                </a:cubicBezTo>
                <a:cubicBezTo>
                  <a:pt x="1034239" y="3828815"/>
                  <a:pt x="1034660" y="3828911"/>
                  <a:pt x="1035063" y="3828911"/>
                </a:cubicBezTo>
                <a:cubicBezTo>
                  <a:pt x="1036213" y="3828911"/>
                  <a:pt x="1037305" y="3828240"/>
                  <a:pt x="1037803" y="3827129"/>
                </a:cubicBezTo>
                <a:cubicBezTo>
                  <a:pt x="1038474" y="3825615"/>
                  <a:pt x="1037803" y="3823832"/>
                  <a:pt x="1036289" y="3823162"/>
                </a:cubicBezTo>
                <a:cubicBezTo>
                  <a:pt x="1034776" y="3822491"/>
                  <a:pt x="1032992" y="3823162"/>
                  <a:pt x="1032322" y="3824694"/>
                </a:cubicBezTo>
                <a:close/>
                <a:moveTo>
                  <a:pt x="5676290" y="2008436"/>
                </a:moveTo>
                <a:cubicBezTo>
                  <a:pt x="5667416" y="2009874"/>
                  <a:pt x="5661380" y="2018249"/>
                  <a:pt x="5662818" y="2027123"/>
                </a:cubicBezTo>
                <a:cubicBezTo>
                  <a:pt x="5664121" y="2035114"/>
                  <a:pt x="5671021" y="2040807"/>
                  <a:pt x="5678878" y="2040807"/>
                </a:cubicBezTo>
                <a:cubicBezTo>
                  <a:pt x="5679741" y="2040807"/>
                  <a:pt x="5680625" y="2040730"/>
                  <a:pt x="5681505" y="2040595"/>
                </a:cubicBezTo>
                <a:cubicBezTo>
                  <a:pt x="5690379" y="2039158"/>
                  <a:pt x="5696416" y="2030802"/>
                  <a:pt x="5694977" y="2021910"/>
                </a:cubicBezTo>
                <a:cubicBezTo>
                  <a:pt x="5693538" y="2013036"/>
                  <a:pt x="5685165" y="2006999"/>
                  <a:pt x="5676290" y="2008436"/>
                </a:cubicBezTo>
                <a:close/>
                <a:moveTo>
                  <a:pt x="5298676" y="2154342"/>
                </a:moveTo>
                <a:cubicBezTo>
                  <a:pt x="5295639" y="2156800"/>
                  <a:pt x="5293540" y="2160417"/>
                  <a:pt x="5293100" y="2164615"/>
                </a:cubicBezTo>
                <a:cubicBezTo>
                  <a:pt x="5292238" y="2173009"/>
                  <a:pt x="5298311" y="2180521"/>
                  <a:pt x="5306707" y="2181403"/>
                </a:cubicBezTo>
                <a:cubicBezTo>
                  <a:pt x="5307244" y="2181479"/>
                  <a:pt x="5307780" y="2181479"/>
                  <a:pt x="5308318" y="2181479"/>
                </a:cubicBezTo>
                <a:cubicBezTo>
                  <a:pt x="5316021" y="2181479"/>
                  <a:pt x="5322651" y="2175654"/>
                  <a:pt x="5323476" y="2167796"/>
                </a:cubicBezTo>
                <a:cubicBezTo>
                  <a:pt x="5324358" y="2159420"/>
                  <a:pt x="5318282" y="2151908"/>
                  <a:pt x="5309887" y="2151026"/>
                </a:cubicBezTo>
                <a:cubicBezTo>
                  <a:pt x="5305690" y="2150585"/>
                  <a:pt x="5301714" y="2151884"/>
                  <a:pt x="5298676" y="2154342"/>
                </a:cubicBezTo>
                <a:close/>
                <a:moveTo>
                  <a:pt x="4251539" y="2561758"/>
                </a:moveTo>
                <a:cubicBezTo>
                  <a:pt x="4246520" y="2561490"/>
                  <a:pt x="4242206" y="2565361"/>
                  <a:pt x="4241958" y="2570401"/>
                </a:cubicBezTo>
                <a:cubicBezTo>
                  <a:pt x="4241689" y="2575442"/>
                  <a:pt x="4245562" y="2579735"/>
                  <a:pt x="4250601" y="2580003"/>
                </a:cubicBezTo>
                <a:lnTo>
                  <a:pt x="4250601" y="2580022"/>
                </a:lnTo>
                <a:cubicBezTo>
                  <a:pt x="4250754" y="2580022"/>
                  <a:pt x="4250928" y="2580022"/>
                  <a:pt x="4251080" y="2580022"/>
                </a:cubicBezTo>
                <a:cubicBezTo>
                  <a:pt x="4255908" y="2580022"/>
                  <a:pt x="4259953" y="2576228"/>
                  <a:pt x="4260202" y="2571359"/>
                </a:cubicBezTo>
                <a:cubicBezTo>
                  <a:pt x="4260451" y="2566319"/>
                  <a:pt x="4256580" y="2562007"/>
                  <a:pt x="4251539" y="2561758"/>
                </a:cubicBezTo>
                <a:close/>
                <a:moveTo>
                  <a:pt x="2431469" y="3270778"/>
                </a:moveTo>
                <a:cubicBezTo>
                  <a:pt x="2427827" y="3272216"/>
                  <a:pt x="2426026" y="3276336"/>
                  <a:pt x="2427443" y="3279978"/>
                </a:cubicBezTo>
                <a:cubicBezTo>
                  <a:pt x="2428555" y="3282776"/>
                  <a:pt x="2431219" y="3284482"/>
                  <a:pt x="2434056" y="3284482"/>
                </a:cubicBezTo>
                <a:cubicBezTo>
                  <a:pt x="2434918" y="3284482"/>
                  <a:pt x="2435800" y="3284328"/>
                  <a:pt x="2436643" y="3284002"/>
                </a:cubicBezTo>
                <a:cubicBezTo>
                  <a:pt x="2440283" y="3282565"/>
                  <a:pt x="2442086" y="3278463"/>
                  <a:pt x="2440667" y="3274803"/>
                </a:cubicBezTo>
                <a:cubicBezTo>
                  <a:pt x="2439230" y="3271162"/>
                  <a:pt x="2435109" y="3269360"/>
                  <a:pt x="2431469" y="3270778"/>
                </a:cubicBezTo>
                <a:close/>
                <a:moveTo>
                  <a:pt x="2523596" y="3233291"/>
                </a:moveTo>
                <a:cubicBezTo>
                  <a:pt x="2519993" y="3234805"/>
                  <a:pt x="2518306" y="3238964"/>
                  <a:pt x="2519820" y="3242567"/>
                </a:cubicBezTo>
                <a:cubicBezTo>
                  <a:pt x="2520970" y="3245288"/>
                  <a:pt x="2523596" y="3246918"/>
                  <a:pt x="2526356" y="3246917"/>
                </a:cubicBezTo>
                <a:cubicBezTo>
                  <a:pt x="2527275" y="3246918"/>
                  <a:pt x="2528216" y="3246726"/>
                  <a:pt x="2529116" y="3246362"/>
                </a:cubicBezTo>
                <a:cubicBezTo>
                  <a:pt x="2532718" y="3244829"/>
                  <a:pt x="2534424" y="3240670"/>
                  <a:pt x="2532891" y="3237066"/>
                </a:cubicBezTo>
                <a:cubicBezTo>
                  <a:pt x="2531377" y="3233445"/>
                  <a:pt x="2527218" y="3231758"/>
                  <a:pt x="2523596" y="3233291"/>
                </a:cubicBezTo>
                <a:close/>
                <a:moveTo>
                  <a:pt x="2338325" y="3305583"/>
                </a:moveTo>
                <a:cubicBezTo>
                  <a:pt x="2334644" y="3306885"/>
                  <a:pt x="2332710" y="3310949"/>
                  <a:pt x="2334013" y="3314628"/>
                </a:cubicBezTo>
                <a:cubicBezTo>
                  <a:pt x="2335048" y="3317542"/>
                  <a:pt x="2337787" y="3319362"/>
                  <a:pt x="2340701" y="3319362"/>
                </a:cubicBezTo>
                <a:cubicBezTo>
                  <a:pt x="2341487" y="3319362"/>
                  <a:pt x="2342292" y="3319228"/>
                  <a:pt x="2343078" y="3318941"/>
                </a:cubicBezTo>
                <a:cubicBezTo>
                  <a:pt x="2346758" y="3317638"/>
                  <a:pt x="2348693" y="3313594"/>
                  <a:pt x="2347390" y="3309894"/>
                </a:cubicBezTo>
                <a:cubicBezTo>
                  <a:pt x="2346086" y="3306196"/>
                  <a:pt x="2342024" y="3304279"/>
                  <a:pt x="2338325" y="3305583"/>
                </a:cubicBezTo>
                <a:close/>
                <a:moveTo>
                  <a:pt x="8165751" y="1027884"/>
                </a:moveTo>
                <a:cubicBezTo>
                  <a:pt x="8161501" y="1030431"/>
                  <a:pt x="8158224" y="1034599"/>
                  <a:pt x="8156930" y="1039784"/>
                </a:cubicBezTo>
                <a:cubicBezTo>
                  <a:pt x="8154324" y="1050151"/>
                  <a:pt x="8160629" y="1060654"/>
                  <a:pt x="8170998" y="1063260"/>
                </a:cubicBezTo>
                <a:cubicBezTo>
                  <a:pt x="8172570" y="1063664"/>
                  <a:pt x="8174160" y="1063855"/>
                  <a:pt x="8175712" y="1063855"/>
                </a:cubicBezTo>
                <a:cubicBezTo>
                  <a:pt x="8184395" y="1063855"/>
                  <a:pt x="8192272" y="1057990"/>
                  <a:pt x="8194475" y="1049193"/>
                </a:cubicBezTo>
                <a:cubicBezTo>
                  <a:pt x="8197081" y="1038825"/>
                  <a:pt x="8190777" y="1028303"/>
                  <a:pt x="8180408" y="1025715"/>
                </a:cubicBezTo>
                <a:cubicBezTo>
                  <a:pt x="8175223" y="1024412"/>
                  <a:pt x="8170001" y="1025337"/>
                  <a:pt x="8165751" y="1027884"/>
                </a:cubicBezTo>
                <a:close/>
                <a:moveTo>
                  <a:pt x="1719840" y="3543789"/>
                </a:moveTo>
                <a:cubicBezTo>
                  <a:pt x="1716506" y="3543961"/>
                  <a:pt x="1713918" y="3546818"/>
                  <a:pt x="1714111" y="3550171"/>
                </a:cubicBezTo>
                <a:cubicBezTo>
                  <a:pt x="1714264" y="3553410"/>
                  <a:pt x="1716947" y="3555921"/>
                  <a:pt x="1720166" y="3555921"/>
                </a:cubicBezTo>
                <a:lnTo>
                  <a:pt x="1720473" y="3555921"/>
                </a:lnTo>
                <a:cubicBezTo>
                  <a:pt x="1723828" y="3555748"/>
                  <a:pt x="1726396" y="3552893"/>
                  <a:pt x="1726223" y="3549539"/>
                </a:cubicBezTo>
                <a:cubicBezTo>
                  <a:pt x="1726050" y="3546184"/>
                  <a:pt x="1723194" y="3543616"/>
                  <a:pt x="1719840" y="3543789"/>
                </a:cubicBezTo>
                <a:close/>
                <a:moveTo>
                  <a:pt x="7537354" y="1272700"/>
                </a:moveTo>
                <a:cubicBezTo>
                  <a:pt x="7527868" y="1273888"/>
                  <a:pt x="7521122" y="1282512"/>
                  <a:pt x="7522291" y="1292018"/>
                </a:cubicBezTo>
                <a:cubicBezTo>
                  <a:pt x="7523382" y="1300776"/>
                  <a:pt x="7530838" y="1307197"/>
                  <a:pt x="7539462" y="1307197"/>
                </a:cubicBezTo>
                <a:cubicBezTo>
                  <a:pt x="7540172" y="1307197"/>
                  <a:pt x="7540881" y="1307158"/>
                  <a:pt x="7541609" y="1307062"/>
                </a:cubicBezTo>
                <a:cubicBezTo>
                  <a:pt x="7551096" y="1305894"/>
                  <a:pt x="7557822" y="1297250"/>
                  <a:pt x="7556654" y="1287745"/>
                </a:cubicBezTo>
                <a:cubicBezTo>
                  <a:pt x="7555484" y="1278258"/>
                  <a:pt x="7546841" y="1271531"/>
                  <a:pt x="7537354" y="1272700"/>
                </a:cubicBezTo>
                <a:close/>
                <a:moveTo>
                  <a:pt x="2614842" y="3193638"/>
                </a:moveTo>
                <a:cubicBezTo>
                  <a:pt x="2611278" y="3195228"/>
                  <a:pt x="2609667" y="3199426"/>
                  <a:pt x="2611258" y="3203010"/>
                </a:cubicBezTo>
                <a:cubicBezTo>
                  <a:pt x="2612447" y="3205635"/>
                  <a:pt x="2615033" y="3207207"/>
                  <a:pt x="2617736" y="3207207"/>
                </a:cubicBezTo>
                <a:cubicBezTo>
                  <a:pt x="2618714" y="3207207"/>
                  <a:pt x="2619690" y="3207015"/>
                  <a:pt x="2620630" y="3206594"/>
                </a:cubicBezTo>
                <a:cubicBezTo>
                  <a:pt x="2624213" y="3205003"/>
                  <a:pt x="2625804" y="3200806"/>
                  <a:pt x="2624213" y="3197222"/>
                </a:cubicBezTo>
                <a:cubicBezTo>
                  <a:pt x="2622604" y="3193638"/>
                  <a:pt x="2618426" y="3192048"/>
                  <a:pt x="2614842" y="3193638"/>
                </a:cubicBezTo>
                <a:close/>
                <a:moveTo>
                  <a:pt x="7902432" y="1128986"/>
                </a:moveTo>
                <a:cubicBezTo>
                  <a:pt x="7898769" y="1131920"/>
                  <a:pt x="7896225" y="1136252"/>
                  <a:pt x="7895669" y="1141283"/>
                </a:cubicBezTo>
                <a:cubicBezTo>
                  <a:pt x="7894558" y="1151344"/>
                  <a:pt x="7901821" y="1160409"/>
                  <a:pt x="7911884" y="1161521"/>
                </a:cubicBezTo>
                <a:cubicBezTo>
                  <a:pt x="7912573" y="1161598"/>
                  <a:pt x="7913244" y="1161636"/>
                  <a:pt x="7913914" y="1161636"/>
                </a:cubicBezTo>
                <a:cubicBezTo>
                  <a:pt x="7923152" y="1161636"/>
                  <a:pt x="7931087" y="1154679"/>
                  <a:pt x="7932121" y="1145307"/>
                </a:cubicBezTo>
                <a:cubicBezTo>
                  <a:pt x="7933233" y="1135245"/>
                  <a:pt x="7925969" y="1126180"/>
                  <a:pt x="7915907" y="1125069"/>
                </a:cubicBezTo>
                <a:cubicBezTo>
                  <a:pt x="7910876" y="1124513"/>
                  <a:pt x="7906095" y="1126051"/>
                  <a:pt x="7902432" y="1128986"/>
                </a:cubicBezTo>
                <a:close/>
                <a:moveTo>
                  <a:pt x="711819" y="3935719"/>
                </a:moveTo>
                <a:cubicBezTo>
                  <a:pt x="711513" y="3936160"/>
                  <a:pt x="711609" y="3936753"/>
                  <a:pt x="712050" y="3937060"/>
                </a:cubicBezTo>
                <a:cubicBezTo>
                  <a:pt x="712203" y="3937195"/>
                  <a:pt x="712414" y="3937253"/>
                  <a:pt x="712606" y="3937252"/>
                </a:cubicBezTo>
                <a:cubicBezTo>
                  <a:pt x="712892" y="3937253"/>
                  <a:pt x="713180" y="3937118"/>
                  <a:pt x="713372" y="3936850"/>
                </a:cubicBezTo>
                <a:cubicBezTo>
                  <a:pt x="713699" y="3936409"/>
                  <a:pt x="713583" y="3935834"/>
                  <a:pt x="713161" y="3935508"/>
                </a:cubicBezTo>
                <a:cubicBezTo>
                  <a:pt x="712740" y="3935202"/>
                  <a:pt x="712127" y="3935297"/>
                  <a:pt x="711819" y="3935719"/>
                </a:cubicBezTo>
                <a:close/>
                <a:moveTo>
                  <a:pt x="2244031" y="3336956"/>
                </a:moveTo>
                <a:cubicBezTo>
                  <a:pt x="2240295" y="3338125"/>
                  <a:pt x="2238205" y="3342093"/>
                  <a:pt x="2239355" y="3345849"/>
                </a:cubicBezTo>
                <a:cubicBezTo>
                  <a:pt x="2240295" y="3348877"/>
                  <a:pt x="2243111" y="3350832"/>
                  <a:pt x="2246140" y="3350832"/>
                </a:cubicBezTo>
                <a:cubicBezTo>
                  <a:pt x="2246829" y="3350832"/>
                  <a:pt x="2247538" y="3350717"/>
                  <a:pt x="2248228" y="3350505"/>
                </a:cubicBezTo>
                <a:cubicBezTo>
                  <a:pt x="2251966" y="3349337"/>
                  <a:pt x="2254073" y="3345370"/>
                  <a:pt x="2252905" y="3341633"/>
                </a:cubicBezTo>
                <a:cubicBezTo>
                  <a:pt x="2251736" y="3337895"/>
                  <a:pt x="2247768" y="3335806"/>
                  <a:pt x="2244031" y="3336956"/>
                </a:cubicBezTo>
                <a:close/>
                <a:moveTo>
                  <a:pt x="4414291" y="2489121"/>
                </a:moveTo>
                <a:cubicBezTo>
                  <a:pt x="4408734" y="2488412"/>
                  <a:pt x="4403636" y="2492360"/>
                  <a:pt x="4402947" y="2497918"/>
                </a:cubicBezTo>
                <a:cubicBezTo>
                  <a:pt x="4402238" y="2503496"/>
                  <a:pt x="4406167" y="2508574"/>
                  <a:pt x="4411744" y="2509283"/>
                </a:cubicBezTo>
                <a:cubicBezTo>
                  <a:pt x="4412165" y="2509360"/>
                  <a:pt x="4412607" y="2509360"/>
                  <a:pt x="4413027" y="2509360"/>
                </a:cubicBezTo>
                <a:cubicBezTo>
                  <a:pt x="4418069" y="2509360"/>
                  <a:pt x="4422437" y="2505604"/>
                  <a:pt x="4423089" y="2500467"/>
                </a:cubicBezTo>
                <a:cubicBezTo>
                  <a:pt x="4423800" y="2494909"/>
                  <a:pt x="4419870" y="2489831"/>
                  <a:pt x="4414291" y="2489121"/>
                </a:cubicBezTo>
                <a:close/>
                <a:moveTo>
                  <a:pt x="4575511" y="2422522"/>
                </a:moveTo>
                <a:cubicBezTo>
                  <a:pt x="4569475" y="2421238"/>
                  <a:pt x="4563533" y="2425072"/>
                  <a:pt x="4562250" y="2431128"/>
                </a:cubicBezTo>
                <a:cubicBezTo>
                  <a:pt x="4560946" y="2437164"/>
                  <a:pt x="4564798" y="2443106"/>
                  <a:pt x="4570834" y="2444390"/>
                </a:cubicBezTo>
                <a:cubicBezTo>
                  <a:pt x="4571622" y="2444563"/>
                  <a:pt x="4572407" y="2444639"/>
                  <a:pt x="4573193" y="2444639"/>
                </a:cubicBezTo>
                <a:cubicBezTo>
                  <a:pt x="4578348" y="2444639"/>
                  <a:pt x="4582987" y="2441055"/>
                  <a:pt x="4584117" y="2435804"/>
                </a:cubicBezTo>
                <a:cubicBezTo>
                  <a:pt x="4585402" y="2429766"/>
                  <a:pt x="4581549" y="2423806"/>
                  <a:pt x="4575511" y="2422522"/>
                </a:cubicBezTo>
                <a:close/>
                <a:moveTo>
                  <a:pt x="2705398" y="3152317"/>
                </a:moveTo>
                <a:cubicBezTo>
                  <a:pt x="2701833" y="3153965"/>
                  <a:pt x="2700301" y="3158182"/>
                  <a:pt x="2701949" y="3161747"/>
                </a:cubicBezTo>
                <a:cubicBezTo>
                  <a:pt x="2703156" y="3164315"/>
                  <a:pt x="2705705" y="3165848"/>
                  <a:pt x="2708388" y="3165848"/>
                </a:cubicBezTo>
                <a:cubicBezTo>
                  <a:pt x="2709385" y="3165848"/>
                  <a:pt x="2710400" y="3165637"/>
                  <a:pt x="2711378" y="3165177"/>
                </a:cubicBezTo>
                <a:cubicBezTo>
                  <a:pt x="2714924" y="3163529"/>
                  <a:pt x="2716457" y="3159313"/>
                  <a:pt x="2714809" y="3155767"/>
                </a:cubicBezTo>
                <a:cubicBezTo>
                  <a:pt x="2713160" y="3152202"/>
                  <a:pt x="2708944" y="3150669"/>
                  <a:pt x="2705398" y="3152317"/>
                </a:cubicBezTo>
                <a:close/>
                <a:moveTo>
                  <a:pt x="3979375" y="2654040"/>
                </a:moveTo>
                <a:lnTo>
                  <a:pt x="3979375" y="2654059"/>
                </a:lnTo>
                <a:lnTo>
                  <a:pt x="3979383" y="2654048"/>
                </a:lnTo>
                <a:close/>
                <a:moveTo>
                  <a:pt x="3724705" y="2753315"/>
                </a:moveTo>
                <a:cubicBezTo>
                  <a:pt x="3720872" y="2754063"/>
                  <a:pt x="3718362" y="2757781"/>
                  <a:pt x="3719109" y="2761633"/>
                </a:cubicBezTo>
                <a:cubicBezTo>
                  <a:pt x="3719780" y="2765006"/>
                  <a:pt x="3722732" y="2767363"/>
                  <a:pt x="3726065" y="2767363"/>
                </a:cubicBezTo>
                <a:cubicBezTo>
                  <a:pt x="3726507" y="2767363"/>
                  <a:pt x="3726967" y="2767324"/>
                  <a:pt x="3727426" y="2767229"/>
                </a:cubicBezTo>
                <a:cubicBezTo>
                  <a:pt x="3731279" y="2766481"/>
                  <a:pt x="3733789" y="2762763"/>
                  <a:pt x="3733042" y="2758911"/>
                </a:cubicBezTo>
                <a:cubicBezTo>
                  <a:pt x="3732276" y="2755078"/>
                  <a:pt x="3728557" y="2752568"/>
                  <a:pt x="3724705" y="2753315"/>
                </a:cubicBezTo>
                <a:close/>
                <a:moveTo>
                  <a:pt x="4725187" y="2361734"/>
                </a:moveTo>
                <a:cubicBezTo>
                  <a:pt x="4722457" y="2363253"/>
                  <a:pt x="4720305" y="2365812"/>
                  <a:pt x="4719386" y="2369050"/>
                </a:cubicBezTo>
                <a:cubicBezTo>
                  <a:pt x="4717526" y="2375529"/>
                  <a:pt x="4721284" y="2382274"/>
                  <a:pt x="4727761" y="2384134"/>
                </a:cubicBezTo>
                <a:cubicBezTo>
                  <a:pt x="4728872" y="2384440"/>
                  <a:pt x="4730004" y="2384594"/>
                  <a:pt x="4731114" y="2384594"/>
                </a:cubicBezTo>
                <a:cubicBezTo>
                  <a:pt x="4736424" y="2384594"/>
                  <a:pt x="4741310" y="2381105"/>
                  <a:pt x="4742843" y="2375758"/>
                </a:cubicBezTo>
                <a:cubicBezTo>
                  <a:pt x="4744702" y="2369261"/>
                  <a:pt x="4740947" y="2362516"/>
                  <a:pt x="4734468" y="2360656"/>
                </a:cubicBezTo>
                <a:cubicBezTo>
                  <a:pt x="4731229" y="2359736"/>
                  <a:pt x="4727918" y="2360215"/>
                  <a:pt x="4725187" y="2361734"/>
                </a:cubicBezTo>
                <a:close/>
                <a:moveTo>
                  <a:pt x="4881739" y="2298510"/>
                </a:moveTo>
                <a:cubicBezTo>
                  <a:pt x="4878754" y="2300104"/>
                  <a:pt x="4876377" y="2302835"/>
                  <a:pt x="4875313" y="2306323"/>
                </a:cubicBezTo>
                <a:cubicBezTo>
                  <a:pt x="4873186" y="2313318"/>
                  <a:pt x="4877136" y="2320697"/>
                  <a:pt x="4884129" y="2322824"/>
                </a:cubicBezTo>
                <a:cubicBezTo>
                  <a:pt x="4885395" y="2323207"/>
                  <a:pt x="4886699" y="2323399"/>
                  <a:pt x="4887965" y="2323398"/>
                </a:cubicBezTo>
                <a:cubicBezTo>
                  <a:pt x="4893637" y="2323398"/>
                  <a:pt x="4898888" y="2319719"/>
                  <a:pt x="4900611" y="2314008"/>
                </a:cubicBezTo>
                <a:cubicBezTo>
                  <a:pt x="4902740" y="2307032"/>
                  <a:pt x="4898794" y="2299634"/>
                  <a:pt x="4891815" y="2297526"/>
                </a:cubicBezTo>
                <a:cubicBezTo>
                  <a:pt x="4888318" y="2296462"/>
                  <a:pt x="4884724" y="2296917"/>
                  <a:pt x="4881739" y="2298510"/>
                </a:cubicBezTo>
                <a:close/>
                <a:moveTo>
                  <a:pt x="8562517" y="860670"/>
                </a:moveTo>
                <a:cubicBezTo>
                  <a:pt x="8557505" y="862883"/>
                  <a:pt x="8553336" y="867009"/>
                  <a:pt x="8551199" y="872528"/>
                </a:cubicBezTo>
                <a:cubicBezTo>
                  <a:pt x="8546945" y="883548"/>
                  <a:pt x="8552407" y="895929"/>
                  <a:pt x="8563428" y="900203"/>
                </a:cubicBezTo>
                <a:cubicBezTo>
                  <a:pt x="8565976" y="901180"/>
                  <a:pt x="8568583" y="901659"/>
                  <a:pt x="8571151" y="901659"/>
                </a:cubicBezTo>
                <a:cubicBezTo>
                  <a:pt x="8579737" y="901659"/>
                  <a:pt x="8587825" y="896466"/>
                  <a:pt x="8591121" y="887976"/>
                </a:cubicBezTo>
                <a:cubicBezTo>
                  <a:pt x="8595376" y="876955"/>
                  <a:pt x="8589913" y="864555"/>
                  <a:pt x="8578894" y="860282"/>
                </a:cubicBezTo>
                <a:cubicBezTo>
                  <a:pt x="8573384" y="858154"/>
                  <a:pt x="8567529" y="858456"/>
                  <a:pt x="8562517" y="860670"/>
                </a:cubicBezTo>
                <a:close/>
                <a:moveTo>
                  <a:pt x="2148531" y="3364362"/>
                </a:moveTo>
                <a:cubicBezTo>
                  <a:pt x="2144736" y="3365359"/>
                  <a:pt x="2142475" y="3369230"/>
                  <a:pt x="2143472" y="3373025"/>
                </a:cubicBezTo>
                <a:cubicBezTo>
                  <a:pt x="2144315" y="3376207"/>
                  <a:pt x="2147189" y="3378315"/>
                  <a:pt x="2150332" y="3378315"/>
                </a:cubicBezTo>
                <a:cubicBezTo>
                  <a:pt x="2150927" y="3378315"/>
                  <a:pt x="2151540" y="3378238"/>
                  <a:pt x="2152134" y="3378066"/>
                </a:cubicBezTo>
                <a:cubicBezTo>
                  <a:pt x="2155929" y="3377088"/>
                  <a:pt x="2158190" y="3373198"/>
                  <a:pt x="2157193" y="3369422"/>
                </a:cubicBezTo>
                <a:cubicBezTo>
                  <a:pt x="2156197" y="3365628"/>
                  <a:pt x="2152326" y="3363366"/>
                  <a:pt x="2148531" y="3364362"/>
                </a:cubicBezTo>
                <a:close/>
                <a:moveTo>
                  <a:pt x="3986810" y="2645319"/>
                </a:moveTo>
                <a:lnTo>
                  <a:pt x="3979383" y="2654048"/>
                </a:lnTo>
                <a:lnTo>
                  <a:pt x="3987443" y="2661495"/>
                </a:lnTo>
                <a:cubicBezTo>
                  <a:pt x="3987672" y="2661495"/>
                  <a:pt x="3987883" y="2661495"/>
                  <a:pt x="3988093" y="2661495"/>
                </a:cubicBezTo>
                <a:cubicBezTo>
                  <a:pt x="3992559" y="2661131"/>
                  <a:pt x="3995894" y="2657221"/>
                  <a:pt x="3995549" y="2652756"/>
                </a:cubicBezTo>
                <a:cubicBezTo>
                  <a:pt x="3995184" y="2648291"/>
                  <a:pt x="3991276" y="2644955"/>
                  <a:pt x="3986810" y="2645319"/>
                </a:cubicBezTo>
                <a:close/>
                <a:moveTo>
                  <a:pt x="2795514" y="3109943"/>
                </a:moveTo>
                <a:cubicBezTo>
                  <a:pt x="2791968" y="3111611"/>
                  <a:pt x="2790453" y="3115846"/>
                  <a:pt x="2792141" y="3119392"/>
                </a:cubicBezTo>
                <a:cubicBezTo>
                  <a:pt x="2793348" y="3121941"/>
                  <a:pt x="2795897" y="3123435"/>
                  <a:pt x="2798561" y="3123435"/>
                </a:cubicBezTo>
                <a:cubicBezTo>
                  <a:pt x="2799577" y="3123435"/>
                  <a:pt x="2800611" y="3123225"/>
                  <a:pt x="2801589" y="3122746"/>
                </a:cubicBezTo>
                <a:cubicBezTo>
                  <a:pt x="2805135" y="3121078"/>
                  <a:pt x="2806630" y="3116843"/>
                  <a:pt x="2804962" y="3113297"/>
                </a:cubicBezTo>
                <a:cubicBezTo>
                  <a:pt x="2803275" y="3109770"/>
                  <a:pt x="2799040" y="3108256"/>
                  <a:pt x="2795514" y="3109943"/>
                </a:cubicBezTo>
                <a:close/>
                <a:moveTo>
                  <a:pt x="5572758" y="2022236"/>
                </a:moveTo>
                <a:cubicBezTo>
                  <a:pt x="5563811" y="2023155"/>
                  <a:pt x="5557294" y="2031166"/>
                  <a:pt x="5558215" y="2040117"/>
                </a:cubicBezTo>
                <a:cubicBezTo>
                  <a:pt x="5559076" y="2048491"/>
                  <a:pt x="5566166" y="2054740"/>
                  <a:pt x="5574408" y="2054740"/>
                </a:cubicBezTo>
                <a:cubicBezTo>
                  <a:pt x="5574966" y="2054740"/>
                  <a:pt x="5575521" y="2054701"/>
                  <a:pt x="5576094" y="2054644"/>
                </a:cubicBezTo>
                <a:cubicBezTo>
                  <a:pt x="5585045" y="2053724"/>
                  <a:pt x="5591543" y="2045732"/>
                  <a:pt x="5590642" y="2036781"/>
                </a:cubicBezTo>
                <a:cubicBezTo>
                  <a:pt x="5589701" y="2027832"/>
                  <a:pt x="5581711" y="2021315"/>
                  <a:pt x="5572758" y="2022236"/>
                </a:cubicBezTo>
                <a:close/>
                <a:moveTo>
                  <a:pt x="1389046" y="3651862"/>
                </a:moveTo>
                <a:cubicBezTo>
                  <a:pt x="1386305" y="3651402"/>
                  <a:pt x="1383698" y="3653261"/>
                  <a:pt x="1383239" y="3656001"/>
                </a:cubicBezTo>
                <a:cubicBezTo>
                  <a:pt x="1382780" y="3658761"/>
                  <a:pt x="1384638" y="3661349"/>
                  <a:pt x="1387379" y="3661828"/>
                </a:cubicBezTo>
                <a:cubicBezTo>
                  <a:pt x="1387666" y="3661866"/>
                  <a:pt x="1387936" y="3661885"/>
                  <a:pt x="1388222" y="3661885"/>
                </a:cubicBezTo>
                <a:cubicBezTo>
                  <a:pt x="1390636" y="3661885"/>
                  <a:pt x="1392783" y="3660141"/>
                  <a:pt x="1393205" y="3657669"/>
                </a:cubicBezTo>
                <a:cubicBezTo>
                  <a:pt x="1393645" y="3654928"/>
                  <a:pt x="1391806" y="3652322"/>
                  <a:pt x="1389046" y="3651862"/>
                </a:cubicBezTo>
                <a:close/>
                <a:moveTo>
                  <a:pt x="5038218" y="2226847"/>
                </a:moveTo>
                <a:cubicBezTo>
                  <a:pt x="5035072" y="2228699"/>
                  <a:pt x="5032633" y="2231751"/>
                  <a:pt x="5031647" y="2235565"/>
                </a:cubicBezTo>
                <a:cubicBezTo>
                  <a:pt x="5029690" y="2243173"/>
                  <a:pt x="5034251" y="2250954"/>
                  <a:pt x="5041880" y="2252929"/>
                </a:cubicBezTo>
                <a:cubicBezTo>
                  <a:pt x="5043069" y="2253235"/>
                  <a:pt x="5044278" y="2253388"/>
                  <a:pt x="5045463" y="2253388"/>
                </a:cubicBezTo>
                <a:cubicBezTo>
                  <a:pt x="5051790" y="2253388"/>
                  <a:pt x="5057576" y="2249115"/>
                  <a:pt x="5059245" y="2242694"/>
                </a:cubicBezTo>
                <a:cubicBezTo>
                  <a:pt x="5061219" y="2235085"/>
                  <a:pt x="5056638" y="2227304"/>
                  <a:pt x="5049031" y="2225331"/>
                </a:cubicBezTo>
                <a:cubicBezTo>
                  <a:pt x="5045217" y="2224344"/>
                  <a:pt x="5041363" y="2224995"/>
                  <a:pt x="5038218" y="2226847"/>
                </a:cubicBezTo>
                <a:close/>
                <a:moveTo>
                  <a:pt x="2885456" y="3067089"/>
                </a:moveTo>
                <a:cubicBezTo>
                  <a:pt x="2881911" y="3068776"/>
                  <a:pt x="2880416" y="3073012"/>
                  <a:pt x="2882102" y="3076538"/>
                </a:cubicBezTo>
                <a:cubicBezTo>
                  <a:pt x="2883310" y="3079087"/>
                  <a:pt x="2885859" y="3080582"/>
                  <a:pt x="2888503" y="3080582"/>
                </a:cubicBezTo>
                <a:cubicBezTo>
                  <a:pt x="2889538" y="3080582"/>
                  <a:pt x="2890573" y="3080352"/>
                  <a:pt x="2891551" y="3079892"/>
                </a:cubicBezTo>
                <a:cubicBezTo>
                  <a:pt x="2895097" y="3078205"/>
                  <a:pt x="2896592" y="3073970"/>
                  <a:pt x="2894905" y="3070443"/>
                </a:cubicBezTo>
                <a:cubicBezTo>
                  <a:pt x="2893218" y="3066898"/>
                  <a:pt x="2888983" y="3065403"/>
                  <a:pt x="2885456" y="3067089"/>
                </a:cubicBezTo>
                <a:close/>
                <a:moveTo>
                  <a:pt x="3627058" y="2774838"/>
                </a:moveTo>
                <a:cubicBezTo>
                  <a:pt x="3623244" y="2775777"/>
                  <a:pt x="3620925" y="2779610"/>
                  <a:pt x="3621845" y="2783423"/>
                </a:cubicBezTo>
                <a:cubicBezTo>
                  <a:pt x="3622650" y="2786643"/>
                  <a:pt x="3625544" y="2788829"/>
                  <a:pt x="3628726" y="2788829"/>
                </a:cubicBezTo>
                <a:cubicBezTo>
                  <a:pt x="3629301" y="2788829"/>
                  <a:pt x="3629855" y="2788751"/>
                  <a:pt x="3630431" y="2788617"/>
                </a:cubicBezTo>
                <a:cubicBezTo>
                  <a:pt x="3634226" y="2787679"/>
                  <a:pt x="3636564" y="2783845"/>
                  <a:pt x="3635626" y="2780031"/>
                </a:cubicBezTo>
                <a:cubicBezTo>
                  <a:pt x="3634705" y="2776237"/>
                  <a:pt x="3630853" y="2773917"/>
                  <a:pt x="3627058" y="2774838"/>
                </a:cubicBezTo>
                <a:close/>
                <a:moveTo>
                  <a:pt x="7431537" y="1289146"/>
                </a:moveTo>
                <a:lnTo>
                  <a:pt x="7420422" y="1296349"/>
                </a:lnTo>
                <a:cubicBezTo>
                  <a:pt x="7417911" y="1300000"/>
                  <a:pt x="7416795" y="1304609"/>
                  <a:pt x="7417667" y="1309305"/>
                </a:cubicBezTo>
                <a:cubicBezTo>
                  <a:pt x="7419220" y="1317642"/>
                  <a:pt x="7426483" y="1323469"/>
                  <a:pt x="7434667" y="1323469"/>
                </a:cubicBezTo>
                <a:cubicBezTo>
                  <a:pt x="7435720" y="1323469"/>
                  <a:pt x="7436774" y="1323372"/>
                  <a:pt x="7437847" y="1323181"/>
                </a:cubicBezTo>
                <a:cubicBezTo>
                  <a:pt x="7447239" y="1321436"/>
                  <a:pt x="7453448" y="1312390"/>
                  <a:pt x="7451704" y="1302999"/>
                </a:cubicBezTo>
                <a:cubicBezTo>
                  <a:pt x="7450832" y="1298295"/>
                  <a:pt x="7448140" y="1294390"/>
                  <a:pt x="7444489" y="1291881"/>
                </a:cubicBezTo>
                <a:close/>
                <a:moveTo>
                  <a:pt x="7431524" y="1289143"/>
                </a:moveTo>
                <a:lnTo>
                  <a:pt x="7431537" y="1289146"/>
                </a:lnTo>
                <a:lnTo>
                  <a:pt x="7431542" y="1289143"/>
                </a:lnTo>
                <a:close/>
                <a:moveTo>
                  <a:pt x="2051899" y="3387285"/>
                </a:moveTo>
                <a:cubicBezTo>
                  <a:pt x="2048066" y="3388089"/>
                  <a:pt x="2045613" y="3391846"/>
                  <a:pt x="2046437" y="3395679"/>
                </a:cubicBezTo>
                <a:cubicBezTo>
                  <a:pt x="2047127" y="3399014"/>
                  <a:pt x="2050078" y="3401313"/>
                  <a:pt x="2053356" y="3401313"/>
                </a:cubicBezTo>
                <a:cubicBezTo>
                  <a:pt x="2053854" y="3401313"/>
                  <a:pt x="2054333" y="3401255"/>
                  <a:pt x="2054832" y="3401160"/>
                </a:cubicBezTo>
                <a:cubicBezTo>
                  <a:pt x="2058665" y="3400336"/>
                  <a:pt x="2061118" y="3396579"/>
                  <a:pt x="2060313" y="3392746"/>
                </a:cubicBezTo>
                <a:cubicBezTo>
                  <a:pt x="2059489" y="3388932"/>
                  <a:pt x="2055732" y="3386479"/>
                  <a:pt x="2051899" y="3387285"/>
                </a:cubicBezTo>
                <a:close/>
                <a:moveTo>
                  <a:pt x="2975495" y="3024351"/>
                </a:moveTo>
                <a:cubicBezTo>
                  <a:pt x="2971949" y="3026018"/>
                  <a:pt x="2970434" y="3030235"/>
                  <a:pt x="2972102" y="3033781"/>
                </a:cubicBezTo>
                <a:cubicBezTo>
                  <a:pt x="2973309" y="3036349"/>
                  <a:pt x="2975860" y="3037844"/>
                  <a:pt x="2978523" y="3037844"/>
                </a:cubicBezTo>
                <a:cubicBezTo>
                  <a:pt x="2979538" y="3037844"/>
                  <a:pt x="2980555" y="3037633"/>
                  <a:pt x="2981531" y="3037172"/>
                </a:cubicBezTo>
                <a:cubicBezTo>
                  <a:pt x="2985078" y="3035504"/>
                  <a:pt x="2986592" y="3031269"/>
                  <a:pt x="2984925" y="3027723"/>
                </a:cubicBezTo>
                <a:cubicBezTo>
                  <a:pt x="2983257" y="3024198"/>
                  <a:pt x="2979021" y="3022664"/>
                  <a:pt x="2975495" y="3024351"/>
                </a:cubicBezTo>
                <a:close/>
                <a:moveTo>
                  <a:pt x="1163375" y="3730689"/>
                </a:moveTo>
                <a:cubicBezTo>
                  <a:pt x="1161285" y="3729961"/>
                  <a:pt x="1158986" y="3731053"/>
                  <a:pt x="1158238" y="3733161"/>
                </a:cubicBezTo>
                <a:cubicBezTo>
                  <a:pt x="1157510" y="3735250"/>
                  <a:pt x="1158621" y="3737550"/>
                  <a:pt x="1160711" y="3738278"/>
                </a:cubicBezTo>
                <a:cubicBezTo>
                  <a:pt x="1161152" y="3738432"/>
                  <a:pt x="1161592" y="3738509"/>
                  <a:pt x="1162034" y="3738509"/>
                </a:cubicBezTo>
                <a:cubicBezTo>
                  <a:pt x="1163701" y="3738509"/>
                  <a:pt x="1165253" y="3737474"/>
                  <a:pt x="1165847" y="3735806"/>
                </a:cubicBezTo>
                <a:cubicBezTo>
                  <a:pt x="1166575" y="3733717"/>
                  <a:pt x="1165483" y="3731417"/>
                  <a:pt x="1163375" y="3730689"/>
                </a:cubicBezTo>
                <a:close/>
                <a:moveTo>
                  <a:pt x="826677" y="3861109"/>
                </a:moveTo>
                <a:cubicBezTo>
                  <a:pt x="826084" y="3862048"/>
                  <a:pt x="826352" y="3863255"/>
                  <a:pt x="827292" y="3863849"/>
                </a:cubicBezTo>
                <a:cubicBezTo>
                  <a:pt x="827616" y="3864060"/>
                  <a:pt x="827981" y="3864156"/>
                  <a:pt x="828345" y="3864156"/>
                </a:cubicBezTo>
                <a:cubicBezTo>
                  <a:pt x="828998" y="3864156"/>
                  <a:pt x="829649" y="3863830"/>
                  <a:pt x="830012" y="3863217"/>
                </a:cubicBezTo>
                <a:cubicBezTo>
                  <a:pt x="830606" y="3862297"/>
                  <a:pt x="830319" y="3861070"/>
                  <a:pt x="829400" y="3860496"/>
                </a:cubicBezTo>
                <a:cubicBezTo>
                  <a:pt x="828480" y="3859901"/>
                  <a:pt x="827252" y="3860189"/>
                  <a:pt x="826677" y="3861109"/>
                </a:cubicBezTo>
                <a:close/>
                <a:moveTo>
                  <a:pt x="4150003" y="2560128"/>
                </a:moveTo>
                <a:cubicBezTo>
                  <a:pt x="4144960" y="2560224"/>
                  <a:pt x="4140937" y="2564383"/>
                  <a:pt x="4141033" y="2569424"/>
                </a:cubicBezTo>
                <a:cubicBezTo>
                  <a:pt x="4141129" y="2574406"/>
                  <a:pt x="4145193" y="2578393"/>
                  <a:pt x="4150174" y="2578393"/>
                </a:cubicBezTo>
                <a:lnTo>
                  <a:pt x="4150329" y="2578393"/>
                </a:lnTo>
                <a:cubicBezTo>
                  <a:pt x="4155370" y="2578298"/>
                  <a:pt x="4159394" y="2574138"/>
                  <a:pt x="4159298" y="2569098"/>
                </a:cubicBezTo>
                <a:cubicBezTo>
                  <a:pt x="4159201" y="2564039"/>
                  <a:pt x="4155041" y="2560033"/>
                  <a:pt x="4150003" y="2560128"/>
                </a:cubicBezTo>
                <a:close/>
                <a:moveTo>
                  <a:pt x="3065878" y="2982245"/>
                </a:moveTo>
                <a:cubicBezTo>
                  <a:pt x="3062314" y="2983874"/>
                  <a:pt x="3060762" y="2988090"/>
                  <a:pt x="3062391" y="2991655"/>
                </a:cubicBezTo>
                <a:cubicBezTo>
                  <a:pt x="3063578" y="2994243"/>
                  <a:pt x="3066166" y="2995775"/>
                  <a:pt x="3068850" y="2995775"/>
                </a:cubicBezTo>
                <a:cubicBezTo>
                  <a:pt x="3069827" y="2995775"/>
                  <a:pt x="3070843" y="2995583"/>
                  <a:pt x="3071801" y="2995143"/>
                </a:cubicBezTo>
                <a:cubicBezTo>
                  <a:pt x="3075365" y="2993494"/>
                  <a:pt x="3076917" y="2989298"/>
                  <a:pt x="3075289" y="2985732"/>
                </a:cubicBezTo>
                <a:cubicBezTo>
                  <a:pt x="3073640" y="2982168"/>
                  <a:pt x="3069443" y="2980615"/>
                  <a:pt x="3065878" y="2982245"/>
                </a:cubicBezTo>
                <a:close/>
                <a:moveTo>
                  <a:pt x="3530522" y="2800864"/>
                </a:moveTo>
                <a:cubicBezTo>
                  <a:pt x="3526766" y="2801957"/>
                  <a:pt x="3524601" y="2805905"/>
                  <a:pt x="3525712" y="2809661"/>
                </a:cubicBezTo>
                <a:cubicBezTo>
                  <a:pt x="3526613" y="2812746"/>
                  <a:pt x="3529449" y="2814759"/>
                  <a:pt x="3532515" y="2814759"/>
                </a:cubicBezTo>
                <a:cubicBezTo>
                  <a:pt x="3533167" y="2814759"/>
                  <a:pt x="3533838" y="2814663"/>
                  <a:pt x="3534509" y="2814471"/>
                </a:cubicBezTo>
                <a:cubicBezTo>
                  <a:pt x="3538266" y="2813360"/>
                  <a:pt x="3540412" y="2809412"/>
                  <a:pt x="3539319" y="2805655"/>
                </a:cubicBezTo>
                <a:cubicBezTo>
                  <a:pt x="3538207" y="2801899"/>
                  <a:pt x="3534279" y="2799752"/>
                  <a:pt x="3530522" y="2800864"/>
                </a:cubicBezTo>
                <a:close/>
                <a:moveTo>
                  <a:pt x="1621293" y="3545399"/>
                </a:moveTo>
                <a:cubicBezTo>
                  <a:pt x="1617939" y="3545341"/>
                  <a:pt x="1615179" y="3548005"/>
                  <a:pt x="1615121" y="3551340"/>
                </a:cubicBezTo>
                <a:cubicBezTo>
                  <a:pt x="1615044" y="3554694"/>
                  <a:pt x="1617708" y="3557472"/>
                  <a:pt x="1621044" y="3557530"/>
                </a:cubicBezTo>
                <a:lnTo>
                  <a:pt x="1621061" y="3557530"/>
                </a:lnTo>
                <a:lnTo>
                  <a:pt x="1621061" y="3557550"/>
                </a:lnTo>
                <a:cubicBezTo>
                  <a:pt x="1621101" y="3557550"/>
                  <a:pt x="1621177" y="3557550"/>
                  <a:pt x="1621177" y="3557550"/>
                </a:cubicBezTo>
                <a:cubicBezTo>
                  <a:pt x="1624474" y="3557550"/>
                  <a:pt x="1627175" y="3554905"/>
                  <a:pt x="1627253" y="3551590"/>
                </a:cubicBezTo>
                <a:cubicBezTo>
                  <a:pt x="1627310" y="3548235"/>
                  <a:pt x="1624646" y="3545475"/>
                  <a:pt x="1621293" y="3545399"/>
                </a:cubicBezTo>
                <a:close/>
                <a:moveTo>
                  <a:pt x="5453016" y="2046153"/>
                </a:moveTo>
                <a:lnTo>
                  <a:pt x="5453016" y="2046173"/>
                </a:lnTo>
                <a:lnTo>
                  <a:pt x="5453020" y="2046163"/>
                </a:lnTo>
                <a:close/>
                <a:moveTo>
                  <a:pt x="3156856" y="2941345"/>
                </a:moveTo>
                <a:cubicBezTo>
                  <a:pt x="3153273" y="2942918"/>
                  <a:pt x="3151643" y="2947095"/>
                  <a:pt x="3153216" y="2950679"/>
                </a:cubicBezTo>
                <a:cubicBezTo>
                  <a:pt x="3154384" y="2953343"/>
                  <a:pt x="3156991" y="2954915"/>
                  <a:pt x="3159711" y="2954915"/>
                </a:cubicBezTo>
                <a:cubicBezTo>
                  <a:pt x="3160670" y="2954915"/>
                  <a:pt x="3161628" y="2954723"/>
                  <a:pt x="3162568" y="2954321"/>
                </a:cubicBezTo>
                <a:cubicBezTo>
                  <a:pt x="3166152" y="2952750"/>
                  <a:pt x="3167781" y="2948571"/>
                  <a:pt x="3166209" y="2944987"/>
                </a:cubicBezTo>
                <a:cubicBezTo>
                  <a:pt x="3164618" y="2941403"/>
                  <a:pt x="3160441" y="2939774"/>
                  <a:pt x="3156856" y="2941345"/>
                </a:cubicBezTo>
                <a:close/>
                <a:moveTo>
                  <a:pt x="3886632" y="2656167"/>
                </a:moveTo>
                <a:cubicBezTo>
                  <a:pt x="3882186" y="2656780"/>
                  <a:pt x="3879063" y="2660863"/>
                  <a:pt x="3879675" y="2665289"/>
                </a:cubicBezTo>
                <a:cubicBezTo>
                  <a:pt x="3880231" y="2669372"/>
                  <a:pt x="3883699" y="2672323"/>
                  <a:pt x="3887706" y="2672323"/>
                </a:cubicBezTo>
                <a:cubicBezTo>
                  <a:pt x="3888070" y="2672323"/>
                  <a:pt x="3888434" y="2672304"/>
                  <a:pt x="3888799" y="2672247"/>
                </a:cubicBezTo>
                <a:cubicBezTo>
                  <a:pt x="3893246" y="2671634"/>
                  <a:pt x="3896349" y="2667551"/>
                  <a:pt x="3895756" y="2663105"/>
                </a:cubicBezTo>
                <a:cubicBezTo>
                  <a:pt x="3895143" y="2658677"/>
                  <a:pt x="3891061" y="2655572"/>
                  <a:pt x="3886632" y="2656167"/>
                </a:cubicBezTo>
                <a:close/>
                <a:moveTo>
                  <a:pt x="3435252" y="2831087"/>
                </a:moveTo>
                <a:cubicBezTo>
                  <a:pt x="3431534" y="2832352"/>
                  <a:pt x="3429560" y="2836378"/>
                  <a:pt x="3430825" y="2840095"/>
                </a:cubicBezTo>
                <a:cubicBezTo>
                  <a:pt x="3431821" y="2843027"/>
                  <a:pt x="3434581" y="2844887"/>
                  <a:pt x="3437533" y="2844887"/>
                </a:cubicBezTo>
                <a:cubicBezTo>
                  <a:pt x="3438299" y="2844887"/>
                  <a:pt x="3439066" y="2844772"/>
                  <a:pt x="3439813" y="2844504"/>
                </a:cubicBezTo>
                <a:cubicBezTo>
                  <a:pt x="3443531" y="2843238"/>
                  <a:pt x="3445506" y="2839214"/>
                  <a:pt x="3444241" y="2835515"/>
                </a:cubicBezTo>
                <a:cubicBezTo>
                  <a:pt x="3442975" y="2831797"/>
                  <a:pt x="3438950" y="2829823"/>
                  <a:pt x="3435252" y="2831087"/>
                </a:cubicBezTo>
                <a:close/>
                <a:moveTo>
                  <a:pt x="7326938" y="1311432"/>
                </a:moveTo>
                <a:cubicBezTo>
                  <a:pt x="7317624" y="1313656"/>
                  <a:pt x="7311894" y="1323009"/>
                  <a:pt x="7314136" y="1332304"/>
                </a:cubicBezTo>
                <a:cubicBezTo>
                  <a:pt x="7316032" y="1340238"/>
                  <a:pt x="7323124" y="1345585"/>
                  <a:pt x="7330963" y="1345585"/>
                </a:cubicBezTo>
                <a:cubicBezTo>
                  <a:pt x="7332304" y="1345585"/>
                  <a:pt x="7333645" y="1345432"/>
                  <a:pt x="7335007" y="1345106"/>
                </a:cubicBezTo>
                <a:cubicBezTo>
                  <a:pt x="7344301" y="1342864"/>
                  <a:pt x="7350032" y="1333530"/>
                  <a:pt x="7347809" y="1324235"/>
                </a:cubicBezTo>
                <a:cubicBezTo>
                  <a:pt x="7345567" y="1314939"/>
                  <a:pt x="7336233" y="1309209"/>
                  <a:pt x="7326938" y="1311432"/>
                </a:cubicBezTo>
                <a:close/>
                <a:moveTo>
                  <a:pt x="3248620" y="2902153"/>
                </a:moveTo>
                <a:cubicBezTo>
                  <a:pt x="3244998" y="2903648"/>
                  <a:pt x="3243292" y="2907787"/>
                  <a:pt x="3244787" y="2911409"/>
                </a:cubicBezTo>
                <a:cubicBezTo>
                  <a:pt x="3245917" y="2914150"/>
                  <a:pt x="3248562" y="2915798"/>
                  <a:pt x="3251341" y="2915798"/>
                </a:cubicBezTo>
                <a:cubicBezTo>
                  <a:pt x="3252242" y="2915798"/>
                  <a:pt x="3253162" y="2915626"/>
                  <a:pt x="3254044" y="2915262"/>
                </a:cubicBezTo>
                <a:cubicBezTo>
                  <a:pt x="3257666" y="2913747"/>
                  <a:pt x="3259391" y="2909608"/>
                  <a:pt x="3257896" y="2905986"/>
                </a:cubicBezTo>
                <a:cubicBezTo>
                  <a:pt x="3256381" y="2902364"/>
                  <a:pt x="3252242" y="2900658"/>
                  <a:pt x="3248620" y="2902153"/>
                </a:cubicBezTo>
                <a:close/>
                <a:moveTo>
                  <a:pt x="3341342" y="2865202"/>
                </a:moveTo>
                <a:cubicBezTo>
                  <a:pt x="3337681" y="2866601"/>
                  <a:pt x="3335860" y="2870683"/>
                  <a:pt x="3337259" y="2874344"/>
                </a:cubicBezTo>
                <a:cubicBezTo>
                  <a:pt x="3338333" y="2877180"/>
                  <a:pt x="3341034" y="2878905"/>
                  <a:pt x="3343890" y="2878905"/>
                </a:cubicBezTo>
                <a:cubicBezTo>
                  <a:pt x="3344734" y="2878905"/>
                  <a:pt x="3345576" y="2878771"/>
                  <a:pt x="3346421" y="2878445"/>
                </a:cubicBezTo>
                <a:cubicBezTo>
                  <a:pt x="3350081" y="2877046"/>
                  <a:pt x="3351901" y="2872945"/>
                  <a:pt x="3350502" y="2869284"/>
                </a:cubicBezTo>
                <a:cubicBezTo>
                  <a:pt x="3349104" y="2865624"/>
                  <a:pt x="3345002" y="2863803"/>
                  <a:pt x="3341342" y="2865202"/>
                </a:cubicBezTo>
                <a:close/>
                <a:moveTo>
                  <a:pt x="8316324" y="921749"/>
                </a:moveTo>
                <a:cubicBezTo>
                  <a:pt x="8311691" y="924149"/>
                  <a:pt x="8307973" y="928318"/>
                  <a:pt x="8306268" y="933684"/>
                </a:cubicBezTo>
                <a:cubicBezTo>
                  <a:pt x="8302875" y="944398"/>
                  <a:pt x="8308796" y="955859"/>
                  <a:pt x="8319530" y="959270"/>
                </a:cubicBezTo>
                <a:cubicBezTo>
                  <a:pt x="8321580" y="959921"/>
                  <a:pt x="8323650" y="960228"/>
                  <a:pt x="8325702" y="960228"/>
                </a:cubicBezTo>
                <a:cubicBezTo>
                  <a:pt x="8334344" y="960228"/>
                  <a:pt x="8342356" y="954689"/>
                  <a:pt x="8345115" y="946007"/>
                </a:cubicBezTo>
                <a:cubicBezTo>
                  <a:pt x="8348527" y="935294"/>
                  <a:pt x="8342586" y="923833"/>
                  <a:pt x="8331872" y="920422"/>
                </a:cubicBezTo>
                <a:cubicBezTo>
                  <a:pt x="8326506" y="918716"/>
                  <a:pt x="8320957" y="919348"/>
                  <a:pt x="8316324" y="921749"/>
                </a:cubicBezTo>
                <a:close/>
                <a:moveTo>
                  <a:pt x="1954271" y="3405204"/>
                </a:moveTo>
                <a:cubicBezTo>
                  <a:pt x="1950400" y="3405798"/>
                  <a:pt x="1947755" y="3409439"/>
                  <a:pt x="1948349" y="3413292"/>
                </a:cubicBezTo>
                <a:cubicBezTo>
                  <a:pt x="1948885" y="3416799"/>
                  <a:pt x="1951914" y="3419310"/>
                  <a:pt x="1955345" y="3419310"/>
                </a:cubicBezTo>
                <a:cubicBezTo>
                  <a:pt x="1955708" y="3419310"/>
                  <a:pt x="1956073" y="3419271"/>
                  <a:pt x="1956456" y="3419213"/>
                </a:cubicBezTo>
                <a:cubicBezTo>
                  <a:pt x="1960308" y="3418620"/>
                  <a:pt x="1962953" y="3414998"/>
                  <a:pt x="1962359" y="3411125"/>
                </a:cubicBezTo>
                <a:cubicBezTo>
                  <a:pt x="1961764" y="3407255"/>
                  <a:pt x="1958142" y="3404610"/>
                  <a:pt x="1954271" y="3405204"/>
                </a:cubicBezTo>
                <a:close/>
                <a:moveTo>
                  <a:pt x="5195588" y="2139759"/>
                </a:moveTo>
                <a:cubicBezTo>
                  <a:pt x="5192418" y="2142047"/>
                  <a:pt x="5190123" y="2145545"/>
                  <a:pt x="5189454" y="2149703"/>
                </a:cubicBezTo>
                <a:cubicBezTo>
                  <a:pt x="5188094" y="2158021"/>
                  <a:pt x="5193747" y="2165860"/>
                  <a:pt x="5202064" y="2167221"/>
                </a:cubicBezTo>
                <a:cubicBezTo>
                  <a:pt x="5202908" y="2167355"/>
                  <a:pt x="5203731" y="2167412"/>
                  <a:pt x="5204538" y="2167412"/>
                </a:cubicBezTo>
                <a:cubicBezTo>
                  <a:pt x="5211895" y="2167412"/>
                  <a:pt x="5218376" y="2162085"/>
                  <a:pt x="5219601" y="2154591"/>
                </a:cubicBezTo>
                <a:cubicBezTo>
                  <a:pt x="5220941" y="2146273"/>
                  <a:pt x="5215288" y="2138435"/>
                  <a:pt x="5206970" y="2137074"/>
                </a:cubicBezTo>
                <a:cubicBezTo>
                  <a:pt x="5202803" y="2136393"/>
                  <a:pt x="5198758" y="2137471"/>
                  <a:pt x="5195588" y="2139759"/>
                </a:cubicBezTo>
                <a:close/>
                <a:moveTo>
                  <a:pt x="7795178" y="1121531"/>
                </a:moveTo>
                <a:cubicBezTo>
                  <a:pt x="7791717" y="1124700"/>
                  <a:pt x="7789465" y="1129190"/>
                  <a:pt x="7789245" y="1134249"/>
                </a:cubicBezTo>
                <a:cubicBezTo>
                  <a:pt x="7788804" y="1144369"/>
                  <a:pt x="7796642" y="1152916"/>
                  <a:pt x="7806742" y="1153376"/>
                </a:cubicBezTo>
                <a:cubicBezTo>
                  <a:pt x="7807029" y="1153376"/>
                  <a:pt x="7807298" y="1153395"/>
                  <a:pt x="7807567" y="1153395"/>
                </a:cubicBezTo>
                <a:cubicBezTo>
                  <a:pt x="7817321" y="1153395"/>
                  <a:pt x="7825447" y="1145691"/>
                  <a:pt x="7825869" y="1135859"/>
                </a:cubicBezTo>
                <a:cubicBezTo>
                  <a:pt x="7826329" y="1125740"/>
                  <a:pt x="7818471" y="1117192"/>
                  <a:pt x="7808371" y="1116732"/>
                </a:cubicBezTo>
                <a:cubicBezTo>
                  <a:pt x="7803311" y="1116512"/>
                  <a:pt x="7798640" y="1118361"/>
                  <a:pt x="7795178" y="1121531"/>
                </a:cubicBezTo>
                <a:close/>
                <a:moveTo>
                  <a:pt x="5468770" y="2029365"/>
                </a:moveTo>
                <a:cubicBezTo>
                  <a:pt x="5464274" y="2029509"/>
                  <a:pt x="5460260" y="2031464"/>
                  <a:pt x="5457407" y="2034506"/>
                </a:cubicBezTo>
                <a:lnTo>
                  <a:pt x="5453020" y="2046163"/>
                </a:lnTo>
                <a:lnTo>
                  <a:pt x="5457965" y="2057347"/>
                </a:lnTo>
                <a:cubicBezTo>
                  <a:pt x="5460906" y="2060187"/>
                  <a:pt x="5464907" y="2061926"/>
                  <a:pt x="5469286" y="2061926"/>
                </a:cubicBezTo>
                <a:cubicBezTo>
                  <a:pt x="5469460" y="2061926"/>
                  <a:pt x="5469633" y="2061926"/>
                  <a:pt x="5469805" y="2061926"/>
                </a:cubicBezTo>
                <a:cubicBezTo>
                  <a:pt x="5478794" y="2061639"/>
                  <a:pt x="5485864" y="2054107"/>
                  <a:pt x="5485577" y="2045119"/>
                </a:cubicBezTo>
                <a:cubicBezTo>
                  <a:pt x="5485271" y="2036130"/>
                  <a:pt x="5477758" y="2029077"/>
                  <a:pt x="5468770" y="2029365"/>
                </a:cubicBezTo>
                <a:close/>
                <a:moveTo>
                  <a:pt x="4312295" y="2480459"/>
                </a:moveTo>
                <a:cubicBezTo>
                  <a:pt x="4306681" y="2480190"/>
                  <a:pt x="4301947" y="2484521"/>
                  <a:pt x="4301677" y="2490137"/>
                </a:cubicBezTo>
                <a:cubicBezTo>
                  <a:pt x="4301428" y="2495734"/>
                  <a:pt x="4305760" y="2500486"/>
                  <a:pt x="4311375" y="2500754"/>
                </a:cubicBezTo>
                <a:lnTo>
                  <a:pt x="4311834" y="2500754"/>
                </a:lnTo>
                <a:cubicBezTo>
                  <a:pt x="4317241" y="2500754"/>
                  <a:pt x="4321724" y="2496500"/>
                  <a:pt x="4321973" y="2491057"/>
                </a:cubicBezTo>
                <a:cubicBezTo>
                  <a:pt x="4322224" y="2485461"/>
                  <a:pt x="4317891" y="2480707"/>
                  <a:pt x="4312295" y="2480459"/>
                </a:cubicBezTo>
                <a:close/>
                <a:moveTo>
                  <a:pt x="7223656" y="1338686"/>
                </a:moveTo>
                <a:cubicBezTo>
                  <a:pt x="7214457" y="1341311"/>
                  <a:pt x="7209148" y="1350893"/>
                  <a:pt x="7211773" y="1360093"/>
                </a:cubicBezTo>
                <a:cubicBezTo>
                  <a:pt x="7213959" y="1367683"/>
                  <a:pt x="7220877" y="1372646"/>
                  <a:pt x="7228410" y="1372646"/>
                </a:cubicBezTo>
                <a:cubicBezTo>
                  <a:pt x="7230000" y="1372646"/>
                  <a:pt x="7231590" y="1372417"/>
                  <a:pt x="7233201" y="1371957"/>
                </a:cubicBezTo>
                <a:cubicBezTo>
                  <a:pt x="7242381" y="1369331"/>
                  <a:pt x="7247708" y="1359729"/>
                  <a:pt x="7245064" y="1350549"/>
                </a:cubicBezTo>
                <a:cubicBezTo>
                  <a:pt x="7242419" y="1341350"/>
                  <a:pt x="7232837" y="1336041"/>
                  <a:pt x="7223656" y="1338686"/>
                </a:cubicBezTo>
                <a:close/>
                <a:moveTo>
                  <a:pt x="6331799" y="1682013"/>
                </a:moveTo>
                <a:cubicBezTo>
                  <a:pt x="6322887" y="1685482"/>
                  <a:pt x="6318498" y="1695525"/>
                  <a:pt x="6321986" y="1704436"/>
                </a:cubicBezTo>
                <a:cubicBezTo>
                  <a:pt x="6324650" y="1711259"/>
                  <a:pt x="6331185" y="1715437"/>
                  <a:pt x="6338104" y="1715437"/>
                </a:cubicBezTo>
                <a:cubicBezTo>
                  <a:pt x="6340212" y="1715438"/>
                  <a:pt x="6342339" y="1715053"/>
                  <a:pt x="6344410" y="1714249"/>
                </a:cubicBezTo>
                <a:cubicBezTo>
                  <a:pt x="6353321" y="1710761"/>
                  <a:pt x="6357710" y="1700719"/>
                  <a:pt x="6354222" y="1691825"/>
                </a:cubicBezTo>
                <a:cubicBezTo>
                  <a:pt x="6350753" y="1682914"/>
                  <a:pt x="6340710" y="1678525"/>
                  <a:pt x="6331799" y="1682013"/>
                </a:cubicBezTo>
                <a:close/>
                <a:moveTo>
                  <a:pt x="6233001" y="1719673"/>
                </a:moveTo>
                <a:cubicBezTo>
                  <a:pt x="6224032" y="1722988"/>
                  <a:pt x="6219451" y="1732935"/>
                  <a:pt x="6222786" y="1741905"/>
                </a:cubicBezTo>
                <a:cubicBezTo>
                  <a:pt x="6225374" y="1748880"/>
                  <a:pt x="6231986" y="1753213"/>
                  <a:pt x="6239019" y="1753213"/>
                </a:cubicBezTo>
                <a:cubicBezTo>
                  <a:pt x="6241012" y="1753212"/>
                  <a:pt x="6243044" y="1752867"/>
                  <a:pt x="6245038" y="1752120"/>
                </a:cubicBezTo>
                <a:cubicBezTo>
                  <a:pt x="6253987" y="1748804"/>
                  <a:pt x="6258568" y="1738838"/>
                  <a:pt x="6255252" y="1729868"/>
                </a:cubicBezTo>
                <a:cubicBezTo>
                  <a:pt x="6251917" y="1720918"/>
                  <a:pt x="6241951" y="1716338"/>
                  <a:pt x="6233001" y="1719673"/>
                </a:cubicBezTo>
                <a:close/>
                <a:moveTo>
                  <a:pt x="6430002" y="1642628"/>
                </a:moveTo>
                <a:cubicBezTo>
                  <a:pt x="6421147" y="1646231"/>
                  <a:pt x="6416873" y="1656331"/>
                  <a:pt x="6420476" y="1665186"/>
                </a:cubicBezTo>
                <a:cubicBezTo>
                  <a:pt x="6423217" y="1671913"/>
                  <a:pt x="6429695" y="1675995"/>
                  <a:pt x="6436537" y="1675995"/>
                </a:cubicBezTo>
                <a:cubicBezTo>
                  <a:pt x="6438703" y="1675995"/>
                  <a:pt x="6440907" y="1675574"/>
                  <a:pt x="6443034" y="1674711"/>
                </a:cubicBezTo>
                <a:cubicBezTo>
                  <a:pt x="6451907" y="1671108"/>
                  <a:pt x="6456162" y="1661007"/>
                  <a:pt x="6452560" y="1652153"/>
                </a:cubicBezTo>
                <a:cubicBezTo>
                  <a:pt x="6448956" y="1643299"/>
                  <a:pt x="6438856" y="1639025"/>
                  <a:pt x="6430002" y="1642628"/>
                </a:cubicBezTo>
                <a:close/>
                <a:moveTo>
                  <a:pt x="4473628" y="2405849"/>
                </a:moveTo>
                <a:cubicBezTo>
                  <a:pt x="4467495" y="2405139"/>
                  <a:pt x="4461956" y="2409528"/>
                  <a:pt x="4461228" y="2415661"/>
                </a:cubicBezTo>
                <a:cubicBezTo>
                  <a:pt x="4460519" y="2421794"/>
                  <a:pt x="4464910" y="2427352"/>
                  <a:pt x="4471044" y="2428061"/>
                </a:cubicBezTo>
                <a:cubicBezTo>
                  <a:pt x="4471482" y="2428138"/>
                  <a:pt x="4471922" y="2428138"/>
                  <a:pt x="4472345" y="2428138"/>
                </a:cubicBezTo>
                <a:cubicBezTo>
                  <a:pt x="4477941" y="2428138"/>
                  <a:pt x="4482771" y="2423941"/>
                  <a:pt x="4483442" y="2418248"/>
                </a:cubicBezTo>
                <a:cubicBezTo>
                  <a:pt x="4484150" y="2412116"/>
                  <a:pt x="4479762" y="2406557"/>
                  <a:pt x="4473628" y="2405849"/>
                </a:cubicBezTo>
                <a:close/>
                <a:moveTo>
                  <a:pt x="8060266" y="1004835"/>
                </a:moveTo>
                <a:cubicBezTo>
                  <a:pt x="8056150" y="1007590"/>
                  <a:pt x="8053083" y="1011917"/>
                  <a:pt x="8052039" y="1017168"/>
                </a:cubicBezTo>
                <a:cubicBezTo>
                  <a:pt x="8049949" y="1027651"/>
                  <a:pt x="8056772" y="1037829"/>
                  <a:pt x="8067256" y="1039917"/>
                </a:cubicBezTo>
                <a:cubicBezTo>
                  <a:pt x="8068540" y="1040166"/>
                  <a:pt x="8069805" y="1040282"/>
                  <a:pt x="8071051" y="1040282"/>
                </a:cubicBezTo>
                <a:cubicBezTo>
                  <a:pt x="8080097" y="1040281"/>
                  <a:pt x="8088185" y="1033900"/>
                  <a:pt x="8090005" y="1024681"/>
                </a:cubicBezTo>
                <a:cubicBezTo>
                  <a:pt x="8092094" y="1014198"/>
                  <a:pt x="8085271" y="1004021"/>
                  <a:pt x="8074788" y="1001932"/>
                </a:cubicBezTo>
                <a:cubicBezTo>
                  <a:pt x="8069546" y="1000897"/>
                  <a:pt x="8064381" y="1002080"/>
                  <a:pt x="8060266" y="1004835"/>
                </a:cubicBezTo>
                <a:close/>
                <a:moveTo>
                  <a:pt x="6528013" y="1602420"/>
                </a:moveTo>
                <a:cubicBezTo>
                  <a:pt x="6519178" y="1606080"/>
                  <a:pt x="6514980" y="1616199"/>
                  <a:pt x="6518641" y="1625035"/>
                </a:cubicBezTo>
                <a:cubicBezTo>
                  <a:pt x="6521382" y="1631704"/>
                  <a:pt x="6527841" y="1635729"/>
                  <a:pt x="6534625" y="1635729"/>
                </a:cubicBezTo>
                <a:cubicBezTo>
                  <a:pt x="6536829" y="1635729"/>
                  <a:pt x="6539071" y="1635307"/>
                  <a:pt x="6541236" y="1634426"/>
                </a:cubicBezTo>
                <a:cubicBezTo>
                  <a:pt x="6550072" y="1630765"/>
                  <a:pt x="6554288" y="1620646"/>
                  <a:pt x="6550628" y="1611811"/>
                </a:cubicBezTo>
                <a:cubicBezTo>
                  <a:pt x="6546987" y="1602975"/>
                  <a:pt x="6536867" y="1598759"/>
                  <a:pt x="6528013" y="1602420"/>
                </a:cubicBezTo>
                <a:close/>
                <a:moveTo>
                  <a:pt x="945369" y="3781573"/>
                </a:moveTo>
                <a:cubicBezTo>
                  <a:pt x="944583" y="3783029"/>
                  <a:pt x="945120" y="3784850"/>
                  <a:pt x="946577" y="3785635"/>
                </a:cubicBezTo>
                <a:cubicBezTo>
                  <a:pt x="947036" y="3785885"/>
                  <a:pt x="947515" y="3786000"/>
                  <a:pt x="947994" y="3786000"/>
                </a:cubicBezTo>
                <a:cubicBezTo>
                  <a:pt x="949068" y="3785999"/>
                  <a:pt x="950103" y="3785425"/>
                  <a:pt x="950658" y="3784409"/>
                </a:cubicBezTo>
                <a:cubicBezTo>
                  <a:pt x="951444" y="3782953"/>
                  <a:pt x="950888" y="3781132"/>
                  <a:pt x="949432" y="3780346"/>
                </a:cubicBezTo>
                <a:cubicBezTo>
                  <a:pt x="947975" y="3779561"/>
                  <a:pt x="946155" y="3780097"/>
                  <a:pt x="945369" y="3781573"/>
                </a:cubicBezTo>
                <a:close/>
                <a:moveTo>
                  <a:pt x="3787184" y="2672227"/>
                </a:moveTo>
                <a:cubicBezTo>
                  <a:pt x="3782795" y="2673051"/>
                  <a:pt x="3779882" y="2677287"/>
                  <a:pt x="3780704" y="2681695"/>
                </a:cubicBezTo>
                <a:cubicBezTo>
                  <a:pt x="3781435" y="2685605"/>
                  <a:pt x="3784846" y="2688326"/>
                  <a:pt x="3788678" y="2688326"/>
                </a:cubicBezTo>
                <a:cubicBezTo>
                  <a:pt x="3789156" y="2688326"/>
                  <a:pt x="3789676" y="2688269"/>
                  <a:pt x="3790175" y="2688192"/>
                </a:cubicBezTo>
                <a:cubicBezTo>
                  <a:pt x="3794581" y="2687368"/>
                  <a:pt x="3797475" y="2683133"/>
                  <a:pt x="3796650" y="2678725"/>
                </a:cubicBezTo>
                <a:cubicBezTo>
                  <a:pt x="3795827" y="2674316"/>
                  <a:pt x="3791593" y="2671403"/>
                  <a:pt x="3787184" y="2672227"/>
                </a:cubicBezTo>
                <a:close/>
                <a:moveTo>
                  <a:pt x="7121658" y="1370040"/>
                </a:moveTo>
                <a:cubicBezTo>
                  <a:pt x="7112574" y="1373011"/>
                  <a:pt x="7107629" y="1382785"/>
                  <a:pt x="7110600" y="1391888"/>
                </a:cubicBezTo>
                <a:cubicBezTo>
                  <a:pt x="7112977" y="1399172"/>
                  <a:pt x="7119762" y="1403809"/>
                  <a:pt x="7127044" y="1403809"/>
                </a:cubicBezTo>
                <a:cubicBezTo>
                  <a:pt x="7128827" y="1403809"/>
                  <a:pt x="7130647" y="1403541"/>
                  <a:pt x="7132430" y="1402947"/>
                </a:cubicBezTo>
                <a:cubicBezTo>
                  <a:pt x="7141513" y="1399976"/>
                  <a:pt x="7146478" y="1390202"/>
                  <a:pt x="7143506" y="1381118"/>
                </a:cubicBezTo>
                <a:cubicBezTo>
                  <a:pt x="7140537" y="1372033"/>
                  <a:pt x="7130762" y="1367070"/>
                  <a:pt x="7121658" y="1370040"/>
                </a:cubicBezTo>
                <a:close/>
                <a:moveTo>
                  <a:pt x="6133572" y="1755340"/>
                </a:moveTo>
                <a:cubicBezTo>
                  <a:pt x="6124544" y="1758463"/>
                  <a:pt x="6119753" y="1768334"/>
                  <a:pt x="6122877" y="1777360"/>
                </a:cubicBezTo>
                <a:cubicBezTo>
                  <a:pt x="6125369" y="1784528"/>
                  <a:pt x="6132077" y="1789013"/>
                  <a:pt x="6139245" y="1789013"/>
                </a:cubicBezTo>
                <a:cubicBezTo>
                  <a:pt x="6141123" y="1789013"/>
                  <a:pt x="6143039" y="1788707"/>
                  <a:pt x="6144917" y="1788055"/>
                </a:cubicBezTo>
                <a:cubicBezTo>
                  <a:pt x="6153945" y="1784931"/>
                  <a:pt x="6158736" y="1775061"/>
                  <a:pt x="6155592" y="1766033"/>
                </a:cubicBezTo>
                <a:cubicBezTo>
                  <a:pt x="6152469" y="1757007"/>
                  <a:pt x="6142598" y="1752216"/>
                  <a:pt x="6133572" y="1755340"/>
                </a:cubicBezTo>
                <a:close/>
                <a:moveTo>
                  <a:pt x="6625986" y="1561846"/>
                </a:moveTo>
                <a:cubicBezTo>
                  <a:pt x="6617151" y="1565507"/>
                  <a:pt x="6612954" y="1575626"/>
                  <a:pt x="6616614" y="1584481"/>
                </a:cubicBezTo>
                <a:lnTo>
                  <a:pt x="6616634" y="1584481"/>
                </a:lnTo>
                <a:cubicBezTo>
                  <a:pt x="6619393" y="1591131"/>
                  <a:pt x="6625852" y="1595156"/>
                  <a:pt x="6632637" y="1595156"/>
                </a:cubicBezTo>
                <a:cubicBezTo>
                  <a:pt x="6634840" y="1595156"/>
                  <a:pt x="6637083" y="1594734"/>
                  <a:pt x="6639249" y="1593833"/>
                </a:cubicBezTo>
                <a:cubicBezTo>
                  <a:pt x="6648064" y="1590173"/>
                  <a:pt x="6652262" y="1580053"/>
                  <a:pt x="6648601" y="1571218"/>
                </a:cubicBezTo>
                <a:cubicBezTo>
                  <a:pt x="6646771" y="1566800"/>
                  <a:pt x="6643327" y="1563543"/>
                  <a:pt x="6639235" y="1561846"/>
                </a:cubicBezTo>
                <a:cubicBezTo>
                  <a:pt x="6635142" y="1560151"/>
                  <a:pt x="6630403" y="1560016"/>
                  <a:pt x="6625986" y="1561846"/>
                </a:cubicBezTo>
                <a:close/>
                <a:moveTo>
                  <a:pt x="6724055" y="1521331"/>
                </a:moveTo>
                <a:cubicBezTo>
                  <a:pt x="6715200" y="1524973"/>
                  <a:pt x="6710984" y="1535072"/>
                  <a:pt x="6714626" y="1543927"/>
                </a:cubicBezTo>
                <a:cubicBezTo>
                  <a:pt x="6717366" y="1550616"/>
                  <a:pt x="6723824" y="1554660"/>
                  <a:pt x="6730647" y="1554660"/>
                </a:cubicBezTo>
                <a:cubicBezTo>
                  <a:pt x="6732833" y="1554660"/>
                  <a:pt x="6735056" y="1554238"/>
                  <a:pt x="6737222" y="1553357"/>
                </a:cubicBezTo>
                <a:cubicBezTo>
                  <a:pt x="6746057" y="1549715"/>
                  <a:pt x="6750273" y="1539615"/>
                  <a:pt x="6746650" y="1530761"/>
                </a:cubicBezTo>
                <a:cubicBezTo>
                  <a:pt x="6743010" y="1521925"/>
                  <a:pt x="6732890" y="1517689"/>
                  <a:pt x="6724055" y="1521331"/>
                </a:cubicBezTo>
                <a:close/>
                <a:moveTo>
                  <a:pt x="4048598" y="2565112"/>
                </a:moveTo>
                <a:cubicBezTo>
                  <a:pt x="4043578" y="2565495"/>
                  <a:pt x="4039821" y="2569903"/>
                  <a:pt x="4040223" y="2574924"/>
                </a:cubicBezTo>
                <a:cubicBezTo>
                  <a:pt x="4040586" y="2579716"/>
                  <a:pt x="4044594" y="2583357"/>
                  <a:pt x="4049326" y="2583357"/>
                </a:cubicBezTo>
                <a:cubicBezTo>
                  <a:pt x="4049558" y="2583357"/>
                  <a:pt x="4049806" y="2583319"/>
                  <a:pt x="4050035" y="2583319"/>
                </a:cubicBezTo>
                <a:cubicBezTo>
                  <a:pt x="4055076" y="2582916"/>
                  <a:pt x="4058833" y="2578527"/>
                  <a:pt x="4058430" y="2573487"/>
                </a:cubicBezTo>
                <a:cubicBezTo>
                  <a:pt x="4058028" y="2568465"/>
                  <a:pt x="4053640" y="2564710"/>
                  <a:pt x="4048598" y="2565112"/>
                </a:cubicBezTo>
                <a:close/>
                <a:moveTo>
                  <a:pt x="7020907" y="1404768"/>
                </a:moveTo>
                <a:cubicBezTo>
                  <a:pt x="7011899" y="1408007"/>
                  <a:pt x="7007242" y="1417915"/>
                  <a:pt x="7010499" y="1426922"/>
                </a:cubicBezTo>
                <a:cubicBezTo>
                  <a:pt x="7013030" y="1433975"/>
                  <a:pt x="7019680" y="1438364"/>
                  <a:pt x="7026771" y="1438364"/>
                </a:cubicBezTo>
                <a:cubicBezTo>
                  <a:pt x="7028726" y="1438364"/>
                  <a:pt x="7030699" y="1438038"/>
                  <a:pt x="7032654" y="1437330"/>
                </a:cubicBezTo>
                <a:cubicBezTo>
                  <a:pt x="7041643" y="1434090"/>
                  <a:pt x="7046300" y="1424163"/>
                  <a:pt x="7043062" y="1415175"/>
                </a:cubicBezTo>
                <a:cubicBezTo>
                  <a:pt x="7039803" y="1406167"/>
                  <a:pt x="7029895" y="1401510"/>
                  <a:pt x="7020907" y="1404768"/>
                </a:cubicBezTo>
                <a:close/>
                <a:moveTo>
                  <a:pt x="6822392" y="1481276"/>
                </a:moveTo>
                <a:cubicBezTo>
                  <a:pt x="6813537" y="1484859"/>
                  <a:pt x="6809245" y="1494941"/>
                  <a:pt x="6812809" y="1503814"/>
                </a:cubicBezTo>
                <a:lnTo>
                  <a:pt x="6812791" y="1503813"/>
                </a:lnTo>
                <a:cubicBezTo>
                  <a:pt x="6815512" y="1510560"/>
                  <a:pt x="6821990" y="1514662"/>
                  <a:pt x="6828851" y="1514662"/>
                </a:cubicBezTo>
                <a:cubicBezTo>
                  <a:pt x="6831016" y="1514662"/>
                  <a:pt x="6833201" y="1514259"/>
                  <a:pt x="6835309" y="1513396"/>
                </a:cubicBezTo>
                <a:cubicBezTo>
                  <a:pt x="6844183" y="1509832"/>
                  <a:pt x="6848476" y="1499750"/>
                  <a:pt x="6844911" y="1490878"/>
                </a:cubicBezTo>
                <a:cubicBezTo>
                  <a:pt x="6841347" y="1482004"/>
                  <a:pt x="6831246" y="1477711"/>
                  <a:pt x="6822392" y="1481276"/>
                </a:cubicBezTo>
                <a:close/>
                <a:moveTo>
                  <a:pt x="6921209" y="1442140"/>
                </a:moveTo>
                <a:cubicBezTo>
                  <a:pt x="6912296" y="1445590"/>
                  <a:pt x="6907870" y="1455613"/>
                  <a:pt x="6911319" y="1464545"/>
                </a:cubicBezTo>
                <a:cubicBezTo>
                  <a:pt x="6913983" y="1471386"/>
                  <a:pt x="6920538" y="1475583"/>
                  <a:pt x="6927476" y="1475583"/>
                </a:cubicBezTo>
                <a:cubicBezTo>
                  <a:pt x="6929546" y="1475583"/>
                  <a:pt x="6931672" y="1475219"/>
                  <a:pt x="6933723" y="1474414"/>
                </a:cubicBezTo>
                <a:cubicBezTo>
                  <a:pt x="6942636" y="1470945"/>
                  <a:pt x="6947062" y="1460922"/>
                  <a:pt x="6943612" y="1452010"/>
                </a:cubicBezTo>
                <a:cubicBezTo>
                  <a:pt x="6940144" y="1443098"/>
                  <a:pt x="6930120" y="1438671"/>
                  <a:pt x="6921209" y="1442140"/>
                </a:cubicBezTo>
                <a:close/>
                <a:moveTo>
                  <a:pt x="6033358" y="1788687"/>
                </a:moveTo>
                <a:cubicBezTo>
                  <a:pt x="6024255" y="1791581"/>
                  <a:pt x="6019214" y="1801317"/>
                  <a:pt x="6022127" y="1810440"/>
                </a:cubicBezTo>
                <a:cubicBezTo>
                  <a:pt x="6024465" y="1817799"/>
                  <a:pt x="6031269" y="1822495"/>
                  <a:pt x="6038608" y="1822495"/>
                </a:cubicBezTo>
                <a:cubicBezTo>
                  <a:pt x="6040353" y="1822495"/>
                  <a:pt x="6042116" y="1822245"/>
                  <a:pt x="6043861" y="1821689"/>
                </a:cubicBezTo>
                <a:cubicBezTo>
                  <a:pt x="6052983" y="1818777"/>
                  <a:pt x="6058003" y="1809040"/>
                  <a:pt x="6055110" y="1799937"/>
                </a:cubicBezTo>
                <a:cubicBezTo>
                  <a:pt x="6052216" y="1790834"/>
                  <a:pt x="6042480" y="1785793"/>
                  <a:pt x="6033358" y="1788687"/>
                </a:cubicBezTo>
                <a:close/>
                <a:moveTo>
                  <a:pt x="4624360" y="2338156"/>
                </a:moveTo>
                <a:cubicBezTo>
                  <a:pt x="4621772" y="2339900"/>
                  <a:pt x="4619851" y="2342631"/>
                  <a:pt x="4619209" y="2345937"/>
                </a:cubicBezTo>
                <a:cubicBezTo>
                  <a:pt x="4617926" y="2352569"/>
                  <a:pt x="4622257" y="2358970"/>
                  <a:pt x="4628867" y="2360254"/>
                </a:cubicBezTo>
                <a:cubicBezTo>
                  <a:pt x="4629654" y="2360407"/>
                  <a:pt x="4630440" y="2360484"/>
                  <a:pt x="4631204" y="2360484"/>
                </a:cubicBezTo>
                <a:cubicBezTo>
                  <a:pt x="4636937" y="2360484"/>
                  <a:pt x="4642034" y="2356421"/>
                  <a:pt x="4643165" y="2350594"/>
                </a:cubicBezTo>
                <a:cubicBezTo>
                  <a:pt x="4644451" y="2343983"/>
                  <a:pt x="4640120" y="2337582"/>
                  <a:pt x="4633504" y="2336298"/>
                </a:cubicBezTo>
                <a:cubicBezTo>
                  <a:pt x="4630200" y="2335656"/>
                  <a:pt x="4626947" y="2336412"/>
                  <a:pt x="4624360" y="2338156"/>
                </a:cubicBezTo>
                <a:close/>
                <a:moveTo>
                  <a:pt x="1855819" y="3417584"/>
                </a:moveTo>
                <a:cubicBezTo>
                  <a:pt x="1851929" y="3417949"/>
                  <a:pt x="1849054" y="3421417"/>
                  <a:pt x="1849437" y="3425308"/>
                </a:cubicBezTo>
                <a:cubicBezTo>
                  <a:pt x="1849783" y="3428987"/>
                  <a:pt x="1852868" y="3431729"/>
                  <a:pt x="1856490" y="3431729"/>
                </a:cubicBezTo>
                <a:cubicBezTo>
                  <a:pt x="1856720" y="3431729"/>
                  <a:pt x="1856931" y="3431729"/>
                  <a:pt x="1857160" y="3431690"/>
                </a:cubicBezTo>
                <a:cubicBezTo>
                  <a:pt x="1861051" y="3431326"/>
                  <a:pt x="1863926" y="3427857"/>
                  <a:pt x="1863543" y="3423967"/>
                </a:cubicBezTo>
                <a:cubicBezTo>
                  <a:pt x="1863178" y="3420057"/>
                  <a:pt x="1859709" y="3417201"/>
                  <a:pt x="1855819" y="3417584"/>
                </a:cubicBezTo>
                <a:close/>
                <a:moveTo>
                  <a:pt x="4781457" y="2271168"/>
                </a:moveTo>
                <a:cubicBezTo>
                  <a:pt x="4778558" y="2272917"/>
                  <a:pt x="4776325" y="2275773"/>
                  <a:pt x="4775443" y="2279319"/>
                </a:cubicBezTo>
                <a:cubicBezTo>
                  <a:pt x="4773700" y="2286410"/>
                  <a:pt x="4778031" y="2293578"/>
                  <a:pt x="4785122" y="2295322"/>
                </a:cubicBezTo>
                <a:cubicBezTo>
                  <a:pt x="4786175" y="2295590"/>
                  <a:pt x="4787251" y="2295724"/>
                  <a:pt x="4788303" y="2295724"/>
                </a:cubicBezTo>
                <a:cubicBezTo>
                  <a:pt x="4794247" y="2295724"/>
                  <a:pt x="4799631" y="2291680"/>
                  <a:pt x="4801125" y="2285662"/>
                </a:cubicBezTo>
                <a:cubicBezTo>
                  <a:pt x="4802871" y="2278571"/>
                  <a:pt x="4798537" y="2271403"/>
                  <a:pt x="4791466" y="2269659"/>
                </a:cubicBezTo>
                <a:cubicBezTo>
                  <a:pt x="4787920" y="2268778"/>
                  <a:pt x="4784355" y="2269420"/>
                  <a:pt x="4781457" y="2271168"/>
                </a:cubicBezTo>
                <a:close/>
                <a:moveTo>
                  <a:pt x="1293277" y="3631508"/>
                </a:moveTo>
                <a:cubicBezTo>
                  <a:pt x="1290594" y="3630799"/>
                  <a:pt x="1287833" y="3632428"/>
                  <a:pt x="1287125" y="3635111"/>
                </a:cubicBezTo>
                <a:cubicBezTo>
                  <a:pt x="1286436" y="3637814"/>
                  <a:pt x="1288045" y="3640574"/>
                  <a:pt x="1290747" y="3641263"/>
                </a:cubicBezTo>
                <a:cubicBezTo>
                  <a:pt x="1291169" y="3641378"/>
                  <a:pt x="1291590" y="3641436"/>
                  <a:pt x="1292012" y="3641436"/>
                </a:cubicBezTo>
                <a:cubicBezTo>
                  <a:pt x="1294255" y="3641436"/>
                  <a:pt x="1296305" y="3639922"/>
                  <a:pt x="1296899" y="3637660"/>
                </a:cubicBezTo>
                <a:cubicBezTo>
                  <a:pt x="1297608" y="3634958"/>
                  <a:pt x="1295979" y="3632198"/>
                  <a:pt x="1293277" y="3631508"/>
                </a:cubicBezTo>
                <a:close/>
                <a:moveTo>
                  <a:pt x="2569036" y="3132502"/>
                </a:moveTo>
                <a:cubicBezTo>
                  <a:pt x="2564858" y="3134131"/>
                  <a:pt x="2562789" y="3138845"/>
                  <a:pt x="2564437" y="3143023"/>
                </a:cubicBezTo>
                <a:cubicBezTo>
                  <a:pt x="2565682" y="3146224"/>
                  <a:pt x="2568749" y="3148179"/>
                  <a:pt x="2571987" y="3148179"/>
                </a:cubicBezTo>
                <a:cubicBezTo>
                  <a:pt x="2572965" y="3148179"/>
                  <a:pt x="2573981" y="3148007"/>
                  <a:pt x="2574939" y="3147623"/>
                </a:cubicBezTo>
                <a:cubicBezTo>
                  <a:pt x="2579117" y="3145994"/>
                  <a:pt x="2581168" y="3141280"/>
                  <a:pt x="2579539" y="3137101"/>
                </a:cubicBezTo>
                <a:cubicBezTo>
                  <a:pt x="2577910" y="3132942"/>
                  <a:pt x="2573195" y="3130872"/>
                  <a:pt x="2569036" y="3132502"/>
                </a:cubicBezTo>
                <a:close/>
                <a:moveTo>
                  <a:pt x="5932358" y="1819218"/>
                </a:moveTo>
                <a:cubicBezTo>
                  <a:pt x="5923161" y="1821843"/>
                  <a:pt x="5917831" y="1831406"/>
                  <a:pt x="5920458" y="1840606"/>
                </a:cubicBezTo>
                <a:cubicBezTo>
                  <a:pt x="5922623" y="1848215"/>
                  <a:pt x="5929560" y="1853178"/>
                  <a:pt x="5937094" y="1853178"/>
                </a:cubicBezTo>
                <a:cubicBezTo>
                  <a:pt x="5938663" y="1853178"/>
                  <a:pt x="5940255" y="1852967"/>
                  <a:pt x="5941846" y="1852508"/>
                </a:cubicBezTo>
                <a:cubicBezTo>
                  <a:pt x="5951045" y="1849882"/>
                  <a:pt x="5956370" y="1840319"/>
                  <a:pt x="5953749" y="1831119"/>
                </a:cubicBezTo>
                <a:cubicBezTo>
                  <a:pt x="5951120" y="1821919"/>
                  <a:pt x="5941540" y="1816591"/>
                  <a:pt x="5932358" y="1819218"/>
                </a:cubicBezTo>
                <a:close/>
                <a:moveTo>
                  <a:pt x="1522937" y="3539650"/>
                </a:moveTo>
                <a:cubicBezTo>
                  <a:pt x="1519601" y="3539324"/>
                  <a:pt x="1516631" y="3541757"/>
                  <a:pt x="1516306" y="3545093"/>
                </a:cubicBezTo>
                <a:cubicBezTo>
                  <a:pt x="1515979" y="3548427"/>
                  <a:pt x="1518433" y="3551398"/>
                  <a:pt x="1521767" y="3551723"/>
                </a:cubicBezTo>
                <a:cubicBezTo>
                  <a:pt x="1521959" y="3551742"/>
                  <a:pt x="1522151" y="3551762"/>
                  <a:pt x="1522361" y="3551762"/>
                </a:cubicBezTo>
                <a:cubicBezTo>
                  <a:pt x="1525447" y="3551762"/>
                  <a:pt x="1528091" y="3549424"/>
                  <a:pt x="1528398" y="3546281"/>
                </a:cubicBezTo>
                <a:cubicBezTo>
                  <a:pt x="1528723" y="3542946"/>
                  <a:pt x="1526270" y="3539975"/>
                  <a:pt x="1522937" y="3539650"/>
                </a:cubicBezTo>
                <a:close/>
                <a:moveTo>
                  <a:pt x="2475395" y="3167804"/>
                </a:moveTo>
                <a:cubicBezTo>
                  <a:pt x="2471178" y="3169317"/>
                  <a:pt x="2468994" y="3173975"/>
                  <a:pt x="2470527" y="3178191"/>
                </a:cubicBezTo>
                <a:cubicBezTo>
                  <a:pt x="2471715" y="3181488"/>
                  <a:pt x="2474839" y="3183538"/>
                  <a:pt x="2478154" y="3183538"/>
                </a:cubicBezTo>
                <a:cubicBezTo>
                  <a:pt x="2479075" y="3183538"/>
                  <a:pt x="2479994" y="3183386"/>
                  <a:pt x="2480914" y="3183060"/>
                </a:cubicBezTo>
                <a:cubicBezTo>
                  <a:pt x="2485111" y="3181546"/>
                  <a:pt x="2487297" y="3176889"/>
                  <a:pt x="2485782" y="3172672"/>
                </a:cubicBezTo>
                <a:cubicBezTo>
                  <a:pt x="2484268" y="3168456"/>
                  <a:pt x="2479611" y="3166271"/>
                  <a:pt x="2475395" y="3167804"/>
                </a:cubicBezTo>
                <a:close/>
                <a:moveTo>
                  <a:pt x="2661796" y="3094937"/>
                </a:moveTo>
                <a:cubicBezTo>
                  <a:pt x="2657657" y="3096662"/>
                  <a:pt x="2655721" y="3101415"/>
                  <a:pt x="2657446" y="3105555"/>
                </a:cubicBezTo>
                <a:cubicBezTo>
                  <a:pt x="2658730" y="3108659"/>
                  <a:pt x="2661759" y="3110538"/>
                  <a:pt x="2664921" y="3110538"/>
                </a:cubicBezTo>
                <a:cubicBezTo>
                  <a:pt x="2665975" y="3110538"/>
                  <a:pt x="2667029" y="3110347"/>
                  <a:pt x="2668045" y="3109905"/>
                </a:cubicBezTo>
                <a:cubicBezTo>
                  <a:pt x="2672184" y="3108181"/>
                  <a:pt x="2674140" y="3103427"/>
                  <a:pt x="2672413" y="3099307"/>
                </a:cubicBezTo>
                <a:cubicBezTo>
                  <a:pt x="2670689" y="3095168"/>
                  <a:pt x="2665936" y="3093212"/>
                  <a:pt x="2661796" y="3094937"/>
                </a:cubicBezTo>
                <a:close/>
                <a:moveTo>
                  <a:pt x="3688673" y="2693002"/>
                </a:moveTo>
                <a:cubicBezTo>
                  <a:pt x="3684304" y="2694019"/>
                  <a:pt x="3681602" y="2698388"/>
                  <a:pt x="3682617" y="2702758"/>
                </a:cubicBezTo>
                <a:cubicBezTo>
                  <a:pt x="3683499" y="2706495"/>
                  <a:pt x="3686834" y="2709005"/>
                  <a:pt x="3690515" y="2709005"/>
                </a:cubicBezTo>
                <a:cubicBezTo>
                  <a:pt x="3691127" y="2709005"/>
                  <a:pt x="3691760" y="2708948"/>
                  <a:pt x="3692373" y="2708795"/>
                </a:cubicBezTo>
                <a:cubicBezTo>
                  <a:pt x="3696743" y="2707779"/>
                  <a:pt x="3699445" y="2703410"/>
                  <a:pt x="3698429" y="2699040"/>
                </a:cubicBezTo>
                <a:cubicBezTo>
                  <a:pt x="3697414" y="2694689"/>
                  <a:pt x="3693043" y="2691968"/>
                  <a:pt x="3688673" y="2693002"/>
                </a:cubicBezTo>
                <a:close/>
                <a:moveTo>
                  <a:pt x="2753904" y="3055591"/>
                </a:moveTo>
                <a:cubicBezTo>
                  <a:pt x="2749784" y="3057373"/>
                  <a:pt x="2747907" y="3062164"/>
                  <a:pt x="2749708" y="3066266"/>
                </a:cubicBezTo>
                <a:cubicBezTo>
                  <a:pt x="2751030" y="3069313"/>
                  <a:pt x="2754020" y="3071153"/>
                  <a:pt x="2757144" y="3071153"/>
                </a:cubicBezTo>
                <a:cubicBezTo>
                  <a:pt x="2758217" y="3071153"/>
                  <a:pt x="2759329" y="3070923"/>
                  <a:pt x="2760383" y="3070464"/>
                </a:cubicBezTo>
                <a:cubicBezTo>
                  <a:pt x="2764484" y="3068681"/>
                  <a:pt x="2766363" y="3063889"/>
                  <a:pt x="2764580" y="3059789"/>
                </a:cubicBezTo>
                <a:cubicBezTo>
                  <a:pt x="2762778" y="3055667"/>
                  <a:pt x="2758006" y="3053809"/>
                  <a:pt x="2753904" y="3055591"/>
                </a:cubicBezTo>
                <a:close/>
                <a:moveTo>
                  <a:pt x="2380794" y="3200308"/>
                </a:moveTo>
                <a:cubicBezTo>
                  <a:pt x="2376520" y="3201707"/>
                  <a:pt x="2374202" y="3206268"/>
                  <a:pt x="2375581" y="3210543"/>
                </a:cubicBezTo>
                <a:cubicBezTo>
                  <a:pt x="2376713" y="3213954"/>
                  <a:pt x="2379894" y="3216140"/>
                  <a:pt x="2383305" y="3216139"/>
                </a:cubicBezTo>
                <a:cubicBezTo>
                  <a:pt x="2384129" y="3216139"/>
                  <a:pt x="2384973" y="3216005"/>
                  <a:pt x="2385816" y="3215737"/>
                </a:cubicBezTo>
                <a:cubicBezTo>
                  <a:pt x="2390070" y="3214356"/>
                  <a:pt x="2392409" y="3209776"/>
                  <a:pt x="2391028" y="3205502"/>
                </a:cubicBezTo>
                <a:cubicBezTo>
                  <a:pt x="2389629" y="3201247"/>
                  <a:pt x="2385049" y="3198928"/>
                  <a:pt x="2380794" y="3200308"/>
                </a:cubicBezTo>
                <a:close/>
                <a:moveTo>
                  <a:pt x="4937241" y="2201063"/>
                </a:moveTo>
                <a:cubicBezTo>
                  <a:pt x="4934119" y="2202946"/>
                  <a:pt x="4931719" y="2206022"/>
                  <a:pt x="4930780" y="2209845"/>
                </a:cubicBezTo>
                <a:cubicBezTo>
                  <a:pt x="4928882" y="2217472"/>
                  <a:pt x="4933540" y="2225196"/>
                  <a:pt x="4941168" y="2227094"/>
                </a:cubicBezTo>
                <a:cubicBezTo>
                  <a:pt x="4942317" y="2227381"/>
                  <a:pt x="4943467" y="2227515"/>
                  <a:pt x="4944616" y="2227515"/>
                </a:cubicBezTo>
                <a:cubicBezTo>
                  <a:pt x="4950999" y="2227515"/>
                  <a:pt x="4956826" y="2223184"/>
                  <a:pt x="4958416" y="2216687"/>
                </a:cubicBezTo>
                <a:cubicBezTo>
                  <a:pt x="4960312" y="2209059"/>
                  <a:pt x="4955655" y="2201336"/>
                  <a:pt x="4948029" y="2199438"/>
                </a:cubicBezTo>
                <a:cubicBezTo>
                  <a:pt x="4944206" y="2198489"/>
                  <a:pt x="4940363" y="2199179"/>
                  <a:pt x="4937241" y="2201063"/>
                </a:cubicBezTo>
                <a:close/>
                <a:moveTo>
                  <a:pt x="2845553" y="3015095"/>
                </a:moveTo>
                <a:cubicBezTo>
                  <a:pt x="2841453" y="3016916"/>
                  <a:pt x="2839631" y="3021727"/>
                  <a:pt x="2841453" y="3025808"/>
                </a:cubicBezTo>
                <a:cubicBezTo>
                  <a:pt x="2842794" y="3028836"/>
                  <a:pt x="2845764" y="3030618"/>
                  <a:pt x="2848869" y="3030618"/>
                </a:cubicBezTo>
                <a:cubicBezTo>
                  <a:pt x="2849962" y="3030618"/>
                  <a:pt x="2851092" y="3030388"/>
                  <a:pt x="2852166" y="3029910"/>
                </a:cubicBezTo>
                <a:cubicBezTo>
                  <a:pt x="2856267" y="3028089"/>
                  <a:pt x="2858088" y="3023278"/>
                  <a:pt x="2856267" y="3019196"/>
                </a:cubicBezTo>
                <a:cubicBezTo>
                  <a:pt x="2854447" y="3015095"/>
                  <a:pt x="2849636" y="3013255"/>
                  <a:pt x="2845553" y="3015095"/>
                </a:cubicBezTo>
                <a:close/>
                <a:moveTo>
                  <a:pt x="635503" y="3877725"/>
                </a:moveTo>
                <a:cubicBezTo>
                  <a:pt x="635177" y="3878127"/>
                  <a:pt x="635235" y="3878740"/>
                  <a:pt x="635657" y="3879066"/>
                </a:cubicBezTo>
                <a:cubicBezTo>
                  <a:pt x="635829" y="3879220"/>
                  <a:pt x="636040" y="3879277"/>
                  <a:pt x="636251" y="3879277"/>
                </a:cubicBezTo>
                <a:cubicBezTo>
                  <a:pt x="636538" y="3879277"/>
                  <a:pt x="636807" y="3879162"/>
                  <a:pt x="636998" y="3878912"/>
                </a:cubicBezTo>
                <a:cubicBezTo>
                  <a:pt x="637324" y="3878510"/>
                  <a:pt x="637266" y="3877897"/>
                  <a:pt x="636845" y="3877571"/>
                </a:cubicBezTo>
                <a:cubicBezTo>
                  <a:pt x="636442" y="3877245"/>
                  <a:pt x="635829" y="3877303"/>
                  <a:pt x="635503" y="3877725"/>
                </a:cubicBezTo>
                <a:close/>
                <a:moveTo>
                  <a:pt x="8460674" y="822286"/>
                </a:moveTo>
                <a:cubicBezTo>
                  <a:pt x="8455698" y="824576"/>
                  <a:pt x="8451597" y="828764"/>
                  <a:pt x="8449546" y="834313"/>
                </a:cubicBezTo>
                <a:cubicBezTo>
                  <a:pt x="8445446" y="845390"/>
                  <a:pt x="8451119" y="857695"/>
                  <a:pt x="8462215" y="861795"/>
                </a:cubicBezTo>
                <a:cubicBezTo>
                  <a:pt x="8464649" y="862696"/>
                  <a:pt x="8467160" y="863137"/>
                  <a:pt x="8469633" y="863137"/>
                </a:cubicBezTo>
                <a:cubicBezTo>
                  <a:pt x="8478333" y="863137"/>
                  <a:pt x="8486498" y="857790"/>
                  <a:pt x="8489698" y="849147"/>
                </a:cubicBezTo>
                <a:cubicBezTo>
                  <a:pt x="8493800" y="838069"/>
                  <a:pt x="8488127" y="825745"/>
                  <a:pt x="8477049" y="821645"/>
                </a:cubicBezTo>
                <a:cubicBezTo>
                  <a:pt x="8471500" y="819603"/>
                  <a:pt x="8465650" y="819996"/>
                  <a:pt x="8460674" y="822286"/>
                </a:cubicBezTo>
                <a:close/>
                <a:moveTo>
                  <a:pt x="4210048" y="2479347"/>
                </a:moveTo>
                <a:cubicBezTo>
                  <a:pt x="4204432" y="2479481"/>
                  <a:pt x="4199986" y="2484119"/>
                  <a:pt x="4200120" y="2489735"/>
                </a:cubicBezTo>
                <a:cubicBezTo>
                  <a:pt x="4200236" y="2495254"/>
                  <a:pt x="4204758" y="2499663"/>
                  <a:pt x="4210279" y="2499663"/>
                </a:cubicBezTo>
                <a:lnTo>
                  <a:pt x="4210507" y="2499663"/>
                </a:lnTo>
                <a:cubicBezTo>
                  <a:pt x="4216105" y="2499528"/>
                  <a:pt x="4220550" y="2494890"/>
                  <a:pt x="4220436" y="2489275"/>
                </a:cubicBezTo>
                <a:cubicBezTo>
                  <a:pt x="4220304" y="2483660"/>
                  <a:pt x="4215662" y="2479213"/>
                  <a:pt x="4210048" y="2479347"/>
                </a:cubicBezTo>
                <a:close/>
                <a:moveTo>
                  <a:pt x="5352906" y="2032908"/>
                </a:moveTo>
                <a:cubicBezTo>
                  <a:pt x="5349835" y="2035728"/>
                  <a:pt x="5347837" y="2039714"/>
                  <a:pt x="5347646" y="2044199"/>
                </a:cubicBezTo>
                <a:cubicBezTo>
                  <a:pt x="5347261" y="2053187"/>
                  <a:pt x="5354237" y="2060796"/>
                  <a:pt x="5363227" y="2061179"/>
                </a:cubicBezTo>
                <a:lnTo>
                  <a:pt x="5363227" y="2061198"/>
                </a:lnTo>
                <a:cubicBezTo>
                  <a:pt x="5363456" y="2061198"/>
                  <a:pt x="5363706" y="2061198"/>
                  <a:pt x="5363936" y="2061198"/>
                </a:cubicBezTo>
                <a:cubicBezTo>
                  <a:pt x="5372597" y="2061198"/>
                  <a:pt x="5379822" y="2054356"/>
                  <a:pt x="5380189" y="2045598"/>
                </a:cubicBezTo>
                <a:cubicBezTo>
                  <a:pt x="5380571" y="2036609"/>
                  <a:pt x="5373594" y="2029020"/>
                  <a:pt x="5364605" y="2028617"/>
                </a:cubicBezTo>
                <a:cubicBezTo>
                  <a:pt x="5360121" y="2028435"/>
                  <a:pt x="5355977" y="2030088"/>
                  <a:pt x="5352906" y="2032908"/>
                </a:cubicBezTo>
                <a:close/>
                <a:moveTo>
                  <a:pt x="5830494" y="1846355"/>
                </a:moveTo>
                <a:cubicBezTo>
                  <a:pt x="5821200" y="1848636"/>
                  <a:pt x="5815525" y="1858027"/>
                  <a:pt x="5817828" y="1867303"/>
                </a:cubicBezTo>
                <a:cubicBezTo>
                  <a:pt x="5819763" y="1875199"/>
                  <a:pt x="5826834" y="1880489"/>
                  <a:pt x="5834617" y="1880489"/>
                </a:cubicBezTo>
                <a:cubicBezTo>
                  <a:pt x="5835998" y="1880489"/>
                  <a:pt x="5837375" y="1880317"/>
                  <a:pt x="5838776" y="1879971"/>
                </a:cubicBezTo>
                <a:cubicBezTo>
                  <a:pt x="5848049" y="1877671"/>
                  <a:pt x="5853721" y="1868299"/>
                  <a:pt x="5851441" y="1859023"/>
                </a:cubicBezTo>
                <a:cubicBezTo>
                  <a:pt x="5849145" y="1849728"/>
                  <a:pt x="5839772" y="1844056"/>
                  <a:pt x="5830494" y="1846355"/>
                </a:cubicBezTo>
                <a:close/>
                <a:moveTo>
                  <a:pt x="7700394" y="1115754"/>
                </a:moveTo>
                <a:cubicBezTo>
                  <a:pt x="7690274" y="1116023"/>
                  <a:pt x="7682282" y="1124437"/>
                  <a:pt x="7682551" y="1134556"/>
                </a:cubicBezTo>
                <a:cubicBezTo>
                  <a:pt x="7682820" y="1144522"/>
                  <a:pt x="7690965" y="1152417"/>
                  <a:pt x="7700853" y="1152417"/>
                </a:cubicBezTo>
                <a:cubicBezTo>
                  <a:pt x="7701026" y="1152418"/>
                  <a:pt x="7701179" y="1152418"/>
                  <a:pt x="7701352" y="1152418"/>
                </a:cubicBezTo>
                <a:cubicBezTo>
                  <a:pt x="7711472" y="1152130"/>
                  <a:pt x="7719483" y="1143717"/>
                  <a:pt x="7719196" y="1133598"/>
                </a:cubicBezTo>
                <a:cubicBezTo>
                  <a:pt x="7718927" y="1123478"/>
                  <a:pt x="7710513" y="1115486"/>
                  <a:pt x="7700394" y="1115754"/>
                </a:cubicBezTo>
                <a:close/>
                <a:moveTo>
                  <a:pt x="2285140" y="3229401"/>
                </a:moveTo>
                <a:cubicBezTo>
                  <a:pt x="2280829" y="3230609"/>
                  <a:pt x="2278317" y="3235094"/>
                  <a:pt x="2279525" y="3239405"/>
                </a:cubicBezTo>
                <a:cubicBezTo>
                  <a:pt x="2280541" y="3242990"/>
                  <a:pt x="2283780" y="3245308"/>
                  <a:pt x="2287326" y="3245308"/>
                </a:cubicBezTo>
                <a:cubicBezTo>
                  <a:pt x="2288053" y="3245308"/>
                  <a:pt x="2288801" y="3245213"/>
                  <a:pt x="2289548" y="3245002"/>
                </a:cubicBezTo>
                <a:lnTo>
                  <a:pt x="2289529" y="3245002"/>
                </a:lnTo>
                <a:cubicBezTo>
                  <a:pt x="2293861" y="3243794"/>
                  <a:pt x="2296371" y="3239309"/>
                  <a:pt x="2295145" y="3234998"/>
                </a:cubicBezTo>
                <a:cubicBezTo>
                  <a:pt x="2293938" y="3230685"/>
                  <a:pt x="2289453" y="3228175"/>
                  <a:pt x="2285140" y="3229401"/>
                </a:cubicBezTo>
                <a:close/>
                <a:moveTo>
                  <a:pt x="2937010" y="2974043"/>
                </a:moveTo>
                <a:cubicBezTo>
                  <a:pt x="2932929" y="2975882"/>
                  <a:pt x="2931107" y="2980693"/>
                  <a:pt x="2932948" y="2984775"/>
                </a:cubicBezTo>
                <a:cubicBezTo>
                  <a:pt x="2934289" y="2987784"/>
                  <a:pt x="2937259" y="2989567"/>
                  <a:pt x="2940364" y="2989566"/>
                </a:cubicBezTo>
                <a:cubicBezTo>
                  <a:pt x="2941457" y="2989566"/>
                  <a:pt x="2942587" y="2989336"/>
                  <a:pt x="2943680" y="2988838"/>
                </a:cubicBezTo>
                <a:cubicBezTo>
                  <a:pt x="2947743" y="2987017"/>
                  <a:pt x="2949583" y="2982207"/>
                  <a:pt x="2947743" y="2978125"/>
                </a:cubicBezTo>
                <a:cubicBezTo>
                  <a:pt x="2945903" y="2974043"/>
                  <a:pt x="2941112" y="2972203"/>
                  <a:pt x="2937010" y="2974043"/>
                </a:cubicBezTo>
                <a:close/>
                <a:moveTo>
                  <a:pt x="3591200" y="2718051"/>
                </a:moveTo>
                <a:cubicBezTo>
                  <a:pt x="3586887" y="2719240"/>
                  <a:pt x="3584358" y="2723724"/>
                  <a:pt x="3585565" y="2728037"/>
                </a:cubicBezTo>
                <a:cubicBezTo>
                  <a:pt x="3586561" y="2731621"/>
                  <a:pt x="3589820" y="2733978"/>
                  <a:pt x="3593384" y="2733978"/>
                </a:cubicBezTo>
                <a:cubicBezTo>
                  <a:pt x="3594094" y="2733978"/>
                  <a:pt x="3594840" y="2733882"/>
                  <a:pt x="3595569" y="2733672"/>
                </a:cubicBezTo>
                <a:cubicBezTo>
                  <a:pt x="3599881" y="2732464"/>
                  <a:pt x="3602391" y="2727998"/>
                  <a:pt x="3601184" y="2723667"/>
                </a:cubicBezTo>
                <a:cubicBezTo>
                  <a:pt x="3599996" y="2719355"/>
                  <a:pt x="3595511" y="2716844"/>
                  <a:pt x="3591200" y="2718051"/>
                </a:cubicBezTo>
                <a:close/>
                <a:moveTo>
                  <a:pt x="3947731" y="2575825"/>
                </a:moveTo>
                <a:cubicBezTo>
                  <a:pt x="3942729" y="2576477"/>
                  <a:pt x="3939202" y="2581076"/>
                  <a:pt x="3939875" y="2586078"/>
                </a:cubicBezTo>
                <a:cubicBezTo>
                  <a:pt x="3940488" y="2590678"/>
                  <a:pt x="3944396" y="2594013"/>
                  <a:pt x="3948920" y="2594013"/>
                </a:cubicBezTo>
                <a:cubicBezTo>
                  <a:pt x="3949322" y="2594013"/>
                  <a:pt x="3949725" y="2593994"/>
                  <a:pt x="3950129" y="2593936"/>
                </a:cubicBezTo>
                <a:cubicBezTo>
                  <a:pt x="3955128" y="2593266"/>
                  <a:pt x="3958636" y="2588666"/>
                  <a:pt x="3957985" y="2583664"/>
                </a:cubicBezTo>
                <a:cubicBezTo>
                  <a:pt x="3957315" y="2578661"/>
                  <a:pt x="3952734" y="2575154"/>
                  <a:pt x="3947731" y="2575825"/>
                </a:cubicBezTo>
                <a:close/>
                <a:moveTo>
                  <a:pt x="3028544" y="2933029"/>
                </a:moveTo>
                <a:cubicBezTo>
                  <a:pt x="3024462" y="2934849"/>
                  <a:pt x="3022622" y="2939641"/>
                  <a:pt x="3024443" y="2943742"/>
                </a:cubicBezTo>
                <a:cubicBezTo>
                  <a:pt x="3025784" y="2946752"/>
                  <a:pt x="3028755" y="2948553"/>
                  <a:pt x="3031860" y="2948553"/>
                </a:cubicBezTo>
                <a:cubicBezTo>
                  <a:pt x="3032952" y="2948553"/>
                  <a:pt x="3034083" y="2948323"/>
                  <a:pt x="3035156" y="2947843"/>
                </a:cubicBezTo>
                <a:cubicBezTo>
                  <a:pt x="3039238" y="2946023"/>
                  <a:pt x="3041079" y="2941231"/>
                  <a:pt x="3039257" y="2937131"/>
                </a:cubicBezTo>
                <a:cubicBezTo>
                  <a:pt x="3037437" y="2933029"/>
                  <a:pt x="3032645" y="2931189"/>
                  <a:pt x="3028544" y="2933029"/>
                </a:cubicBezTo>
                <a:close/>
                <a:moveTo>
                  <a:pt x="1067701" y="3696555"/>
                </a:moveTo>
                <a:cubicBezTo>
                  <a:pt x="1066800" y="3698587"/>
                  <a:pt x="1067701" y="3700964"/>
                  <a:pt x="1069714" y="3701883"/>
                </a:cubicBezTo>
                <a:cubicBezTo>
                  <a:pt x="1070250" y="3702133"/>
                  <a:pt x="1070825" y="3702248"/>
                  <a:pt x="1071362" y="3702248"/>
                </a:cubicBezTo>
                <a:cubicBezTo>
                  <a:pt x="1072914" y="3702248"/>
                  <a:pt x="1074370" y="3701347"/>
                  <a:pt x="1075041" y="3699871"/>
                </a:cubicBezTo>
                <a:cubicBezTo>
                  <a:pt x="1075962" y="3697839"/>
                  <a:pt x="1075061" y="3695463"/>
                  <a:pt x="1073029" y="3694543"/>
                </a:cubicBezTo>
                <a:cubicBezTo>
                  <a:pt x="1070998" y="3693643"/>
                  <a:pt x="1068621" y="3694543"/>
                  <a:pt x="1067701" y="3696555"/>
                </a:cubicBezTo>
                <a:close/>
                <a:moveTo>
                  <a:pt x="3494855" y="2747087"/>
                </a:moveTo>
                <a:cubicBezTo>
                  <a:pt x="3490601" y="2748467"/>
                  <a:pt x="3488262" y="2753028"/>
                  <a:pt x="3489642" y="2757302"/>
                </a:cubicBezTo>
                <a:cubicBezTo>
                  <a:pt x="3490735" y="2760733"/>
                  <a:pt x="3493916" y="2762918"/>
                  <a:pt x="3497347" y="2762918"/>
                </a:cubicBezTo>
                <a:cubicBezTo>
                  <a:pt x="3498171" y="2762918"/>
                  <a:pt x="3499014" y="2762784"/>
                  <a:pt x="3499839" y="2762515"/>
                </a:cubicBezTo>
                <a:cubicBezTo>
                  <a:pt x="3504113" y="2761135"/>
                  <a:pt x="3506451" y="2756574"/>
                  <a:pt x="3505071" y="2752300"/>
                </a:cubicBezTo>
                <a:cubicBezTo>
                  <a:pt x="3503690" y="2748045"/>
                  <a:pt x="3499110" y="2745707"/>
                  <a:pt x="3494855" y="2747087"/>
                </a:cubicBezTo>
                <a:close/>
                <a:moveTo>
                  <a:pt x="3120384" y="2892571"/>
                </a:moveTo>
                <a:cubicBezTo>
                  <a:pt x="3116283" y="2894353"/>
                  <a:pt x="3114386" y="2899125"/>
                  <a:pt x="3116168" y="2903246"/>
                </a:cubicBezTo>
                <a:cubicBezTo>
                  <a:pt x="3117509" y="2906293"/>
                  <a:pt x="3120480" y="2908133"/>
                  <a:pt x="3123624" y="2908133"/>
                </a:cubicBezTo>
                <a:cubicBezTo>
                  <a:pt x="3124696" y="2908133"/>
                  <a:pt x="3125789" y="2907903"/>
                  <a:pt x="3126842" y="2907443"/>
                </a:cubicBezTo>
                <a:cubicBezTo>
                  <a:pt x="3130963" y="2905661"/>
                  <a:pt x="3132841" y="2900889"/>
                  <a:pt x="3131059" y="2896787"/>
                </a:cubicBezTo>
                <a:cubicBezTo>
                  <a:pt x="3129277" y="2892667"/>
                  <a:pt x="3124485" y="2890770"/>
                  <a:pt x="3120384" y="2892571"/>
                </a:cubicBezTo>
                <a:close/>
                <a:moveTo>
                  <a:pt x="1756830" y="3423813"/>
                </a:moveTo>
                <a:cubicBezTo>
                  <a:pt x="1752919" y="3423928"/>
                  <a:pt x="1749835" y="3427205"/>
                  <a:pt x="1749950" y="3431116"/>
                </a:cubicBezTo>
                <a:cubicBezTo>
                  <a:pt x="1750084" y="3434968"/>
                  <a:pt x="1753227" y="3437996"/>
                  <a:pt x="1757040" y="3437996"/>
                </a:cubicBezTo>
                <a:lnTo>
                  <a:pt x="1757251" y="3437996"/>
                </a:lnTo>
                <a:cubicBezTo>
                  <a:pt x="1761181" y="3437881"/>
                  <a:pt x="1764247" y="3434604"/>
                  <a:pt x="1764132" y="3430694"/>
                </a:cubicBezTo>
                <a:cubicBezTo>
                  <a:pt x="1764017" y="3426784"/>
                  <a:pt x="1760740" y="3423698"/>
                  <a:pt x="1756830" y="3423813"/>
                </a:cubicBezTo>
                <a:close/>
                <a:moveTo>
                  <a:pt x="5092893" y="2120934"/>
                </a:moveTo>
                <a:cubicBezTo>
                  <a:pt x="5089656" y="2123126"/>
                  <a:pt x="5087256" y="2126552"/>
                  <a:pt x="5086462" y="2130692"/>
                </a:cubicBezTo>
                <a:cubicBezTo>
                  <a:pt x="5084870" y="2138971"/>
                  <a:pt x="5090292" y="2146982"/>
                  <a:pt x="5098573" y="2148573"/>
                </a:cubicBezTo>
                <a:cubicBezTo>
                  <a:pt x="5099549" y="2148764"/>
                  <a:pt x="5100508" y="2148860"/>
                  <a:pt x="5101465" y="2148860"/>
                </a:cubicBezTo>
                <a:cubicBezTo>
                  <a:pt x="5108653" y="2148860"/>
                  <a:pt x="5115034" y="2143782"/>
                  <a:pt x="5116452" y="2136479"/>
                </a:cubicBezTo>
                <a:cubicBezTo>
                  <a:pt x="5118044" y="2128181"/>
                  <a:pt x="5112620" y="2120189"/>
                  <a:pt x="5104341" y="2118579"/>
                </a:cubicBezTo>
                <a:cubicBezTo>
                  <a:pt x="5100202" y="2117784"/>
                  <a:pt x="5096129" y="2118742"/>
                  <a:pt x="5092893" y="2120934"/>
                </a:cubicBezTo>
                <a:close/>
                <a:moveTo>
                  <a:pt x="2188375" y="3254450"/>
                </a:moveTo>
                <a:cubicBezTo>
                  <a:pt x="2184025" y="3255466"/>
                  <a:pt x="2181303" y="3259836"/>
                  <a:pt x="2182338" y="3264186"/>
                </a:cubicBezTo>
                <a:cubicBezTo>
                  <a:pt x="2183219" y="3267924"/>
                  <a:pt x="2186554" y="3270453"/>
                  <a:pt x="2190233" y="3270453"/>
                </a:cubicBezTo>
                <a:cubicBezTo>
                  <a:pt x="2190847" y="3270453"/>
                  <a:pt x="2191461" y="3270377"/>
                  <a:pt x="2192093" y="3270242"/>
                </a:cubicBezTo>
                <a:cubicBezTo>
                  <a:pt x="2196463" y="3269208"/>
                  <a:pt x="2199164" y="3264838"/>
                  <a:pt x="2198130" y="3260488"/>
                </a:cubicBezTo>
                <a:cubicBezTo>
                  <a:pt x="2197114" y="3256118"/>
                  <a:pt x="2192745" y="3253415"/>
                  <a:pt x="2188375" y="3254450"/>
                </a:cubicBezTo>
                <a:close/>
                <a:moveTo>
                  <a:pt x="3212742" y="2853205"/>
                </a:moveTo>
                <a:cubicBezTo>
                  <a:pt x="3208602" y="2854930"/>
                  <a:pt x="3206648" y="2859683"/>
                  <a:pt x="3208373" y="2863823"/>
                </a:cubicBezTo>
                <a:cubicBezTo>
                  <a:pt x="3209675" y="2866927"/>
                  <a:pt x="3212684" y="2868806"/>
                  <a:pt x="3215866" y="2868806"/>
                </a:cubicBezTo>
                <a:cubicBezTo>
                  <a:pt x="3216901" y="2868806"/>
                  <a:pt x="3217974" y="2868614"/>
                  <a:pt x="3218989" y="2868193"/>
                </a:cubicBezTo>
                <a:cubicBezTo>
                  <a:pt x="3223110" y="2866468"/>
                  <a:pt x="3225085" y="2861715"/>
                  <a:pt x="3223341" y="2857575"/>
                </a:cubicBezTo>
                <a:cubicBezTo>
                  <a:pt x="3221634" y="2853436"/>
                  <a:pt x="3216881" y="2851480"/>
                  <a:pt x="3212742" y="2853205"/>
                </a:cubicBezTo>
                <a:close/>
                <a:moveTo>
                  <a:pt x="3399757" y="2779860"/>
                </a:moveTo>
                <a:cubicBezTo>
                  <a:pt x="3395560" y="2781393"/>
                  <a:pt x="3393375" y="2786050"/>
                  <a:pt x="3394908" y="2790267"/>
                </a:cubicBezTo>
                <a:cubicBezTo>
                  <a:pt x="3396116" y="2793563"/>
                  <a:pt x="3399220" y="2795594"/>
                  <a:pt x="3402536" y="2795594"/>
                </a:cubicBezTo>
                <a:cubicBezTo>
                  <a:pt x="3403455" y="2795594"/>
                  <a:pt x="3404396" y="2795441"/>
                  <a:pt x="3405315" y="2795116"/>
                </a:cubicBezTo>
                <a:cubicBezTo>
                  <a:pt x="3409531" y="2793582"/>
                  <a:pt x="3411697" y="2788925"/>
                  <a:pt x="3410165" y="2784708"/>
                </a:cubicBezTo>
                <a:cubicBezTo>
                  <a:pt x="3408631" y="2780492"/>
                  <a:pt x="3403974" y="2778326"/>
                  <a:pt x="3399757" y="2779860"/>
                </a:cubicBezTo>
                <a:close/>
                <a:moveTo>
                  <a:pt x="3305808" y="2815469"/>
                </a:moveTo>
                <a:cubicBezTo>
                  <a:pt x="3301650" y="2817117"/>
                  <a:pt x="3299599" y="2821832"/>
                  <a:pt x="3301228" y="2825990"/>
                </a:cubicBezTo>
                <a:cubicBezTo>
                  <a:pt x="3302493" y="2829191"/>
                  <a:pt x="3305540" y="2831127"/>
                  <a:pt x="3308779" y="2831127"/>
                </a:cubicBezTo>
                <a:cubicBezTo>
                  <a:pt x="3309776" y="2831127"/>
                  <a:pt x="3310772" y="2830955"/>
                  <a:pt x="3311750" y="2830571"/>
                </a:cubicBezTo>
                <a:cubicBezTo>
                  <a:pt x="3315928" y="2828923"/>
                  <a:pt x="3317978" y="2824228"/>
                  <a:pt x="3316331" y="2820050"/>
                </a:cubicBezTo>
                <a:cubicBezTo>
                  <a:pt x="3314701" y="2815891"/>
                  <a:pt x="3309987" y="2813840"/>
                  <a:pt x="3305808" y="2815469"/>
                </a:cubicBezTo>
                <a:close/>
                <a:moveTo>
                  <a:pt x="5727749" y="1869411"/>
                </a:moveTo>
                <a:cubicBezTo>
                  <a:pt x="5718378" y="1871308"/>
                  <a:pt x="5712301" y="1880432"/>
                  <a:pt x="5714180" y="1889803"/>
                </a:cubicBezTo>
                <a:cubicBezTo>
                  <a:pt x="5715847" y="1898026"/>
                  <a:pt x="5723072" y="1903717"/>
                  <a:pt x="5731142" y="1903717"/>
                </a:cubicBezTo>
                <a:cubicBezTo>
                  <a:pt x="5732275" y="1903717"/>
                  <a:pt x="5733424" y="1903602"/>
                  <a:pt x="5734570" y="1903372"/>
                </a:cubicBezTo>
                <a:cubicBezTo>
                  <a:pt x="5743944" y="1901475"/>
                  <a:pt x="5750021" y="1892352"/>
                  <a:pt x="5748122" y="1882981"/>
                </a:cubicBezTo>
                <a:cubicBezTo>
                  <a:pt x="5746245" y="1873608"/>
                  <a:pt x="5737123" y="1867534"/>
                  <a:pt x="5727749" y="1869411"/>
                </a:cubicBezTo>
                <a:close/>
                <a:moveTo>
                  <a:pt x="4362810" y="2401213"/>
                </a:moveTo>
                <a:cubicBezTo>
                  <a:pt x="4360717" y="2403160"/>
                  <a:pt x="4359365" y="2405906"/>
                  <a:pt x="4359251" y="2408991"/>
                </a:cubicBezTo>
                <a:cubicBezTo>
                  <a:pt x="4359039" y="2415162"/>
                  <a:pt x="4363851" y="2420338"/>
                  <a:pt x="4370021" y="2420568"/>
                </a:cubicBezTo>
                <a:lnTo>
                  <a:pt x="4370424" y="2420568"/>
                </a:lnTo>
                <a:cubicBezTo>
                  <a:pt x="4376421" y="2420568"/>
                  <a:pt x="4381387" y="2415833"/>
                  <a:pt x="4381597" y="2409797"/>
                </a:cubicBezTo>
                <a:cubicBezTo>
                  <a:pt x="4381827" y="2403626"/>
                  <a:pt x="4376996" y="2398451"/>
                  <a:pt x="4370824" y="2398220"/>
                </a:cubicBezTo>
                <a:cubicBezTo>
                  <a:pt x="4367740" y="2398115"/>
                  <a:pt x="4364904" y="2399265"/>
                  <a:pt x="4362810" y="2401213"/>
                </a:cubicBezTo>
                <a:close/>
                <a:moveTo>
                  <a:pt x="746700" y="3807120"/>
                </a:moveTo>
                <a:cubicBezTo>
                  <a:pt x="746068" y="3808001"/>
                  <a:pt x="746280" y="3809247"/>
                  <a:pt x="747161" y="3809880"/>
                </a:cubicBezTo>
                <a:cubicBezTo>
                  <a:pt x="747526" y="3810129"/>
                  <a:pt x="747927" y="3810244"/>
                  <a:pt x="748310" y="3810244"/>
                </a:cubicBezTo>
                <a:cubicBezTo>
                  <a:pt x="748924" y="3810244"/>
                  <a:pt x="749539" y="3809956"/>
                  <a:pt x="749921" y="3809419"/>
                </a:cubicBezTo>
                <a:cubicBezTo>
                  <a:pt x="750553" y="3808538"/>
                  <a:pt x="750361" y="3807293"/>
                  <a:pt x="749479" y="3806660"/>
                </a:cubicBezTo>
                <a:cubicBezTo>
                  <a:pt x="748580" y="3806028"/>
                  <a:pt x="747334" y="3806219"/>
                  <a:pt x="746700" y="3807120"/>
                </a:cubicBezTo>
                <a:close/>
                <a:moveTo>
                  <a:pt x="8212170" y="891343"/>
                </a:moveTo>
                <a:cubicBezTo>
                  <a:pt x="8207633" y="893921"/>
                  <a:pt x="8204078" y="898228"/>
                  <a:pt x="8202583" y="903652"/>
                </a:cubicBezTo>
                <a:cubicBezTo>
                  <a:pt x="8199593" y="914499"/>
                  <a:pt x="8205957" y="925711"/>
                  <a:pt x="8216823" y="928701"/>
                </a:cubicBezTo>
                <a:cubicBezTo>
                  <a:pt x="8218624" y="929218"/>
                  <a:pt x="8220464" y="929448"/>
                  <a:pt x="8222247" y="929448"/>
                </a:cubicBezTo>
                <a:cubicBezTo>
                  <a:pt x="8231177" y="929448"/>
                  <a:pt x="8239381" y="923527"/>
                  <a:pt x="8241871" y="914481"/>
                </a:cubicBezTo>
                <a:cubicBezTo>
                  <a:pt x="8244861" y="903633"/>
                  <a:pt x="8238499" y="892402"/>
                  <a:pt x="8227651" y="889413"/>
                </a:cubicBezTo>
                <a:cubicBezTo>
                  <a:pt x="8222227" y="887918"/>
                  <a:pt x="8216707" y="888766"/>
                  <a:pt x="8212170" y="891343"/>
                </a:cubicBezTo>
                <a:close/>
                <a:moveTo>
                  <a:pt x="4098717" y="2495600"/>
                </a:moveTo>
                <a:lnTo>
                  <a:pt x="4098717" y="2495619"/>
                </a:lnTo>
                <a:lnTo>
                  <a:pt x="4098725" y="2495608"/>
                </a:lnTo>
                <a:close/>
                <a:moveTo>
                  <a:pt x="3847554" y="2591579"/>
                </a:moveTo>
                <a:cubicBezTo>
                  <a:pt x="3842610" y="2592460"/>
                  <a:pt x="3839314" y="2597232"/>
                  <a:pt x="3840213" y="2602177"/>
                </a:cubicBezTo>
                <a:cubicBezTo>
                  <a:pt x="3840999" y="2606605"/>
                  <a:pt x="3844853" y="2609690"/>
                  <a:pt x="3849184" y="2609690"/>
                </a:cubicBezTo>
                <a:cubicBezTo>
                  <a:pt x="3849720" y="2609691"/>
                  <a:pt x="3850277" y="2609652"/>
                  <a:pt x="3850834" y="2609556"/>
                </a:cubicBezTo>
                <a:cubicBezTo>
                  <a:pt x="3855795" y="2608655"/>
                  <a:pt x="3859073" y="2603902"/>
                  <a:pt x="3858192" y="2598920"/>
                </a:cubicBezTo>
                <a:cubicBezTo>
                  <a:pt x="3857291" y="2593955"/>
                  <a:pt x="3852537" y="2590678"/>
                  <a:pt x="3847554" y="2591579"/>
                </a:cubicBezTo>
                <a:close/>
                <a:moveTo>
                  <a:pt x="7953531" y="987663"/>
                </a:moveTo>
                <a:cubicBezTo>
                  <a:pt x="7949585" y="990653"/>
                  <a:pt x="7946782" y="995148"/>
                  <a:pt x="7946054" y="1000437"/>
                </a:cubicBezTo>
                <a:cubicBezTo>
                  <a:pt x="7944598" y="1011035"/>
                  <a:pt x="7951996" y="1020809"/>
                  <a:pt x="7962575" y="1022266"/>
                </a:cubicBezTo>
                <a:cubicBezTo>
                  <a:pt x="7963476" y="1022381"/>
                  <a:pt x="7964357" y="1022458"/>
                  <a:pt x="7965239" y="1022458"/>
                </a:cubicBezTo>
                <a:cubicBezTo>
                  <a:pt x="7974764" y="1022458"/>
                  <a:pt x="7983062" y="1015424"/>
                  <a:pt x="7984404" y="1005727"/>
                </a:cubicBezTo>
                <a:cubicBezTo>
                  <a:pt x="7985861" y="995128"/>
                  <a:pt x="7978444" y="985373"/>
                  <a:pt x="7967865" y="983916"/>
                </a:cubicBezTo>
                <a:cubicBezTo>
                  <a:pt x="7962565" y="983188"/>
                  <a:pt x="7957477" y="984673"/>
                  <a:pt x="7953531" y="987663"/>
                </a:cubicBezTo>
                <a:close/>
                <a:moveTo>
                  <a:pt x="2090612" y="3274977"/>
                </a:moveTo>
                <a:cubicBezTo>
                  <a:pt x="2086205" y="3275781"/>
                  <a:pt x="2083291" y="3280016"/>
                  <a:pt x="2084097" y="3284425"/>
                </a:cubicBezTo>
                <a:cubicBezTo>
                  <a:pt x="2084825" y="3288335"/>
                  <a:pt x="2088236" y="3291075"/>
                  <a:pt x="2092069" y="3291076"/>
                </a:cubicBezTo>
                <a:cubicBezTo>
                  <a:pt x="2092567" y="3291076"/>
                  <a:pt x="2093065" y="3291017"/>
                  <a:pt x="2093564" y="3290922"/>
                </a:cubicBezTo>
                <a:cubicBezTo>
                  <a:pt x="2097972" y="3290117"/>
                  <a:pt x="2100865" y="3285900"/>
                  <a:pt x="2100061" y="3281474"/>
                </a:cubicBezTo>
                <a:cubicBezTo>
                  <a:pt x="2099256" y="3277085"/>
                  <a:pt x="2095021" y="3274172"/>
                  <a:pt x="2090612" y="3274977"/>
                </a:cubicBezTo>
                <a:close/>
                <a:moveTo>
                  <a:pt x="4521721" y="2323950"/>
                </a:moveTo>
                <a:cubicBezTo>
                  <a:pt x="4519304" y="2325924"/>
                  <a:pt x="4517641" y="2328823"/>
                  <a:pt x="4517305" y="2332176"/>
                </a:cubicBezTo>
                <a:cubicBezTo>
                  <a:pt x="4516636" y="2338884"/>
                  <a:pt x="4521524" y="2344864"/>
                  <a:pt x="4528211" y="2345554"/>
                </a:cubicBezTo>
                <a:cubicBezTo>
                  <a:pt x="4528634" y="2345611"/>
                  <a:pt x="4529054" y="2345611"/>
                  <a:pt x="4529458" y="2345611"/>
                </a:cubicBezTo>
                <a:cubicBezTo>
                  <a:pt x="4535647" y="2345611"/>
                  <a:pt x="4540957" y="2340916"/>
                  <a:pt x="4541588" y="2334630"/>
                </a:cubicBezTo>
                <a:cubicBezTo>
                  <a:pt x="4542259" y="2327922"/>
                  <a:pt x="4537373" y="2321942"/>
                  <a:pt x="4530665" y="2321272"/>
                </a:cubicBezTo>
                <a:cubicBezTo>
                  <a:pt x="4527310" y="2320927"/>
                  <a:pt x="4524138" y="2321976"/>
                  <a:pt x="4521721" y="2323950"/>
                </a:cubicBezTo>
                <a:close/>
                <a:moveTo>
                  <a:pt x="4108030" y="2484675"/>
                </a:moveTo>
                <a:lnTo>
                  <a:pt x="4098725" y="2495608"/>
                </a:lnTo>
                <a:lnTo>
                  <a:pt x="4108835" y="2504933"/>
                </a:lnTo>
                <a:cubicBezTo>
                  <a:pt x="4109105" y="2504933"/>
                  <a:pt x="4109391" y="2504933"/>
                  <a:pt x="4109660" y="2504933"/>
                </a:cubicBezTo>
                <a:cubicBezTo>
                  <a:pt x="4115257" y="2504472"/>
                  <a:pt x="4119415" y="2499585"/>
                  <a:pt x="4118974" y="2493989"/>
                </a:cubicBezTo>
                <a:cubicBezTo>
                  <a:pt x="4118515" y="2488393"/>
                  <a:pt x="4113608" y="2484234"/>
                  <a:pt x="4108030" y="2484675"/>
                </a:cubicBezTo>
                <a:close/>
                <a:moveTo>
                  <a:pt x="7592628" y="1122635"/>
                </a:moveTo>
                <a:cubicBezTo>
                  <a:pt x="7582546" y="1123631"/>
                  <a:pt x="7575187" y="1132620"/>
                  <a:pt x="7576184" y="1142701"/>
                </a:cubicBezTo>
                <a:cubicBezTo>
                  <a:pt x="7577122" y="1152150"/>
                  <a:pt x="7585095" y="1159222"/>
                  <a:pt x="7594409" y="1159222"/>
                </a:cubicBezTo>
                <a:cubicBezTo>
                  <a:pt x="7595023" y="1159222"/>
                  <a:pt x="7595636" y="1159183"/>
                  <a:pt x="7596249" y="1159126"/>
                </a:cubicBezTo>
                <a:cubicBezTo>
                  <a:pt x="7606331" y="1158129"/>
                  <a:pt x="7613671" y="1149140"/>
                  <a:pt x="7612675" y="1139060"/>
                </a:cubicBezTo>
                <a:cubicBezTo>
                  <a:pt x="7611678" y="1128978"/>
                  <a:pt x="7602689" y="1121638"/>
                  <a:pt x="7592628" y="1122635"/>
                </a:cubicBezTo>
                <a:close/>
                <a:moveTo>
                  <a:pt x="8598139" y="728194"/>
                </a:moveTo>
                <a:lnTo>
                  <a:pt x="8587096" y="739387"/>
                </a:lnTo>
                <a:cubicBezTo>
                  <a:pt x="8582439" y="750866"/>
                  <a:pt x="8587979" y="763938"/>
                  <a:pt x="8599458" y="768594"/>
                </a:cubicBezTo>
                <a:cubicBezTo>
                  <a:pt x="8602218" y="769725"/>
                  <a:pt x="8605073" y="770261"/>
                  <a:pt x="8607872" y="770262"/>
                </a:cubicBezTo>
                <a:lnTo>
                  <a:pt x="8613856" y="768457"/>
                </a:lnTo>
                <a:close/>
                <a:moveTo>
                  <a:pt x="5624180" y="1887561"/>
                </a:moveTo>
                <a:cubicBezTo>
                  <a:pt x="5614732" y="1888960"/>
                  <a:pt x="5608178" y="1897757"/>
                  <a:pt x="5609594" y="1907224"/>
                </a:cubicBezTo>
                <a:cubicBezTo>
                  <a:pt x="5610860" y="1915830"/>
                  <a:pt x="5618238" y="1922001"/>
                  <a:pt x="5626689" y="1922001"/>
                </a:cubicBezTo>
                <a:cubicBezTo>
                  <a:pt x="5627534" y="1922001"/>
                  <a:pt x="5628376" y="1921943"/>
                  <a:pt x="5629240" y="1921810"/>
                </a:cubicBezTo>
                <a:cubicBezTo>
                  <a:pt x="5638688" y="1920430"/>
                  <a:pt x="5645224" y="1911613"/>
                  <a:pt x="5643843" y="1902165"/>
                </a:cubicBezTo>
                <a:cubicBezTo>
                  <a:pt x="5642445" y="1892698"/>
                  <a:pt x="5633629" y="1886162"/>
                  <a:pt x="5624180" y="1887561"/>
                </a:cubicBezTo>
                <a:close/>
                <a:moveTo>
                  <a:pt x="1425384" y="3526080"/>
                </a:moveTo>
                <a:cubicBezTo>
                  <a:pt x="1422087" y="3525467"/>
                  <a:pt x="1418926" y="3527652"/>
                  <a:pt x="1418332" y="3530967"/>
                </a:cubicBezTo>
                <a:cubicBezTo>
                  <a:pt x="1417738" y="3534263"/>
                  <a:pt x="1419922" y="3537407"/>
                  <a:pt x="1423219" y="3538020"/>
                </a:cubicBezTo>
                <a:cubicBezTo>
                  <a:pt x="1423583" y="3538078"/>
                  <a:pt x="1423947" y="3538116"/>
                  <a:pt x="1424310" y="3538116"/>
                </a:cubicBezTo>
                <a:cubicBezTo>
                  <a:pt x="1427187" y="3538116"/>
                  <a:pt x="1429735" y="3536065"/>
                  <a:pt x="1430273" y="3533133"/>
                </a:cubicBezTo>
                <a:cubicBezTo>
                  <a:pt x="1430865" y="3529837"/>
                  <a:pt x="1428680" y="3526675"/>
                  <a:pt x="1425384" y="3526080"/>
                </a:cubicBezTo>
                <a:close/>
                <a:moveTo>
                  <a:pt x="4679387" y="2250504"/>
                </a:moveTo>
                <a:cubicBezTo>
                  <a:pt x="4676627" y="2252463"/>
                  <a:pt x="4674615" y="2255477"/>
                  <a:pt x="4674001" y="2259080"/>
                </a:cubicBezTo>
                <a:cubicBezTo>
                  <a:pt x="4672795" y="2266286"/>
                  <a:pt x="4677643" y="2273109"/>
                  <a:pt x="4684848" y="2274336"/>
                </a:cubicBezTo>
                <a:cubicBezTo>
                  <a:pt x="4685578" y="2274450"/>
                  <a:pt x="4686326" y="2274508"/>
                  <a:pt x="4687053" y="2274508"/>
                </a:cubicBezTo>
                <a:cubicBezTo>
                  <a:pt x="4693397" y="2274508"/>
                  <a:pt x="4698992" y="2269947"/>
                  <a:pt x="4700085" y="2263488"/>
                </a:cubicBezTo>
                <a:cubicBezTo>
                  <a:pt x="4701292" y="2256282"/>
                  <a:pt x="4696446" y="2249459"/>
                  <a:pt x="4689258" y="2248252"/>
                </a:cubicBezTo>
                <a:cubicBezTo>
                  <a:pt x="4685654" y="2247639"/>
                  <a:pt x="4682147" y="2248544"/>
                  <a:pt x="4679387" y="2250504"/>
                </a:cubicBezTo>
                <a:close/>
                <a:moveTo>
                  <a:pt x="3748259" y="2611818"/>
                </a:moveTo>
                <a:cubicBezTo>
                  <a:pt x="3743352" y="2612929"/>
                  <a:pt x="3740248" y="2617816"/>
                  <a:pt x="3741379" y="2622741"/>
                </a:cubicBezTo>
                <a:cubicBezTo>
                  <a:pt x="3742337" y="2626978"/>
                  <a:pt x="3746093" y="2629871"/>
                  <a:pt x="3750272" y="2629871"/>
                </a:cubicBezTo>
                <a:cubicBezTo>
                  <a:pt x="3750941" y="2629871"/>
                  <a:pt x="3751613" y="2629794"/>
                  <a:pt x="3752283" y="2629642"/>
                </a:cubicBezTo>
                <a:lnTo>
                  <a:pt x="3752303" y="2629642"/>
                </a:lnTo>
                <a:cubicBezTo>
                  <a:pt x="3757209" y="2628529"/>
                  <a:pt x="3760296" y="2623623"/>
                  <a:pt x="3759183" y="2618717"/>
                </a:cubicBezTo>
                <a:cubicBezTo>
                  <a:pt x="3758072" y="2613791"/>
                  <a:pt x="3753184" y="2610706"/>
                  <a:pt x="3748259" y="2611818"/>
                </a:cubicBezTo>
                <a:close/>
                <a:moveTo>
                  <a:pt x="5248459" y="2024863"/>
                </a:moveTo>
                <a:cubicBezTo>
                  <a:pt x="5245240" y="2027515"/>
                  <a:pt x="5243031" y="2031396"/>
                  <a:pt x="5242601" y="2035881"/>
                </a:cubicBezTo>
                <a:cubicBezTo>
                  <a:pt x="5241736" y="2044831"/>
                  <a:pt x="5248310" y="2052785"/>
                  <a:pt x="5257262" y="2053647"/>
                </a:cubicBezTo>
                <a:cubicBezTo>
                  <a:pt x="5257797" y="2053724"/>
                  <a:pt x="5258314" y="2053723"/>
                  <a:pt x="5258850" y="2053724"/>
                </a:cubicBezTo>
                <a:cubicBezTo>
                  <a:pt x="5267130" y="2053724"/>
                  <a:pt x="5274220" y="2047418"/>
                  <a:pt x="5275028" y="2039005"/>
                </a:cubicBezTo>
                <a:cubicBezTo>
                  <a:pt x="5275888" y="2030055"/>
                  <a:pt x="5269335" y="2022082"/>
                  <a:pt x="5260385" y="2021220"/>
                </a:cubicBezTo>
                <a:cubicBezTo>
                  <a:pt x="5255910" y="2020788"/>
                  <a:pt x="5251679" y="2022211"/>
                  <a:pt x="5248459" y="2024863"/>
                </a:cubicBezTo>
                <a:close/>
                <a:moveTo>
                  <a:pt x="1199751" y="3602626"/>
                </a:moveTo>
                <a:cubicBezTo>
                  <a:pt x="1197144" y="3601687"/>
                  <a:pt x="1194249" y="3603048"/>
                  <a:pt x="1193311" y="3605673"/>
                </a:cubicBezTo>
                <a:cubicBezTo>
                  <a:pt x="1192372" y="3608299"/>
                  <a:pt x="1193732" y="3611173"/>
                  <a:pt x="1196358" y="3612113"/>
                </a:cubicBezTo>
                <a:cubicBezTo>
                  <a:pt x="1196914" y="3612324"/>
                  <a:pt x="1197489" y="3612420"/>
                  <a:pt x="1198063" y="3612420"/>
                </a:cubicBezTo>
                <a:cubicBezTo>
                  <a:pt x="1200134" y="3612420"/>
                  <a:pt x="1202069" y="3611136"/>
                  <a:pt x="1202798" y="3609085"/>
                </a:cubicBezTo>
                <a:cubicBezTo>
                  <a:pt x="1203736" y="3606459"/>
                  <a:pt x="1202376" y="3603565"/>
                  <a:pt x="1199751" y="3602626"/>
                </a:cubicBezTo>
                <a:close/>
                <a:moveTo>
                  <a:pt x="1657688" y="3423372"/>
                </a:moveTo>
                <a:cubicBezTo>
                  <a:pt x="1653779" y="3423220"/>
                  <a:pt x="1650482" y="3426266"/>
                  <a:pt x="1650328" y="3430176"/>
                </a:cubicBezTo>
                <a:cubicBezTo>
                  <a:pt x="1650174" y="3434086"/>
                  <a:pt x="1653203" y="3437383"/>
                  <a:pt x="1657132" y="3437536"/>
                </a:cubicBezTo>
                <a:lnTo>
                  <a:pt x="1657132" y="3437555"/>
                </a:lnTo>
                <a:cubicBezTo>
                  <a:pt x="1657228" y="3437555"/>
                  <a:pt x="1657401" y="3437555"/>
                  <a:pt x="1657401" y="3437555"/>
                </a:cubicBezTo>
                <a:cubicBezTo>
                  <a:pt x="1661194" y="3437555"/>
                  <a:pt x="1664338" y="3434546"/>
                  <a:pt x="1664491" y="3430751"/>
                </a:cubicBezTo>
                <a:cubicBezTo>
                  <a:pt x="1664645" y="3426822"/>
                  <a:pt x="1661597" y="3423526"/>
                  <a:pt x="1657688" y="3423372"/>
                </a:cubicBezTo>
                <a:close/>
                <a:moveTo>
                  <a:pt x="861674" y="3732337"/>
                </a:moveTo>
                <a:cubicBezTo>
                  <a:pt x="860792" y="3733736"/>
                  <a:pt x="861214" y="3735595"/>
                  <a:pt x="862613" y="3736477"/>
                </a:cubicBezTo>
                <a:cubicBezTo>
                  <a:pt x="863111" y="3736784"/>
                  <a:pt x="863667" y="3736936"/>
                  <a:pt x="864204" y="3736936"/>
                </a:cubicBezTo>
                <a:cubicBezTo>
                  <a:pt x="865201" y="3736936"/>
                  <a:pt x="866177" y="3736438"/>
                  <a:pt x="866753" y="3735537"/>
                </a:cubicBezTo>
                <a:cubicBezTo>
                  <a:pt x="867633" y="3734139"/>
                  <a:pt x="867213" y="3732280"/>
                  <a:pt x="865814" y="3731398"/>
                </a:cubicBezTo>
                <a:cubicBezTo>
                  <a:pt x="864395" y="3730516"/>
                  <a:pt x="862556" y="3730937"/>
                  <a:pt x="861674" y="3732337"/>
                </a:cubicBezTo>
                <a:close/>
                <a:moveTo>
                  <a:pt x="1991969" y="3290500"/>
                </a:moveTo>
                <a:cubicBezTo>
                  <a:pt x="1987522" y="3291075"/>
                  <a:pt x="1984399" y="3295158"/>
                  <a:pt x="1984973" y="3299604"/>
                </a:cubicBezTo>
                <a:cubicBezTo>
                  <a:pt x="1985491" y="3303686"/>
                  <a:pt x="1988999" y="3306657"/>
                  <a:pt x="1993004" y="3306676"/>
                </a:cubicBezTo>
                <a:cubicBezTo>
                  <a:pt x="1993349" y="3306676"/>
                  <a:pt x="1993713" y="3306637"/>
                  <a:pt x="1994058" y="3306599"/>
                </a:cubicBezTo>
                <a:cubicBezTo>
                  <a:pt x="1998504" y="3306024"/>
                  <a:pt x="2001628" y="3301942"/>
                  <a:pt x="2001053" y="3297515"/>
                </a:cubicBezTo>
                <a:cubicBezTo>
                  <a:pt x="2000478" y="3293068"/>
                  <a:pt x="1996415" y="3289926"/>
                  <a:pt x="1991969" y="3290500"/>
                </a:cubicBezTo>
                <a:close/>
                <a:moveTo>
                  <a:pt x="4835241" y="2178270"/>
                </a:moveTo>
                <a:cubicBezTo>
                  <a:pt x="4832203" y="2180282"/>
                  <a:pt x="4829932" y="2183454"/>
                  <a:pt x="4829145" y="2187306"/>
                </a:cubicBezTo>
                <a:cubicBezTo>
                  <a:pt x="4827575" y="2195030"/>
                  <a:pt x="4832556" y="2202543"/>
                  <a:pt x="4840263" y="2204115"/>
                </a:cubicBezTo>
                <a:cubicBezTo>
                  <a:pt x="4841221" y="2204306"/>
                  <a:pt x="4842178" y="2204402"/>
                  <a:pt x="4843116" y="2204402"/>
                </a:cubicBezTo>
                <a:cubicBezTo>
                  <a:pt x="4849747" y="2204402"/>
                  <a:pt x="4855690" y="2199745"/>
                  <a:pt x="4857070" y="2192999"/>
                </a:cubicBezTo>
                <a:cubicBezTo>
                  <a:pt x="4858642" y="2185275"/>
                  <a:pt x="4853658" y="2177762"/>
                  <a:pt x="4845936" y="2176190"/>
                </a:cubicBezTo>
                <a:cubicBezTo>
                  <a:pt x="4842083" y="2175405"/>
                  <a:pt x="4838279" y="2176257"/>
                  <a:pt x="4835241" y="2178270"/>
                </a:cubicBezTo>
                <a:close/>
                <a:moveTo>
                  <a:pt x="4267891" y="2397990"/>
                </a:moveTo>
                <a:cubicBezTo>
                  <a:pt x="4261719" y="2398183"/>
                  <a:pt x="4256869" y="2403318"/>
                  <a:pt x="4257041" y="2409490"/>
                </a:cubicBezTo>
                <a:cubicBezTo>
                  <a:pt x="4257233" y="2415661"/>
                  <a:pt x="4262389" y="2420529"/>
                  <a:pt x="4268560" y="2420338"/>
                </a:cubicBezTo>
                <a:cubicBezTo>
                  <a:pt x="4274732" y="2420164"/>
                  <a:pt x="4279581" y="2415010"/>
                  <a:pt x="4279407" y="2408839"/>
                </a:cubicBezTo>
                <a:cubicBezTo>
                  <a:pt x="4279216" y="2402667"/>
                  <a:pt x="4274062" y="2397818"/>
                  <a:pt x="4267891" y="2397990"/>
                </a:cubicBezTo>
                <a:close/>
                <a:moveTo>
                  <a:pt x="3649922" y="2636138"/>
                </a:moveTo>
                <a:cubicBezTo>
                  <a:pt x="3645053" y="2637441"/>
                  <a:pt x="3642159" y="2642443"/>
                  <a:pt x="3643463" y="2647312"/>
                </a:cubicBezTo>
                <a:cubicBezTo>
                  <a:pt x="3644555" y="2651394"/>
                  <a:pt x="3648254" y="2654096"/>
                  <a:pt x="3652279" y="2654096"/>
                </a:cubicBezTo>
                <a:cubicBezTo>
                  <a:pt x="3653065" y="2654096"/>
                  <a:pt x="3653870" y="2653981"/>
                  <a:pt x="3654655" y="2653770"/>
                </a:cubicBezTo>
                <a:cubicBezTo>
                  <a:pt x="3659524" y="2652467"/>
                  <a:pt x="3662417" y="2647465"/>
                  <a:pt x="3661115" y="2642578"/>
                </a:cubicBezTo>
                <a:cubicBezTo>
                  <a:pt x="3659791" y="2637710"/>
                  <a:pt x="3654790" y="2634816"/>
                  <a:pt x="3649922" y="2636138"/>
                </a:cubicBezTo>
                <a:close/>
                <a:moveTo>
                  <a:pt x="4006494" y="2495561"/>
                </a:moveTo>
                <a:cubicBezTo>
                  <a:pt x="4000936" y="2496289"/>
                  <a:pt x="3997024" y="2501387"/>
                  <a:pt x="3997753" y="2506945"/>
                </a:cubicBezTo>
                <a:cubicBezTo>
                  <a:pt x="3998426" y="2512062"/>
                  <a:pt x="4002794" y="2515780"/>
                  <a:pt x="4007816" y="2515780"/>
                </a:cubicBezTo>
                <a:cubicBezTo>
                  <a:pt x="4008256" y="2515780"/>
                  <a:pt x="4008698" y="2515761"/>
                  <a:pt x="4009157" y="2515684"/>
                </a:cubicBezTo>
                <a:cubicBezTo>
                  <a:pt x="4014715" y="2514956"/>
                  <a:pt x="4018625" y="2509858"/>
                  <a:pt x="4017896" y="2504281"/>
                </a:cubicBezTo>
                <a:cubicBezTo>
                  <a:pt x="4017149" y="2498723"/>
                  <a:pt x="4012051" y="2494813"/>
                  <a:pt x="4006494" y="2495561"/>
                </a:cubicBezTo>
                <a:close/>
                <a:moveTo>
                  <a:pt x="7485704" y="1136798"/>
                </a:moveTo>
                <a:cubicBezTo>
                  <a:pt x="7475719" y="1138446"/>
                  <a:pt x="7468953" y="1147876"/>
                  <a:pt x="7470583" y="1157860"/>
                </a:cubicBezTo>
                <a:cubicBezTo>
                  <a:pt x="7472058" y="1166849"/>
                  <a:pt x="7479839" y="1173231"/>
                  <a:pt x="7488656" y="1173231"/>
                </a:cubicBezTo>
                <a:cubicBezTo>
                  <a:pt x="7489652" y="1173231"/>
                  <a:pt x="7490649" y="1173155"/>
                  <a:pt x="7491664" y="1172983"/>
                </a:cubicBezTo>
                <a:cubicBezTo>
                  <a:pt x="7501649" y="1171334"/>
                  <a:pt x="7508415" y="1161904"/>
                  <a:pt x="7506766" y="1151920"/>
                </a:cubicBezTo>
                <a:cubicBezTo>
                  <a:pt x="7505138" y="1141935"/>
                  <a:pt x="7495690" y="1135150"/>
                  <a:pt x="7485704" y="1136798"/>
                </a:cubicBezTo>
                <a:close/>
                <a:moveTo>
                  <a:pt x="2707544" y="2997922"/>
                </a:moveTo>
                <a:cubicBezTo>
                  <a:pt x="2702848" y="2999743"/>
                  <a:pt x="2700510" y="3005032"/>
                  <a:pt x="2702350" y="3009727"/>
                </a:cubicBezTo>
                <a:cubicBezTo>
                  <a:pt x="2703750" y="3013350"/>
                  <a:pt x="2707199" y="3015574"/>
                  <a:pt x="2710860" y="3015574"/>
                </a:cubicBezTo>
                <a:cubicBezTo>
                  <a:pt x="2711972" y="3015574"/>
                  <a:pt x="2713083" y="3015363"/>
                  <a:pt x="2714175" y="3014940"/>
                </a:cubicBezTo>
                <a:cubicBezTo>
                  <a:pt x="2718871" y="3013119"/>
                  <a:pt x="2721209" y="3007811"/>
                  <a:pt x="2719369" y="3003115"/>
                </a:cubicBezTo>
                <a:cubicBezTo>
                  <a:pt x="2717548" y="2998420"/>
                  <a:pt x="2712259" y="2996082"/>
                  <a:pt x="2707544" y="2997922"/>
                </a:cubicBezTo>
                <a:close/>
                <a:moveTo>
                  <a:pt x="5519941" y="1899750"/>
                </a:moveTo>
                <a:cubicBezTo>
                  <a:pt x="5510413" y="1900536"/>
                  <a:pt x="5503344" y="1908911"/>
                  <a:pt x="5504148" y="1918455"/>
                </a:cubicBezTo>
                <a:cubicBezTo>
                  <a:pt x="5504915" y="1927482"/>
                  <a:pt x="5512485" y="1934305"/>
                  <a:pt x="5521377" y="1934305"/>
                </a:cubicBezTo>
                <a:cubicBezTo>
                  <a:pt x="5521876" y="1934305"/>
                  <a:pt x="5522355" y="1934286"/>
                  <a:pt x="5522853" y="1934248"/>
                </a:cubicBezTo>
                <a:cubicBezTo>
                  <a:pt x="5532378" y="1933443"/>
                  <a:pt x="5539451" y="1925067"/>
                  <a:pt x="5538647" y="1915542"/>
                </a:cubicBezTo>
                <a:cubicBezTo>
                  <a:pt x="5537838" y="1906018"/>
                  <a:pt x="5529466" y="1898945"/>
                  <a:pt x="5519941" y="1899750"/>
                </a:cubicBezTo>
                <a:close/>
                <a:moveTo>
                  <a:pt x="2801129" y="2960568"/>
                </a:moveTo>
                <a:cubicBezTo>
                  <a:pt x="2796471" y="2962485"/>
                  <a:pt x="2794228" y="2967813"/>
                  <a:pt x="2796126" y="2972489"/>
                </a:cubicBezTo>
                <a:cubicBezTo>
                  <a:pt x="2797583" y="2976015"/>
                  <a:pt x="2800994" y="2978162"/>
                  <a:pt x="2804578" y="2978162"/>
                </a:cubicBezTo>
                <a:cubicBezTo>
                  <a:pt x="2805727" y="2978162"/>
                  <a:pt x="2806896" y="2977951"/>
                  <a:pt x="2808028" y="2977492"/>
                </a:cubicBezTo>
                <a:cubicBezTo>
                  <a:pt x="2812704" y="2975575"/>
                  <a:pt x="2814947" y="2970248"/>
                  <a:pt x="2813049" y="2965570"/>
                </a:cubicBezTo>
                <a:cubicBezTo>
                  <a:pt x="2811133" y="2960914"/>
                  <a:pt x="2805805" y="2958652"/>
                  <a:pt x="2801129" y="2960568"/>
                </a:cubicBezTo>
                <a:close/>
                <a:moveTo>
                  <a:pt x="2613289" y="3033359"/>
                </a:moveTo>
                <a:cubicBezTo>
                  <a:pt x="2608555" y="3035064"/>
                  <a:pt x="2606101" y="3040315"/>
                  <a:pt x="2607807" y="3045049"/>
                </a:cubicBezTo>
                <a:cubicBezTo>
                  <a:pt x="2609148" y="3048767"/>
                  <a:pt x="2612657" y="3051067"/>
                  <a:pt x="2616394" y="3051067"/>
                </a:cubicBezTo>
                <a:cubicBezTo>
                  <a:pt x="2617428" y="3051067"/>
                  <a:pt x="2618482" y="3050895"/>
                  <a:pt x="2619517" y="3050531"/>
                </a:cubicBezTo>
                <a:cubicBezTo>
                  <a:pt x="2624251" y="3048806"/>
                  <a:pt x="2626705" y="3043574"/>
                  <a:pt x="2624999" y="3038821"/>
                </a:cubicBezTo>
                <a:cubicBezTo>
                  <a:pt x="2623274" y="3034087"/>
                  <a:pt x="2618041" y="3031634"/>
                  <a:pt x="2613289" y="3033359"/>
                </a:cubicBezTo>
                <a:close/>
                <a:moveTo>
                  <a:pt x="2894271" y="2921969"/>
                </a:moveTo>
                <a:cubicBezTo>
                  <a:pt x="2889633" y="2923925"/>
                  <a:pt x="2887429" y="2929291"/>
                  <a:pt x="2889385" y="2933929"/>
                </a:cubicBezTo>
                <a:cubicBezTo>
                  <a:pt x="2890860" y="2937436"/>
                  <a:pt x="2894252" y="2939544"/>
                  <a:pt x="2897817" y="2939544"/>
                </a:cubicBezTo>
                <a:cubicBezTo>
                  <a:pt x="2898986" y="2939544"/>
                  <a:pt x="2900193" y="2939315"/>
                  <a:pt x="2901344" y="2938816"/>
                </a:cubicBezTo>
                <a:cubicBezTo>
                  <a:pt x="2906001" y="2936880"/>
                  <a:pt x="2908185" y="2931514"/>
                  <a:pt x="2906231" y="2926856"/>
                </a:cubicBezTo>
                <a:cubicBezTo>
                  <a:pt x="2904275" y="2922219"/>
                  <a:pt x="2898929" y="2920034"/>
                  <a:pt x="2894271" y="2921969"/>
                </a:cubicBezTo>
                <a:close/>
                <a:moveTo>
                  <a:pt x="3552600" y="2664196"/>
                </a:moveTo>
                <a:cubicBezTo>
                  <a:pt x="3547789" y="2665691"/>
                  <a:pt x="3545087" y="2670809"/>
                  <a:pt x="3546583" y="2675618"/>
                </a:cubicBezTo>
                <a:cubicBezTo>
                  <a:pt x="3547789" y="2679547"/>
                  <a:pt x="3551393" y="2682058"/>
                  <a:pt x="3555303" y="2682059"/>
                </a:cubicBezTo>
                <a:cubicBezTo>
                  <a:pt x="3556184" y="2682058"/>
                  <a:pt x="3557104" y="2681943"/>
                  <a:pt x="3557985" y="2681656"/>
                </a:cubicBezTo>
                <a:cubicBezTo>
                  <a:pt x="3562816" y="2680181"/>
                  <a:pt x="3565518" y="2675044"/>
                  <a:pt x="3564022" y="2670233"/>
                </a:cubicBezTo>
                <a:cubicBezTo>
                  <a:pt x="3562547" y="2665423"/>
                  <a:pt x="3557430" y="2662720"/>
                  <a:pt x="3552600" y="2664196"/>
                </a:cubicBezTo>
                <a:close/>
                <a:moveTo>
                  <a:pt x="2518191" y="3066342"/>
                </a:moveTo>
                <a:cubicBezTo>
                  <a:pt x="2513418" y="3067932"/>
                  <a:pt x="2510812" y="3073088"/>
                  <a:pt x="2512403" y="3077879"/>
                </a:cubicBezTo>
                <a:cubicBezTo>
                  <a:pt x="2513667" y="3081712"/>
                  <a:pt x="2517232" y="3084146"/>
                  <a:pt x="2521065" y="3084146"/>
                </a:cubicBezTo>
                <a:cubicBezTo>
                  <a:pt x="2522024" y="3084146"/>
                  <a:pt x="2523001" y="3084013"/>
                  <a:pt x="2523960" y="3083687"/>
                </a:cubicBezTo>
                <a:cubicBezTo>
                  <a:pt x="2528732" y="3082096"/>
                  <a:pt x="2531337" y="3076921"/>
                  <a:pt x="2529747" y="3072149"/>
                </a:cubicBezTo>
                <a:cubicBezTo>
                  <a:pt x="2528156" y="3067358"/>
                  <a:pt x="2522982" y="3064751"/>
                  <a:pt x="2518191" y="3066342"/>
                </a:cubicBezTo>
                <a:close/>
                <a:moveTo>
                  <a:pt x="4990025" y="2101031"/>
                </a:moveTo>
                <a:cubicBezTo>
                  <a:pt x="4986796" y="2103233"/>
                  <a:pt x="4984405" y="2106668"/>
                  <a:pt x="4983619" y="2110817"/>
                </a:cubicBezTo>
                <a:cubicBezTo>
                  <a:pt x="4982048" y="2119096"/>
                  <a:pt x="4987491" y="2127088"/>
                  <a:pt x="4995790" y="2128661"/>
                </a:cubicBezTo>
                <a:cubicBezTo>
                  <a:pt x="4996747" y="2128833"/>
                  <a:pt x="4997704" y="2128928"/>
                  <a:pt x="4998644" y="2128928"/>
                </a:cubicBezTo>
                <a:cubicBezTo>
                  <a:pt x="5005831" y="2128928"/>
                  <a:pt x="5012233" y="2123831"/>
                  <a:pt x="5013631" y="2116490"/>
                </a:cubicBezTo>
                <a:cubicBezTo>
                  <a:pt x="5015182" y="2108210"/>
                  <a:pt x="5009741" y="2100219"/>
                  <a:pt x="5001461" y="2098647"/>
                </a:cubicBezTo>
                <a:cubicBezTo>
                  <a:pt x="4997322" y="2097862"/>
                  <a:pt x="4993254" y="2098830"/>
                  <a:pt x="4990025" y="2101031"/>
                </a:cubicBezTo>
                <a:close/>
                <a:moveTo>
                  <a:pt x="2987204" y="2882719"/>
                </a:moveTo>
                <a:cubicBezTo>
                  <a:pt x="2982566" y="2884693"/>
                  <a:pt x="2980382" y="2890060"/>
                  <a:pt x="2982355" y="2894697"/>
                </a:cubicBezTo>
                <a:cubicBezTo>
                  <a:pt x="2983831" y="2898185"/>
                  <a:pt x="2987223" y="2900275"/>
                  <a:pt x="2990788" y="2900275"/>
                </a:cubicBezTo>
                <a:cubicBezTo>
                  <a:pt x="2991976" y="2900275"/>
                  <a:pt x="2993165" y="2900045"/>
                  <a:pt x="2994334" y="2899546"/>
                </a:cubicBezTo>
                <a:cubicBezTo>
                  <a:pt x="2998972" y="2897572"/>
                  <a:pt x="3001156" y="2892206"/>
                  <a:pt x="2999182" y="2887568"/>
                </a:cubicBezTo>
                <a:cubicBezTo>
                  <a:pt x="2997209" y="2882930"/>
                  <a:pt x="2991842" y="2880745"/>
                  <a:pt x="2987204" y="2882719"/>
                </a:cubicBezTo>
                <a:close/>
                <a:moveTo>
                  <a:pt x="8357862" y="786119"/>
                </a:moveTo>
                <a:cubicBezTo>
                  <a:pt x="8352949" y="788541"/>
                  <a:pt x="8348957" y="792838"/>
                  <a:pt x="8347050" y="798435"/>
                </a:cubicBezTo>
                <a:cubicBezTo>
                  <a:pt x="8343256" y="809609"/>
                  <a:pt x="8349235" y="821779"/>
                  <a:pt x="8360428" y="825573"/>
                </a:cubicBezTo>
                <a:cubicBezTo>
                  <a:pt x="8362709" y="826359"/>
                  <a:pt x="8365029" y="826723"/>
                  <a:pt x="8367327" y="826723"/>
                </a:cubicBezTo>
                <a:cubicBezTo>
                  <a:pt x="8376220" y="826723"/>
                  <a:pt x="8384538" y="821108"/>
                  <a:pt x="8387586" y="812215"/>
                </a:cubicBezTo>
                <a:cubicBezTo>
                  <a:pt x="8391380" y="801022"/>
                  <a:pt x="8385401" y="788871"/>
                  <a:pt x="8374209" y="785058"/>
                </a:cubicBezTo>
                <a:cubicBezTo>
                  <a:pt x="8368612" y="783151"/>
                  <a:pt x="8362776" y="783697"/>
                  <a:pt x="8357862" y="786119"/>
                </a:cubicBezTo>
                <a:close/>
                <a:moveTo>
                  <a:pt x="3080156" y="2843392"/>
                </a:moveTo>
                <a:cubicBezTo>
                  <a:pt x="3075518" y="2845347"/>
                  <a:pt x="3073334" y="2850694"/>
                  <a:pt x="3075289" y="2855351"/>
                </a:cubicBezTo>
                <a:cubicBezTo>
                  <a:pt x="3076764" y="2858839"/>
                  <a:pt x="3080137" y="2860947"/>
                  <a:pt x="3083702" y="2860947"/>
                </a:cubicBezTo>
                <a:cubicBezTo>
                  <a:pt x="3084890" y="2860947"/>
                  <a:pt x="3086097" y="2860718"/>
                  <a:pt x="3087247" y="2860219"/>
                </a:cubicBezTo>
                <a:cubicBezTo>
                  <a:pt x="3091905" y="2858265"/>
                  <a:pt x="3094089" y="2852918"/>
                  <a:pt x="3092114" y="2848260"/>
                </a:cubicBezTo>
                <a:cubicBezTo>
                  <a:pt x="3090160" y="2843622"/>
                  <a:pt x="3084813" y="2841419"/>
                  <a:pt x="3080156" y="2843392"/>
                </a:cubicBezTo>
                <a:close/>
                <a:moveTo>
                  <a:pt x="3456409" y="2695800"/>
                </a:moveTo>
                <a:cubicBezTo>
                  <a:pt x="3451637" y="2697448"/>
                  <a:pt x="3449127" y="2702661"/>
                  <a:pt x="3450774" y="2707433"/>
                </a:cubicBezTo>
                <a:cubicBezTo>
                  <a:pt x="3452098" y="2711209"/>
                  <a:pt x="3455624" y="2713566"/>
                  <a:pt x="3459418" y="2713566"/>
                </a:cubicBezTo>
                <a:cubicBezTo>
                  <a:pt x="3460415" y="2713566"/>
                  <a:pt x="3461412" y="2713393"/>
                  <a:pt x="3462408" y="2713048"/>
                </a:cubicBezTo>
                <a:cubicBezTo>
                  <a:pt x="3467181" y="2711401"/>
                  <a:pt x="3469691" y="2706188"/>
                  <a:pt x="3468043" y="2701415"/>
                </a:cubicBezTo>
                <a:cubicBezTo>
                  <a:pt x="3466376" y="2696662"/>
                  <a:pt x="3461162" y="2694133"/>
                  <a:pt x="3456409" y="2695800"/>
                </a:cubicBezTo>
                <a:close/>
                <a:moveTo>
                  <a:pt x="1885141" y="3309149"/>
                </a:moveTo>
                <a:lnTo>
                  <a:pt x="1885141" y="3309167"/>
                </a:lnTo>
                <a:lnTo>
                  <a:pt x="1885149" y="3309157"/>
                </a:lnTo>
                <a:close/>
                <a:moveTo>
                  <a:pt x="3173357" y="2804506"/>
                </a:moveTo>
                <a:cubicBezTo>
                  <a:pt x="3168700" y="2806442"/>
                  <a:pt x="3166476" y="2811770"/>
                  <a:pt x="3168393" y="2816446"/>
                </a:cubicBezTo>
                <a:cubicBezTo>
                  <a:pt x="3169850" y="2819972"/>
                  <a:pt x="3173261" y="2822099"/>
                  <a:pt x="3176845" y="2822099"/>
                </a:cubicBezTo>
                <a:cubicBezTo>
                  <a:pt x="3177994" y="2822099"/>
                  <a:pt x="3179183" y="2821869"/>
                  <a:pt x="3180314" y="2821409"/>
                </a:cubicBezTo>
                <a:cubicBezTo>
                  <a:pt x="3184971" y="2819493"/>
                  <a:pt x="3187214" y="2814145"/>
                  <a:pt x="3185278" y="2809488"/>
                </a:cubicBezTo>
                <a:cubicBezTo>
                  <a:pt x="3183361" y="2804812"/>
                  <a:pt x="3178014" y="2802589"/>
                  <a:pt x="3173357" y="2804506"/>
                </a:cubicBezTo>
                <a:close/>
                <a:moveTo>
                  <a:pt x="4418365" y="2318435"/>
                </a:moveTo>
                <a:cubicBezTo>
                  <a:pt x="4416109" y="2320591"/>
                  <a:pt x="4414676" y="2323610"/>
                  <a:pt x="4414599" y="2326983"/>
                </a:cubicBezTo>
                <a:cubicBezTo>
                  <a:pt x="4414447" y="2333710"/>
                  <a:pt x="4419774" y="2339307"/>
                  <a:pt x="4426520" y="2339460"/>
                </a:cubicBezTo>
                <a:lnTo>
                  <a:pt x="4426790" y="2339460"/>
                </a:lnTo>
                <a:cubicBezTo>
                  <a:pt x="4433421" y="2339460"/>
                  <a:pt x="4438845" y="2334170"/>
                  <a:pt x="4438996" y="2327539"/>
                </a:cubicBezTo>
                <a:cubicBezTo>
                  <a:pt x="4439148" y="2320793"/>
                  <a:pt x="4433803" y="2315215"/>
                  <a:pt x="4427075" y="2315062"/>
                </a:cubicBezTo>
                <a:cubicBezTo>
                  <a:pt x="4423702" y="2314985"/>
                  <a:pt x="4420622" y="2316279"/>
                  <a:pt x="4418365" y="2318435"/>
                </a:cubicBezTo>
                <a:close/>
                <a:moveTo>
                  <a:pt x="3361311" y="2730220"/>
                </a:moveTo>
                <a:cubicBezTo>
                  <a:pt x="3356596" y="2731984"/>
                  <a:pt x="3354182" y="2737254"/>
                  <a:pt x="3355964" y="2741988"/>
                </a:cubicBezTo>
                <a:cubicBezTo>
                  <a:pt x="3357343" y="2745649"/>
                  <a:pt x="3360813" y="2747910"/>
                  <a:pt x="3364512" y="2747910"/>
                </a:cubicBezTo>
                <a:cubicBezTo>
                  <a:pt x="3365585" y="2747910"/>
                  <a:pt x="3366658" y="2747718"/>
                  <a:pt x="3367712" y="2747336"/>
                </a:cubicBezTo>
                <a:cubicBezTo>
                  <a:pt x="3372446" y="2745553"/>
                  <a:pt x="3374842" y="2740283"/>
                  <a:pt x="3373060" y="2735568"/>
                </a:cubicBezTo>
                <a:cubicBezTo>
                  <a:pt x="3371296" y="2730834"/>
                  <a:pt x="3366026" y="2728458"/>
                  <a:pt x="3361311" y="2730220"/>
                </a:cubicBezTo>
                <a:close/>
                <a:moveTo>
                  <a:pt x="2422191" y="3096451"/>
                </a:moveTo>
                <a:cubicBezTo>
                  <a:pt x="2417342" y="3097869"/>
                  <a:pt x="2414583" y="3102948"/>
                  <a:pt x="2416001" y="3107797"/>
                </a:cubicBezTo>
                <a:cubicBezTo>
                  <a:pt x="2417170" y="3111764"/>
                  <a:pt x="2420812" y="3114351"/>
                  <a:pt x="2424760" y="3114351"/>
                </a:cubicBezTo>
                <a:cubicBezTo>
                  <a:pt x="2425622" y="3114351"/>
                  <a:pt x="2426484" y="3114217"/>
                  <a:pt x="2427347" y="3113968"/>
                </a:cubicBezTo>
                <a:cubicBezTo>
                  <a:pt x="2432196" y="3112549"/>
                  <a:pt x="2434955" y="3107471"/>
                  <a:pt x="2433537" y="3102622"/>
                </a:cubicBezTo>
                <a:cubicBezTo>
                  <a:pt x="2432100" y="3097792"/>
                  <a:pt x="2427022" y="3095014"/>
                  <a:pt x="2422191" y="3096451"/>
                </a:cubicBezTo>
                <a:close/>
                <a:moveTo>
                  <a:pt x="3267017" y="2766616"/>
                </a:moveTo>
                <a:cubicBezTo>
                  <a:pt x="3262322" y="2768475"/>
                  <a:pt x="3260023" y="2773784"/>
                  <a:pt x="3261881" y="2778479"/>
                </a:cubicBezTo>
                <a:cubicBezTo>
                  <a:pt x="3263299" y="2782063"/>
                  <a:pt x="3266749" y="2784248"/>
                  <a:pt x="3270391" y="2784248"/>
                </a:cubicBezTo>
                <a:cubicBezTo>
                  <a:pt x="3271502" y="2784248"/>
                  <a:pt x="3272633" y="2784037"/>
                  <a:pt x="3273745" y="2783596"/>
                </a:cubicBezTo>
                <a:cubicBezTo>
                  <a:pt x="3278441" y="2781756"/>
                  <a:pt x="3280741" y="2776448"/>
                  <a:pt x="3278881" y="2771752"/>
                </a:cubicBezTo>
                <a:cubicBezTo>
                  <a:pt x="3277023" y="2767057"/>
                  <a:pt x="3271714" y="2764757"/>
                  <a:pt x="3267017" y="2766616"/>
                </a:cubicBezTo>
                <a:close/>
                <a:moveTo>
                  <a:pt x="7845815" y="977350"/>
                </a:moveTo>
                <a:cubicBezTo>
                  <a:pt x="7842078" y="980601"/>
                  <a:pt x="7839581" y="985277"/>
                  <a:pt x="7839207" y="990605"/>
                </a:cubicBezTo>
                <a:cubicBezTo>
                  <a:pt x="7838461" y="1001261"/>
                  <a:pt x="7846491" y="1010518"/>
                  <a:pt x="7857166" y="1011265"/>
                </a:cubicBezTo>
                <a:lnTo>
                  <a:pt x="7857147" y="1011265"/>
                </a:lnTo>
                <a:cubicBezTo>
                  <a:pt x="7857606" y="1011285"/>
                  <a:pt x="7858085" y="1011304"/>
                  <a:pt x="7858526" y="1011304"/>
                </a:cubicBezTo>
                <a:cubicBezTo>
                  <a:pt x="7868608" y="1011304"/>
                  <a:pt x="7877097" y="1003523"/>
                  <a:pt x="7877826" y="993307"/>
                </a:cubicBezTo>
                <a:cubicBezTo>
                  <a:pt x="7878573" y="982651"/>
                  <a:pt x="7870524" y="973394"/>
                  <a:pt x="7859868" y="972647"/>
                </a:cubicBezTo>
                <a:cubicBezTo>
                  <a:pt x="7854530" y="972273"/>
                  <a:pt x="7849552" y="974099"/>
                  <a:pt x="7845815" y="977350"/>
                </a:cubicBezTo>
                <a:close/>
                <a:moveTo>
                  <a:pt x="1892654" y="3300505"/>
                </a:moveTo>
                <a:lnTo>
                  <a:pt x="1885149" y="3309157"/>
                </a:lnTo>
                <a:lnTo>
                  <a:pt x="1893229" y="3316680"/>
                </a:lnTo>
                <a:cubicBezTo>
                  <a:pt x="1893421" y="3316680"/>
                  <a:pt x="1893612" y="3316680"/>
                  <a:pt x="1893804" y="3316681"/>
                </a:cubicBezTo>
                <a:cubicBezTo>
                  <a:pt x="1898269" y="3316374"/>
                  <a:pt x="1901643" y="3312483"/>
                  <a:pt x="1901336" y="3308017"/>
                </a:cubicBezTo>
                <a:cubicBezTo>
                  <a:pt x="1901010" y="3303552"/>
                  <a:pt x="1897139" y="3300178"/>
                  <a:pt x="1892654" y="3300505"/>
                </a:cubicBezTo>
                <a:close/>
                <a:moveTo>
                  <a:pt x="7379969" y="1157286"/>
                </a:moveTo>
                <a:cubicBezTo>
                  <a:pt x="7370079" y="1159470"/>
                  <a:pt x="7363851" y="1169265"/>
                  <a:pt x="7366036" y="1179154"/>
                </a:cubicBezTo>
                <a:lnTo>
                  <a:pt x="7366016" y="1179154"/>
                </a:lnTo>
                <a:cubicBezTo>
                  <a:pt x="7367914" y="1187702"/>
                  <a:pt x="7375504" y="1193508"/>
                  <a:pt x="7383898" y="1193508"/>
                </a:cubicBezTo>
                <a:cubicBezTo>
                  <a:pt x="7385220" y="1193508"/>
                  <a:pt x="7386562" y="1193374"/>
                  <a:pt x="7387903" y="1193067"/>
                </a:cubicBezTo>
                <a:cubicBezTo>
                  <a:pt x="7397792" y="1190883"/>
                  <a:pt x="7404041" y="1181089"/>
                  <a:pt x="7401836" y="1171219"/>
                </a:cubicBezTo>
                <a:cubicBezTo>
                  <a:pt x="7399652" y="1161330"/>
                  <a:pt x="7389858" y="1155082"/>
                  <a:pt x="7379969" y="1157286"/>
                </a:cubicBezTo>
                <a:close/>
                <a:moveTo>
                  <a:pt x="3905664" y="2511257"/>
                </a:moveTo>
                <a:cubicBezTo>
                  <a:pt x="3900146" y="2512235"/>
                  <a:pt x="3896466" y="2517505"/>
                  <a:pt x="3897443" y="2523025"/>
                </a:cubicBezTo>
                <a:cubicBezTo>
                  <a:pt x="3898324" y="2527950"/>
                  <a:pt x="3902598" y="2531400"/>
                  <a:pt x="3907428" y="2531400"/>
                </a:cubicBezTo>
                <a:cubicBezTo>
                  <a:pt x="3908022" y="2531400"/>
                  <a:pt x="3908615" y="2531343"/>
                  <a:pt x="3909229" y="2531246"/>
                </a:cubicBezTo>
                <a:cubicBezTo>
                  <a:pt x="3914750" y="2530269"/>
                  <a:pt x="3918429" y="2524979"/>
                  <a:pt x="3917431" y="2519460"/>
                </a:cubicBezTo>
                <a:cubicBezTo>
                  <a:pt x="3916454" y="2513941"/>
                  <a:pt x="3911183" y="2510261"/>
                  <a:pt x="3905664" y="2511257"/>
                </a:cubicBezTo>
                <a:close/>
                <a:moveTo>
                  <a:pt x="561755" y="3816472"/>
                </a:moveTo>
                <a:cubicBezTo>
                  <a:pt x="561411" y="3816875"/>
                  <a:pt x="561448" y="3817469"/>
                  <a:pt x="561851" y="3817814"/>
                </a:cubicBezTo>
                <a:cubicBezTo>
                  <a:pt x="562043" y="3817967"/>
                  <a:pt x="562253" y="3818044"/>
                  <a:pt x="562484" y="3818043"/>
                </a:cubicBezTo>
                <a:cubicBezTo>
                  <a:pt x="562752" y="3818044"/>
                  <a:pt x="563020" y="3817949"/>
                  <a:pt x="563211" y="3817718"/>
                </a:cubicBezTo>
                <a:cubicBezTo>
                  <a:pt x="563557" y="3817315"/>
                  <a:pt x="563499" y="3816722"/>
                  <a:pt x="563116" y="3816377"/>
                </a:cubicBezTo>
                <a:cubicBezTo>
                  <a:pt x="562713" y="3816032"/>
                  <a:pt x="562100" y="3816070"/>
                  <a:pt x="561755" y="3816472"/>
                </a:cubicBezTo>
                <a:close/>
                <a:moveTo>
                  <a:pt x="980308" y="3652878"/>
                </a:moveTo>
                <a:cubicBezTo>
                  <a:pt x="979235" y="3654833"/>
                  <a:pt x="979963" y="3657286"/>
                  <a:pt x="981917" y="3658340"/>
                </a:cubicBezTo>
                <a:cubicBezTo>
                  <a:pt x="982531" y="3658666"/>
                  <a:pt x="983183" y="3658819"/>
                  <a:pt x="983833" y="3658819"/>
                </a:cubicBezTo>
                <a:cubicBezTo>
                  <a:pt x="985271" y="3658819"/>
                  <a:pt x="986651" y="3658072"/>
                  <a:pt x="987379" y="3656711"/>
                </a:cubicBezTo>
                <a:cubicBezTo>
                  <a:pt x="988433" y="3654775"/>
                  <a:pt x="987724" y="3652322"/>
                  <a:pt x="985750" y="3651268"/>
                </a:cubicBezTo>
                <a:cubicBezTo>
                  <a:pt x="983815" y="3650195"/>
                  <a:pt x="981362" y="3650923"/>
                  <a:pt x="980308" y="3652878"/>
                </a:cubicBezTo>
                <a:close/>
                <a:moveTo>
                  <a:pt x="2325195" y="3123090"/>
                </a:moveTo>
                <a:cubicBezTo>
                  <a:pt x="2320308" y="3124336"/>
                  <a:pt x="2317338" y="3129300"/>
                  <a:pt x="2318583" y="3134187"/>
                </a:cubicBezTo>
                <a:cubicBezTo>
                  <a:pt x="2319637" y="3138327"/>
                  <a:pt x="2323356" y="3141086"/>
                  <a:pt x="2327438" y="3141086"/>
                </a:cubicBezTo>
                <a:cubicBezTo>
                  <a:pt x="2328185" y="3141086"/>
                  <a:pt x="2328933" y="3140991"/>
                  <a:pt x="2329681" y="3140799"/>
                </a:cubicBezTo>
                <a:cubicBezTo>
                  <a:pt x="2334568" y="3139573"/>
                  <a:pt x="2337538" y="3134589"/>
                  <a:pt x="2336292" y="3129702"/>
                </a:cubicBezTo>
                <a:cubicBezTo>
                  <a:pt x="2335066" y="3124815"/>
                  <a:pt x="2330083" y="3121863"/>
                  <a:pt x="2325195" y="3123090"/>
                </a:cubicBezTo>
                <a:close/>
                <a:moveTo>
                  <a:pt x="8106605" y="865633"/>
                </a:moveTo>
                <a:cubicBezTo>
                  <a:pt x="8102200" y="868426"/>
                  <a:pt x="8098860" y="872901"/>
                  <a:pt x="8097634" y="878392"/>
                </a:cubicBezTo>
                <a:cubicBezTo>
                  <a:pt x="8095181" y="889374"/>
                  <a:pt x="8102100" y="900279"/>
                  <a:pt x="8113082" y="902732"/>
                </a:cubicBezTo>
                <a:cubicBezTo>
                  <a:pt x="8114576" y="903058"/>
                  <a:pt x="8116071" y="903230"/>
                  <a:pt x="8117546" y="903230"/>
                </a:cubicBezTo>
                <a:cubicBezTo>
                  <a:pt x="8126880" y="903230"/>
                  <a:pt x="8135294" y="896772"/>
                  <a:pt x="8137421" y="887285"/>
                </a:cubicBezTo>
                <a:cubicBezTo>
                  <a:pt x="8139874" y="876303"/>
                  <a:pt x="8132955" y="865417"/>
                  <a:pt x="8121973" y="862964"/>
                </a:cubicBezTo>
                <a:cubicBezTo>
                  <a:pt x="8116482" y="861728"/>
                  <a:pt x="8111010" y="862840"/>
                  <a:pt x="8106605" y="865633"/>
                </a:cubicBezTo>
                <a:close/>
                <a:moveTo>
                  <a:pt x="4165239" y="2403989"/>
                </a:moveTo>
                <a:cubicBezTo>
                  <a:pt x="4159089" y="2404507"/>
                  <a:pt x="4154526" y="2409930"/>
                  <a:pt x="4155045" y="2416083"/>
                </a:cubicBezTo>
                <a:cubicBezTo>
                  <a:pt x="4155542" y="2421909"/>
                  <a:pt x="4160431" y="2426298"/>
                  <a:pt x="4166179" y="2426298"/>
                </a:cubicBezTo>
                <a:cubicBezTo>
                  <a:pt x="4166504" y="2426298"/>
                  <a:pt x="4166810" y="2426298"/>
                  <a:pt x="4167137" y="2426259"/>
                </a:cubicBezTo>
                <a:cubicBezTo>
                  <a:pt x="4173290" y="2425742"/>
                  <a:pt x="4177851" y="2420318"/>
                  <a:pt x="4177334" y="2414166"/>
                </a:cubicBezTo>
                <a:cubicBezTo>
                  <a:pt x="4176797" y="2408014"/>
                  <a:pt x="4171393" y="2403453"/>
                  <a:pt x="4165239" y="2403989"/>
                </a:cubicBezTo>
                <a:close/>
                <a:moveTo>
                  <a:pt x="4575801" y="2238485"/>
                </a:moveTo>
                <a:cubicBezTo>
                  <a:pt x="4573222" y="2240672"/>
                  <a:pt x="4571478" y="2243844"/>
                  <a:pt x="4571181" y="2247485"/>
                </a:cubicBezTo>
                <a:cubicBezTo>
                  <a:pt x="4570587" y="2254768"/>
                  <a:pt x="4576007" y="2261150"/>
                  <a:pt x="4583293" y="2261744"/>
                </a:cubicBezTo>
                <a:cubicBezTo>
                  <a:pt x="4583658" y="2261782"/>
                  <a:pt x="4584021" y="2261782"/>
                  <a:pt x="4584365" y="2261782"/>
                </a:cubicBezTo>
                <a:cubicBezTo>
                  <a:pt x="4591189" y="2261782"/>
                  <a:pt x="4596977" y="2256550"/>
                  <a:pt x="4597551" y="2249631"/>
                </a:cubicBezTo>
                <a:cubicBezTo>
                  <a:pt x="4598145" y="2242348"/>
                  <a:pt x="4592723" y="2235966"/>
                  <a:pt x="4585439" y="2235392"/>
                </a:cubicBezTo>
                <a:cubicBezTo>
                  <a:pt x="4581798" y="2235095"/>
                  <a:pt x="4578382" y="2236297"/>
                  <a:pt x="4575801" y="2238485"/>
                </a:cubicBezTo>
                <a:close/>
                <a:moveTo>
                  <a:pt x="1558891" y="3415726"/>
                </a:moveTo>
                <a:cubicBezTo>
                  <a:pt x="1555000" y="3415265"/>
                  <a:pt x="1551474" y="3418064"/>
                  <a:pt x="1551033" y="3421954"/>
                </a:cubicBezTo>
                <a:cubicBezTo>
                  <a:pt x="1550572" y="3425845"/>
                  <a:pt x="1553371" y="3429352"/>
                  <a:pt x="1557262" y="3429812"/>
                </a:cubicBezTo>
                <a:cubicBezTo>
                  <a:pt x="1557530" y="3429851"/>
                  <a:pt x="1557816" y="3429851"/>
                  <a:pt x="1558086" y="3429851"/>
                </a:cubicBezTo>
                <a:cubicBezTo>
                  <a:pt x="1561632" y="3429851"/>
                  <a:pt x="1564698" y="3427186"/>
                  <a:pt x="1565119" y="3423583"/>
                </a:cubicBezTo>
                <a:cubicBezTo>
                  <a:pt x="1565559" y="3419693"/>
                  <a:pt x="1562780" y="3416167"/>
                  <a:pt x="1558891" y="3415726"/>
                </a:cubicBezTo>
                <a:close/>
                <a:moveTo>
                  <a:pt x="1329308" y="3504423"/>
                </a:moveTo>
                <a:cubicBezTo>
                  <a:pt x="1326071" y="3503542"/>
                  <a:pt x="1322754" y="3505458"/>
                  <a:pt x="1321873" y="3508697"/>
                </a:cubicBezTo>
                <a:cubicBezTo>
                  <a:pt x="1320991" y="3511936"/>
                  <a:pt x="1322907" y="3515271"/>
                  <a:pt x="1326147" y="3516133"/>
                </a:cubicBezTo>
                <a:cubicBezTo>
                  <a:pt x="1326683" y="3516287"/>
                  <a:pt x="1327201" y="3516363"/>
                  <a:pt x="1327737" y="3516363"/>
                </a:cubicBezTo>
                <a:cubicBezTo>
                  <a:pt x="1330401" y="3516363"/>
                  <a:pt x="1332854" y="3514581"/>
                  <a:pt x="1333583" y="3511879"/>
                </a:cubicBezTo>
                <a:cubicBezTo>
                  <a:pt x="1334464" y="3508639"/>
                  <a:pt x="1332548" y="3505305"/>
                  <a:pt x="1329308" y="3504423"/>
                </a:cubicBezTo>
                <a:close/>
                <a:moveTo>
                  <a:pt x="7275557" y="1183121"/>
                </a:moveTo>
                <a:cubicBezTo>
                  <a:pt x="7265783" y="1185785"/>
                  <a:pt x="7260033" y="1195866"/>
                  <a:pt x="7262677" y="1205621"/>
                </a:cubicBezTo>
                <a:lnTo>
                  <a:pt x="7262658" y="1205621"/>
                </a:lnTo>
                <a:cubicBezTo>
                  <a:pt x="7264881" y="1213785"/>
                  <a:pt x="7272280" y="1219152"/>
                  <a:pt x="7280348" y="1219152"/>
                </a:cubicBezTo>
                <a:cubicBezTo>
                  <a:pt x="7281938" y="1219152"/>
                  <a:pt x="7283567" y="1218941"/>
                  <a:pt x="7285178" y="1218500"/>
                </a:cubicBezTo>
                <a:cubicBezTo>
                  <a:pt x="7294951" y="1215856"/>
                  <a:pt x="7300721" y="1205774"/>
                  <a:pt x="7298057" y="1196000"/>
                </a:cubicBezTo>
                <a:cubicBezTo>
                  <a:pt x="7295412" y="1186225"/>
                  <a:pt x="7285331" y="1180457"/>
                  <a:pt x="7275557" y="1183121"/>
                </a:cubicBezTo>
                <a:close/>
                <a:moveTo>
                  <a:pt x="5144181" y="2012597"/>
                </a:moveTo>
                <a:cubicBezTo>
                  <a:pt x="5140885" y="2015149"/>
                  <a:pt x="5138561" y="2018958"/>
                  <a:pt x="5137995" y="2023423"/>
                </a:cubicBezTo>
                <a:cubicBezTo>
                  <a:pt x="5136846" y="2032335"/>
                  <a:pt x="5143151" y="2040499"/>
                  <a:pt x="5152081" y="2041631"/>
                </a:cubicBezTo>
                <a:cubicBezTo>
                  <a:pt x="5152790" y="2041727"/>
                  <a:pt x="5153479" y="2041765"/>
                  <a:pt x="5154170" y="2041765"/>
                </a:cubicBezTo>
                <a:cubicBezTo>
                  <a:pt x="5162240" y="2041765"/>
                  <a:pt x="5169253" y="2035766"/>
                  <a:pt x="5170308" y="2027544"/>
                </a:cubicBezTo>
                <a:cubicBezTo>
                  <a:pt x="5171439" y="2018613"/>
                  <a:pt x="5165131" y="2010448"/>
                  <a:pt x="5156201" y="2009318"/>
                </a:cubicBezTo>
                <a:cubicBezTo>
                  <a:pt x="5151746" y="2008752"/>
                  <a:pt x="5147477" y="2010046"/>
                  <a:pt x="5144181" y="2012597"/>
                </a:cubicBezTo>
                <a:close/>
                <a:moveTo>
                  <a:pt x="6279113" y="1567941"/>
                </a:moveTo>
                <a:cubicBezTo>
                  <a:pt x="6269665" y="1571602"/>
                  <a:pt x="6264989" y="1582239"/>
                  <a:pt x="6268668" y="1591667"/>
                </a:cubicBezTo>
                <a:cubicBezTo>
                  <a:pt x="6271486" y="1598912"/>
                  <a:pt x="6278404" y="1603359"/>
                  <a:pt x="6285744" y="1603359"/>
                </a:cubicBezTo>
                <a:cubicBezTo>
                  <a:pt x="6287967" y="1603359"/>
                  <a:pt x="6290210" y="1602955"/>
                  <a:pt x="6292395" y="1602112"/>
                </a:cubicBezTo>
                <a:cubicBezTo>
                  <a:pt x="6301824" y="1598452"/>
                  <a:pt x="6306501" y="1587815"/>
                  <a:pt x="6302840" y="1578386"/>
                </a:cubicBezTo>
                <a:cubicBezTo>
                  <a:pt x="6299160" y="1568937"/>
                  <a:pt x="6288543" y="1564261"/>
                  <a:pt x="6279113" y="1567941"/>
                </a:cubicBezTo>
                <a:close/>
                <a:moveTo>
                  <a:pt x="5415238" y="1904790"/>
                </a:moveTo>
                <a:cubicBezTo>
                  <a:pt x="5405676" y="1904925"/>
                  <a:pt x="5398029" y="1912802"/>
                  <a:pt x="5398182" y="1922365"/>
                </a:cubicBezTo>
                <a:cubicBezTo>
                  <a:pt x="5398337" y="1931832"/>
                  <a:pt x="5406060" y="1939404"/>
                  <a:pt x="5415507" y="1939404"/>
                </a:cubicBezTo>
                <a:lnTo>
                  <a:pt x="5415756" y="1939404"/>
                </a:lnTo>
                <a:cubicBezTo>
                  <a:pt x="5425321" y="1939269"/>
                  <a:pt x="5432950" y="1931392"/>
                  <a:pt x="5432814" y="1921828"/>
                </a:cubicBezTo>
                <a:cubicBezTo>
                  <a:pt x="5432663" y="1912265"/>
                  <a:pt x="5424803" y="1904638"/>
                  <a:pt x="5415238" y="1904790"/>
                </a:cubicBezTo>
                <a:close/>
                <a:moveTo>
                  <a:pt x="6377930" y="1528632"/>
                </a:moveTo>
                <a:cubicBezTo>
                  <a:pt x="6368557" y="1532465"/>
                  <a:pt x="6364074" y="1543179"/>
                  <a:pt x="6367907" y="1552551"/>
                </a:cubicBezTo>
                <a:cubicBezTo>
                  <a:pt x="6370819" y="1559643"/>
                  <a:pt x="6377661" y="1563935"/>
                  <a:pt x="6384886" y="1563935"/>
                </a:cubicBezTo>
                <a:cubicBezTo>
                  <a:pt x="6387206" y="1563935"/>
                  <a:pt x="6389563" y="1563495"/>
                  <a:pt x="6391825" y="1562555"/>
                </a:cubicBezTo>
                <a:cubicBezTo>
                  <a:pt x="6401196" y="1558722"/>
                  <a:pt x="6405682" y="1548009"/>
                  <a:pt x="6401848" y="1538637"/>
                </a:cubicBezTo>
                <a:cubicBezTo>
                  <a:pt x="6397996" y="1529266"/>
                  <a:pt x="6387302" y="1524781"/>
                  <a:pt x="6377930" y="1528632"/>
                </a:cubicBezTo>
                <a:close/>
                <a:moveTo>
                  <a:pt x="6179684" y="1605562"/>
                </a:moveTo>
                <a:cubicBezTo>
                  <a:pt x="6170178" y="1609050"/>
                  <a:pt x="6165309" y="1619592"/>
                  <a:pt x="6168798" y="1629097"/>
                </a:cubicBezTo>
                <a:cubicBezTo>
                  <a:pt x="6171519" y="1636515"/>
                  <a:pt x="6178534" y="1641114"/>
                  <a:pt x="6186008" y="1641114"/>
                </a:cubicBezTo>
                <a:cubicBezTo>
                  <a:pt x="6188117" y="1641114"/>
                  <a:pt x="6190244" y="1640750"/>
                  <a:pt x="6192333" y="1639983"/>
                </a:cubicBezTo>
                <a:cubicBezTo>
                  <a:pt x="6201839" y="1636476"/>
                  <a:pt x="6206706" y="1625955"/>
                  <a:pt x="6203219" y="1616448"/>
                </a:cubicBezTo>
                <a:cubicBezTo>
                  <a:pt x="6199711" y="1606942"/>
                  <a:pt x="6189190" y="1602074"/>
                  <a:pt x="6179684" y="1605562"/>
                </a:cubicBezTo>
                <a:close/>
                <a:moveTo>
                  <a:pt x="3805642" y="2531209"/>
                </a:moveTo>
                <a:cubicBezTo>
                  <a:pt x="3800161" y="2532415"/>
                  <a:pt x="3796690" y="2537840"/>
                  <a:pt x="3797897" y="2543321"/>
                </a:cubicBezTo>
                <a:cubicBezTo>
                  <a:pt x="3798934" y="2548055"/>
                  <a:pt x="3803149" y="2551294"/>
                  <a:pt x="3807806" y="2551294"/>
                </a:cubicBezTo>
                <a:cubicBezTo>
                  <a:pt x="3808535" y="2551294"/>
                  <a:pt x="3809264" y="2551217"/>
                  <a:pt x="3810011" y="2551064"/>
                </a:cubicBezTo>
                <a:cubicBezTo>
                  <a:pt x="3815494" y="2549856"/>
                  <a:pt x="3818941" y="2544433"/>
                  <a:pt x="3817734" y="2538951"/>
                </a:cubicBezTo>
                <a:cubicBezTo>
                  <a:pt x="3816526" y="2533470"/>
                  <a:pt x="3811103" y="2530001"/>
                  <a:pt x="3805642" y="2531209"/>
                </a:cubicBezTo>
                <a:close/>
                <a:moveTo>
                  <a:pt x="6476362" y="1487830"/>
                </a:moveTo>
                <a:cubicBezTo>
                  <a:pt x="6467010" y="1491739"/>
                  <a:pt x="6462602" y="1502472"/>
                  <a:pt x="6466512" y="1511825"/>
                </a:cubicBezTo>
                <a:cubicBezTo>
                  <a:pt x="6469463" y="1518858"/>
                  <a:pt x="6476266" y="1523095"/>
                  <a:pt x="6483434" y="1523095"/>
                </a:cubicBezTo>
                <a:cubicBezTo>
                  <a:pt x="6485792" y="1523095"/>
                  <a:pt x="6488188" y="1522634"/>
                  <a:pt x="6490507" y="1521657"/>
                </a:cubicBezTo>
                <a:cubicBezTo>
                  <a:pt x="6499840" y="1517748"/>
                  <a:pt x="6504248" y="1507014"/>
                  <a:pt x="6500339" y="1497662"/>
                </a:cubicBezTo>
                <a:cubicBezTo>
                  <a:pt x="6498384" y="1492996"/>
                  <a:pt x="6494724" y="1489560"/>
                  <a:pt x="6490384" y="1487780"/>
                </a:cubicBezTo>
                <a:cubicBezTo>
                  <a:pt x="6486046" y="1486000"/>
                  <a:pt x="6481029" y="1485875"/>
                  <a:pt x="6476362" y="1487830"/>
                </a:cubicBezTo>
                <a:close/>
                <a:moveTo>
                  <a:pt x="2227223" y="3145648"/>
                </a:moveTo>
                <a:cubicBezTo>
                  <a:pt x="2222278" y="3146664"/>
                  <a:pt x="2219116" y="3151494"/>
                  <a:pt x="2220132" y="3156438"/>
                </a:cubicBezTo>
                <a:cubicBezTo>
                  <a:pt x="2221032" y="3160770"/>
                  <a:pt x="2224827" y="3163721"/>
                  <a:pt x="2229082" y="3163721"/>
                </a:cubicBezTo>
                <a:cubicBezTo>
                  <a:pt x="2229676" y="3163721"/>
                  <a:pt x="2230308" y="3163664"/>
                  <a:pt x="2230922" y="3163549"/>
                </a:cubicBezTo>
                <a:cubicBezTo>
                  <a:pt x="2235866" y="3162514"/>
                  <a:pt x="2239047" y="3157684"/>
                  <a:pt x="2238032" y="3152739"/>
                </a:cubicBezTo>
                <a:cubicBezTo>
                  <a:pt x="2236997" y="3147794"/>
                  <a:pt x="2232168" y="3144613"/>
                  <a:pt x="2227223" y="3145648"/>
                </a:cubicBezTo>
                <a:close/>
                <a:moveTo>
                  <a:pt x="6079584" y="1641134"/>
                </a:moveTo>
                <a:cubicBezTo>
                  <a:pt x="6070000" y="1644411"/>
                  <a:pt x="6064903" y="1654836"/>
                  <a:pt x="6068180" y="1664419"/>
                </a:cubicBezTo>
                <a:cubicBezTo>
                  <a:pt x="6070787" y="1672028"/>
                  <a:pt x="6077897" y="1676819"/>
                  <a:pt x="6085525" y="1676819"/>
                </a:cubicBezTo>
                <a:cubicBezTo>
                  <a:pt x="6087498" y="1676819"/>
                  <a:pt x="6089492" y="1676493"/>
                  <a:pt x="6091466" y="1675822"/>
                </a:cubicBezTo>
                <a:cubicBezTo>
                  <a:pt x="6101048" y="1672545"/>
                  <a:pt x="6106146" y="1662120"/>
                  <a:pt x="6102869" y="1652536"/>
                </a:cubicBezTo>
                <a:cubicBezTo>
                  <a:pt x="6099592" y="1642954"/>
                  <a:pt x="6089165" y="1637856"/>
                  <a:pt x="6079584" y="1641134"/>
                </a:cubicBezTo>
                <a:close/>
                <a:moveTo>
                  <a:pt x="7172504" y="1213459"/>
                </a:moveTo>
                <a:cubicBezTo>
                  <a:pt x="7162845" y="1216506"/>
                  <a:pt x="7157479" y="1226799"/>
                  <a:pt x="7160527" y="1236457"/>
                </a:cubicBezTo>
                <a:cubicBezTo>
                  <a:pt x="7162999" y="1244277"/>
                  <a:pt x="7170224" y="1249279"/>
                  <a:pt x="7178024" y="1249279"/>
                </a:cubicBezTo>
                <a:cubicBezTo>
                  <a:pt x="7179844" y="1249279"/>
                  <a:pt x="7181704" y="1249011"/>
                  <a:pt x="7183543" y="1248436"/>
                </a:cubicBezTo>
                <a:cubicBezTo>
                  <a:pt x="7193185" y="1245389"/>
                  <a:pt x="7198550" y="1235077"/>
                  <a:pt x="7195503" y="1225438"/>
                </a:cubicBezTo>
                <a:cubicBezTo>
                  <a:pt x="7192455" y="1215778"/>
                  <a:pt x="7182164" y="1210413"/>
                  <a:pt x="7172504" y="1213459"/>
                </a:cubicBezTo>
                <a:close/>
                <a:moveTo>
                  <a:pt x="6574662" y="1446510"/>
                </a:moveTo>
                <a:cubicBezTo>
                  <a:pt x="6565329" y="1450439"/>
                  <a:pt x="6560940" y="1461190"/>
                  <a:pt x="6564888" y="1470523"/>
                </a:cubicBezTo>
                <a:cubicBezTo>
                  <a:pt x="6567839" y="1477538"/>
                  <a:pt x="6574643" y="1481735"/>
                  <a:pt x="6581791" y="1481735"/>
                </a:cubicBezTo>
                <a:cubicBezTo>
                  <a:pt x="6584168" y="1481735"/>
                  <a:pt x="6586582" y="1481276"/>
                  <a:pt x="6588901" y="1480298"/>
                </a:cubicBezTo>
                <a:cubicBezTo>
                  <a:pt x="6598235" y="1476369"/>
                  <a:pt x="6602604" y="1465599"/>
                  <a:pt x="6598676" y="1456284"/>
                </a:cubicBezTo>
                <a:cubicBezTo>
                  <a:pt x="6596702" y="1451617"/>
                  <a:pt x="6593027" y="1448192"/>
                  <a:pt x="6588681" y="1446423"/>
                </a:cubicBezTo>
                <a:cubicBezTo>
                  <a:pt x="6584335" y="1444656"/>
                  <a:pt x="6579320" y="1444545"/>
                  <a:pt x="6574662" y="1446510"/>
                </a:cubicBezTo>
                <a:close/>
                <a:moveTo>
                  <a:pt x="669638" y="3749030"/>
                </a:moveTo>
                <a:cubicBezTo>
                  <a:pt x="668967" y="3749893"/>
                  <a:pt x="669120" y="3751138"/>
                  <a:pt x="669964" y="3751809"/>
                </a:cubicBezTo>
                <a:cubicBezTo>
                  <a:pt x="670327" y="3752096"/>
                  <a:pt x="670767" y="3752231"/>
                  <a:pt x="671189" y="3752231"/>
                </a:cubicBezTo>
                <a:cubicBezTo>
                  <a:pt x="671785" y="3752231"/>
                  <a:pt x="672360" y="3751981"/>
                  <a:pt x="672743" y="3751483"/>
                </a:cubicBezTo>
                <a:cubicBezTo>
                  <a:pt x="673431" y="3750621"/>
                  <a:pt x="673280" y="3749375"/>
                  <a:pt x="672417" y="3748704"/>
                </a:cubicBezTo>
                <a:cubicBezTo>
                  <a:pt x="671573" y="3748033"/>
                  <a:pt x="670328" y="3748168"/>
                  <a:pt x="669638" y="3749030"/>
                </a:cubicBezTo>
                <a:close/>
                <a:moveTo>
                  <a:pt x="6672998" y="1405093"/>
                </a:moveTo>
                <a:cubicBezTo>
                  <a:pt x="6663665" y="1409003"/>
                  <a:pt x="6659277" y="1419754"/>
                  <a:pt x="6663187" y="1429088"/>
                </a:cubicBezTo>
                <a:cubicBezTo>
                  <a:pt x="6666138" y="1436102"/>
                  <a:pt x="6672960" y="1440338"/>
                  <a:pt x="6680108" y="1440338"/>
                </a:cubicBezTo>
                <a:cubicBezTo>
                  <a:pt x="6682485" y="1440338"/>
                  <a:pt x="6684881" y="1439879"/>
                  <a:pt x="6687200" y="1438901"/>
                </a:cubicBezTo>
                <a:cubicBezTo>
                  <a:pt x="6696534" y="1434972"/>
                  <a:pt x="6700923" y="1424220"/>
                  <a:pt x="6697013" y="1414887"/>
                </a:cubicBezTo>
                <a:cubicBezTo>
                  <a:pt x="6695048" y="1410221"/>
                  <a:pt x="6691378" y="1406790"/>
                  <a:pt x="6687032" y="1405017"/>
                </a:cubicBezTo>
                <a:cubicBezTo>
                  <a:pt x="6682687" y="1403244"/>
                  <a:pt x="6677665" y="1403129"/>
                  <a:pt x="6672998" y="1405093"/>
                </a:cubicBezTo>
                <a:close/>
                <a:moveTo>
                  <a:pt x="4731909" y="2161201"/>
                </a:moveTo>
                <a:cubicBezTo>
                  <a:pt x="4729002" y="2163403"/>
                  <a:pt x="4726937" y="2166714"/>
                  <a:pt x="4726399" y="2170614"/>
                </a:cubicBezTo>
                <a:cubicBezTo>
                  <a:pt x="4725327" y="2178395"/>
                  <a:pt x="4730789" y="2185581"/>
                  <a:pt x="4738570" y="2186655"/>
                </a:cubicBezTo>
                <a:cubicBezTo>
                  <a:pt x="4739240" y="2186750"/>
                  <a:pt x="4739895" y="2186789"/>
                  <a:pt x="4740546" y="2186789"/>
                </a:cubicBezTo>
                <a:cubicBezTo>
                  <a:pt x="4747539" y="2186789"/>
                  <a:pt x="4753654" y="2181633"/>
                  <a:pt x="4754631" y="2174485"/>
                </a:cubicBezTo>
                <a:cubicBezTo>
                  <a:pt x="4755704" y="2166703"/>
                  <a:pt x="4750262" y="2159517"/>
                  <a:pt x="4742461" y="2158444"/>
                </a:cubicBezTo>
                <a:cubicBezTo>
                  <a:pt x="4738561" y="2157907"/>
                  <a:pt x="4734815" y="2158999"/>
                  <a:pt x="4731909" y="2161201"/>
                </a:cubicBezTo>
                <a:close/>
                <a:moveTo>
                  <a:pt x="5978680" y="1674251"/>
                </a:moveTo>
                <a:cubicBezTo>
                  <a:pt x="5969022" y="1677260"/>
                  <a:pt x="5963638" y="1687552"/>
                  <a:pt x="5966664" y="1697231"/>
                </a:cubicBezTo>
                <a:cubicBezTo>
                  <a:pt x="5969116" y="1705069"/>
                  <a:pt x="5976342" y="1710090"/>
                  <a:pt x="5984163" y="1710090"/>
                </a:cubicBezTo>
                <a:cubicBezTo>
                  <a:pt x="5985964" y="1710090"/>
                  <a:pt x="5987802" y="1709821"/>
                  <a:pt x="5989643" y="1709247"/>
                </a:cubicBezTo>
                <a:cubicBezTo>
                  <a:pt x="5999302" y="1706218"/>
                  <a:pt x="6004668" y="1695927"/>
                  <a:pt x="6001659" y="1686267"/>
                </a:cubicBezTo>
                <a:cubicBezTo>
                  <a:pt x="5998630" y="1676608"/>
                  <a:pt x="5988341" y="1671223"/>
                  <a:pt x="5978680" y="1674251"/>
                </a:cubicBezTo>
                <a:close/>
                <a:moveTo>
                  <a:pt x="7070737" y="1247497"/>
                </a:moveTo>
                <a:cubicBezTo>
                  <a:pt x="7061192" y="1250870"/>
                  <a:pt x="7056171" y="1261334"/>
                  <a:pt x="7059544" y="1270878"/>
                </a:cubicBezTo>
                <a:cubicBezTo>
                  <a:pt x="7062189" y="1278411"/>
                  <a:pt x="7069280" y="1283126"/>
                  <a:pt x="7076831" y="1283125"/>
                </a:cubicBezTo>
                <a:cubicBezTo>
                  <a:pt x="7078862" y="1283125"/>
                  <a:pt x="7080913" y="1282800"/>
                  <a:pt x="7082926" y="1282091"/>
                </a:cubicBezTo>
                <a:cubicBezTo>
                  <a:pt x="7092470" y="1278717"/>
                  <a:pt x="7097492" y="1268253"/>
                  <a:pt x="7094118" y="1258690"/>
                </a:cubicBezTo>
                <a:cubicBezTo>
                  <a:pt x="7090764" y="1249145"/>
                  <a:pt x="7080299" y="1244123"/>
                  <a:pt x="7070737" y="1247497"/>
                </a:cubicBezTo>
                <a:close/>
                <a:moveTo>
                  <a:pt x="6771585" y="1363984"/>
                </a:moveTo>
                <a:cubicBezTo>
                  <a:pt x="6762213" y="1367855"/>
                  <a:pt x="6757766" y="1378569"/>
                  <a:pt x="6761638" y="1387940"/>
                </a:cubicBezTo>
                <a:cubicBezTo>
                  <a:pt x="6764551" y="1395012"/>
                  <a:pt x="6771394" y="1399266"/>
                  <a:pt x="6778599" y="1399266"/>
                </a:cubicBezTo>
                <a:cubicBezTo>
                  <a:pt x="6780918" y="1399267"/>
                  <a:pt x="6783295" y="1398826"/>
                  <a:pt x="6785576" y="1397887"/>
                </a:cubicBezTo>
                <a:cubicBezTo>
                  <a:pt x="6794948" y="1394016"/>
                  <a:pt x="6799394" y="1383283"/>
                  <a:pt x="6795522" y="1373930"/>
                </a:cubicBezTo>
                <a:cubicBezTo>
                  <a:pt x="6791671" y="1364578"/>
                  <a:pt x="6780938" y="1360112"/>
                  <a:pt x="6771585" y="1363984"/>
                </a:cubicBezTo>
                <a:close/>
                <a:moveTo>
                  <a:pt x="6870574" y="1323641"/>
                </a:moveTo>
                <a:cubicBezTo>
                  <a:pt x="6861164" y="1327416"/>
                  <a:pt x="6856603" y="1338091"/>
                  <a:pt x="6860378" y="1347482"/>
                </a:cubicBezTo>
                <a:lnTo>
                  <a:pt x="6860397" y="1347482"/>
                </a:lnTo>
                <a:cubicBezTo>
                  <a:pt x="6863272" y="1354650"/>
                  <a:pt x="6870152" y="1359001"/>
                  <a:pt x="6877416" y="1359000"/>
                </a:cubicBezTo>
                <a:cubicBezTo>
                  <a:pt x="6879697" y="1359000"/>
                  <a:pt x="6881997" y="1358579"/>
                  <a:pt x="6884238" y="1357679"/>
                </a:cubicBezTo>
                <a:cubicBezTo>
                  <a:pt x="6893650" y="1353903"/>
                  <a:pt x="6898210" y="1343227"/>
                  <a:pt x="6894434" y="1333837"/>
                </a:cubicBezTo>
                <a:cubicBezTo>
                  <a:pt x="6890659" y="1324426"/>
                  <a:pt x="6879984" y="1319865"/>
                  <a:pt x="6870574" y="1323641"/>
                </a:cubicBezTo>
                <a:close/>
                <a:moveTo>
                  <a:pt x="6970138" y="1284505"/>
                </a:moveTo>
                <a:cubicBezTo>
                  <a:pt x="6960690" y="1288127"/>
                  <a:pt x="6955955" y="1298725"/>
                  <a:pt x="6959578" y="1308194"/>
                </a:cubicBezTo>
                <a:lnTo>
                  <a:pt x="6959558" y="1308194"/>
                </a:lnTo>
                <a:cubicBezTo>
                  <a:pt x="6962356" y="1315495"/>
                  <a:pt x="6969314" y="1319980"/>
                  <a:pt x="6976692" y="1319980"/>
                </a:cubicBezTo>
                <a:cubicBezTo>
                  <a:pt x="6978858" y="1319980"/>
                  <a:pt x="6981081" y="1319578"/>
                  <a:pt x="6983227" y="1318754"/>
                </a:cubicBezTo>
                <a:cubicBezTo>
                  <a:pt x="6992695" y="1315151"/>
                  <a:pt x="6997429" y="1304533"/>
                  <a:pt x="6993807" y="1295084"/>
                </a:cubicBezTo>
                <a:cubicBezTo>
                  <a:pt x="6990184" y="1285617"/>
                  <a:pt x="6979586" y="1280883"/>
                  <a:pt x="6970138" y="1284505"/>
                </a:cubicBezTo>
                <a:close/>
                <a:moveTo>
                  <a:pt x="1792974" y="3304433"/>
                </a:moveTo>
                <a:cubicBezTo>
                  <a:pt x="1788491" y="3304452"/>
                  <a:pt x="1784888" y="3308113"/>
                  <a:pt x="1784925" y="3312598"/>
                </a:cubicBezTo>
                <a:cubicBezTo>
                  <a:pt x="1784945" y="3317063"/>
                  <a:pt x="1788587" y="3320648"/>
                  <a:pt x="1793033" y="3320648"/>
                </a:cubicBezTo>
                <a:lnTo>
                  <a:pt x="1793091" y="3320648"/>
                </a:lnTo>
                <a:cubicBezTo>
                  <a:pt x="1797575" y="3320628"/>
                  <a:pt x="1801178" y="3316968"/>
                  <a:pt x="1801140" y="3312483"/>
                </a:cubicBezTo>
                <a:cubicBezTo>
                  <a:pt x="1801101" y="3307998"/>
                  <a:pt x="1797460" y="3304395"/>
                  <a:pt x="1792974" y="3304433"/>
                </a:cubicBezTo>
                <a:close/>
                <a:moveTo>
                  <a:pt x="8497400" y="686809"/>
                </a:moveTo>
                <a:cubicBezTo>
                  <a:pt x="8492146" y="689116"/>
                  <a:pt x="8487772" y="693428"/>
                  <a:pt x="8485520" y="699197"/>
                </a:cubicBezTo>
                <a:cubicBezTo>
                  <a:pt x="8481017" y="710735"/>
                  <a:pt x="8486728" y="723729"/>
                  <a:pt x="8498265" y="728232"/>
                </a:cubicBezTo>
                <a:cubicBezTo>
                  <a:pt x="8500949" y="729287"/>
                  <a:pt x="8503708" y="729765"/>
                  <a:pt x="8506411" y="729765"/>
                </a:cubicBezTo>
                <a:cubicBezTo>
                  <a:pt x="8515380" y="729765"/>
                  <a:pt x="8523850" y="724361"/>
                  <a:pt x="8527301" y="715487"/>
                </a:cubicBezTo>
                <a:cubicBezTo>
                  <a:pt x="8531804" y="703950"/>
                  <a:pt x="8526093" y="690956"/>
                  <a:pt x="8514556" y="686452"/>
                </a:cubicBezTo>
                <a:cubicBezTo>
                  <a:pt x="8508787" y="684200"/>
                  <a:pt x="8502654" y="684502"/>
                  <a:pt x="8497400" y="686809"/>
                </a:cubicBezTo>
                <a:close/>
                <a:moveTo>
                  <a:pt x="4323468" y="2316059"/>
                </a:moveTo>
                <a:cubicBezTo>
                  <a:pt x="4316741" y="2316327"/>
                  <a:pt x="4311490" y="2322000"/>
                  <a:pt x="4311779" y="2328727"/>
                </a:cubicBezTo>
                <a:cubicBezTo>
                  <a:pt x="4312026" y="2335301"/>
                  <a:pt x="4317431" y="2340437"/>
                  <a:pt x="4323948" y="2340437"/>
                </a:cubicBezTo>
                <a:lnTo>
                  <a:pt x="4324445" y="2340437"/>
                </a:lnTo>
                <a:cubicBezTo>
                  <a:pt x="4331172" y="2340168"/>
                  <a:pt x="4336423" y="2334496"/>
                  <a:pt x="4336157" y="2327750"/>
                </a:cubicBezTo>
                <a:cubicBezTo>
                  <a:pt x="4335889" y="2321023"/>
                  <a:pt x="4330213" y="2315771"/>
                  <a:pt x="4323468" y="2316059"/>
                </a:cubicBezTo>
                <a:close/>
                <a:moveTo>
                  <a:pt x="3706480" y="2555030"/>
                </a:moveTo>
                <a:cubicBezTo>
                  <a:pt x="3701056" y="2556430"/>
                  <a:pt x="3697798" y="2561988"/>
                  <a:pt x="3699216" y="2567411"/>
                </a:cubicBezTo>
                <a:cubicBezTo>
                  <a:pt x="3700403" y="2571973"/>
                  <a:pt x="3704525" y="2575020"/>
                  <a:pt x="3709029" y="2575020"/>
                </a:cubicBezTo>
                <a:cubicBezTo>
                  <a:pt x="3709871" y="2575020"/>
                  <a:pt x="3710734" y="2574905"/>
                  <a:pt x="3711596" y="2574694"/>
                </a:cubicBezTo>
                <a:cubicBezTo>
                  <a:pt x="3717020" y="2573276"/>
                  <a:pt x="3720278" y="2567737"/>
                  <a:pt x="3718878" y="2562314"/>
                </a:cubicBezTo>
                <a:cubicBezTo>
                  <a:pt x="3717462" y="2556871"/>
                  <a:pt x="3711923" y="2553613"/>
                  <a:pt x="3706480" y="2555030"/>
                </a:cubicBezTo>
                <a:close/>
                <a:moveTo>
                  <a:pt x="4063108" y="2415277"/>
                </a:moveTo>
                <a:cubicBezTo>
                  <a:pt x="4056975" y="2416102"/>
                  <a:pt x="4052682" y="2421737"/>
                  <a:pt x="4053507" y="2427850"/>
                </a:cubicBezTo>
                <a:cubicBezTo>
                  <a:pt x="4054271" y="2433466"/>
                  <a:pt x="4059065" y="2437547"/>
                  <a:pt x="4064584" y="2437547"/>
                </a:cubicBezTo>
                <a:cubicBezTo>
                  <a:pt x="4065081" y="2437547"/>
                  <a:pt x="4065581" y="2437510"/>
                  <a:pt x="4066078" y="2437433"/>
                </a:cubicBezTo>
                <a:cubicBezTo>
                  <a:pt x="4072193" y="2436609"/>
                  <a:pt x="4076504" y="2430993"/>
                  <a:pt x="4075681" y="2424879"/>
                </a:cubicBezTo>
                <a:cubicBezTo>
                  <a:pt x="4074837" y="2418747"/>
                  <a:pt x="4069222" y="2414454"/>
                  <a:pt x="4063108" y="2415277"/>
                </a:cubicBezTo>
                <a:close/>
                <a:moveTo>
                  <a:pt x="1102409" y="3568224"/>
                </a:moveTo>
                <a:cubicBezTo>
                  <a:pt x="1101260" y="3570755"/>
                  <a:pt x="1102390" y="3573743"/>
                  <a:pt x="1104920" y="3574894"/>
                </a:cubicBezTo>
                <a:cubicBezTo>
                  <a:pt x="1105592" y="3575220"/>
                  <a:pt x="1106300" y="3575354"/>
                  <a:pt x="1107009" y="3575354"/>
                </a:cubicBezTo>
                <a:cubicBezTo>
                  <a:pt x="1108925" y="3575354"/>
                  <a:pt x="1110766" y="3574262"/>
                  <a:pt x="1111609" y="3572402"/>
                </a:cubicBezTo>
                <a:cubicBezTo>
                  <a:pt x="1112758" y="3569873"/>
                  <a:pt x="1111648" y="3566883"/>
                  <a:pt x="1109100" y="3565714"/>
                </a:cubicBezTo>
                <a:cubicBezTo>
                  <a:pt x="1106568" y="3564564"/>
                  <a:pt x="1103579" y="3565675"/>
                  <a:pt x="1102409" y="3568224"/>
                </a:cubicBezTo>
                <a:close/>
                <a:moveTo>
                  <a:pt x="5876935" y="1704360"/>
                </a:moveTo>
                <a:cubicBezTo>
                  <a:pt x="5867196" y="1707081"/>
                  <a:pt x="5861487" y="1717200"/>
                  <a:pt x="5864207" y="1726956"/>
                </a:cubicBezTo>
                <a:lnTo>
                  <a:pt x="5864187" y="1726956"/>
                </a:lnTo>
                <a:cubicBezTo>
                  <a:pt x="5866430" y="1735063"/>
                  <a:pt x="5873807" y="1740371"/>
                  <a:pt x="5881839" y="1740371"/>
                </a:cubicBezTo>
                <a:cubicBezTo>
                  <a:pt x="5883470" y="1740371"/>
                  <a:pt x="5885117" y="1740160"/>
                  <a:pt x="5886765" y="1739700"/>
                </a:cubicBezTo>
                <a:cubicBezTo>
                  <a:pt x="5896520" y="1736979"/>
                  <a:pt x="5902213" y="1726878"/>
                  <a:pt x="5899510" y="1717124"/>
                </a:cubicBezTo>
                <a:cubicBezTo>
                  <a:pt x="5896789" y="1707368"/>
                  <a:pt x="5886688" y="1701657"/>
                  <a:pt x="5876935" y="1704360"/>
                </a:cubicBezTo>
                <a:close/>
                <a:moveTo>
                  <a:pt x="7751239" y="968948"/>
                </a:moveTo>
                <a:cubicBezTo>
                  <a:pt x="7740545" y="968968"/>
                  <a:pt x="7731920" y="977668"/>
                  <a:pt x="7731920" y="988363"/>
                </a:cubicBezTo>
                <a:cubicBezTo>
                  <a:pt x="7731958" y="999019"/>
                  <a:pt x="7740621" y="1007662"/>
                  <a:pt x="7751277" y="1007662"/>
                </a:cubicBezTo>
                <a:lnTo>
                  <a:pt x="7751335" y="1007662"/>
                </a:lnTo>
                <a:cubicBezTo>
                  <a:pt x="7762029" y="1007624"/>
                  <a:pt x="7770672" y="998942"/>
                  <a:pt x="7770635" y="988248"/>
                </a:cubicBezTo>
                <a:cubicBezTo>
                  <a:pt x="7770614" y="977553"/>
                  <a:pt x="7761915" y="968910"/>
                  <a:pt x="7751239" y="968948"/>
                </a:cubicBezTo>
                <a:close/>
                <a:moveTo>
                  <a:pt x="2128368" y="3163644"/>
                </a:moveTo>
                <a:cubicBezTo>
                  <a:pt x="2123385" y="3164430"/>
                  <a:pt x="2119973" y="3169107"/>
                  <a:pt x="2120760" y="3174089"/>
                </a:cubicBezTo>
                <a:lnTo>
                  <a:pt x="2120779" y="3174090"/>
                </a:lnTo>
                <a:cubicBezTo>
                  <a:pt x="2121488" y="3178593"/>
                  <a:pt x="2125378" y="3181812"/>
                  <a:pt x="2129786" y="3181812"/>
                </a:cubicBezTo>
                <a:cubicBezTo>
                  <a:pt x="2130265" y="3181812"/>
                  <a:pt x="2130725" y="3181774"/>
                  <a:pt x="2131205" y="3181698"/>
                </a:cubicBezTo>
                <a:cubicBezTo>
                  <a:pt x="2136168" y="3180912"/>
                  <a:pt x="2139580" y="3176236"/>
                  <a:pt x="2138813" y="3171252"/>
                </a:cubicBezTo>
                <a:cubicBezTo>
                  <a:pt x="2138028" y="3166270"/>
                  <a:pt x="2133350" y="3162858"/>
                  <a:pt x="2128368" y="3163644"/>
                </a:cubicBezTo>
                <a:close/>
                <a:moveTo>
                  <a:pt x="3608296" y="2582341"/>
                </a:moveTo>
                <a:cubicBezTo>
                  <a:pt x="3602910" y="2583951"/>
                  <a:pt x="3599844" y="2589605"/>
                  <a:pt x="3601434" y="2594972"/>
                </a:cubicBezTo>
                <a:cubicBezTo>
                  <a:pt x="3602738" y="2599380"/>
                  <a:pt x="3606801" y="2602255"/>
                  <a:pt x="3611170" y="2602255"/>
                </a:cubicBezTo>
                <a:cubicBezTo>
                  <a:pt x="3612129" y="2602255"/>
                  <a:pt x="3613106" y="2602120"/>
                  <a:pt x="3614065" y="2601833"/>
                </a:cubicBezTo>
                <a:cubicBezTo>
                  <a:pt x="3619450" y="2600222"/>
                  <a:pt x="3622516" y="2594569"/>
                  <a:pt x="3620907" y="2589203"/>
                </a:cubicBezTo>
                <a:cubicBezTo>
                  <a:pt x="3619315" y="2583817"/>
                  <a:pt x="3613662" y="2580751"/>
                  <a:pt x="3608296" y="2582341"/>
                </a:cubicBezTo>
                <a:close/>
                <a:moveTo>
                  <a:pt x="4886419" y="2083294"/>
                </a:moveTo>
                <a:cubicBezTo>
                  <a:pt x="4883265" y="2085601"/>
                  <a:pt x="4880989" y="2089113"/>
                  <a:pt x="4880336" y="2093281"/>
                </a:cubicBezTo>
                <a:cubicBezTo>
                  <a:pt x="4879033" y="2101599"/>
                  <a:pt x="4884744" y="2109418"/>
                  <a:pt x="4893064" y="2110702"/>
                </a:cubicBezTo>
                <a:cubicBezTo>
                  <a:pt x="4893867" y="2110837"/>
                  <a:pt x="4894652" y="2110894"/>
                  <a:pt x="4895440" y="2110894"/>
                </a:cubicBezTo>
                <a:cubicBezTo>
                  <a:pt x="4902836" y="2110894"/>
                  <a:pt x="4909334" y="2105509"/>
                  <a:pt x="4910504" y="2097976"/>
                </a:cubicBezTo>
                <a:cubicBezTo>
                  <a:pt x="4911809" y="2089640"/>
                  <a:pt x="4906095" y="2081840"/>
                  <a:pt x="4897777" y="2080536"/>
                </a:cubicBezTo>
                <a:cubicBezTo>
                  <a:pt x="4893608" y="2079884"/>
                  <a:pt x="4889574" y="2080986"/>
                  <a:pt x="4886419" y="2083294"/>
                </a:cubicBezTo>
                <a:close/>
                <a:moveTo>
                  <a:pt x="5774321" y="1730885"/>
                </a:moveTo>
                <a:cubicBezTo>
                  <a:pt x="5764471" y="1733223"/>
                  <a:pt x="5758395" y="1743112"/>
                  <a:pt x="5760733" y="1752963"/>
                </a:cubicBezTo>
                <a:cubicBezTo>
                  <a:pt x="5762725" y="1761376"/>
                  <a:pt x="5770258" y="1767050"/>
                  <a:pt x="5778558" y="1767049"/>
                </a:cubicBezTo>
                <a:cubicBezTo>
                  <a:pt x="5779956" y="1767050"/>
                  <a:pt x="5781375" y="1766896"/>
                  <a:pt x="5782793" y="1766551"/>
                </a:cubicBezTo>
                <a:cubicBezTo>
                  <a:pt x="5792665" y="1764212"/>
                  <a:pt x="5798736" y="1754343"/>
                  <a:pt x="5796401" y="1744492"/>
                </a:cubicBezTo>
                <a:cubicBezTo>
                  <a:pt x="5794061" y="1734641"/>
                  <a:pt x="5784193" y="1728547"/>
                  <a:pt x="5774321" y="1730885"/>
                </a:cubicBezTo>
                <a:close/>
                <a:moveTo>
                  <a:pt x="3511070" y="2612948"/>
                </a:moveTo>
                <a:cubicBezTo>
                  <a:pt x="3505762" y="2614712"/>
                  <a:pt x="3502867" y="2620461"/>
                  <a:pt x="3504648" y="2625789"/>
                </a:cubicBezTo>
                <a:cubicBezTo>
                  <a:pt x="3506069" y="2630044"/>
                  <a:pt x="3510035" y="2632747"/>
                  <a:pt x="3514290" y="2632747"/>
                </a:cubicBezTo>
                <a:cubicBezTo>
                  <a:pt x="3515344" y="2632747"/>
                  <a:pt x="3516417" y="2632573"/>
                  <a:pt x="3517491" y="2632228"/>
                </a:cubicBezTo>
                <a:cubicBezTo>
                  <a:pt x="3522819" y="2630446"/>
                  <a:pt x="3525693" y="2624697"/>
                  <a:pt x="3523911" y="2619369"/>
                </a:cubicBezTo>
                <a:cubicBezTo>
                  <a:pt x="3522148" y="2614041"/>
                  <a:pt x="3516398" y="2611166"/>
                  <a:pt x="3511070" y="2612948"/>
                </a:cubicBezTo>
                <a:close/>
                <a:moveTo>
                  <a:pt x="781084" y="3678118"/>
                </a:moveTo>
                <a:cubicBezTo>
                  <a:pt x="780126" y="3679460"/>
                  <a:pt x="780451" y="3681338"/>
                  <a:pt x="781793" y="3682297"/>
                </a:cubicBezTo>
                <a:cubicBezTo>
                  <a:pt x="782330" y="3682680"/>
                  <a:pt x="782923" y="3682852"/>
                  <a:pt x="783537" y="3682852"/>
                </a:cubicBezTo>
                <a:cubicBezTo>
                  <a:pt x="784476" y="3682852"/>
                  <a:pt x="785396" y="3682412"/>
                  <a:pt x="785990" y="3681587"/>
                </a:cubicBezTo>
                <a:cubicBezTo>
                  <a:pt x="786949" y="3680246"/>
                  <a:pt x="786623" y="3678367"/>
                  <a:pt x="785281" y="3677409"/>
                </a:cubicBezTo>
                <a:cubicBezTo>
                  <a:pt x="783921" y="3676450"/>
                  <a:pt x="782043" y="3676757"/>
                  <a:pt x="781084" y="3678118"/>
                </a:cubicBezTo>
                <a:close/>
                <a:moveTo>
                  <a:pt x="4481064" y="2230984"/>
                </a:moveTo>
                <a:cubicBezTo>
                  <a:pt x="4473765" y="2230927"/>
                  <a:pt x="4467801" y="2236829"/>
                  <a:pt x="4467764" y="2244131"/>
                </a:cubicBezTo>
                <a:cubicBezTo>
                  <a:pt x="4467723" y="2251433"/>
                  <a:pt x="4473588" y="2257393"/>
                  <a:pt x="4480912" y="2257432"/>
                </a:cubicBezTo>
                <a:lnTo>
                  <a:pt x="4480988" y="2257432"/>
                </a:lnTo>
                <a:cubicBezTo>
                  <a:pt x="4488252" y="2257432"/>
                  <a:pt x="4494172" y="2251567"/>
                  <a:pt x="4494212" y="2244284"/>
                </a:cubicBezTo>
                <a:cubicBezTo>
                  <a:pt x="4494249" y="2236983"/>
                  <a:pt x="4488366" y="2231022"/>
                  <a:pt x="4481064" y="2230984"/>
                </a:cubicBezTo>
                <a:close/>
                <a:moveTo>
                  <a:pt x="3414917" y="2646296"/>
                </a:moveTo>
                <a:cubicBezTo>
                  <a:pt x="3409647" y="2648194"/>
                  <a:pt x="3406888" y="2654000"/>
                  <a:pt x="3408785" y="2659271"/>
                </a:cubicBezTo>
                <a:cubicBezTo>
                  <a:pt x="3410280" y="2663430"/>
                  <a:pt x="3414190" y="2666018"/>
                  <a:pt x="3418348" y="2666018"/>
                </a:cubicBezTo>
                <a:cubicBezTo>
                  <a:pt x="3419498" y="2666018"/>
                  <a:pt x="3420648" y="2665826"/>
                  <a:pt x="3421780" y="2665404"/>
                </a:cubicBezTo>
                <a:cubicBezTo>
                  <a:pt x="3427068" y="2663526"/>
                  <a:pt x="3429809" y="2657699"/>
                  <a:pt x="3427912" y="2652429"/>
                </a:cubicBezTo>
                <a:cubicBezTo>
                  <a:pt x="3426014" y="2647140"/>
                  <a:pt x="3420208" y="2644398"/>
                  <a:pt x="3414917" y="2646296"/>
                </a:cubicBezTo>
                <a:close/>
                <a:moveTo>
                  <a:pt x="2941477" y="2830513"/>
                </a:moveTo>
                <a:cubicBezTo>
                  <a:pt x="2936265" y="2832564"/>
                  <a:pt x="2933696" y="2838466"/>
                  <a:pt x="2935747" y="2843680"/>
                </a:cubicBezTo>
                <a:cubicBezTo>
                  <a:pt x="2937318" y="2847685"/>
                  <a:pt x="2941151" y="2850119"/>
                  <a:pt x="2945195" y="2850119"/>
                </a:cubicBezTo>
                <a:cubicBezTo>
                  <a:pt x="2946442" y="2850119"/>
                  <a:pt x="2947706" y="2849889"/>
                  <a:pt x="2948913" y="2849410"/>
                </a:cubicBezTo>
                <a:cubicBezTo>
                  <a:pt x="2954144" y="2847359"/>
                  <a:pt x="2956714" y="2841456"/>
                  <a:pt x="2954643" y="2836243"/>
                </a:cubicBezTo>
                <a:cubicBezTo>
                  <a:pt x="2952593" y="2831030"/>
                  <a:pt x="2946690" y="2828462"/>
                  <a:pt x="2941477" y="2830513"/>
                </a:cubicBezTo>
                <a:close/>
                <a:moveTo>
                  <a:pt x="2846916" y="2867195"/>
                </a:moveTo>
                <a:cubicBezTo>
                  <a:pt x="2841663" y="2869188"/>
                  <a:pt x="2839038" y="2875053"/>
                  <a:pt x="2841032" y="2880304"/>
                </a:cubicBezTo>
                <a:cubicBezTo>
                  <a:pt x="2842564" y="2884348"/>
                  <a:pt x="2846435" y="2886840"/>
                  <a:pt x="2850519" y="2886840"/>
                </a:cubicBezTo>
                <a:cubicBezTo>
                  <a:pt x="2851725" y="2886840"/>
                  <a:pt x="2852952" y="2886629"/>
                  <a:pt x="2854141" y="2886169"/>
                </a:cubicBezTo>
                <a:cubicBezTo>
                  <a:pt x="2859373" y="2884176"/>
                  <a:pt x="2862017" y="2878311"/>
                  <a:pt x="2860005" y="2873060"/>
                </a:cubicBezTo>
                <a:cubicBezTo>
                  <a:pt x="2858012" y="2867828"/>
                  <a:pt x="2852146" y="2865202"/>
                  <a:pt x="2846916" y="2867195"/>
                </a:cubicBezTo>
                <a:close/>
                <a:moveTo>
                  <a:pt x="3035807" y="2793045"/>
                </a:moveTo>
                <a:cubicBezTo>
                  <a:pt x="3030596" y="2795115"/>
                  <a:pt x="3028066" y="2801036"/>
                  <a:pt x="3030137" y="2806249"/>
                </a:cubicBezTo>
                <a:cubicBezTo>
                  <a:pt x="3031727" y="2810217"/>
                  <a:pt x="3035541" y="2812632"/>
                  <a:pt x="3039584" y="2812632"/>
                </a:cubicBezTo>
                <a:cubicBezTo>
                  <a:pt x="3040830" y="2812632"/>
                  <a:pt x="3042114" y="2812402"/>
                  <a:pt x="3043341" y="2811904"/>
                </a:cubicBezTo>
                <a:cubicBezTo>
                  <a:pt x="3048554" y="2809814"/>
                  <a:pt x="3051083" y="2803911"/>
                  <a:pt x="3049014" y="2798698"/>
                </a:cubicBezTo>
                <a:cubicBezTo>
                  <a:pt x="3046925" y="2793485"/>
                  <a:pt x="3041022" y="2790956"/>
                  <a:pt x="3035807" y="2793045"/>
                </a:cubicBezTo>
                <a:close/>
                <a:moveTo>
                  <a:pt x="3961646" y="2431166"/>
                </a:moveTo>
                <a:cubicBezTo>
                  <a:pt x="3955572" y="2432239"/>
                  <a:pt x="3951507" y="2438047"/>
                  <a:pt x="3952602" y="2444122"/>
                </a:cubicBezTo>
                <a:cubicBezTo>
                  <a:pt x="3953558" y="2449545"/>
                  <a:pt x="3958273" y="2453359"/>
                  <a:pt x="3963603" y="2453359"/>
                </a:cubicBezTo>
                <a:cubicBezTo>
                  <a:pt x="3964254" y="2453359"/>
                  <a:pt x="3964903" y="2453302"/>
                  <a:pt x="3965556" y="2453168"/>
                </a:cubicBezTo>
                <a:cubicBezTo>
                  <a:pt x="3971631" y="2452094"/>
                  <a:pt x="3975695" y="2446287"/>
                  <a:pt x="3974602" y="2440211"/>
                </a:cubicBezTo>
                <a:cubicBezTo>
                  <a:pt x="3973530" y="2434136"/>
                  <a:pt x="3967723" y="2430074"/>
                  <a:pt x="3961646" y="2431166"/>
                </a:cubicBezTo>
                <a:close/>
                <a:moveTo>
                  <a:pt x="3319493" y="2681465"/>
                </a:moveTo>
                <a:cubicBezTo>
                  <a:pt x="3314243" y="2683458"/>
                  <a:pt x="3311598" y="2689322"/>
                  <a:pt x="3313570" y="2694554"/>
                </a:cubicBezTo>
                <a:cubicBezTo>
                  <a:pt x="3315105" y="2698637"/>
                  <a:pt x="3318976" y="2701128"/>
                  <a:pt x="3323076" y="2701128"/>
                </a:cubicBezTo>
                <a:cubicBezTo>
                  <a:pt x="3324266" y="2701128"/>
                  <a:pt x="3325493" y="2700917"/>
                  <a:pt x="3326662" y="2700476"/>
                </a:cubicBezTo>
                <a:cubicBezTo>
                  <a:pt x="3331914" y="2698502"/>
                  <a:pt x="3334556" y="2692638"/>
                  <a:pt x="3332582" y="2687386"/>
                </a:cubicBezTo>
                <a:cubicBezTo>
                  <a:pt x="3330590" y="2682135"/>
                  <a:pt x="3324745" y="2679490"/>
                  <a:pt x="3319493" y="2681465"/>
                </a:cubicBezTo>
                <a:close/>
                <a:moveTo>
                  <a:pt x="3130121" y="2755347"/>
                </a:moveTo>
                <a:cubicBezTo>
                  <a:pt x="3124908" y="2757435"/>
                  <a:pt x="3122359" y="2763339"/>
                  <a:pt x="3124429" y="2768551"/>
                </a:cubicBezTo>
                <a:cubicBezTo>
                  <a:pt x="3126020" y="2772538"/>
                  <a:pt x="3129854" y="2774953"/>
                  <a:pt x="3133877" y="2774953"/>
                </a:cubicBezTo>
                <a:cubicBezTo>
                  <a:pt x="3135123" y="2774953"/>
                  <a:pt x="3136408" y="2774723"/>
                  <a:pt x="3137634" y="2774225"/>
                </a:cubicBezTo>
                <a:cubicBezTo>
                  <a:pt x="3142848" y="2772154"/>
                  <a:pt x="3145396" y="2766252"/>
                  <a:pt x="3143306" y="2761038"/>
                </a:cubicBezTo>
                <a:cubicBezTo>
                  <a:pt x="3141237" y="2755826"/>
                  <a:pt x="3135334" y="2753277"/>
                  <a:pt x="3130121" y="2755347"/>
                </a:cubicBezTo>
                <a:close/>
                <a:moveTo>
                  <a:pt x="3224606" y="2717994"/>
                </a:moveTo>
                <a:cubicBezTo>
                  <a:pt x="3219393" y="2720025"/>
                  <a:pt x="3216806" y="2725928"/>
                  <a:pt x="3218857" y="2731141"/>
                </a:cubicBezTo>
                <a:cubicBezTo>
                  <a:pt x="3220429" y="2735165"/>
                  <a:pt x="3224262" y="2737619"/>
                  <a:pt x="3228325" y="2737619"/>
                </a:cubicBezTo>
                <a:cubicBezTo>
                  <a:pt x="3229552" y="2737619"/>
                  <a:pt x="3230797" y="2737389"/>
                  <a:pt x="3232004" y="2736910"/>
                </a:cubicBezTo>
                <a:cubicBezTo>
                  <a:pt x="3237236" y="2734878"/>
                  <a:pt x="3239823" y="2728975"/>
                  <a:pt x="3237772" y="2723743"/>
                </a:cubicBezTo>
                <a:cubicBezTo>
                  <a:pt x="3235722" y="2718530"/>
                  <a:pt x="3229838" y="2715942"/>
                  <a:pt x="3224606" y="2717994"/>
                </a:cubicBezTo>
                <a:close/>
                <a:moveTo>
                  <a:pt x="2751875" y="2902479"/>
                </a:moveTo>
                <a:cubicBezTo>
                  <a:pt x="2746604" y="2904376"/>
                  <a:pt x="2743863" y="2910203"/>
                  <a:pt x="2745761" y="2915492"/>
                </a:cubicBezTo>
                <a:cubicBezTo>
                  <a:pt x="2747255" y="2919631"/>
                  <a:pt x="2751166" y="2922200"/>
                  <a:pt x="2755324" y="2922200"/>
                </a:cubicBezTo>
                <a:cubicBezTo>
                  <a:pt x="2756475" y="2922200"/>
                  <a:pt x="2757624" y="2922008"/>
                  <a:pt x="2758774" y="2921587"/>
                </a:cubicBezTo>
                <a:cubicBezTo>
                  <a:pt x="2764045" y="2919689"/>
                  <a:pt x="2766784" y="2913863"/>
                  <a:pt x="2764888" y="2908593"/>
                </a:cubicBezTo>
                <a:cubicBezTo>
                  <a:pt x="2762971" y="2903322"/>
                  <a:pt x="2757164" y="2900581"/>
                  <a:pt x="2751875" y="2902479"/>
                </a:cubicBezTo>
                <a:close/>
                <a:moveTo>
                  <a:pt x="5297665" y="1908308"/>
                </a:moveTo>
                <a:cubicBezTo>
                  <a:pt x="5294427" y="1911331"/>
                  <a:pt x="5292342" y="1915590"/>
                  <a:pt x="5292180" y="1920372"/>
                </a:cubicBezTo>
                <a:cubicBezTo>
                  <a:pt x="5291854" y="1929916"/>
                  <a:pt x="5299328" y="1937927"/>
                  <a:pt x="5308892" y="1938253"/>
                </a:cubicBezTo>
                <a:cubicBezTo>
                  <a:pt x="5309102" y="1938272"/>
                  <a:pt x="5309293" y="1938272"/>
                  <a:pt x="5309505" y="1938272"/>
                </a:cubicBezTo>
                <a:cubicBezTo>
                  <a:pt x="5318780" y="1938272"/>
                  <a:pt x="5326465" y="1930912"/>
                  <a:pt x="5326793" y="1921541"/>
                </a:cubicBezTo>
                <a:cubicBezTo>
                  <a:pt x="5327098" y="1911997"/>
                  <a:pt x="5319623" y="1903986"/>
                  <a:pt x="5310080" y="1903660"/>
                </a:cubicBezTo>
                <a:cubicBezTo>
                  <a:pt x="5305298" y="1903497"/>
                  <a:pt x="5300904" y="1905284"/>
                  <a:pt x="5297665" y="1908308"/>
                </a:cubicBezTo>
                <a:close/>
                <a:moveTo>
                  <a:pt x="8253732" y="753358"/>
                </a:moveTo>
                <a:cubicBezTo>
                  <a:pt x="8248915" y="755960"/>
                  <a:pt x="8245091" y="760401"/>
                  <a:pt x="8243405" y="766065"/>
                </a:cubicBezTo>
                <a:cubicBezTo>
                  <a:pt x="8240013" y="777392"/>
                  <a:pt x="8246452" y="789312"/>
                  <a:pt x="8257779" y="792704"/>
                </a:cubicBezTo>
                <a:cubicBezTo>
                  <a:pt x="8259830" y="793318"/>
                  <a:pt x="8261880" y="793606"/>
                  <a:pt x="8263911" y="793606"/>
                </a:cubicBezTo>
                <a:cubicBezTo>
                  <a:pt x="8273130" y="793605"/>
                  <a:pt x="8281639" y="787607"/>
                  <a:pt x="8284418" y="778311"/>
                </a:cubicBezTo>
                <a:cubicBezTo>
                  <a:pt x="8287791" y="767004"/>
                  <a:pt x="8281352" y="755064"/>
                  <a:pt x="8270025" y="751691"/>
                </a:cubicBezTo>
                <a:cubicBezTo>
                  <a:pt x="8264362" y="749995"/>
                  <a:pt x="8258550" y="750757"/>
                  <a:pt x="8253732" y="753358"/>
                </a:cubicBezTo>
                <a:close/>
                <a:moveTo>
                  <a:pt x="2656201" y="2935730"/>
                </a:moveTo>
                <a:cubicBezTo>
                  <a:pt x="2650874" y="2937513"/>
                  <a:pt x="2647999" y="2943263"/>
                  <a:pt x="2649762" y="2948591"/>
                </a:cubicBezTo>
                <a:cubicBezTo>
                  <a:pt x="2651180" y="2952845"/>
                  <a:pt x="2655148" y="2955529"/>
                  <a:pt x="2659402" y="2955529"/>
                </a:cubicBezTo>
                <a:cubicBezTo>
                  <a:pt x="2660474" y="2955529"/>
                  <a:pt x="2661548" y="2955356"/>
                  <a:pt x="2662602" y="2955010"/>
                </a:cubicBezTo>
                <a:cubicBezTo>
                  <a:pt x="2667931" y="2953228"/>
                  <a:pt x="2670805" y="2947479"/>
                  <a:pt x="2669042" y="2942151"/>
                </a:cubicBezTo>
                <a:cubicBezTo>
                  <a:pt x="2667279" y="2936842"/>
                  <a:pt x="2661509" y="2933967"/>
                  <a:pt x="2656201" y="2935730"/>
                </a:cubicBezTo>
                <a:close/>
                <a:moveTo>
                  <a:pt x="1460995" y="3400470"/>
                </a:moveTo>
                <a:cubicBezTo>
                  <a:pt x="1457162" y="3399703"/>
                  <a:pt x="1453422" y="3402214"/>
                  <a:pt x="1452657" y="3406047"/>
                </a:cubicBezTo>
                <a:cubicBezTo>
                  <a:pt x="1451910" y="3409899"/>
                  <a:pt x="1454420" y="3413618"/>
                  <a:pt x="1458253" y="3414384"/>
                </a:cubicBezTo>
                <a:cubicBezTo>
                  <a:pt x="1458714" y="3414480"/>
                  <a:pt x="1459174" y="3414518"/>
                  <a:pt x="1459633" y="3414518"/>
                </a:cubicBezTo>
                <a:cubicBezTo>
                  <a:pt x="1462949" y="3414518"/>
                  <a:pt x="1465920" y="3412179"/>
                  <a:pt x="1466591" y="3408788"/>
                </a:cubicBezTo>
                <a:cubicBezTo>
                  <a:pt x="1467338" y="3404955"/>
                  <a:pt x="1464827" y="3401217"/>
                  <a:pt x="1460995" y="3400470"/>
                </a:cubicBezTo>
                <a:close/>
                <a:moveTo>
                  <a:pt x="4220206" y="2322996"/>
                </a:moveTo>
                <a:cubicBezTo>
                  <a:pt x="4213499" y="2323629"/>
                  <a:pt x="4208571" y="2329570"/>
                  <a:pt x="4209187" y="2336278"/>
                </a:cubicBezTo>
                <a:cubicBezTo>
                  <a:pt x="4209780" y="2342603"/>
                  <a:pt x="4215108" y="2347336"/>
                  <a:pt x="4221337" y="2347336"/>
                </a:cubicBezTo>
                <a:cubicBezTo>
                  <a:pt x="4221700" y="2347336"/>
                  <a:pt x="4222085" y="2347336"/>
                  <a:pt x="4222467" y="2347298"/>
                </a:cubicBezTo>
                <a:cubicBezTo>
                  <a:pt x="4229175" y="2346665"/>
                  <a:pt x="4234120" y="2340724"/>
                  <a:pt x="4233488" y="2334017"/>
                </a:cubicBezTo>
                <a:cubicBezTo>
                  <a:pt x="4232874" y="2327309"/>
                  <a:pt x="4226914" y="2322364"/>
                  <a:pt x="4220206" y="2322996"/>
                </a:cubicBezTo>
                <a:close/>
                <a:moveTo>
                  <a:pt x="2028766" y="3176619"/>
                </a:moveTo>
                <a:cubicBezTo>
                  <a:pt x="2023744" y="3177136"/>
                  <a:pt x="2020084" y="3181621"/>
                  <a:pt x="2020602" y="3186642"/>
                </a:cubicBezTo>
                <a:cubicBezTo>
                  <a:pt x="2021100" y="3191357"/>
                  <a:pt x="2025067" y="3194845"/>
                  <a:pt x="2029686" y="3194845"/>
                </a:cubicBezTo>
                <a:cubicBezTo>
                  <a:pt x="2030011" y="3194845"/>
                  <a:pt x="2030319" y="3194826"/>
                  <a:pt x="2030644" y="3194788"/>
                </a:cubicBezTo>
                <a:lnTo>
                  <a:pt x="2030625" y="3194788"/>
                </a:lnTo>
                <a:cubicBezTo>
                  <a:pt x="2035647" y="3194271"/>
                  <a:pt x="2039307" y="3189786"/>
                  <a:pt x="2038789" y="3184784"/>
                </a:cubicBezTo>
                <a:cubicBezTo>
                  <a:pt x="2038272" y="3179762"/>
                  <a:pt x="2033787" y="3176102"/>
                  <a:pt x="2028766" y="3176619"/>
                </a:cubicBezTo>
                <a:close/>
                <a:moveTo>
                  <a:pt x="7999637" y="845816"/>
                </a:moveTo>
                <a:cubicBezTo>
                  <a:pt x="7995406" y="848868"/>
                  <a:pt x="7992339" y="853535"/>
                  <a:pt x="7991439" y="859093"/>
                </a:cubicBezTo>
                <a:cubicBezTo>
                  <a:pt x="7989637" y="870190"/>
                  <a:pt x="7997188" y="880654"/>
                  <a:pt x="8008304" y="882455"/>
                </a:cubicBezTo>
                <a:cubicBezTo>
                  <a:pt x="8009397" y="882647"/>
                  <a:pt x="8010489" y="882723"/>
                  <a:pt x="8011581" y="882723"/>
                </a:cubicBezTo>
                <a:cubicBezTo>
                  <a:pt x="8021394" y="882723"/>
                  <a:pt x="8030057" y="875613"/>
                  <a:pt x="8031667" y="865609"/>
                </a:cubicBezTo>
                <a:cubicBezTo>
                  <a:pt x="8033468" y="854493"/>
                  <a:pt x="8025936" y="844029"/>
                  <a:pt x="8014821" y="842227"/>
                </a:cubicBezTo>
                <a:cubicBezTo>
                  <a:pt x="8009263" y="841326"/>
                  <a:pt x="8003868" y="842764"/>
                  <a:pt x="7999637" y="845816"/>
                </a:cubicBezTo>
                <a:close/>
                <a:moveTo>
                  <a:pt x="5670829" y="1753020"/>
                </a:moveTo>
                <a:cubicBezTo>
                  <a:pt x="5660884" y="1754899"/>
                  <a:pt x="5654349" y="1764501"/>
                  <a:pt x="5656225" y="1774447"/>
                </a:cubicBezTo>
                <a:lnTo>
                  <a:pt x="5656205" y="1774447"/>
                </a:lnTo>
                <a:cubicBezTo>
                  <a:pt x="5657874" y="1783244"/>
                  <a:pt x="5665579" y="1789377"/>
                  <a:pt x="5674201" y="1789376"/>
                </a:cubicBezTo>
                <a:cubicBezTo>
                  <a:pt x="5675333" y="1789377"/>
                  <a:pt x="5676484" y="1789262"/>
                  <a:pt x="5677632" y="1789051"/>
                </a:cubicBezTo>
                <a:cubicBezTo>
                  <a:pt x="5687578" y="1787173"/>
                  <a:pt x="5694117" y="1777571"/>
                  <a:pt x="5692238" y="1767624"/>
                </a:cubicBezTo>
                <a:cubicBezTo>
                  <a:pt x="5690361" y="1757678"/>
                  <a:pt x="5680776" y="1751142"/>
                  <a:pt x="5670829" y="1753020"/>
                </a:cubicBezTo>
                <a:close/>
                <a:moveTo>
                  <a:pt x="5039728" y="1998846"/>
                </a:moveTo>
                <a:cubicBezTo>
                  <a:pt x="5036425" y="2001388"/>
                  <a:pt x="5034091" y="2005188"/>
                  <a:pt x="5033508" y="2009644"/>
                </a:cubicBezTo>
                <a:cubicBezTo>
                  <a:pt x="5032354" y="2018575"/>
                  <a:pt x="5038644" y="2026758"/>
                  <a:pt x="5047553" y="2027908"/>
                </a:cubicBezTo>
                <a:cubicBezTo>
                  <a:pt x="5048282" y="2028005"/>
                  <a:pt x="5048990" y="2028042"/>
                  <a:pt x="5049682" y="2028042"/>
                </a:cubicBezTo>
                <a:cubicBezTo>
                  <a:pt x="5057750" y="2028042"/>
                  <a:pt x="5064747" y="2022062"/>
                  <a:pt x="5065820" y="2013860"/>
                </a:cubicBezTo>
                <a:cubicBezTo>
                  <a:pt x="5066988" y="2004929"/>
                  <a:pt x="5060683" y="1996764"/>
                  <a:pt x="5051773" y="1995595"/>
                </a:cubicBezTo>
                <a:cubicBezTo>
                  <a:pt x="5047307" y="1995020"/>
                  <a:pt x="5043032" y="1996304"/>
                  <a:pt x="5039728" y="1998846"/>
                </a:cubicBezTo>
                <a:close/>
                <a:moveTo>
                  <a:pt x="2559685" y="2966357"/>
                </a:moveTo>
                <a:cubicBezTo>
                  <a:pt x="2554300" y="2967986"/>
                  <a:pt x="2551271" y="2973640"/>
                  <a:pt x="2552880" y="2979025"/>
                </a:cubicBezTo>
                <a:lnTo>
                  <a:pt x="2552900" y="2979025"/>
                </a:lnTo>
                <a:cubicBezTo>
                  <a:pt x="2554221" y="2983414"/>
                  <a:pt x="2558247" y="2986251"/>
                  <a:pt x="2562618" y="2986251"/>
                </a:cubicBezTo>
                <a:cubicBezTo>
                  <a:pt x="2563593" y="2986251"/>
                  <a:pt x="2564571" y="2986097"/>
                  <a:pt x="2565549" y="2985810"/>
                </a:cubicBezTo>
                <a:cubicBezTo>
                  <a:pt x="2570934" y="2984200"/>
                  <a:pt x="2573962" y="2978527"/>
                  <a:pt x="2572353" y="2973160"/>
                </a:cubicBezTo>
                <a:cubicBezTo>
                  <a:pt x="2570722" y="2967775"/>
                  <a:pt x="2565071" y="2964747"/>
                  <a:pt x="2559685" y="2966357"/>
                </a:cubicBezTo>
                <a:close/>
                <a:moveTo>
                  <a:pt x="1693277" y="3301770"/>
                </a:moveTo>
                <a:cubicBezTo>
                  <a:pt x="1688813" y="3301501"/>
                  <a:pt x="1684960" y="3304893"/>
                  <a:pt x="1684691" y="3309378"/>
                </a:cubicBezTo>
                <a:cubicBezTo>
                  <a:pt x="1684404" y="3313843"/>
                  <a:pt x="1687815" y="3317696"/>
                  <a:pt x="1692281" y="3317965"/>
                </a:cubicBezTo>
                <a:lnTo>
                  <a:pt x="1692281" y="3317983"/>
                </a:lnTo>
                <a:cubicBezTo>
                  <a:pt x="1692453" y="3317983"/>
                  <a:pt x="1692626" y="3317983"/>
                  <a:pt x="1692798" y="3317983"/>
                </a:cubicBezTo>
                <a:cubicBezTo>
                  <a:pt x="1697052" y="3317983"/>
                  <a:pt x="1700618" y="3314668"/>
                  <a:pt x="1700886" y="3310375"/>
                </a:cubicBezTo>
                <a:cubicBezTo>
                  <a:pt x="1701154" y="3305890"/>
                  <a:pt x="1697762" y="3302038"/>
                  <a:pt x="1693277" y="3301770"/>
                </a:cubicBezTo>
                <a:close/>
                <a:moveTo>
                  <a:pt x="3860951" y="2451079"/>
                </a:moveTo>
                <a:cubicBezTo>
                  <a:pt x="3854914" y="2452381"/>
                  <a:pt x="3851082" y="2458342"/>
                  <a:pt x="3852386" y="2464379"/>
                </a:cubicBezTo>
                <a:cubicBezTo>
                  <a:pt x="3853535" y="2469612"/>
                  <a:pt x="3858173" y="2473176"/>
                  <a:pt x="3863310" y="2473176"/>
                </a:cubicBezTo>
                <a:cubicBezTo>
                  <a:pt x="3864096" y="2473176"/>
                  <a:pt x="3864901" y="2473099"/>
                  <a:pt x="3865686" y="2472927"/>
                </a:cubicBezTo>
                <a:cubicBezTo>
                  <a:pt x="3871722" y="2471605"/>
                  <a:pt x="3875556" y="2465664"/>
                  <a:pt x="3874254" y="2459626"/>
                </a:cubicBezTo>
                <a:cubicBezTo>
                  <a:pt x="3872930" y="2453589"/>
                  <a:pt x="3866988" y="2449756"/>
                  <a:pt x="3860951" y="2451079"/>
                </a:cubicBezTo>
                <a:close/>
                <a:moveTo>
                  <a:pt x="4627426" y="2151846"/>
                </a:moveTo>
                <a:cubicBezTo>
                  <a:pt x="4624705" y="2154270"/>
                  <a:pt x="4622908" y="2157734"/>
                  <a:pt x="4622677" y="2161664"/>
                </a:cubicBezTo>
                <a:cubicBezTo>
                  <a:pt x="4622237" y="2169521"/>
                  <a:pt x="4628236" y="2176248"/>
                  <a:pt x="4636093" y="2176708"/>
                </a:cubicBezTo>
                <a:cubicBezTo>
                  <a:pt x="4636362" y="2176727"/>
                  <a:pt x="4636649" y="2176727"/>
                  <a:pt x="4636918" y="2176727"/>
                </a:cubicBezTo>
                <a:cubicBezTo>
                  <a:pt x="4644410" y="2176727"/>
                  <a:pt x="4650697" y="2170863"/>
                  <a:pt x="4651139" y="2163292"/>
                </a:cubicBezTo>
                <a:cubicBezTo>
                  <a:pt x="4651579" y="2155435"/>
                  <a:pt x="4645580" y="2148707"/>
                  <a:pt x="4637722" y="2148266"/>
                </a:cubicBezTo>
                <a:cubicBezTo>
                  <a:pt x="4633794" y="2148037"/>
                  <a:pt x="4630148" y="2149421"/>
                  <a:pt x="4627426" y="2151846"/>
                </a:cubicBezTo>
                <a:close/>
                <a:moveTo>
                  <a:pt x="1235513" y="3474525"/>
                </a:moveTo>
                <a:cubicBezTo>
                  <a:pt x="1232370" y="3473375"/>
                  <a:pt x="1228882" y="3474985"/>
                  <a:pt x="1227714" y="3478129"/>
                </a:cubicBezTo>
                <a:cubicBezTo>
                  <a:pt x="1226564" y="3481272"/>
                  <a:pt x="1228174" y="3484759"/>
                  <a:pt x="1231316" y="3485929"/>
                </a:cubicBezTo>
                <a:cubicBezTo>
                  <a:pt x="1232007" y="3486178"/>
                  <a:pt x="1232715" y="3486293"/>
                  <a:pt x="1233425" y="3486293"/>
                </a:cubicBezTo>
                <a:cubicBezTo>
                  <a:pt x="1235896" y="3486293"/>
                  <a:pt x="1238216" y="3484779"/>
                  <a:pt x="1239116" y="3482326"/>
                </a:cubicBezTo>
                <a:cubicBezTo>
                  <a:pt x="1240266" y="3479164"/>
                  <a:pt x="1238657" y="3475694"/>
                  <a:pt x="1235513" y="3474525"/>
                </a:cubicBezTo>
                <a:close/>
                <a:moveTo>
                  <a:pt x="7642572" y="973433"/>
                </a:moveTo>
                <a:cubicBezTo>
                  <a:pt x="7631916" y="974257"/>
                  <a:pt x="7623943" y="983572"/>
                  <a:pt x="7624786" y="994227"/>
                </a:cubicBezTo>
                <a:cubicBezTo>
                  <a:pt x="7625572" y="1004385"/>
                  <a:pt x="7634062" y="1012070"/>
                  <a:pt x="7644067" y="1012089"/>
                </a:cubicBezTo>
                <a:cubicBezTo>
                  <a:pt x="7644565" y="1012089"/>
                  <a:pt x="7645082" y="1012051"/>
                  <a:pt x="7645600" y="1012013"/>
                </a:cubicBezTo>
                <a:cubicBezTo>
                  <a:pt x="7656256" y="1011189"/>
                  <a:pt x="7664210" y="1001874"/>
                  <a:pt x="7663386" y="991218"/>
                </a:cubicBezTo>
                <a:cubicBezTo>
                  <a:pt x="7662543" y="980543"/>
                  <a:pt x="7653227" y="972590"/>
                  <a:pt x="7642572" y="973433"/>
                </a:cubicBezTo>
                <a:close/>
                <a:moveTo>
                  <a:pt x="2462286" y="2993955"/>
                </a:moveTo>
                <a:cubicBezTo>
                  <a:pt x="2456863" y="2995392"/>
                  <a:pt x="2453623" y="3000970"/>
                  <a:pt x="2455061" y="3006374"/>
                </a:cubicBezTo>
                <a:cubicBezTo>
                  <a:pt x="2456268" y="3010935"/>
                  <a:pt x="2460389" y="3013944"/>
                  <a:pt x="2464874" y="3013944"/>
                </a:cubicBezTo>
                <a:cubicBezTo>
                  <a:pt x="2465736" y="3013944"/>
                  <a:pt x="2466618" y="3013829"/>
                  <a:pt x="2467480" y="3013599"/>
                </a:cubicBezTo>
                <a:cubicBezTo>
                  <a:pt x="2472903" y="3012162"/>
                  <a:pt x="2476143" y="3006604"/>
                  <a:pt x="2474705" y="3001180"/>
                </a:cubicBezTo>
                <a:cubicBezTo>
                  <a:pt x="2473268" y="2995756"/>
                  <a:pt x="2467711" y="2992518"/>
                  <a:pt x="2462286" y="2993955"/>
                </a:cubicBezTo>
                <a:close/>
                <a:moveTo>
                  <a:pt x="896095" y="3603240"/>
                </a:moveTo>
                <a:cubicBezTo>
                  <a:pt x="894926" y="3605118"/>
                  <a:pt x="895482" y="3607610"/>
                  <a:pt x="897359" y="3608797"/>
                </a:cubicBezTo>
                <a:cubicBezTo>
                  <a:pt x="898031" y="3609219"/>
                  <a:pt x="898778" y="3609411"/>
                  <a:pt x="899506" y="3609411"/>
                </a:cubicBezTo>
                <a:cubicBezTo>
                  <a:pt x="900849" y="3609411"/>
                  <a:pt x="902151" y="3608740"/>
                  <a:pt x="902918" y="3607533"/>
                </a:cubicBezTo>
                <a:cubicBezTo>
                  <a:pt x="904106" y="3605655"/>
                  <a:pt x="903532" y="3603163"/>
                  <a:pt x="901653" y="3601975"/>
                </a:cubicBezTo>
                <a:cubicBezTo>
                  <a:pt x="899775" y="3600786"/>
                  <a:pt x="897283" y="3601362"/>
                  <a:pt x="896095" y="3603240"/>
                </a:cubicBezTo>
                <a:close/>
                <a:moveTo>
                  <a:pt x="4364328" y="2247408"/>
                </a:moveTo>
                <a:lnTo>
                  <a:pt x="4364328" y="2247427"/>
                </a:lnTo>
                <a:lnTo>
                  <a:pt x="4364333" y="2247417"/>
                </a:lnTo>
                <a:close/>
                <a:moveTo>
                  <a:pt x="490134" y="3752767"/>
                </a:moveTo>
                <a:cubicBezTo>
                  <a:pt x="489770" y="3753150"/>
                  <a:pt x="489808" y="3753763"/>
                  <a:pt x="490192" y="3754128"/>
                </a:cubicBezTo>
                <a:cubicBezTo>
                  <a:pt x="490384" y="3754282"/>
                  <a:pt x="490614" y="3754376"/>
                  <a:pt x="490843" y="3754376"/>
                </a:cubicBezTo>
                <a:cubicBezTo>
                  <a:pt x="491092" y="3754376"/>
                  <a:pt x="491361" y="3754262"/>
                  <a:pt x="491552" y="3754051"/>
                </a:cubicBezTo>
                <a:cubicBezTo>
                  <a:pt x="491898" y="3753668"/>
                  <a:pt x="491878" y="3753055"/>
                  <a:pt x="491476" y="3752709"/>
                </a:cubicBezTo>
                <a:cubicBezTo>
                  <a:pt x="491093" y="3752345"/>
                  <a:pt x="490480" y="3752365"/>
                  <a:pt x="490134" y="3752767"/>
                </a:cubicBezTo>
                <a:close/>
                <a:moveTo>
                  <a:pt x="1919926" y="3193619"/>
                </a:moveTo>
                <a:lnTo>
                  <a:pt x="1919926" y="3193638"/>
                </a:lnTo>
                <a:lnTo>
                  <a:pt x="1919935" y="3193628"/>
                </a:lnTo>
                <a:close/>
                <a:moveTo>
                  <a:pt x="5566531" y="1769848"/>
                </a:moveTo>
                <a:cubicBezTo>
                  <a:pt x="5556509" y="1771170"/>
                  <a:pt x="5549436" y="1780369"/>
                  <a:pt x="5550758" y="1790412"/>
                </a:cubicBezTo>
                <a:cubicBezTo>
                  <a:pt x="5551968" y="1799649"/>
                  <a:pt x="5559845" y="1806357"/>
                  <a:pt x="5568908" y="1806357"/>
                </a:cubicBezTo>
                <a:cubicBezTo>
                  <a:pt x="5569714" y="1806357"/>
                  <a:pt x="5570518" y="1806300"/>
                  <a:pt x="5571322" y="1806204"/>
                </a:cubicBezTo>
                <a:cubicBezTo>
                  <a:pt x="5581364" y="1804882"/>
                  <a:pt x="5588438" y="1795663"/>
                  <a:pt x="5587115" y="1785621"/>
                </a:cubicBezTo>
                <a:cubicBezTo>
                  <a:pt x="5585793" y="1775578"/>
                  <a:pt x="5576575" y="1768525"/>
                  <a:pt x="5566531" y="1769848"/>
                </a:cubicBezTo>
                <a:close/>
                <a:moveTo>
                  <a:pt x="3761080" y="2474578"/>
                </a:moveTo>
                <a:lnTo>
                  <a:pt x="3752975" y="2488164"/>
                </a:lnTo>
                <a:cubicBezTo>
                  <a:pt x="3754259" y="2493223"/>
                  <a:pt x="3758820" y="2496596"/>
                  <a:pt x="3763803" y="2496596"/>
                </a:cubicBezTo>
                <a:cubicBezTo>
                  <a:pt x="3764722" y="2496596"/>
                  <a:pt x="3765642" y="2496481"/>
                  <a:pt x="3766563" y="2496271"/>
                </a:cubicBezTo>
                <a:cubicBezTo>
                  <a:pt x="3772542" y="2494737"/>
                  <a:pt x="3776166" y="2488662"/>
                  <a:pt x="3774649" y="2482682"/>
                </a:cubicBezTo>
                <a:cubicBezTo>
                  <a:pt x="3773894" y="2479683"/>
                  <a:pt x="3771997" y="2477278"/>
                  <a:pt x="3769538" y="2475811"/>
                </a:cubicBezTo>
                <a:close/>
                <a:moveTo>
                  <a:pt x="3761063" y="2474575"/>
                </a:moveTo>
                <a:lnTo>
                  <a:pt x="3761080" y="2474578"/>
                </a:lnTo>
                <a:lnTo>
                  <a:pt x="3761082" y="2474575"/>
                </a:lnTo>
                <a:close/>
                <a:moveTo>
                  <a:pt x="4117500" y="2334975"/>
                </a:moveTo>
                <a:cubicBezTo>
                  <a:pt x="4110829" y="2335894"/>
                  <a:pt x="4106173" y="2342066"/>
                  <a:pt x="4107091" y="2348736"/>
                </a:cubicBezTo>
                <a:cubicBezTo>
                  <a:pt x="4107934" y="2354850"/>
                  <a:pt x="4113169" y="2359257"/>
                  <a:pt x="4119165" y="2359257"/>
                </a:cubicBezTo>
                <a:cubicBezTo>
                  <a:pt x="4119722" y="2359257"/>
                  <a:pt x="4120297" y="2359219"/>
                  <a:pt x="4120854" y="2359142"/>
                </a:cubicBezTo>
                <a:cubicBezTo>
                  <a:pt x="4127542" y="2358222"/>
                  <a:pt x="4132200" y="2352051"/>
                  <a:pt x="4131260" y="2345381"/>
                </a:cubicBezTo>
                <a:cubicBezTo>
                  <a:pt x="4130340" y="2338693"/>
                  <a:pt x="4124167" y="2334036"/>
                  <a:pt x="4117500" y="2334975"/>
                </a:cubicBezTo>
                <a:close/>
                <a:moveTo>
                  <a:pt x="4376823" y="2233513"/>
                </a:moveTo>
                <a:cubicBezTo>
                  <a:pt x="4373181" y="2233715"/>
                  <a:pt x="4369964" y="2235373"/>
                  <a:pt x="4367701" y="2237890"/>
                </a:cubicBezTo>
                <a:lnTo>
                  <a:pt x="4364333" y="2247417"/>
                </a:lnTo>
                <a:lnTo>
                  <a:pt x="4368442" y="2256321"/>
                </a:lnTo>
                <a:cubicBezTo>
                  <a:pt x="4370821" y="2258573"/>
                  <a:pt x="4374027" y="2259943"/>
                  <a:pt x="4377515" y="2259943"/>
                </a:cubicBezTo>
                <a:cubicBezTo>
                  <a:pt x="4377762" y="2259943"/>
                  <a:pt x="4377994" y="2259943"/>
                  <a:pt x="4378226" y="2259943"/>
                </a:cubicBezTo>
                <a:cubicBezTo>
                  <a:pt x="4385525" y="2259540"/>
                  <a:pt x="4391122" y="2253312"/>
                  <a:pt x="4390738" y="2246029"/>
                </a:cubicBezTo>
                <a:cubicBezTo>
                  <a:pt x="4390355" y="2238745"/>
                  <a:pt x="4384126" y="2233150"/>
                  <a:pt x="4376823" y="2233513"/>
                </a:cubicBezTo>
                <a:close/>
                <a:moveTo>
                  <a:pt x="2364006" y="3018027"/>
                </a:moveTo>
                <a:cubicBezTo>
                  <a:pt x="2358545" y="3019253"/>
                  <a:pt x="2355096" y="3024677"/>
                  <a:pt x="2356321" y="3030158"/>
                </a:cubicBezTo>
                <a:cubicBezTo>
                  <a:pt x="2357375" y="3034873"/>
                  <a:pt x="2361573" y="3038093"/>
                  <a:pt x="2366230" y="3038093"/>
                </a:cubicBezTo>
                <a:cubicBezTo>
                  <a:pt x="2366958" y="3038093"/>
                  <a:pt x="2367704" y="3038016"/>
                  <a:pt x="2368434" y="3037844"/>
                </a:cubicBezTo>
                <a:cubicBezTo>
                  <a:pt x="2373914" y="3036636"/>
                  <a:pt x="2377365" y="3031193"/>
                  <a:pt x="2376137" y="3025730"/>
                </a:cubicBezTo>
                <a:cubicBezTo>
                  <a:pt x="2374912" y="3020250"/>
                  <a:pt x="2369489" y="3016800"/>
                  <a:pt x="2364006" y="3018027"/>
                </a:cubicBezTo>
                <a:close/>
                <a:moveTo>
                  <a:pt x="4781899" y="2070355"/>
                </a:moveTo>
                <a:cubicBezTo>
                  <a:pt x="4778871" y="2072827"/>
                  <a:pt x="4776786" y="2076454"/>
                  <a:pt x="4776365" y="2080651"/>
                </a:cubicBezTo>
                <a:cubicBezTo>
                  <a:pt x="4775521" y="2089045"/>
                  <a:pt x="4781636" y="2096520"/>
                  <a:pt x="4790029" y="2097363"/>
                </a:cubicBezTo>
                <a:cubicBezTo>
                  <a:pt x="4790546" y="2097421"/>
                  <a:pt x="4791064" y="2097440"/>
                  <a:pt x="4791582" y="2097440"/>
                </a:cubicBezTo>
                <a:cubicBezTo>
                  <a:pt x="4799325" y="2097440"/>
                  <a:pt x="4805955" y="2091576"/>
                  <a:pt x="4806761" y="2083698"/>
                </a:cubicBezTo>
                <a:cubicBezTo>
                  <a:pt x="4807604" y="2075323"/>
                  <a:pt x="4801470" y="2067829"/>
                  <a:pt x="4793095" y="2066986"/>
                </a:cubicBezTo>
                <a:cubicBezTo>
                  <a:pt x="4788899" y="2066565"/>
                  <a:pt x="4784927" y="2067882"/>
                  <a:pt x="4781899" y="2070355"/>
                </a:cubicBezTo>
                <a:close/>
                <a:moveTo>
                  <a:pt x="1928646" y="3184093"/>
                </a:moveTo>
                <a:lnTo>
                  <a:pt x="1919935" y="3193628"/>
                </a:lnTo>
                <a:lnTo>
                  <a:pt x="1929048" y="3202339"/>
                </a:lnTo>
                <a:cubicBezTo>
                  <a:pt x="1929183" y="3202339"/>
                  <a:pt x="1929317" y="3202339"/>
                  <a:pt x="1929470" y="3202339"/>
                </a:cubicBezTo>
                <a:cubicBezTo>
                  <a:pt x="1934511" y="3202109"/>
                  <a:pt x="1938402" y="3197835"/>
                  <a:pt x="1938191" y="3192794"/>
                </a:cubicBezTo>
                <a:cubicBezTo>
                  <a:pt x="1937961" y="3187755"/>
                  <a:pt x="1933687" y="3183864"/>
                  <a:pt x="1928646" y="3184093"/>
                </a:cubicBezTo>
                <a:close/>
                <a:moveTo>
                  <a:pt x="3662055" y="2501349"/>
                </a:moveTo>
                <a:cubicBezTo>
                  <a:pt x="3656113" y="2503055"/>
                  <a:pt x="3652684" y="2509245"/>
                  <a:pt x="3654389" y="2515186"/>
                </a:cubicBezTo>
                <a:cubicBezTo>
                  <a:pt x="3655806" y="2520092"/>
                  <a:pt x="3660273" y="2523275"/>
                  <a:pt x="3665141" y="2523275"/>
                </a:cubicBezTo>
                <a:cubicBezTo>
                  <a:pt x="3666156" y="2523275"/>
                  <a:pt x="3667191" y="2523140"/>
                  <a:pt x="3668226" y="2522834"/>
                </a:cubicBezTo>
                <a:cubicBezTo>
                  <a:pt x="3674148" y="2521128"/>
                  <a:pt x="3677578" y="2514938"/>
                  <a:pt x="3675873" y="2509015"/>
                </a:cubicBezTo>
                <a:cubicBezTo>
                  <a:pt x="3674187" y="2503074"/>
                  <a:pt x="3667977" y="2499643"/>
                  <a:pt x="3662055" y="2501349"/>
                </a:cubicBezTo>
                <a:close/>
                <a:moveTo>
                  <a:pt x="5192171" y="1902524"/>
                </a:moveTo>
                <a:cubicBezTo>
                  <a:pt x="5188841" y="1905447"/>
                  <a:pt x="5186627" y="1909639"/>
                  <a:pt x="5186311" y="1914411"/>
                </a:cubicBezTo>
                <a:cubicBezTo>
                  <a:pt x="5185698" y="1923956"/>
                  <a:pt x="5192943" y="1932197"/>
                  <a:pt x="5202485" y="1932810"/>
                </a:cubicBezTo>
                <a:cubicBezTo>
                  <a:pt x="5202850" y="1932829"/>
                  <a:pt x="5203232" y="1932848"/>
                  <a:pt x="5203618" y="1932848"/>
                </a:cubicBezTo>
                <a:cubicBezTo>
                  <a:pt x="5212663" y="1932849"/>
                  <a:pt x="5220272" y="1925815"/>
                  <a:pt x="5220886" y="1916654"/>
                </a:cubicBezTo>
                <a:cubicBezTo>
                  <a:pt x="5221499" y="1907110"/>
                  <a:pt x="5214253" y="1898869"/>
                  <a:pt x="5204728" y="1898256"/>
                </a:cubicBezTo>
                <a:cubicBezTo>
                  <a:pt x="5199947" y="1897949"/>
                  <a:pt x="5195501" y="1899601"/>
                  <a:pt x="5192171" y="1902524"/>
                </a:cubicBezTo>
                <a:close/>
                <a:moveTo>
                  <a:pt x="7534652" y="985603"/>
                </a:moveTo>
                <a:cubicBezTo>
                  <a:pt x="7524073" y="987136"/>
                  <a:pt x="7516751" y="996968"/>
                  <a:pt x="7518304" y="1007547"/>
                </a:cubicBezTo>
                <a:cubicBezTo>
                  <a:pt x="7519703" y="1017188"/>
                  <a:pt x="7527983" y="1024106"/>
                  <a:pt x="7537430" y="1024106"/>
                </a:cubicBezTo>
                <a:cubicBezTo>
                  <a:pt x="7538351" y="1024106"/>
                  <a:pt x="7539290" y="1024048"/>
                  <a:pt x="7540248" y="1023914"/>
                </a:cubicBezTo>
                <a:cubicBezTo>
                  <a:pt x="7550827" y="1022362"/>
                  <a:pt x="7558148" y="1012530"/>
                  <a:pt x="7556596" y="1001951"/>
                </a:cubicBezTo>
                <a:cubicBezTo>
                  <a:pt x="7555063" y="991372"/>
                  <a:pt x="7545232" y="984050"/>
                  <a:pt x="7534652" y="985603"/>
                </a:cubicBezTo>
                <a:close/>
                <a:moveTo>
                  <a:pt x="8394660" y="648550"/>
                </a:moveTo>
                <a:cubicBezTo>
                  <a:pt x="8389463" y="650986"/>
                  <a:pt x="8385199" y="655404"/>
                  <a:pt x="8383100" y="661230"/>
                </a:cubicBezTo>
                <a:cubicBezTo>
                  <a:pt x="8378884" y="672882"/>
                  <a:pt x="8384922" y="685724"/>
                  <a:pt x="8396575" y="689940"/>
                </a:cubicBezTo>
                <a:cubicBezTo>
                  <a:pt x="8399085" y="690841"/>
                  <a:pt x="8401653" y="691282"/>
                  <a:pt x="8404183" y="691282"/>
                </a:cubicBezTo>
                <a:cubicBezTo>
                  <a:pt x="8413363" y="691282"/>
                  <a:pt x="8421987" y="685589"/>
                  <a:pt x="8425284" y="676467"/>
                </a:cubicBezTo>
                <a:cubicBezTo>
                  <a:pt x="8429481" y="664814"/>
                  <a:pt x="8423444" y="651974"/>
                  <a:pt x="8411810" y="647757"/>
                </a:cubicBezTo>
                <a:cubicBezTo>
                  <a:pt x="8405984" y="645658"/>
                  <a:pt x="8399856" y="646113"/>
                  <a:pt x="8394660" y="648550"/>
                </a:cubicBezTo>
                <a:close/>
                <a:moveTo>
                  <a:pt x="3563909" y="2531132"/>
                </a:moveTo>
                <a:cubicBezTo>
                  <a:pt x="3558025" y="2533010"/>
                  <a:pt x="3554787" y="2539296"/>
                  <a:pt x="3556665" y="2545180"/>
                </a:cubicBezTo>
                <a:cubicBezTo>
                  <a:pt x="3558179" y="2549933"/>
                  <a:pt x="3562588" y="2552961"/>
                  <a:pt x="3567321" y="2552961"/>
                </a:cubicBezTo>
                <a:cubicBezTo>
                  <a:pt x="3568451" y="2552961"/>
                  <a:pt x="3569582" y="2552789"/>
                  <a:pt x="3570714" y="2552425"/>
                </a:cubicBezTo>
                <a:cubicBezTo>
                  <a:pt x="3576597" y="2550547"/>
                  <a:pt x="3579855" y="2544261"/>
                  <a:pt x="3577957" y="2538376"/>
                </a:cubicBezTo>
                <a:cubicBezTo>
                  <a:pt x="3576098" y="2532493"/>
                  <a:pt x="3569793" y="2529235"/>
                  <a:pt x="3563909" y="2531132"/>
                </a:cubicBezTo>
                <a:close/>
                <a:moveTo>
                  <a:pt x="2264865" y="3037920"/>
                </a:moveTo>
                <a:cubicBezTo>
                  <a:pt x="2259345" y="3038897"/>
                  <a:pt x="2255665" y="3044187"/>
                  <a:pt x="2256643" y="3049707"/>
                </a:cubicBezTo>
                <a:cubicBezTo>
                  <a:pt x="2257525" y="3054632"/>
                  <a:pt x="2261799" y="3058082"/>
                  <a:pt x="2266628" y="3058082"/>
                </a:cubicBezTo>
                <a:cubicBezTo>
                  <a:pt x="2267222" y="3058082"/>
                  <a:pt x="2267815" y="3058043"/>
                  <a:pt x="2268428" y="3057929"/>
                </a:cubicBezTo>
                <a:cubicBezTo>
                  <a:pt x="2273950" y="3056951"/>
                  <a:pt x="2277628" y="3051681"/>
                  <a:pt x="2276652" y="3046161"/>
                </a:cubicBezTo>
                <a:cubicBezTo>
                  <a:pt x="2275674" y="3040623"/>
                  <a:pt x="2270384" y="3036942"/>
                  <a:pt x="2264865" y="3037920"/>
                </a:cubicBezTo>
                <a:close/>
                <a:moveTo>
                  <a:pt x="595065" y="3687777"/>
                </a:moveTo>
                <a:cubicBezTo>
                  <a:pt x="594356" y="3688621"/>
                  <a:pt x="594471" y="3689867"/>
                  <a:pt x="595295" y="3690576"/>
                </a:cubicBezTo>
                <a:cubicBezTo>
                  <a:pt x="595677" y="3690882"/>
                  <a:pt x="596119" y="3691036"/>
                  <a:pt x="596579" y="3691036"/>
                </a:cubicBezTo>
                <a:cubicBezTo>
                  <a:pt x="597136" y="3691035"/>
                  <a:pt x="597690" y="3690806"/>
                  <a:pt x="598094" y="3690346"/>
                </a:cubicBezTo>
                <a:cubicBezTo>
                  <a:pt x="598801" y="3689522"/>
                  <a:pt x="598707" y="3688257"/>
                  <a:pt x="597863" y="3687547"/>
                </a:cubicBezTo>
                <a:cubicBezTo>
                  <a:pt x="597039" y="3686838"/>
                  <a:pt x="595775" y="3686954"/>
                  <a:pt x="595065" y="3687777"/>
                </a:cubicBezTo>
                <a:close/>
                <a:moveTo>
                  <a:pt x="1014651" y="3523838"/>
                </a:moveTo>
                <a:cubicBezTo>
                  <a:pt x="1013310" y="3526272"/>
                  <a:pt x="1014211" y="3529338"/>
                  <a:pt x="1016663" y="3530679"/>
                </a:cubicBezTo>
                <a:cubicBezTo>
                  <a:pt x="1017430" y="3531101"/>
                  <a:pt x="1018255" y="3531293"/>
                  <a:pt x="1019079" y="3531293"/>
                </a:cubicBezTo>
                <a:cubicBezTo>
                  <a:pt x="1020861" y="3531293"/>
                  <a:pt x="1022586" y="3530354"/>
                  <a:pt x="1023506" y="3528667"/>
                </a:cubicBezTo>
                <a:cubicBezTo>
                  <a:pt x="1024848" y="3526215"/>
                  <a:pt x="1023947" y="3523167"/>
                  <a:pt x="1021513" y="3521826"/>
                </a:cubicBezTo>
                <a:cubicBezTo>
                  <a:pt x="1019059" y="3520484"/>
                  <a:pt x="1015993" y="3521385"/>
                  <a:pt x="1014651" y="3523838"/>
                </a:cubicBezTo>
                <a:close/>
                <a:moveTo>
                  <a:pt x="4015425" y="2351285"/>
                </a:moveTo>
                <a:cubicBezTo>
                  <a:pt x="4008794" y="2352473"/>
                  <a:pt x="4004384" y="2358816"/>
                  <a:pt x="4005593" y="2365447"/>
                </a:cubicBezTo>
                <a:cubicBezTo>
                  <a:pt x="4006646" y="2371351"/>
                  <a:pt x="4011781" y="2375490"/>
                  <a:pt x="4017572" y="2375490"/>
                </a:cubicBezTo>
                <a:cubicBezTo>
                  <a:pt x="4018298" y="2375490"/>
                  <a:pt x="4019009" y="2375414"/>
                  <a:pt x="4019757" y="2375299"/>
                </a:cubicBezTo>
                <a:cubicBezTo>
                  <a:pt x="4026388" y="2374110"/>
                  <a:pt x="4030794" y="2367767"/>
                  <a:pt x="4029606" y="2361136"/>
                </a:cubicBezTo>
                <a:cubicBezTo>
                  <a:pt x="4028401" y="2354504"/>
                  <a:pt x="4022075" y="2350078"/>
                  <a:pt x="4015425" y="2351285"/>
                </a:cubicBezTo>
                <a:close/>
                <a:moveTo>
                  <a:pt x="3466722" y="2563521"/>
                </a:moveTo>
                <a:cubicBezTo>
                  <a:pt x="3460876" y="2565534"/>
                  <a:pt x="3457772" y="2571897"/>
                  <a:pt x="3459785" y="2577742"/>
                </a:cubicBezTo>
                <a:cubicBezTo>
                  <a:pt x="3461375" y="2582360"/>
                  <a:pt x="3465706" y="2585274"/>
                  <a:pt x="3470363" y="2585274"/>
                </a:cubicBezTo>
                <a:cubicBezTo>
                  <a:pt x="3471571" y="2585274"/>
                  <a:pt x="3472779" y="2585082"/>
                  <a:pt x="3473985" y="2584661"/>
                </a:cubicBezTo>
                <a:cubicBezTo>
                  <a:pt x="3479831" y="2582649"/>
                  <a:pt x="3482937" y="2576285"/>
                  <a:pt x="3480923" y="2570459"/>
                </a:cubicBezTo>
                <a:cubicBezTo>
                  <a:pt x="3478911" y="2564614"/>
                  <a:pt x="3472548" y="2561509"/>
                  <a:pt x="3466722" y="2563521"/>
                </a:cubicBezTo>
                <a:close/>
                <a:moveTo>
                  <a:pt x="4532620" y="2146063"/>
                </a:moveTo>
                <a:cubicBezTo>
                  <a:pt x="4524762" y="2146159"/>
                  <a:pt x="4518476" y="2152636"/>
                  <a:pt x="4518571" y="2160495"/>
                </a:cubicBezTo>
                <a:cubicBezTo>
                  <a:pt x="4518666" y="2168294"/>
                  <a:pt x="4525032" y="2174562"/>
                  <a:pt x="4532813" y="2174562"/>
                </a:cubicBezTo>
                <a:lnTo>
                  <a:pt x="4533002" y="2174562"/>
                </a:lnTo>
                <a:cubicBezTo>
                  <a:pt x="4540880" y="2174447"/>
                  <a:pt x="4547166" y="2167988"/>
                  <a:pt x="4547070" y="2160111"/>
                </a:cubicBezTo>
                <a:cubicBezTo>
                  <a:pt x="4546956" y="2152253"/>
                  <a:pt x="4540496" y="2145967"/>
                  <a:pt x="4532620" y="2146063"/>
                </a:cubicBezTo>
                <a:close/>
                <a:moveTo>
                  <a:pt x="1594058" y="3292091"/>
                </a:moveTo>
                <a:cubicBezTo>
                  <a:pt x="1589631" y="3291497"/>
                  <a:pt x="1585550" y="3294602"/>
                  <a:pt x="1584936" y="3299048"/>
                </a:cubicBezTo>
                <a:cubicBezTo>
                  <a:pt x="1584342" y="3303494"/>
                  <a:pt x="1587466" y="3307576"/>
                  <a:pt x="1591893" y="3308171"/>
                </a:cubicBezTo>
                <a:cubicBezTo>
                  <a:pt x="1592276" y="3308248"/>
                  <a:pt x="1592640" y="3308248"/>
                  <a:pt x="1592985" y="3308248"/>
                </a:cubicBezTo>
                <a:cubicBezTo>
                  <a:pt x="1596991" y="3308248"/>
                  <a:pt x="1600479" y="3305296"/>
                  <a:pt x="1601016" y="3301214"/>
                </a:cubicBezTo>
                <a:cubicBezTo>
                  <a:pt x="1601629" y="3296767"/>
                  <a:pt x="1598505" y="3292685"/>
                  <a:pt x="1594058" y="3292091"/>
                </a:cubicBezTo>
                <a:close/>
                <a:moveTo>
                  <a:pt x="7891479" y="832968"/>
                </a:moveTo>
                <a:cubicBezTo>
                  <a:pt x="7887466" y="836300"/>
                  <a:pt x="7884725" y="841163"/>
                  <a:pt x="7884208" y="846769"/>
                </a:cubicBezTo>
                <a:cubicBezTo>
                  <a:pt x="7883175" y="857962"/>
                  <a:pt x="7891415" y="867889"/>
                  <a:pt x="7902627" y="868944"/>
                </a:cubicBezTo>
                <a:cubicBezTo>
                  <a:pt x="7903259" y="869020"/>
                  <a:pt x="7903891" y="869020"/>
                  <a:pt x="7904524" y="869020"/>
                </a:cubicBezTo>
                <a:cubicBezTo>
                  <a:pt x="7914930" y="869040"/>
                  <a:pt x="7923804" y="861105"/>
                  <a:pt x="7924801" y="850525"/>
                </a:cubicBezTo>
                <a:cubicBezTo>
                  <a:pt x="7925836" y="839314"/>
                  <a:pt x="7917595" y="829386"/>
                  <a:pt x="7906383" y="828351"/>
                </a:cubicBezTo>
                <a:cubicBezTo>
                  <a:pt x="7900777" y="827834"/>
                  <a:pt x="7895492" y="829636"/>
                  <a:pt x="7891479" y="832968"/>
                </a:cubicBezTo>
                <a:close/>
                <a:moveTo>
                  <a:pt x="3370206" y="2597597"/>
                </a:moveTo>
                <a:cubicBezTo>
                  <a:pt x="3364399" y="2599686"/>
                  <a:pt x="3361389" y="2606088"/>
                  <a:pt x="3363479" y="2611914"/>
                </a:cubicBezTo>
                <a:cubicBezTo>
                  <a:pt x="3365127" y="2616456"/>
                  <a:pt x="3369419" y="2619293"/>
                  <a:pt x="3374000" y="2619292"/>
                </a:cubicBezTo>
                <a:cubicBezTo>
                  <a:pt x="3375265" y="2619292"/>
                  <a:pt x="3376549" y="2619082"/>
                  <a:pt x="3377795" y="2618621"/>
                </a:cubicBezTo>
                <a:cubicBezTo>
                  <a:pt x="3383602" y="2616533"/>
                  <a:pt x="3386611" y="2610131"/>
                  <a:pt x="3384522" y="2604324"/>
                </a:cubicBezTo>
                <a:cubicBezTo>
                  <a:pt x="3382413" y="2598498"/>
                  <a:pt x="3376012" y="2595489"/>
                  <a:pt x="3370206" y="2597597"/>
                </a:cubicBezTo>
                <a:close/>
                <a:moveTo>
                  <a:pt x="4934761" y="1986559"/>
                </a:moveTo>
                <a:cubicBezTo>
                  <a:pt x="4931518" y="1989180"/>
                  <a:pt x="4929275" y="1993037"/>
                  <a:pt x="4928806" y="1997512"/>
                </a:cubicBezTo>
                <a:cubicBezTo>
                  <a:pt x="4927867" y="2006463"/>
                  <a:pt x="4934364" y="2014473"/>
                  <a:pt x="4943297" y="2015431"/>
                </a:cubicBezTo>
                <a:cubicBezTo>
                  <a:pt x="4943889" y="2015489"/>
                  <a:pt x="4944463" y="2015508"/>
                  <a:pt x="4945018" y="2015508"/>
                </a:cubicBezTo>
                <a:cubicBezTo>
                  <a:pt x="4953262" y="2015508"/>
                  <a:pt x="4960334" y="2009299"/>
                  <a:pt x="4961215" y="2000923"/>
                </a:cubicBezTo>
                <a:cubicBezTo>
                  <a:pt x="4962154" y="1991973"/>
                  <a:pt x="4955656" y="1983963"/>
                  <a:pt x="4946727" y="1983023"/>
                </a:cubicBezTo>
                <a:cubicBezTo>
                  <a:pt x="4942251" y="1982553"/>
                  <a:pt x="4938005" y="1983938"/>
                  <a:pt x="4934761" y="1986559"/>
                </a:cubicBezTo>
                <a:close/>
                <a:moveTo>
                  <a:pt x="5461524" y="1780254"/>
                </a:moveTo>
                <a:cubicBezTo>
                  <a:pt x="5451424" y="1780963"/>
                  <a:pt x="5443796" y="1789722"/>
                  <a:pt x="5444487" y="1799822"/>
                </a:cubicBezTo>
                <a:cubicBezTo>
                  <a:pt x="5445159" y="1809482"/>
                  <a:pt x="5453226" y="1816879"/>
                  <a:pt x="5462770" y="1816879"/>
                </a:cubicBezTo>
                <a:cubicBezTo>
                  <a:pt x="5463192" y="1816879"/>
                  <a:pt x="5463615" y="1816879"/>
                  <a:pt x="5464054" y="1816841"/>
                </a:cubicBezTo>
                <a:cubicBezTo>
                  <a:pt x="5474153" y="1816150"/>
                  <a:pt x="5481764" y="1807392"/>
                  <a:pt x="5481072" y="1797292"/>
                </a:cubicBezTo>
                <a:cubicBezTo>
                  <a:pt x="5480383" y="1787192"/>
                  <a:pt x="5471624" y="1779564"/>
                  <a:pt x="5461524" y="1780254"/>
                </a:cubicBezTo>
                <a:close/>
                <a:moveTo>
                  <a:pt x="3274168" y="2632842"/>
                </a:moveTo>
                <a:cubicBezTo>
                  <a:pt x="3268381" y="2634989"/>
                  <a:pt x="3265447" y="2641409"/>
                  <a:pt x="3267595" y="2647216"/>
                </a:cubicBezTo>
                <a:cubicBezTo>
                  <a:pt x="3269262" y="2651701"/>
                  <a:pt x="3273536" y="2654499"/>
                  <a:pt x="3278077" y="2654499"/>
                </a:cubicBezTo>
                <a:cubicBezTo>
                  <a:pt x="3279363" y="2654499"/>
                  <a:pt x="3280684" y="2654269"/>
                  <a:pt x="3281968" y="2653790"/>
                </a:cubicBezTo>
                <a:cubicBezTo>
                  <a:pt x="3287756" y="2651644"/>
                  <a:pt x="3290708" y="2645204"/>
                  <a:pt x="3288542" y="2639416"/>
                </a:cubicBezTo>
                <a:cubicBezTo>
                  <a:pt x="3286396" y="2633629"/>
                  <a:pt x="3279956" y="2630676"/>
                  <a:pt x="3274168" y="2632842"/>
                </a:cubicBezTo>
                <a:close/>
                <a:moveTo>
                  <a:pt x="1364670" y="3377395"/>
                </a:moveTo>
                <a:cubicBezTo>
                  <a:pt x="1360893" y="3376321"/>
                  <a:pt x="1356965" y="3378526"/>
                  <a:pt x="1355911" y="3382283"/>
                </a:cubicBezTo>
                <a:cubicBezTo>
                  <a:pt x="1354837" y="3386058"/>
                  <a:pt x="1357022" y="3389986"/>
                  <a:pt x="1360798" y="3391041"/>
                </a:cubicBezTo>
                <a:cubicBezTo>
                  <a:pt x="1361429" y="3391233"/>
                  <a:pt x="1362082" y="3391328"/>
                  <a:pt x="1362733" y="3391328"/>
                </a:cubicBezTo>
                <a:cubicBezTo>
                  <a:pt x="1365819" y="3391328"/>
                  <a:pt x="1368655" y="3389278"/>
                  <a:pt x="1369557" y="3386153"/>
                </a:cubicBezTo>
                <a:cubicBezTo>
                  <a:pt x="1370610" y="3382378"/>
                  <a:pt x="1368426" y="3378468"/>
                  <a:pt x="1364670" y="3377395"/>
                </a:cubicBezTo>
                <a:close/>
                <a:moveTo>
                  <a:pt x="4273005" y="2241698"/>
                </a:moveTo>
                <a:cubicBezTo>
                  <a:pt x="4265741" y="2242445"/>
                  <a:pt x="4260453" y="2248942"/>
                  <a:pt x="4261200" y="2256205"/>
                </a:cubicBezTo>
                <a:cubicBezTo>
                  <a:pt x="4261909" y="2263029"/>
                  <a:pt x="4267659" y="2268088"/>
                  <a:pt x="4274346" y="2268088"/>
                </a:cubicBezTo>
                <a:cubicBezTo>
                  <a:pt x="4274808" y="2268088"/>
                  <a:pt x="4275248" y="2268068"/>
                  <a:pt x="4275708" y="2268011"/>
                </a:cubicBezTo>
                <a:cubicBezTo>
                  <a:pt x="4282972" y="2267264"/>
                  <a:pt x="4288263" y="2260767"/>
                  <a:pt x="4287513" y="2253503"/>
                </a:cubicBezTo>
                <a:cubicBezTo>
                  <a:pt x="4286766" y="2246239"/>
                  <a:pt x="4280270" y="2240950"/>
                  <a:pt x="4273005" y="2241698"/>
                </a:cubicBezTo>
                <a:close/>
                <a:moveTo>
                  <a:pt x="3178457" y="2668739"/>
                </a:moveTo>
                <a:cubicBezTo>
                  <a:pt x="3172668" y="2670924"/>
                  <a:pt x="3169755" y="2677363"/>
                  <a:pt x="3171941" y="2683151"/>
                </a:cubicBezTo>
                <a:cubicBezTo>
                  <a:pt x="3173627" y="2687636"/>
                  <a:pt x="3177882" y="2690395"/>
                  <a:pt x="3182405" y="2690395"/>
                </a:cubicBezTo>
                <a:cubicBezTo>
                  <a:pt x="3183707" y="2690395"/>
                  <a:pt x="3185049" y="2690147"/>
                  <a:pt x="3186333" y="2689668"/>
                </a:cubicBezTo>
                <a:cubicBezTo>
                  <a:pt x="3192122" y="2687483"/>
                  <a:pt x="3195034" y="2681043"/>
                  <a:pt x="3192850" y="2675255"/>
                </a:cubicBezTo>
                <a:cubicBezTo>
                  <a:pt x="3190684" y="2669486"/>
                  <a:pt x="3184225" y="2666554"/>
                  <a:pt x="3178457" y="2668739"/>
                </a:cubicBezTo>
                <a:close/>
                <a:moveTo>
                  <a:pt x="3082859" y="2704827"/>
                </a:moveTo>
                <a:cubicBezTo>
                  <a:pt x="3077072" y="2706993"/>
                  <a:pt x="3074140" y="2713432"/>
                  <a:pt x="3076323" y="2719220"/>
                </a:cubicBezTo>
                <a:cubicBezTo>
                  <a:pt x="3078012" y="2723705"/>
                  <a:pt x="3082266" y="2726465"/>
                  <a:pt x="3086790" y="2726465"/>
                </a:cubicBezTo>
                <a:cubicBezTo>
                  <a:pt x="3088092" y="2726465"/>
                  <a:pt x="3089434" y="2726235"/>
                  <a:pt x="3090717" y="2725737"/>
                </a:cubicBezTo>
                <a:cubicBezTo>
                  <a:pt x="3096505" y="2723571"/>
                  <a:pt x="3099418" y="2717113"/>
                  <a:pt x="3097253" y="2711344"/>
                </a:cubicBezTo>
                <a:cubicBezTo>
                  <a:pt x="3095087" y="2705575"/>
                  <a:pt x="3088629" y="2702643"/>
                  <a:pt x="3082859" y="2704827"/>
                </a:cubicBezTo>
                <a:close/>
                <a:moveTo>
                  <a:pt x="2987186" y="2740513"/>
                </a:moveTo>
                <a:cubicBezTo>
                  <a:pt x="2981379" y="2742659"/>
                  <a:pt x="2978429" y="2749080"/>
                  <a:pt x="2980574" y="2754887"/>
                </a:cubicBezTo>
                <a:cubicBezTo>
                  <a:pt x="2982223" y="2759391"/>
                  <a:pt x="2986497" y="2762189"/>
                  <a:pt x="2991058" y="2762189"/>
                </a:cubicBezTo>
                <a:cubicBezTo>
                  <a:pt x="2992342" y="2762189"/>
                  <a:pt x="2993646" y="2761959"/>
                  <a:pt x="2994929" y="2761499"/>
                </a:cubicBezTo>
                <a:cubicBezTo>
                  <a:pt x="3000717" y="2759353"/>
                  <a:pt x="3003688" y="2752932"/>
                  <a:pt x="3001541" y="2747144"/>
                </a:cubicBezTo>
                <a:cubicBezTo>
                  <a:pt x="2999395" y="2741337"/>
                  <a:pt x="2992974" y="2738385"/>
                  <a:pt x="2987186" y="2740513"/>
                </a:cubicBezTo>
                <a:close/>
                <a:moveTo>
                  <a:pt x="8148091" y="725266"/>
                </a:moveTo>
                <a:cubicBezTo>
                  <a:pt x="8143405" y="728103"/>
                  <a:pt x="8139796" y="732727"/>
                  <a:pt x="8138378" y="738467"/>
                </a:cubicBezTo>
                <a:cubicBezTo>
                  <a:pt x="8135562" y="749947"/>
                  <a:pt x="8142576" y="761523"/>
                  <a:pt x="8154056" y="764359"/>
                </a:cubicBezTo>
                <a:cubicBezTo>
                  <a:pt x="8155781" y="764781"/>
                  <a:pt x="8157487" y="764972"/>
                  <a:pt x="8159192" y="764972"/>
                </a:cubicBezTo>
                <a:cubicBezTo>
                  <a:pt x="8168794" y="764972"/>
                  <a:pt x="8177553" y="758456"/>
                  <a:pt x="8179948" y="748682"/>
                </a:cubicBezTo>
                <a:cubicBezTo>
                  <a:pt x="8182766" y="737202"/>
                  <a:pt x="8175751" y="725606"/>
                  <a:pt x="8164271" y="722790"/>
                </a:cubicBezTo>
                <a:cubicBezTo>
                  <a:pt x="8158541" y="721381"/>
                  <a:pt x="8152777" y="722430"/>
                  <a:pt x="8148091" y="725266"/>
                </a:cubicBezTo>
                <a:close/>
                <a:moveTo>
                  <a:pt x="7427844" y="1004481"/>
                </a:moveTo>
                <a:cubicBezTo>
                  <a:pt x="7417380" y="1006646"/>
                  <a:pt x="7410652" y="1016880"/>
                  <a:pt x="7412818" y="1027345"/>
                </a:cubicBezTo>
                <a:cubicBezTo>
                  <a:pt x="7414696" y="1036505"/>
                  <a:pt x="7422746" y="1042811"/>
                  <a:pt x="7431734" y="1042811"/>
                </a:cubicBezTo>
                <a:cubicBezTo>
                  <a:pt x="7433038" y="1042811"/>
                  <a:pt x="7434360" y="1042677"/>
                  <a:pt x="7435682" y="1042409"/>
                </a:cubicBezTo>
                <a:cubicBezTo>
                  <a:pt x="7446147" y="1040243"/>
                  <a:pt x="7452874" y="1029989"/>
                  <a:pt x="7450708" y="1019526"/>
                </a:cubicBezTo>
                <a:cubicBezTo>
                  <a:pt x="7448561" y="1009061"/>
                  <a:pt x="7438327" y="1002334"/>
                  <a:pt x="7427844" y="1004481"/>
                </a:cubicBezTo>
                <a:close/>
                <a:moveTo>
                  <a:pt x="2891245" y="2775279"/>
                </a:moveTo>
                <a:cubicBezTo>
                  <a:pt x="2885419" y="2777329"/>
                  <a:pt x="2882371" y="2783731"/>
                  <a:pt x="2884442" y="2789557"/>
                </a:cubicBezTo>
                <a:cubicBezTo>
                  <a:pt x="2886071" y="2794138"/>
                  <a:pt x="2890383" y="2796993"/>
                  <a:pt x="2894982" y="2796993"/>
                </a:cubicBezTo>
                <a:cubicBezTo>
                  <a:pt x="2896208" y="2796993"/>
                  <a:pt x="2897474" y="2796783"/>
                  <a:pt x="2898719" y="2796361"/>
                </a:cubicBezTo>
                <a:cubicBezTo>
                  <a:pt x="2904527" y="2794291"/>
                  <a:pt x="2907574" y="2787890"/>
                  <a:pt x="2905503" y="2782082"/>
                </a:cubicBezTo>
                <a:cubicBezTo>
                  <a:pt x="2903454" y="2776256"/>
                  <a:pt x="2897052" y="2773209"/>
                  <a:pt x="2891245" y="2775279"/>
                </a:cubicBezTo>
                <a:close/>
                <a:moveTo>
                  <a:pt x="2794824" y="2808492"/>
                </a:moveTo>
                <a:cubicBezTo>
                  <a:pt x="2788960" y="2810428"/>
                  <a:pt x="2785797" y="2816772"/>
                  <a:pt x="2787753" y="2822617"/>
                </a:cubicBezTo>
                <a:cubicBezTo>
                  <a:pt x="2789305" y="2827312"/>
                  <a:pt x="2793674" y="2830284"/>
                  <a:pt x="2798351" y="2830284"/>
                </a:cubicBezTo>
                <a:cubicBezTo>
                  <a:pt x="2799539" y="2830284"/>
                  <a:pt x="2800727" y="2830091"/>
                  <a:pt x="2801896" y="2829708"/>
                </a:cubicBezTo>
                <a:cubicBezTo>
                  <a:pt x="2807742" y="2827753"/>
                  <a:pt x="2810923" y="2821410"/>
                  <a:pt x="2808968" y="2815565"/>
                </a:cubicBezTo>
                <a:cubicBezTo>
                  <a:pt x="2807013" y="2809700"/>
                  <a:pt x="2800689" y="2806537"/>
                  <a:pt x="2794824" y="2808492"/>
                </a:cubicBezTo>
                <a:close/>
                <a:moveTo>
                  <a:pt x="3914097" y="2371351"/>
                </a:moveTo>
                <a:cubicBezTo>
                  <a:pt x="3907505" y="2372769"/>
                  <a:pt x="3903326" y="2379266"/>
                  <a:pt x="3904744" y="2385859"/>
                </a:cubicBezTo>
                <a:cubicBezTo>
                  <a:pt x="3905991" y="2391570"/>
                  <a:pt x="3911030" y="2395480"/>
                  <a:pt x="3916666" y="2395480"/>
                </a:cubicBezTo>
                <a:cubicBezTo>
                  <a:pt x="3917511" y="2395480"/>
                  <a:pt x="3918370" y="2395383"/>
                  <a:pt x="3919252" y="2395192"/>
                </a:cubicBezTo>
                <a:cubicBezTo>
                  <a:pt x="3925846" y="2393774"/>
                  <a:pt x="3930026" y="2387296"/>
                  <a:pt x="3928606" y="2380703"/>
                </a:cubicBezTo>
                <a:cubicBezTo>
                  <a:pt x="3927187" y="2374110"/>
                  <a:pt x="3920689" y="2369932"/>
                  <a:pt x="3914097" y="2371351"/>
                </a:cubicBezTo>
                <a:close/>
                <a:moveTo>
                  <a:pt x="1828297" y="3185551"/>
                </a:moveTo>
                <a:cubicBezTo>
                  <a:pt x="1823256" y="3185473"/>
                  <a:pt x="1819098" y="3189498"/>
                  <a:pt x="1819001" y="3194539"/>
                </a:cubicBezTo>
                <a:cubicBezTo>
                  <a:pt x="1818926" y="3199579"/>
                  <a:pt x="1822950" y="3203738"/>
                  <a:pt x="1827990" y="3203815"/>
                </a:cubicBezTo>
                <a:cubicBezTo>
                  <a:pt x="1828047" y="3203834"/>
                  <a:pt x="1828144" y="3203834"/>
                  <a:pt x="1828144" y="3203834"/>
                </a:cubicBezTo>
                <a:cubicBezTo>
                  <a:pt x="1833107" y="3203834"/>
                  <a:pt x="1837190" y="3199829"/>
                  <a:pt x="1837285" y="3194845"/>
                </a:cubicBezTo>
                <a:cubicBezTo>
                  <a:pt x="1837362" y="3189786"/>
                  <a:pt x="1833337" y="3185645"/>
                  <a:pt x="1828297" y="3185551"/>
                </a:cubicBezTo>
                <a:close/>
                <a:moveTo>
                  <a:pt x="2164955" y="3053252"/>
                </a:moveTo>
                <a:cubicBezTo>
                  <a:pt x="2159398" y="3053942"/>
                  <a:pt x="2155469" y="3059040"/>
                  <a:pt x="2156178" y="3064618"/>
                </a:cubicBezTo>
                <a:cubicBezTo>
                  <a:pt x="2156830" y="3069735"/>
                  <a:pt x="2161200" y="3073472"/>
                  <a:pt x="2166240" y="3073472"/>
                </a:cubicBezTo>
                <a:cubicBezTo>
                  <a:pt x="2166661" y="3073472"/>
                  <a:pt x="2167103" y="3073453"/>
                  <a:pt x="2167542" y="3073395"/>
                </a:cubicBezTo>
                <a:cubicBezTo>
                  <a:pt x="2173101" y="3072667"/>
                  <a:pt x="2177049" y="3067588"/>
                  <a:pt x="2176321" y="3062030"/>
                </a:cubicBezTo>
                <a:cubicBezTo>
                  <a:pt x="2175612" y="3056453"/>
                  <a:pt x="2170514" y="3052524"/>
                  <a:pt x="2164955" y="3053252"/>
                </a:cubicBezTo>
                <a:close/>
                <a:moveTo>
                  <a:pt x="703311" y="3619913"/>
                </a:moveTo>
                <a:cubicBezTo>
                  <a:pt x="702296" y="3621216"/>
                  <a:pt x="702525" y="3623113"/>
                  <a:pt x="703829" y="3624130"/>
                </a:cubicBezTo>
                <a:cubicBezTo>
                  <a:pt x="704385" y="3624551"/>
                  <a:pt x="705036" y="3624762"/>
                  <a:pt x="705668" y="3624762"/>
                </a:cubicBezTo>
                <a:cubicBezTo>
                  <a:pt x="706569" y="3624762"/>
                  <a:pt x="707451" y="3624379"/>
                  <a:pt x="708045" y="3623612"/>
                </a:cubicBezTo>
                <a:cubicBezTo>
                  <a:pt x="709061" y="3622309"/>
                  <a:pt x="708830" y="3620412"/>
                  <a:pt x="707527" y="3619395"/>
                </a:cubicBezTo>
                <a:cubicBezTo>
                  <a:pt x="706225" y="3618380"/>
                  <a:pt x="704327" y="3618610"/>
                  <a:pt x="703311" y="3619913"/>
                </a:cubicBezTo>
                <a:close/>
                <a:moveTo>
                  <a:pt x="2697752" y="2839502"/>
                </a:moveTo>
                <a:cubicBezTo>
                  <a:pt x="2691849" y="2841303"/>
                  <a:pt x="2688534" y="2847552"/>
                  <a:pt x="2690334" y="2853454"/>
                </a:cubicBezTo>
                <a:cubicBezTo>
                  <a:pt x="2691791" y="2858265"/>
                  <a:pt x="2696219" y="2861369"/>
                  <a:pt x="2701030" y="2861369"/>
                </a:cubicBezTo>
                <a:cubicBezTo>
                  <a:pt x="2702102" y="2861369"/>
                  <a:pt x="2703195" y="2861217"/>
                  <a:pt x="2704269" y="2860890"/>
                </a:cubicBezTo>
                <a:cubicBezTo>
                  <a:pt x="2710171" y="2859089"/>
                  <a:pt x="2713506" y="2852841"/>
                  <a:pt x="2711723" y="2846938"/>
                </a:cubicBezTo>
                <a:cubicBezTo>
                  <a:pt x="2709922" y="2841035"/>
                  <a:pt x="2703674" y="2837700"/>
                  <a:pt x="2697752" y="2839502"/>
                </a:cubicBezTo>
                <a:close/>
                <a:moveTo>
                  <a:pt x="4676587" y="2064152"/>
                </a:moveTo>
                <a:cubicBezTo>
                  <a:pt x="4673744" y="2066828"/>
                  <a:pt x="4671923" y="2070589"/>
                  <a:pt x="4671799" y="2074806"/>
                </a:cubicBezTo>
                <a:cubicBezTo>
                  <a:pt x="4671530" y="2083239"/>
                  <a:pt x="4678163" y="2090272"/>
                  <a:pt x="4686595" y="2090540"/>
                </a:cubicBezTo>
                <a:lnTo>
                  <a:pt x="4687054" y="2090540"/>
                </a:lnTo>
                <a:cubicBezTo>
                  <a:pt x="4695276" y="2090540"/>
                  <a:pt x="4702061" y="2084005"/>
                  <a:pt x="4702309" y="2075726"/>
                </a:cubicBezTo>
                <a:cubicBezTo>
                  <a:pt x="4702557" y="2067293"/>
                  <a:pt x="4695929" y="2060259"/>
                  <a:pt x="4687514" y="2060010"/>
                </a:cubicBezTo>
                <a:cubicBezTo>
                  <a:pt x="4683297" y="2059885"/>
                  <a:pt x="4679431" y="2061476"/>
                  <a:pt x="4676587" y="2064152"/>
                </a:cubicBezTo>
                <a:close/>
                <a:moveTo>
                  <a:pt x="7322377" y="1029108"/>
                </a:moveTo>
                <a:cubicBezTo>
                  <a:pt x="7312027" y="1031792"/>
                  <a:pt x="7305818" y="1042370"/>
                  <a:pt x="7308502" y="1052720"/>
                </a:cubicBezTo>
                <a:cubicBezTo>
                  <a:pt x="7310762" y="1061440"/>
                  <a:pt x="7318620" y="1067208"/>
                  <a:pt x="7327245" y="1067208"/>
                </a:cubicBezTo>
                <a:cubicBezTo>
                  <a:pt x="7328854" y="1067208"/>
                  <a:pt x="7330484" y="1067017"/>
                  <a:pt x="7332113" y="1066576"/>
                </a:cubicBezTo>
                <a:cubicBezTo>
                  <a:pt x="7342462" y="1063894"/>
                  <a:pt x="7348672" y="1053333"/>
                  <a:pt x="7345989" y="1042984"/>
                </a:cubicBezTo>
                <a:cubicBezTo>
                  <a:pt x="7343305" y="1032635"/>
                  <a:pt x="7332726" y="1026425"/>
                  <a:pt x="7322377" y="1029108"/>
                </a:cubicBezTo>
                <a:close/>
                <a:moveTo>
                  <a:pt x="6220850" y="1457491"/>
                </a:moveTo>
                <a:cubicBezTo>
                  <a:pt x="6210885" y="1461343"/>
                  <a:pt x="6205940" y="1472555"/>
                  <a:pt x="6209792" y="1482521"/>
                </a:cubicBezTo>
                <a:cubicBezTo>
                  <a:pt x="6212763" y="1490187"/>
                  <a:pt x="6220083" y="1494902"/>
                  <a:pt x="6227846" y="1494902"/>
                </a:cubicBezTo>
                <a:cubicBezTo>
                  <a:pt x="6230184" y="1494902"/>
                  <a:pt x="6232542" y="1494480"/>
                  <a:pt x="6234841" y="1493579"/>
                </a:cubicBezTo>
                <a:cubicBezTo>
                  <a:pt x="6244806" y="1489708"/>
                  <a:pt x="6249751" y="1478515"/>
                  <a:pt x="6245899" y="1468530"/>
                </a:cubicBezTo>
                <a:cubicBezTo>
                  <a:pt x="6242028" y="1458565"/>
                  <a:pt x="6230817" y="1453620"/>
                  <a:pt x="6220850" y="1457491"/>
                </a:cubicBezTo>
                <a:close/>
                <a:moveTo>
                  <a:pt x="6320299" y="1418030"/>
                </a:moveTo>
                <a:cubicBezTo>
                  <a:pt x="6310372" y="1422035"/>
                  <a:pt x="6305619" y="1433323"/>
                  <a:pt x="6309624" y="1443232"/>
                </a:cubicBezTo>
                <a:cubicBezTo>
                  <a:pt x="6312671" y="1450765"/>
                  <a:pt x="6319916" y="1455326"/>
                  <a:pt x="6327563" y="1455326"/>
                </a:cubicBezTo>
                <a:cubicBezTo>
                  <a:pt x="6329997" y="1455326"/>
                  <a:pt x="6332470" y="1454865"/>
                  <a:pt x="6334846" y="1453888"/>
                </a:cubicBezTo>
                <a:cubicBezTo>
                  <a:pt x="6344754" y="1449883"/>
                  <a:pt x="6349527" y="1438595"/>
                  <a:pt x="6345501" y="1428686"/>
                </a:cubicBezTo>
                <a:cubicBezTo>
                  <a:pt x="6341477" y="1418778"/>
                  <a:pt x="6330189" y="1414005"/>
                  <a:pt x="6320299" y="1418030"/>
                </a:cubicBezTo>
                <a:close/>
                <a:moveTo>
                  <a:pt x="6120807" y="1495170"/>
                </a:moveTo>
                <a:cubicBezTo>
                  <a:pt x="6110765" y="1498850"/>
                  <a:pt x="6105609" y="1509965"/>
                  <a:pt x="6109270" y="1519990"/>
                </a:cubicBezTo>
                <a:cubicBezTo>
                  <a:pt x="6112145" y="1527847"/>
                  <a:pt x="6119562" y="1532715"/>
                  <a:pt x="6127458" y="1532715"/>
                </a:cubicBezTo>
                <a:cubicBezTo>
                  <a:pt x="6129662" y="1532715"/>
                  <a:pt x="6131904" y="1532332"/>
                  <a:pt x="6134108" y="1531546"/>
                </a:cubicBezTo>
                <a:cubicBezTo>
                  <a:pt x="6144151" y="1527866"/>
                  <a:pt x="6149306" y="1516750"/>
                  <a:pt x="6145645" y="1506708"/>
                </a:cubicBezTo>
                <a:cubicBezTo>
                  <a:pt x="6141966" y="1496665"/>
                  <a:pt x="6130850" y="1491509"/>
                  <a:pt x="6120807" y="1495170"/>
                </a:cubicBezTo>
                <a:close/>
                <a:moveTo>
                  <a:pt x="1136524" y="3439759"/>
                </a:moveTo>
                <a:cubicBezTo>
                  <a:pt x="1135107" y="3442788"/>
                  <a:pt x="1136448" y="3446410"/>
                  <a:pt x="1139476" y="3447809"/>
                </a:cubicBezTo>
                <a:cubicBezTo>
                  <a:pt x="1140300" y="3448192"/>
                  <a:pt x="1141183" y="3448365"/>
                  <a:pt x="1142026" y="3448365"/>
                </a:cubicBezTo>
                <a:cubicBezTo>
                  <a:pt x="1144325" y="3448365"/>
                  <a:pt x="1146509" y="3447062"/>
                  <a:pt x="1147545" y="3444857"/>
                </a:cubicBezTo>
                <a:cubicBezTo>
                  <a:pt x="1148945" y="3441810"/>
                  <a:pt x="1147622" y="3438207"/>
                  <a:pt x="1144575" y="3436789"/>
                </a:cubicBezTo>
                <a:cubicBezTo>
                  <a:pt x="1141526" y="3435390"/>
                  <a:pt x="1137924" y="3436712"/>
                  <a:pt x="1136524" y="3439759"/>
                </a:cubicBezTo>
                <a:close/>
                <a:moveTo>
                  <a:pt x="3813536" y="2394751"/>
                </a:moveTo>
                <a:cubicBezTo>
                  <a:pt x="3807000" y="2396380"/>
                  <a:pt x="3803017" y="2402992"/>
                  <a:pt x="3804644" y="2409528"/>
                </a:cubicBezTo>
                <a:cubicBezTo>
                  <a:pt x="3806024" y="2415086"/>
                  <a:pt x="3811006" y="2418785"/>
                  <a:pt x="3816469" y="2418785"/>
                </a:cubicBezTo>
                <a:cubicBezTo>
                  <a:pt x="3817447" y="2418785"/>
                  <a:pt x="3818443" y="2418670"/>
                  <a:pt x="3819420" y="2418420"/>
                </a:cubicBezTo>
                <a:cubicBezTo>
                  <a:pt x="3825975" y="2416792"/>
                  <a:pt x="3829962" y="2410180"/>
                  <a:pt x="3828313" y="2403644"/>
                </a:cubicBezTo>
                <a:cubicBezTo>
                  <a:pt x="3826684" y="2397108"/>
                  <a:pt x="3820071" y="2393123"/>
                  <a:pt x="3813536" y="2394751"/>
                </a:cubicBezTo>
                <a:close/>
                <a:moveTo>
                  <a:pt x="6419193" y="1377131"/>
                </a:moveTo>
                <a:cubicBezTo>
                  <a:pt x="6409342" y="1381309"/>
                  <a:pt x="6404742" y="1392655"/>
                  <a:pt x="6408920" y="1402506"/>
                </a:cubicBezTo>
                <a:cubicBezTo>
                  <a:pt x="6412043" y="1409884"/>
                  <a:pt x="6419211" y="1414312"/>
                  <a:pt x="6426763" y="1414312"/>
                </a:cubicBezTo>
                <a:cubicBezTo>
                  <a:pt x="6429273" y="1414312"/>
                  <a:pt x="6431842" y="1413813"/>
                  <a:pt x="6434295" y="1412759"/>
                </a:cubicBezTo>
                <a:cubicBezTo>
                  <a:pt x="6444145" y="1408600"/>
                  <a:pt x="6448745" y="1397236"/>
                  <a:pt x="6444568" y="1387385"/>
                </a:cubicBezTo>
                <a:cubicBezTo>
                  <a:pt x="6442478" y="1382469"/>
                  <a:pt x="6438593" y="1378860"/>
                  <a:pt x="6434000" y="1377004"/>
                </a:cubicBezTo>
                <a:cubicBezTo>
                  <a:pt x="6429408" y="1375147"/>
                  <a:pt x="6424108" y="1375042"/>
                  <a:pt x="6419193" y="1377131"/>
                </a:cubicBezTo>
                <a:close/>
                <a:moveTo>
                  <a:pt x="2599874" y="2867694"/>
                </a:moveTo>
                <a:cubicBezTo>
                  <a:pt x="2593933" y="2869304"/>
                  <a:pt x="2590407" y="2875437"/>
                  <a:pt x="2592016" y="2881416"/>
                </a:cubicBezTo>
                <a:cubicBezTo>
                  <a:pt x="2593377" y="2886381"/>
                  <a:pt x="2597881" y="2889658"/>
                  <a:pt x="2602807" y="2889658"/>
                </a:cubicBezTo>
                <a:cubicBezTo>
                  <a:pt x="2603785" y="2889658"/>
                  <a:pt x="2604762" y="2889543"/>
                  <a:pt x="2605740" y="2889274"/>
                </a:cubicBezTo>
                <a:cubicBezTo>
                  <a:pt x="2611699" y="2887645"/>
                  <a:pt x="2615227" y="2881512"/>
                  <a:pt x="2613597" y="2875552"/>
                </a:cubicBezTo>
                <a:cubicBezTo>
                  <a:pt x="2611987" y="2869591"/>
                  <a:pt x="2605835" y="2866065"/>
                  <a:pt x="2599874" y="2867694"/>
                </a:cubicBezTo>
                <a:close/>
                <a:moveTo>
                  <a:pt x="4169743" y="2254614"/>
                </a:moveTo>
                <a:cubicBezTo>
                  <a:pt x="4162515" y="2255669"/>
                  <a:pt x="4157517" y="2262377"/>
                  <a:pt x="4158571" y="2269602"/>
                </a:cubicBezTo>
                <a:cubicBezTo>
                  <a:pt x="4159529" y="2276175"/>
                  <a:pt x="4165181" y="2280909"/>
                  <a:pt x="4171642" y="2280909"/>
                </a:cubicBezTo>
                <a:cubicBezTo>
                  <a:pt x="4172273" y="2280909"/>
                  <a:pt x="4172926" y="2280871"/>
                  <a:pt x="4173577" y="2280775"/>
                </a:cubicBezTo>
                <a:cubicBezTo>
                  <a:pt x="4180800" y="2279721"/>
                  <a:pt x="4185805" y="2273013"/>
                  <a:pt x="4184749" y="2265788"/>
                </a:cubicBezTo>
                <a:cubicBezTo>
                  <a:pt x="4183697" y="2258563"/>
                  <a:pt x="4176968" y="2253560"/>
                  <a:pt x="4169743" y="2254614"/>
                </a:cubicBezTo>
                <a:close/>
                <a:moveTo>
                  <a:pt x="6020020" y="1530722"/>
                </a:moveTo>
                <a:cubicBezTo>
                  <a:pt x="6009901" y="1534153"/>
                  <a:pt x="6004476" y="1545153"/>
                  <a:pt x="6007906" y="1555273"/>
                </a:cubicBezTo>
                <a:cubicBezTo>
                  <a:pt x="6010647" y="1563341"/>
                  <a:pt x="6018178" y="1568420"/>
                  <a:pt x="6026247" y="1568420"/>
                </a:cubicBezTo>
                <a:cubicBezTo>
                  <a:pt x="6028298" y="1568420"/>
                  <a:pt x="6030407" y="1568075"/>
                  <a:pt x="6032458" y="1567385"/>
                </a:cubicBezTo>
                <a:cubicBezTo>
                  <a:pt x="6042575" y="1563954"/>
                  <a:pt x="6048000" y="1552953"/>
                  <a:pt x="6044569" y="1542834"/>
                </a:cubicBezTo>
                <a:cubicBezTo>
                  <a:pt x="6041139" y="1532715"/>
                  <a:pt x="6030138" y="1527291"/>
                  <a:pt x="6020020" y="1530722"/>
                </a:cubicBezTo>
                <a:close/>
                <a:moveTo>
                  <a:pt x="5086495" y="1895059"/>
                </a:moveTo>
                <a:cubicBezTo>
                  <a:pt x="5083149" y="1897963"/>
                  <a:pt x="5080911" y="1902146"/>
                  <a:pt x="5080575" y="1906918"/>
                </a:cubicBezTo>
                <a:cubicBezTo>
                  <a:pt x="5079885" y="1916443"/>
                  <a:pt x="5087071" y="1924722"/>
                  <a:pt x="5096616" y="1925412"/>
                </a:cubicBezTo>
                <a:cubicBezTo>
                  <a:pt x="5097020" y="1925450"/>
                  <a:pt x="5097441" y="1925450"/>
                  <a:pt x="5097844" y="1925450"/>
                </a:cubicBezTo>
                <a:cubicBezTo>
                  <a:pt x="5106851" y="1925450"/>
                  <a:pt x="5114459" y="1918475"/>
                  <a:pt x="5115112" y="1909351"/>
                </a:cubicBezTo>
                <a:cubicBezTo>
                  <a:pt x="5115782" y="1899827"/>
                  <a:pt x="5108595" y="1891547"/>
                  <a:pt x="5099070" y="1890877"/>
                </a:cubicBezTo>
                <a:cubicBezTo>
                  <a:pt x="5094298" y="1890532"/>
                  <a:pt x="5089842" y="1892156"/>
                  <a:pt x="5086495" y="1895059"/>
                </a:cubicBezTo>
                <a:close/>
                <a:moveTo>
                  <a:pt x="8528623" y="550109"/>
                </a:moveTo>
                <a:lnTo>
                  <a:pt x="8517009" y="561820"/>
                </a:lnTo>
                <a:cubicBezTo>
                  <a:pt x="8512103" y="573798"/>
                  <a:pt x="8517834" y="587501"/>
                  <a:pt x="8529812" y="592408"/>
                </a:cubicBezTo>
                <a:cubicBezTo>
                  <a:pt x="8532725" y="593596"/>
                  <a:pt x="8535734" y="594151"/>
                  <a:pt x="8538704" y="594151"/>
                </a:cubicBezTo>
                <a:lnTo>
                  <a:pt x="8545069" y="592240"/>
                </a:lnTo>
                <a:close/>
                <a:moveTo>
                  <a:pt x="6517798" y="1335005"/>
                </a:moveTo>
                <a:cubicBezTo>
                  <a:pt x="6507966" y="1339222"/>
                  <a:pt x="6503424" y="1350607"/>
                  <a:pt x="6507640" y="1360438"/>
                </a:cubicBezTo>
                <a:cubicBezTo>
                  <a:pt x="6510802" y="1367759"/>
                  <a:pt x="6517932" y="1372148"/>
                  <a:pt x="6525445" y="1372148"/>
                </a:cubicBezTo>
                <a:cubicBezTo>
                  <a:pt x="6527994" y="1372148"/>
                  <a:pt x="6530581" y="1371650"/>
                  <a:pt x="6533073" y="1370577"/>
                </a:cubicBezTo>
                <a:cubicBezTo>
                  <a:pt x="6542904" y="1366360"/>
                  <a:pt x="6547447" y="1354976"/>
                  <a:pt x="6543230" y="1345144"/>
                </a:cubicBezTo>
                <a:cubicBezTo>
                  <a:pt x="6541113" y="1340238"/>
                  <a:pt x="6537208" y="1336649"/>
                  <a:pt x="6532605" y="1334814"/>
                </a:cubicBezTo>
                <a:cubicBezTo>
                  <a:pt x="6528004" y="1332979"/>
                  <a:pt x="6522704" y="1332897"/>
                  <a:pt x="6517798" y="1335005"/>
                </a:cubicBezTo>
                <a:close/>
                <a:moveTo>
                  <a:pt x="4427806" y="2150490"/>
                </a:moveTo>
                <a:cubicBezTo>
                  <a:pt x="4419946" y="2151026"/>
                  <a:pt x="4414025" y="2157811"/>
                  <a:pt x="4414561" y="2165669"/>
                </a:cubicBezTo>
                <a:cubicBezTo>
                  <a:pt x="4415080" y="2173182"/>
                  <a:pt x="4421346" y="2178931"/>
                  <a:pt x="4428765" y="2178931"/>
                </a:cubicBezTo>
                <a:cubicBezTo>
                  <a:pt x="4429088" y="2178931"/>
                  <a:pt x="4429434" y="2178931"/>
                  <a:pt x="4429760" y="2178893"/>
                </a:cubicBezTo>
                <a:cubicBezTo>
                  <a:pt x="4437617" y="2178356"/>
                  <a:pt x="4443540" y="2171572"/>
                  <a:pt x="4443003" y="2163714"/>
                </a:cubicBezTo>
                <a:cubicBezTo>
                  <a:pt x="4442447" y="2155856"/>
                  <a:pt x="4435644" y="2149934"/>
                  <a:pt x="4427806" y="2150490"/>
                </a:cubicBezTo>
                <a:close/>
                <a:moveTo>
                  <a:pt x="7218309" y="1058584"/>
                </a:moveTo>
                <a:cubicBezTo>
                  <a:pt x="7208094" y="1061708"/>
                  <a:pt x="7202326" y="1072537"/>
                  <a:pt x="7205468" y="1082752"/>
                </a:cubicBezTo>
                <a:cubicBezTo>
                  <a:pt x="7208018" y="1091089"/>
                  <a:pt x="7215684" y="1096455"/>
                  <a:pt x="7223963" y="1096455"/>
                </a:cubicBezTo>
                <a:cubicBezTo>
                  <a:pt x="7225841" y="1096455"/>
                  <a:pt x="7227739" y="1096187"/>
                  <a:pt x="7229637" y="1095612"/>
                </a:cubicBezTo>
                <a:cubicBezTo>
                  <a:pt x="7239851" y="1092469"/>
                  <a:pt x="7245600" y="1081659"/>
                  <a:pt x="7242476" y="1071445"/>
                </a:cubicBezTo>
                <a:cubicBezTo>
                  <a:pt x="7239353" y="1061210"/>
                  <a:pt x="7228525" y="1055461"/>
                  <a:pt x="7218309" y="1058584"/>
                </a:cubicBezTo>
                <a:close/>
                <a:moveTo>
                  <a:pt x="5355769" y="1785122"/>
                </a:moveTo>
                <a:cubicBezTo>
                  <a:pt x="5345652" y="1785371"/>
                  <a:pt x="5337659" y="1793785"/>
                  <a:pt x="5337908" y="1803904"/>
                </a:cubicBezTo>
                <a:lnTo>
                  <a:pt x="5337889" y="1803885"/>
                </a:lnTo>
                <a:cubicBezTo>
                  <a:pt x="5338140" y="1813851"/>
                  <a:pt x="5346303" y="1821767"/>
                  <a:pt x="5356211" y="1821767"/>
                </a:cubicBezTo>
                <a:cubicBezTo>
                  <a:pt x="5356366" y="1821767"/>
                  <a:pt x="5356517" y="1821767"/>
                  <a:pt x="5356672" y="1821767"/>
                </a:cubicBezTo>
                <a:cubicBezTo>
                  <a:pt x="5366792" y="1821517"/>
                  <a:pt x="5374803" y="1813104"/>
                  <a:pt x="5374553" y="1802984"/>
                </a:cubicBezTo>
                <a:cubicBezTo>
                  <a:pt x="5374304" y="1792865"/>
                  <a:pt x="5365890" y="1784854"/>
                  <a:pt x="5355769" y="1785122"/>
                </a:cubicBezTo>
                <a:close/>
                <a:moveTo>
                  <a:pt x="6616384" y="1292593"/>
                </a:moveTo>
                <a:cubicBezTo>
                  <a:pt x="6606552" y="1296809"/>
                  <a:pt x="6602009" y="1308194"/>
                  <a:pt x="6606226" y="1318025"/>
                </a:cubicBezTo>
                <a:cubicBezTo>
                  <a:pt x="6609388" y="1325346"/>
                  <a:pt x="6616518" y="1329736"/>
                  <a:pt x="6624031" y="1329736"/>
                </a:cubicBezTo>
                <a:cubicBezTo>
                  <a:pt x="6626581" y="1329736"/>
                  <a:pt x="6629168" y="1329237"/>
                  <a:pt x="6631678" y="1328163"/>
                </a:cubicBezTo>
                <a:cubicBezTo>
                  <a:pt x="6641490" y="1323947"/>
                  <a:pt x="6646033" y="1312544"/>
                  <a:pt x="6641798" y="1302732"/>
                </a:cubicBezTo>
                <a:cubicBezTo>
                  <a:pt x="6639690" y="1297825"/>
                  <a:pt x="6635789" y="1294237"/>
                  <a:pt x="6631190" y="1292401"/>
                </a:cubicBezTo>
                <a:cubicBezTo>
                  <a:pt x="6626590" y="1290566"/>
                  <a:pt x="6621290" y="1290485"/>
                  <a:pt x="6616384" y="1292593"/>
                </a:cubicBezTo>
                <a:close/>
                <a:moveTo>
                  <a:pt x="5918446" y="1563648"/>
                </a:moveTo>
                <a:cubicBezTo>
                  <a:pt x="5908229" y="1566791"/>
                  <a:pt x="5902499" y="1577619"/>
                  <a:pt x="5905640" y="1587834"/>
                </a:cubicBezTo>
                <a:cubicBezTo>
                  <a:pt x="5908209" y="1596152"/>
                  <a:pt x="5915858" y="1601499"/>
                  <a:pt x="5924137" y="1601499"/>
                </a:cubicBezTo>
                <a:cubicBezTo>
                  <a:pt x="5926015" y="1601499"/>
                  <a:pt x="5927952" y="1601231"/>
                  <a:pt x="5929848" y="1600637"/>
                </a:cubicBezTo>
                <a:cubicBezTo>
                  <a:pt x="5940063" y="1597494"/>
                  <a:pt x="5945793" y="1586646"/>
                  <a:pt x="5942630" y="1576431"/>
                </a:cubicBezTo>
                <a:cubicBezTo>
                  <a:pt x="5939488" y="1566216"/>
                  <a:pt x="5928659" y="1560486"/>
                  <a:pt x="5918446" y="1563648"/>
                </a:cubicBezTo>
                <a:close/>
                <a:moveTo>
                  <a:pt x="6715124" y="1250333"/>
                </a:moveTo>
                <a:cubicBezTo>
                  <a:pt x="6705292" y="1254511"/>
                  <a:pt x="6700692" y="1265876"/>
                  <a:pt x="6704889" y="1275727"/>
                </a:cubicBezTo>
                <a:cubicBezTo>
                  <a:pt x="6708013" y="1283087"/>
                  <a:pt x="6715161" y="1287514"/>
                  <a:pt x="6722694" y="1287515"/>
                </a:cubicBezTo>
                <a:cubicBezTo>
                  <a:pt x="6725224" y="1287515"/>
                  <a:pt x="6727792" y="1287015"/>
                  <a:pt x="6730264" y="1285961"/>
                </a:cubicBezTo>
                <a:cubicBezTo>
                  <a:pt x="6740115" y="1281783"/>
                  <a:pt x="6744696" y="1270419"/>
                  <a:pt x="6740499" y="1260568"/>
                </a:cubicBezTo>
                <a:cubicBezTo>
                  <a:pt x="6738410" y="1255652"/>
                  <a:pt x="6734524" y="1252048"/>
                  <a:pt x="6729932" y="1250197"/>
                </a:cubicBezTo>
                <a:cubicBezTo>
                  <a:pt x="6725340" y="1248345"/>
                  <a:pt x="6720040" y="1248244"/>
                  <a:pt x="6715124" y="1250333"/>
                </a:cubicBezTo>
                <a:close/>
                <a:moveTo>
                  <a:pt x="3713743" y="2421142"/>
                </a:moveTo>
                <a:cubicBezTo>
                  <a:pt x="3707266" y="2422963"/>
                  <a:pt x="3703470" y="2429690"/>
                  <a:pt x="3705292" y="2436187"/>
                </a:cubicBezTo>
                <a:cubicBezTo>
                  <a:pt x="3706805" y="2441573"/>
                  <a:pt x="3711692" y="2445098"/>
                  <a:pt x="3717040" y="2445098"/>
                </a:cubicBezTo>
                <a:cubicBezTo>
                  <a:pt x="3718113" y="2445098"/>
                  <a:pt x="3719224" y="2444946"/>
                  <a:pt x="3720317" y="2444639"/>
                </a:cubicBezTo>
                <a:cubicBezTo>
                  <a:pt x="3726814" y="2442837"/>
                  <a:pt x="3730610" y="2436091"/>
                  <a:pt x="3728788" y="2429614"/>
                </a:cubicBezTo>
                <a:cubicBezTo>
                  <a:pt x="3726967" y="2423117"/>
                  <a:pt x="3720241" y="2419321"/>
                  <a:pt x="3713743" y="2421142"/>
                </a:cubicBezTo>
                <a:close/>
                <a:moveTo>
                  <a:pt x="7115603" y="1092066"/>
                </a:moveTo>
                <a:cubicBezTo>
                  <a:pt x="7105503" y="1095555"/>
                  <a:pt x="7100135" y="1106574"/>
                  <a:pt x="7103624" y="1116675"/>
                </a:cubicBezTo>
                <a:cubicBezTo>
                  <a:pt x="7106384" y="1124685"/>
                  <a:pt x="7113897" y="1129726"/>
                  <a:pt x="7121927" y="1129726"/>
                </a:cubicBezTo>
                <a:cubicBezTo>
                  <a:pt x="7124015" y="1129726"/>
                  <a:pt x="7126144" y="1129381"/>
                  <a:pt x="7128232" y="1128653"/>
                </a:cubicBezTo>
                <a:cubicBezTo>
                  <a:pt x="7138351" y="1125165"/>
                  <a:pt x="7143699" y="1114144"/>
                  <a:pt x="7140211" y="1104044"/>
                </a:cubicBezTo>
                <a:cubicBezTo>
                  <a:pt x="7136722" y="1093945"/>
                  <a:pt x="7125702" y="1088578"/>
                  <a:pt x="7115603" y="1092066"/>
                </a:cubicBezTo>
                <a:close/>
                <a:moveTo>
                  <a:pt x="2064452" y="3063506"/>
                </a:moveTo>
                <a:cubicBezTo>
                  <a:pt x="2058857" y="3063927"/>
                  <a:pt x="2054660" y="3068814"/>
                  <a:pt x="2055081" y="3074411"/>
                </a:cubicBezTo>
                <a:cubicBezTo>
                  <a:pt x="2055483" y="3079739"/>
                  <a:pt x="2059948" y="3083802"/>
                  <a:pt x="2065200" y="3083802"/>
                </a:cubicBezTo>
                <a:cubicBezTo>
                  <a:pt x="2065468" y="3083802"/>
                  <a:pt x="2065718" y="3083763"/>
                  <a:pt x="2065987" y="3083763"/>
                </a:cubicBezTo>
                <a:cubicBezTo>
                  <a:pt x="2071564" y="3083342"/>
                  <a:pt x="2075760" y="3078474"/>
                  <a:pt x="2075339" y="3072877"/>
                </a:cubicBezTo>
                <a:cubicBezTo>
                  <a:pt x="2074917" y="3067281"/>
                  <a:pt x="2070030" y="3063084"/>
                  <a:pt x="2064452" y="3063506"/>
                </a:cubicBezTo>
                <a:close/>
                <a:moveTo>
                  <a:pt x="2501173" y="2892685"/>
                </a:moveTo>
                <a:cubicBezTo>
                  <a:pt x="2495174" y="2894104"/>
                  <a:pt x="2491437" y="2900103"/>
                  <a:pt x="2492856" y="2906121"/>
                </a:cubicBezTo>
                <a:cubicBezTo>
                  <a:pt x="2494063" y="2911276"/>
                  <a:pt x="2498644" y="2914745"/>
                  <a:pt x="2503722" y="2914745"/>
                </a:cubicBezTo>
                <a:cubicBezTo>
                  <a:pt x="2504565" y="2914745"/>
                  <a:pt x="2505428" y="2914649"/>
                  <a:pt x="2506291" y="2914457"/>
                </a:cubicBezTo>
                <a:cubicBezTo>
                  <a:pt x="2512290" y="2913058"/>
                  <a:pt x="2516026" y="2907041"/>
                  <a:pt x="2514608" y="2901022"/>
                </a:cubicBezTo>
                <a:cubicBezTo>
                  <a:pt x="2513209" y="2895005"/>
                  <a:pt x="2507192" y="2891286"/>
                  <a:pt x="2501173" y="2892685"/>
                </a:cubicBezTo>
                <a:close/>
                <a:moveTo>
                  <a:pt x="6814209" y="1208649"/>
                </a:moveTo>
                <a:cubicBezTo>
                  <a:pt x="6804338" y="1212750"/>
                  <a:pt x="6799662" y="1224076"/>
                  <a:pt x="6803763" y="1233947"/>
                </a:cubicBezTo>
                <a:cubicBezTo>
                  <a:pt x="6806849" y="1241402"/>
                  <a:pt x="6814055" y="1245887"/>
                  <a:pt x="6821644" y="1245887"/>
                </a:cubicBezTo>
                <a:cubicBezTo>
                  <a:pt x="6824117" y="1245887"/>
                  <a:pt x="6826627" y="1245408"/>
                  <a:pt x="6829061" y="1244412"/>
                </a:cubicBezTo>
                <a:cubicBezTo>
                  <a:pt x="6838932" y="1240310"/>
                  <a:pt x="6843608" y="1228983"/>
                  <a:pt x="6839507" y="1219113"/>
                </a:cubicBezTo>
                <a:cubicBezTo>
                  <a:pt x="6837456" y="1214169"/>
                  <a:pt x="6833599" y="1210528"/>
                  <a:pt x="6829021" y="1208635"/>
                </a:cubicBezTo>
                <a:cubicBezTo>
                  <a:pt x="6824443" y="1206741"/>
                  <a:pt x="6819143" y="1206598"/>
                  <a:pt x="6814209" y="1208649"/>
                </a:cubicBezTo>
                <a:close/>
                <a:moveTo>
                  <a:pt x="7014160" y="1128826"/>
                </a:moveTo>
                <a:cubicBezTo>
                  <a:pt x="7004155" y="1132601"/>
                  <a:pt x="6999115" y="1143774"/>
                  <a:pt x="7002910" y="1153779"/>
                </a:cubicBezTo>
                <a:cubicBezTo>
                  <a:pt x="7005823" y="1161521"/>
                  <a:pt x="7013182" y="1166293"/>
                  <a:pt x="7021002" y="1166293"/>
                </a:cubicBezTo>
                <a:cubicBezTo>
                  <a:pt x="7023283" y="1166293"/>
                  <a:pt x="7025601" y="1165872"/>
                  <a:pt x="7027845" y="1165028"/>
                </a:cubicBezTo>
                <a:cubicBezTo>
                  <a:pt x="7037848" y="1161234"/>
                  <a:pt x="7042889" y="1150079"/>
                  <a:pt x="7039114" y="1140075"/>
                </a:cubicBezTo>
                <a:cubicBezTo>
                  <a:pt x="7035318" y="1130071"/>
                  <a:pt x="7024145" y="1125030"/>
                  <a:pt x="7014160" y="1128826"/>
                </a:cubicBezTo>
                <a:close/>
                <a:moveTo>
                  <a:pt x="814929" y="3548734"/>
                </a:moveTo>
                <a:cubicBezTo>
                  <a:pt x="813646" y="3550555"/>
                  <a:pt x="814086" y="3553065"/>
                  <a:pt x="815907" y="3554349"/>
                </a:cubicBezTo>
                <a:cubicBezTo>
                  <a:pt x="816598" y="3554847"/>
                  <a:pt x="817422" y="3555097"/>
                  <a:pt x="818227" y="3555097"/>
                </a:cubicBezTo>
                <a:cubicBezTo>
                  <a:pt x="819472" y="3555097"/>
                  <a:pt x="820718" y="3554503"/>
                  <a:pt x="821504" y="3553391"/>
                </a:cubicBezTo>
                <a:cubicBezTo>
                  <a:pt x="822788" y="3551570"/>
                  <a:pt x="822366" y="3549060"/>
                  <a:pt x="820545" y="3547776"/>
                </a:cubicBezTo>
                <a:cubicBezTo>
                  <a:pt x="818725" y="3546491"/>
                  <a:pt x="816214" y="3546932"/>
                  <a:pt x="814929" y="3548734"/>
                </a:cubicBezTo>
                <a:close/>
                <a:moveTo>
                  <a:pt x="6913811" y="1167980"/>
                </a:moveTo>
                <a:cubicBezTo>
                  <a:pt x="6903901" y="1171947"/>
                  <a:pt x="6899071" y="1183216"/>
                  <a:pt x="6903040" y="1193145"/>
                </a:cubicBezTo>
                <a:cubicBezTo>
                  <a:pt x="6906068" y="1200714"/>
                  <a:pt x="6913332" y="1205314"/>
                  <a:pt x="6921016" y="1205314"/>
                </a:cubicBezTo>
                <a:cubicBezTo>
                  <a:pt x="6923413" y="1205314"/>
                  <a:pt x="6925846" y="1204874"/>
                  <a:pt x="6928204" y="1203914"/>
                </a:cubicBezTo>
                <a:cubicBezTo>
                  <a:pt x="6938132" y="1199948"/>
                  <a:pt x="6942961" y="1188678"/>
                  <a:pt x="6938975" y="1178750"/>
                </a:cubicBezTo>
                <a:cubicBezTo>
                  <a:pt x="6935006" y="1168842"/>
                  <a:pt x="6923738" y="1164013"/>
                  <a:pt x="6913811" y="1167980"/>
                </a:cubicBezTo>
                <a:close/>
                <a:moveTo>
                  <a:pt x="7797102" y="822276"/>
                </a:moveTo>
                <a:cubicBezTo>
                  <a:pt x="7785853" y="822084"/>
                  <a:pt x="7776577" y="831035"/>
                  <a:pt x="7776365" y="842285"/>
                </a:cubicBezTo>
                <a:cubicBezTo>
                  <a:pt x="7776174" y="853535"/>
                  <a:pt x="7785124" y="862830"/>
                  <a:pt x="7796393" y="863021"/>
                </a:cubicBezTo>
                <a:lnTo>
                  <a:pt x="7796757" y="863021"/>
                </a:lnTo>
                <a:cubicBezTo>
                  <a:pt x="7807835" y="863021"/>
                  <a:pt x="7816919" y="854148"/>
                  <a:pt x="7817111" y="843013"/>
                </a:cubicBezTo>
                <a:cubicBezTo>
                  <a:pt x="7817321" y="831763"/>
                  <a:pt x="7808372" y="822467"/>
                  <a:pt x="7797102" y="822276"/>
                </a:cubicBezTo>
                <a:close/>
                <a:moveTo>
                  <a:pt x="5816006" y="1593373"/>
                </a:moveTo>
                <a:cubicBezTo>
                  <a:pt x="5805677" y="1596171"/>
                  <a:pt x="5799581" y="1606808"/>
                  <a:pt x="5802380" y="1617120"/>
                </a:cubicBezTo>
                <a:lnTo>
                  <a:pt x="5802397" y="1617120"/>
                </a:lnTo>
                <a:cubicBezTo>
                  <a:pt x="5804737" y="1625744"/>
                  <a:pt x="5812558" y="1631416"/>
                  <a:pt x="5821066" y="1631416"/>
                </a:cubicBezTo>
                <a:cubicBezTo>
                  <a:pt x="5822753" y="1631416"/>
                  <a:pt x="5824459" y="1631187"/>
                  <a:pt x="5826147" y="1630726"/>
                </a:cubicBezTo>
                <a:cubicBezTo>
                  <a:pt x="5836474" y="1627928"/>
                  <a:pt x="5842568" y="1617311"/>
                  <a:pt x="5839772" y="1606981"/>
                </a:cubicBezTo>
                <a:cubicBezTo>
                  <a:pt x="5836973" y="1596669"/>
                  <a:pt x="5826337" y="1590575"/>
                  <a:pt x="5816006" y="1593373"/>
                </a:cubicBezTo>
                <a:close/>
                <a:moveTo>
                  <a:pt x="4829204" y="1978189"/>
                </a:moveTo>
                <a:cubicBezTo>
                  <a:pt x="4826085" y="1980953"/>
                  <a:pt x="4824021" y="1984911"/>
                  <a:pt x="4823744" y="1989405"/>
                </a:cubicBezTo>
                <a:cubicBezTo>
                  <a:pt x="4823204" y="1998393"/>
                  <a:pt x="4830048" y="2006098"/>
                  <a:pt x="4839017" y="2006654"/>
                </a:cubicBezTo>
                <a:lnTo>
                  <a:pt x="4839017" y="2006673"/>
                </a:lnTo>
                <a:cubicBezTo>
                  <a:pt x="4839360" y="2006673"/>
                  <a:pt x="4839686" y="2006673"/>
                  <a:pt x="4840030" y="2006673"/>
                </a:cubicBezTo>
                <a:cubicBezTo>
                  <a:pt x="4848580" y="2006673"/>
                  <a:pt x="4855747" y="2000023"/>
                  <a:pt x="4856266" y="1991379"/>
                </a:cubicBezTo>
                <a:cubicBezTo>
                  <a:pt x="4856822" y="1982390"/>
                  <a:pt x="4849978" y="1974667"/>
                  <a:pt x="4840991" y="1974131"/>
                </a:cubicBezTo>
                <a:cubicBezTo>
                  <a:pt x="4836497" y="1973853"/>
                  <a:pt x="4832323" y="1975424"/>
                  <a:pt x="4829204" y="1978189"/>
                </a:cubicBezTo>
                <a:close/>
                <a:moveTo>
                  <a:pt x="3614774" y="2450274"/>
                </a:moveTo>
                <a:cubicBezTo>
                  <a:pt x="3608334" y="2452247"/>
                  <a:pt x="3604712" y="2459089"/>
                  <a:pt x="3606704" y="2465529"/>
                </a:cubicBezTo>
                <a:cubicBezTo>
                  <a:pt x="3608334" y="2470761"/>
                  <a:pt x="3613144" y="2474134"/>
                  <a:pt x="3618358" y="2474134"/>
                </a:cubicBezTo>
                <a:cubicBezTo>
                  <a:pt x="3619546" y="2474134"/>
                  <a:pt x="3620754" y="2473962"/>
                  <a:pt x="3621961" y="2473597"/>
                </a:cubicBezTo>
                <a:cubicBezTo>
                  <a:pt x="3628400" y="2471605"/>
                  <a:pt x="3632003" y="2464782"/>
                  <a:pt x="3630030" y="2458322"/>
                </a:cubicBezTo>
                <a:cubicBezTo>
                  <a:pt x="3628036" y="2451883"/>
                  <a:pt x="3621213" y="2448281"/>
                  <a:pt x="3614774" y="2450274"/>
                </a:cubicBezTo>
                <a:close/>
                <a:moveTo>
                  <a:pt x="4067114" y="2271538"/>
                </a:moveTo>
                <a:cubicBezTo>
                  <a:pt x="4059946" y="2272860"/>
                  <a:pt x="4055173" y="2279760"/>
                  <a:pt x="4056496" y="2286927"/>
                </a:cubicBezTo>
                <a:cubicBezTo>
                  <a:pt x="4057663" y="2293310"/>
                  <a:pt x="4063224" y="2297775"/>
                  <a:pt x="4069489" y="2297775"/>
                </a:cubicBezTo>
                <a:cubicBezTo>
                  <a:pt x="4070274" y="2297775"/>
                  <a:pt x="4071080" y="2297717"/>
                  <a:pt x="4071885" y="2297564"/>
                </a:cubicBezTo>
                <a:cubicBezTo>
                  <a:pt x="4079072" y="2296242"/>
                  <a:pt x="4083826" y="2289362"/>
                  <a:pt x="4082503" y="2282174"/>
                </a:cubicBezTo>
                <a:cubicBezTo>
                  <a:pt x="4081199" y="2274987"/>
                  <a:pt x="4074299" y="2270234"/>
                  <a:pt x="4067114" y="2271538"/>
                </a:cubicBezTo>
                <a:close/>
                <a:moveTo>
                  <a:pt x="1495880" y="3275043"/>
                </a:moveTo>
                <a:lnTo>
                  <a:pt x="1486254" y="3281263"/>
                </a:lnTo>
                <a:cubicBezTo>
                  <a:pt x="1485315" y="3285652"/>
                  <a:pt x="1488112" y="3289963"/>
                  <a:pt x="1492501" y="3290903"/>
                </a:cubicBezTo>
                <a:cubicBezTo>
                  <a:pt x="1493057" y="3291017"/>
                  <a:pt x="1493632" y="3291075"/>
                  <a:pt x="1494188" y="3291075"/>
                </a:cubicBezTo>
                <a:cubicBezTo>
                  <a:pt x="1497944" y="3291075"/>
                  <a:pt x="1501318" y="3288468"/>
                  <a:pt x="1502122" y="3284655"/>
                </a:cubicBezTo>
                <a:close/>
                <a:moveTo>
                  <a:pt x="4567041" y="2076186"/>
                </a:moveTo>
                <a:lnTo>
                  <a:pt x="4567041" y="2076205"/>
                </a:lnTo>
                <a:lnTo>
                  <a:pt x="4567045" y="2076195"/>
                </a:lnTo>
                <a:close/>
                <a:moveTo>
                  <a:pt x="1495875" y="3275034"/>
                </a:moveTo>
                <a:lnTo>
                  <a:pt x="1495880" y="3275043"/>
                </a:lnTo>
                <a:lnTo>
                  <a:pt x="1495894" y="3275034"/>
                </a:lnTo>
                <a:close/>
                <a:moveTo>
                  <a:pt x="1728120" y="3180567"/>
                </a:moveTo>
                <a:cubicBezTo>
                  <a:pt x="1723079" y="3180145"/>
                  <a:pt x="1718671" y="3183883"/>
                  <a:pt x="1718249" y="3188904"/>
                </a:cubicBezTo>
                <a:cubicBezTo>
                  <a:pt x="1717828" y="3193925"/>
                  <a:pt x="1721565" y="3198353"/>
                  <a:pt x="1726586" y="3198775"/>
                </a:cubicBezTo>
                <a:cubicBezTo>
                  <a:pt x="1726836" y="3198812"/>
                  <a:pt x="1727104" y="3198812"/>
                  <a:pt x="1727353" y="3198812"/>
                </a:cubicBezTo>
                <a:cubicBezTo>
                  <a:pt x="1732049" y="3198812"/>
                  <a:pt x="1736054" y="3195210"/>
                  <a:pt x="1736457" y="3190418"/>
                </a:cubicBezTo>
                <a:cubicBezTo>
                  <a:pt x="1736879" y="3185397"/>
                  <a:pt x="1733141" y="3180989"/>
                  <a:pt x="1728120" y="3180567"/>
                </a:cubicBezTo>
                <a:close/>
                <a:moveTo>
                  <a:pt x="3516627" y="2481819"/>
                </a:moveTo>
                <a:cubicBezTo>
                  <a:pt x="3510226" y="2483947"/>
                  <a:pt x="3506758" y="2490846"/>
                  <a:pt x="3508886" y="2497247"/>
                </a:cubicBezTo>
                <a:cubicBezTo>
                  <a:pt x="3510591" y="2502364"/>
                  <a:pt x="3515344" y="2505604"/>
                  <a:pt x="3520461" y="2505604"/>
                </a:cubicBezTo>
                <a:cubicBezTo>
                  <a:pt x="3521745" y="2505604"/>
                  <a:pt x="3523029" y="2505412"/>
                  <a:pt x="3524314" y="2504991"/>
                </a:cubicBezTo>
                <a:cubicBezTo>
                  <a:pt x="3530695" y="2502863"/>
                  <a:pt x="3534165" y="2495963"/>
                  <a:pt x="3532037" y="2489562"/>
                </a:cubicBezTo>
                <a:cubicBezTo>
                  <a:pt x="3529929" y="2483161"/>
                  <a:pt x="3523010" y="2479692"/>
                  <a:pt x="3516627" y="2481819"/>
                </a:cubicBezTo>
                <a:close/>
                <a:moveTo>
                  <a:pt x="2401667" y="2914036"/>
                </a:moveTo>
                <a:cubicBezTo>
                  <a:pt x="2395611" y="2915205"/>
                  <a:pt x="2391643" y="2921069"/>
                  <a:pt x="2392813" y="2927125"/>
                </a:cubicBezTo>
                <a:lnTo>
                  <a:pt x="2392793" y="2927125"/>
                </a:lnTo>
                <a:cubicBezTo>
                  <a:pt x="2393829" y="2932473"/>
                  <a:pt x="2398524" y="2936190"/>
                  <a:pt x="2403756" y="2936190"/>
                </a:cubicBezTo>
                <a:cubicBezTo>
                  <a:pt x="2404465" y="2936190"/>
                  <a:pt x="2405193" y="2936133"/>
                  <a:pt x="2405902" y="2935980"/>
                </a:cubicBezTo>
                <a:cubicBezTo>
                  <a:pt x="2411959" y="2934811"/>
                  <a:pt x="2415926" y="2928946"/>
                  <a:pt x="2414756" y="2922890"/>
                </a:cubicBezTo>
                <a:cubicBezTo>
                  <a:pt x="2413588" y="2916815"/>
                  <a:pt x="2407723" y="2912867"/>
                  <a:pt x="2401667" y="2914036"/>
                </a:cubicBezTo>
                <a:close/>
                <a:moveTo>
                  <a:pt x="420143" y="3687317"/>
                </a:moveTo>
                <a:cubicBezTo>
                  <a:pt x="419759" y="3687701"/>
                  <a:pt x="419759" y="3688295"/>
                  <a:pt x="420143" y="3688659"/>
                </a:cubicBezTo>
                <a:lnTo>
                  <a:pt x="420161" y="3688659"/>
                </a:lnTo>
                <a:cubicBezTo>
                  <a:pt x="420354" y="3688831"/>
                  <a:pt x="420583" y="3688927"/>
                  <a:pt x="420833" y="3688927"/>
                </a:cubicBezTo>
                <a:cubicBezTo>
                  <a:pt x="421082" y="3688927"/>
                  <a:pt x="421331" y="3688831"/>
                  <a:pt x="421523" y="3688621"/>
                </a:cubicBezTo>
                <a:cubicBezTo>
                  <a:pt x="421886" y="3688238"/>
                  <a:pt x="421867" y="3687644"/>
                  <a:pt x="421484" y="3687279"/>
                </a:cubicBezTo>
                <a:cubicBezTo>
                  <a:pt x="421101" y="3686915"/>
                  <a:pt x="420507" y="3686915"/>
                  <a:pt x="420143" y="3687317"/>
                </a:cubicBezTo>
                <a:close/>
                <a:moveTo>
                  <a:pt x="8290539" y="613636"/>
                </a:moveTo>
                <a:cubicBezTo>
                  <a:pt x="8285439" y="616269"/>
                  <a:pt x="8281342" y="620849"/>
                  <a:pt x="8279454" y="626752"/>
                </a:cubicBezTo>
                <a:cubicBezTo>
                  <a:pt x="8275698" y="638539"/>
                  <a:pt x="8282195" y="651168"/>
                  <a:pt x="8294001" y="654925"/>
                </a:cubicBezTo>
                <a:cubicBezTo>
                  <a:pt x="8296263" y="655653"/>
                  <a:pt x="8298562" y="655998"/>
                  <a:pt x="8300825" y="655998"/>
                </a:cubicBezTo>
                <a:cubicBezTo>
                  <a:pt x="8310330" y="655998"/>
                  <a:pt x="8319126" y="649923"/>
                  <a:pt x="8322174" y="640397"/>
                </a:cubicBezTo>
                <a:cubicBezTo>
                  <a:pt x="8325950" y="628592"/>
                  <a:pt x="8319434" y="615981"/>
                  <a:pt x="8307648" y="612206"/>
                </a:cubicBezTo>
                <a:cubicBezTo>
                  <a:pt x="8301744" y="610318"/>
                  <a:pt x="8295640" y="611003"/>
                  <a:pt x="8290539" y="613636"/>
                </a:cubicBezTo>
                <a:close/>
                <a:moveTo>
                  <a:pt x="3419096" y="2514880"/>
                </a:moveTo>
                <a:cubicBezTo>
                  <a:pt x="3412732" y="2517083"/>
                  <a:pt x="3409360" y="2524041"/>
                  <a:pt x="3411564" y="2530403"/>
                </a:cubicBezTo>
                <a:cubicBezTo>
                  <a:pt x="3413308" y="2535444"/>
                  <a:pt x="3418023" y="2538625"/>
                  <a:pt x="3423083" y="2538625"/>
                </a:cubicBezTo>
                <a:cubicBezTo>
                  <a:pt x="3424405" y="2538625"/>
                  <a:pt x="3425746" y="2538395"/>
                  <a:pt x="3427069" y="2537954"/>
                </a:cubicBezTo>
                <a:cubicBezTo>
                  <a:pt x="3433451" y="2535750"/>
                  <a:pt x="3436824" y="2528794"/>
                  <a:pt x="3434620" y="2522431"/>
                </a:cubicBezTo>
                <a:cubicBezTo>
                  <a:pt x="3432416" y="2516068"/>
                  <a:pt x="3425478" y="2512676"/>
                  <a:pt x="3419096" y="2514880"/>
                </a:cubicBezTo>
                <a:close/>
                <a:moveTo>
                  <a:pt x="5712648" y="1619227"/>
                </a:moveTo>
                <a:cubicBezTo>
                  <a:pt x="5702223" y="1621603"/>
                  <a:pt x="5695707" y="1631972"/>
                  <a:pt x="5698081" y="1642398"/>
                </a:cubicBezTo>
                <a:cubicBezTo>
                  <a:pt x="5700134" y="1651367"/>
                  <a:pt x="5708106" y="1657462"/>
                  <a:pt x="5716941" y="1657462"/>
                </a:cubicBezTo>
                <a:cubicBezTo>
                  <a:pt x="5718359" y="1657462"/>
                  <a:pt x="5719815" y="1657309"/>
                  <a:pt x="5721253" y="1656964"/>
                </a:cubicBezTo>
                <a:cubicBezTo>
                  <a:pt x="5731677" y="1654587"/>
                  <a:pt x="5738194" y="1644219"/>
                  <a:pt x="5735820" y="1633792"/>
                </a:cubicBezTo>
                <a:cubicBezTo>
                  <a:pt x="5733441" y="1623367"/>
                  <a:pt x="5723075" y="1616850"/>
                  <a:pt x="5712648" y="1619227"/>
                </a:cubicBezTo>
                <a:close/>
                <a:moveTo>
                  <a:pt x="4581739" y="2060394"/>
                </a:moveTo>
                <a:cubicBezTo>
                  <a:pt x="4577534" y="2060547"/>
                  <a:pt x="4573782" y="2062397"/>
                  <a:pt x="4571121" y="2065260"/>
                </a:cubicBezTo>
                <a:lnTo>
                  <a:pt x="4567045" y="2076195"/>
                </a:lnTo>
                <a:lnTo>
                  <a:pt x="4571708" y="2086645"/>
                </a:lnTo>
                <a:cubicBezTo>
                  <a:pt x="4574462" y="2089300"/>
                  <a:pt x="4578205" y="2090923"/>
                  <a:pt x="4582295" y="2090923"/>
                </a:cubicBezTo>
                <a:cubicBezTo>
                  <a:pt x="4582469" y="2090923"/>
                  <a:pt x="4582660" y="2090923"/>
                  <a:pt x="4582853" y="2090923"/>
                </a:cubicBezTo>
                <a:cubicBezTo>
                  <a:pt x="4591267" y="2090618"/>
                  <a:pt x="4597858" y="2083545"/>
                  <a:pt x="4597551" y="2075113"/>
                </a:cubicBezTo>
                <a:cubicBezTo>
                  <a:pt x="4597246" y="2066680"/>
                  <a:pt x="4590173" y="2060107"/>
                  <a:pt x="4581739" y="2060394"/>
                </a:cubicBezTo>
                <a:close/>
                <a:moveTo>
                  <a:pt x="4323451" y="2160169"/>
                </a:moveTo>
                <a:cubicBezTo>
                  <a:pt x="4315631" y="2161069"/>
                  <a:pt x="4310035" y="2168122"/>
                  <a:pt x="4310936" y="2175942"/>
                </a:cubicBezTo>
                <a:cubicBezTo>
                  <a:pt x="4311778" y="2183205"/>
                  <a:pt x="4317931" y="2188553"/>
                  <a:pt x="4325078" y="2188553"/>
                </a:cubicBezTo>
                <a:cubicBezTo>
                  <a:pt x="4325617" y="2188553"/>
                  <a:pt x="4326172" y="2188533"/>
                  <a:pt x="4326729" y="2188456"/>
                </a:cubicBezTo>
                <a:cubicBezTo>
                  <a:pt x="4334546" y="2187556"/>
                  <a:pt x="4340143" y="2180503"/>
                  <a:pt x="4339242" y="2172683"/>
                </a:cubicBezTo>
                <a:cubicBezTo>
                  <a:pt x="4338340" y="2164864"/>
                  <a:pt x="4331269" y="2159268"/>
                  <a:pt x="4323451" y="2160169"/>
                </a:cubicBezTo>
                <a:close/>
                <a:moveTo>
                  <a:pt x="3321985" y="2548918"/>
                </a:moveTo>
                <a:cubicBezTo>
                  <a:pt x="3315622" y="2551160"/>
                  <a:pt x="3312287" y="2558135"/>
                  <a:pt x="3314549" y="2564480"/>
                </a:cubicBezTo>
                <a:cubicBezTo>
                  <a:pt x="3316332" y="2569501"/>
                  <a:pt x="3321028" y="2572625"/>
                  <a:pt x="3326048" y="2572625"/>
                </a:cubicBezTo>
                <a:cubicBezTo>
                  <a:pt x="3327409" y="2572625"/>
                  <a:pt x="3328789" y="2572395"/>
                  <a:pt x="3330130" y="2571915"/>
                </a:cubicBezTo>
                <a:cubicBezTo>
                  <a:pt x="3336474" y="2569673"/>
                  <a:pt x="3339809" y="2562697"/>
                  <a:pt x="3337547" y="2556353"/>
                </a:cubicBezTo>
                <a:cubicBezTo>
                  <a:pt x="3335306" y="2549991"/>
                  <a:pt x="3328329" y="2546675"/>
                  <a:pt x="3321985" y="2548918"/>
                </a:cubicBezTo>
                <a:close/>
                <a:moveTo>
                  <a:pt x="1270624" y="3346385"/>
                </a:moveTo>
                <a:cubicBezTo>
                  <a:pt x="1266965" y="3345005"/>
                  <a:pt x="1262864" y="3346845"/>
                  <a:pt x="1261483" y="3350505"/>
                </a:cubicBezTo>
                <a:cubicBezTo>
                  <a:pt x="1260103" y="3354166"/>
                  <a:pt x="1261942" y="3358268"/>
                  <a:pt x="1265604" y="3359648"/>
                </a:cubicBezTo>
                <a:cubicBezTo>
                  <a:pt x="1266428" y="3359954"/>
                  <a:pt x="1267271" y="3360107"/>
                  <a:pt x="1268115" y="3360107"/>
                </a:cubicBezTo>
                <a:cubicBezTo>
                  <a:pt x="1270971" y="3360107"/>
                  <a:pt x="1273671" y="3358364"/>
                  <a:pt x="1274746" y="3355528"/>
                </a:cubicBezTo>
                <a:cubicBezTo>
                  <a:pt x="1276124" y="3351848"/>
                  <a:pt x="1274285" y="3347765"/>
                  <a:pt x="1270624" y="3346385"/>
                </a:cubicBezTo>
                <a:close/>
                <a:moveTo>
                  <a:pt x="3225085" y="2583434"/>
                </a:moveTo>
                <a:cubicBezTo>
                  <a:pt x="3218742" y="2585696"/>
                  <a:pt x="3215426" y="2592671"/>
                  <a:pt x="3217706" y="2599035"/>
                </a:cubicBezTo>
                <a:cubicBezTo>
                  <a:pt x="3219489" y="2604017"/>
                  <a:pt x="3224185" y="2607122"/>
                  <a:pt x="3229186" y="2607122"/>
                </a:cubicBezTo>
                <a:cubicBezTo>
                  <a:pt x="3230548" y="2607122"/>
                  <a:pt x="3231947" y="2606892"/>
                  <a:pt x="3233288" y="2606413"/>
                </a:cubicBezTo>
                <a:cubicBezTo>
                  <a:pt x="3239652" y="2604152"/>
                  <a:pt x="3242948" y="2597156"/>
                  <a:pt x="3240686" y="2590813"/>
                </a:cubicBezTo>
                <a:cubicBezTo>
                  <a:pt x="3238424" y="2584468"/>
                  <a:pt x="3231430" y="2581153"/>
                  <a:pt x="3225085" y="2583434"/>
                </a:cubicBezTo>
                <a:close/>
                <a:moveTo>
                  <a:pt x="8040866" y="703102"/>
                </a:moveTo>
                <a:cubicBezTo>
                  <a:pt x="8036357" y="706216"/>
                  <a:pt x="8033037" y="711050"/>
                  <a:pt x="8031973" y="716867"/>
                </a:cubicBezTo>
                <a:cubicBezTo>
                  <a:pt x="8029845" y="728481"/>
                  <a:pt x="8037550" y="739636"/>
                  <a:pt x="8049164" y="741763"/>
                </a:cubicBezTo>
                <a:cubicBezTo>
                  <a:pt x="8050468" y="742013"/>
                  <a:pt x="8051771" y="742128"/>
                  <a:pt x="8053055" y="742128"/>
                </a:cubicBezTo>
                <a:cubicBezTo>
                  <a:pt x="8063194" y="742128"/>
                  <a:pt x="8072182" y="734902"/>
                  <a:pt x="8074080" y="724572"/>
                </a:cubicBezTo>
                <a:cubicBezTo>
                  <a:pt x="8076207" y="712939"/>
                  <a:pt x="8068502" y="701804"/>
                  <a:pt x="8056888" y="699657"/>
                </a:cubicBezTo>
                <a:cubicBezTo>
                  <a:pt x="8051071" y="698594"/>
                  <a:pt x="8045375" y="699988"/>
                  <a:pt x="8040866" y="703102"/>
                </a:cubicBezTo>
                <a:close/>
                <a:moveTo>
                  <a:pt x="3965192" y="2291968"/>
                </a:moveTo>
                <a:cubicBezTo>
                  <a:pt x="3958044" y="2293520"/>
                  <a:pt x="3953522" y="2300554"/>
                  <a:pt x="3955075" y="2307683"/>
                </a:cubicBezTo>
                <a:cubicBezTo>
                  <a:pt x="3956395" y="2313893"/>
                  <a:pt x="3961878" y="2318129"/>
                  <a:pt x="3967970" y="2318129"/>
                </a:cubicBezTo>
                <a:cubicBezTo>
                  <a:pt x="3968912" y="2318129"/>
                  <a:pt x="3969848" y="2318013"/>
                  <a:pt x="3970787" y="2317822"/>
                </a:cubicBezTo>
                <a:cubicBezTo>
                  <a:pt x="3977917" y="2316269"/>
                  <a:pt x="3982460" y="2309235"/>
                  <a:pt x="3980907" y="2302087"/>
                </a:cubicBezTo>
                <a:cubicBezTo>
                  <a:pt x="3979356" y="2294957"/>
                  <a:pt x="3972322" y="2290416"/>
                  <a:pt x="3965192" y="2291968"/>
                </a:cubicBezTo>
                <a:close/>
                <a:moveTo>
                  <a:pt x="7668465" y="846251"/>
                </a:moveTo>
                <a:lnTo>
                  <a:pt x="7668465" y="846271"/>
                </a:lnTo>
                <a:lnTo>
                  <a:pt x="7668469" y="846260"/>
                </a:lnTo>
                <a:close/>
                <a:moveTo>
                  <a:pt x="3128262" y="2617931"/>
                </a:moveTo>
                <a:cubicBezTo>
                  <a:pt x="3121900" y="2620174"/>
                  <a:pt x="3118584" y="2627150"/>
                  <a:pt x="3120826" y="2633512"/>
                </a:cubicBezTo>
                <a:cubicBezTo>
                  <a:pt x="3122609" y="2638515"/>
                  <a:pt x="3127304" y="2641639"/>
                  <a:pt x="3132325" y="2641639"/>
                </a:cubicBezTo>
                <a:cubicBezTo>
                  <a:pt x="3133685" y="2641639"/>
                  <a:pt x="3135066" y="2641409"/>
                  <a:pt x="3136407" y="2640930"/>
                </a:cubicBezTo>
                <a:cubicBezTo>
                  <a:pt x="3142751" y="2638668"/>
                  <a:pt x="3146086" y="2631711"/>
                  <a:pt x="3143824" y="2625348"/>
                </a:cubicBezTo>
                <a:cubicBezTo>
                  <a:pt x="3141582" y="2619005"/>
                  <a:pt x="3134606" y="2615670"/>
                  <a:pt x="3128262" y="2617931"/>
                </a:cubicBezTo>
                <a:close/>
                <a:moveTo>
                  <a:pt x="930037" y="3473643"/>
                </a:moveTo>
                <a:cubicBezTo>
                  <a:pt x="928542" y="3476001"/>
                  <a:pt x="929251" y="3479125"/>
                  <a:pt x="931608" y="3480601"/>
                </a:cubicBezTo>
                <a:cubicBezTo>
                  <a:pt x="932451" y="3481137"/>
                  <a:pt x="933372" y="3481387"/>
                  <a:pt x="934291" y="3481387"/>
                </a:cubicBezTo>
                <a:cubicBezTo>
                  <a:pt x="935978" y="3481387"/>
                  <a:pt x="937607" y="3480543"/>
                  <a:pt x="938566" y="3479029"/>
                </a:cubicBezTo>
                <a:cubicBezTo>
                  <a:pt x="940060" y="3476672"/>
                  <a:pt x="939351" y="3473548"/>
                  <a:pt x="936994" y="3472072"/>
                </a:cubicBezTo>
                <a:cubicBezTo>
                  <a:pt x="934637" y="3470577"/>
                  <a:pt x="931513" y="3471286"/>
                  <a:pt x="930037" y="3473643"/>
                </a:cubicBezTo>
                <a:close/>
                <a:moveTo>
                  <a:pt x="5249633" y="1786061"/>
                </a:moveTo>
                <a:cubicBezTo>
                  <a:pt x="5239514" y="1786023"/>
                  <a:pt x="5231273" y="1794207"/>
                  <a:pt x="5231235" y="1804326"/>
                </a:cubicBezTo>
                <a:cubicBezTo>
                  <a:pt x="5231197" y="1814464"/>
                  <a:pt x="5239378" y="1822705"/>
                  <a:pt x="5249498" y="1822725"/>
                </a:cubicBezTo>
                <a:cubicBezTo>
                  <a:pt x="5259616" y="1822782"/>
                  <a:pt x="5267860" y="1814598"/>
                  <a:pt x="5267898" y="1804479"/>
                </a:cubicBezTo>
                <a:cubicBezTo>
                  <a:pt x="5267937" y="1794341"/>
                  <a:pt x="5259772" y="1786100"/>
                  <a:pt x="5249633" y="1786061"/>
                </a:cubicBezTo>
                <a:close/>
                <a:moveTo>
                  <a:pt x="3031305" y="2651873"/>
                </a:moveTo>
                <a:cubicBezTo>
                  <a:pt x="3024922" y="2654078"/>
                  <a:pt x="3021550" y="2661015"/>
                  <a:pt x="3023753" y="2667378"/>
                </a:cubicBezTo>
                <a:cubicBezTo>
                  <a:pt x="3025498" y="2672438"/>
                  <a:pt x="3030213" y="2675619"/>
                  <a:pt x="3035291" y="2675619"/>
                </a:cubicBezTo>
                <a:cubicBezTo>
                  <a:pt x="3036595" y="2675619"/>
                  <a:pt x="3037936" y="2675409"/>
                  <a:pt x="3039259" y="2674948"/>
                </a:cubicBezTo>
                <a:cubicBezTo>
                  <a:pt x="3045641" y="2672745"/>
                  <a:pt x="3049014" y="2665807"/>
                  <a:pt x="3046810" y="2659424"/>
                </a:cubicBezTo>
                <a:cubicBezTo>
                  <a:pt x="3044625" y="2653061"/>
                  <a:pt x="3037668" y="2649669"/>
                  <a:pt x="3031305" y="2651873"/>
                </a:cubicBezTo>
                <a:close/>
                <a:moveTo>
                  <a:pt x="1963567" y="3068297"/>
                </a:moveTo>
                <a:cubicBezTo>
                  <a:pt x="1957970" y="3068412"/>
                  <a:pt x="1953505" y="3073031"/>
                  <a:pt x="1953601" y="3078646"/>
                </a:cubicBezTo>
                <a:cubicBezTo>
                  <a:pt x="1953716" y="3084185"/>
                  <a:pt x="1958238" y="3088612"/>
                  <a:pt x="1963759" y="3088612"/>
                </a:cubicBezTo>
                <a:lnTo>
                  <a:pt x="1963950" y="3088612"/>
                </a:lnTo>
                <a:cubicBezTo>
                  <a:pt x="1969565" y="3088498"/>
                  <a:pt x="1974030" y="3083859"/>
                  <a:pt x="1973916" y="3078263"/>
                </a:cubicBezTo>
                <a:cubicBezTo>
                  <a:pt x="1973820" y="3072647"/>
                  <a:pt x="1969183" y="3068182"/>
                  <a:pt x="1963567" y="3068297"/>
                </a:cubicBezTo>
                <a:close/>
                <a:moveTo>
                  <a:pt x="4980446" y="1888490"/>
                </a:moveTo>
                <a:cubicBezTo>
                  <a:pt x="4977150" y="1891451"/>
                  <a:pt x="4974984" y="1895667"/>
                  <a:pt x="4974727" y="1900440"/>
                </a:cubicBezTo>
                <a:cubicBezTo>
                  <a:pt x="4974208" y="1909985"/>
                  <a:pt x="4981545" y="1918149"/>
                  <a:pt x="4991094" y="1918647"/>
                </a:cubicBezTo>
                <a:cubicBezTo>
                  <a:pt x="4991418" y="1918685"/>
                  <a:pt x="4991726" y="1918685"/>
                  <a:pt x="4992033" y="1918685"/>
                </a:cubicBezTo>
                <a:cubicBezTo>
                  <a:pt x="5001173" y="1918685"/>
                  <a:pt x="5008821" y="1911517"/>
                  <a:pt x="5009300" y="1902280"/>
                </a:cubicBezTo>
                <a:cubicBezTo>
                  <a:pt x="5009817" y="1892735"/>
                  <a:pt x="5002497" y="1884591"/>
                  <a:pt x="4992951" y="1884073"/>
                </a:cubicBezTo>
                <a:cubicBezTo>
                  <a:pt x="4988170" y="1883824"/>
                  <a:pt x="4983743" y="1885529"/>
                  <a:pt x="4980446" y="1888490"/>
                </a:cubicBezTo>
                <a:close/>
                <a:moveTo>
                  <a:pt x="2934041" y="2684704"/>
                </a:moveTo>
                <a:cubicBezTo>
                  <a:pt x="2927640" y="2686812"/>
                  <a:pt x="2924151" y="2693692"/>
                  <a:pt x="2926260" y="2700093"/>
                </a:cubicBezTo>
                <a:cubicBezTo>
                  <a:pt x="2927947" y="2705229"/>
                  <a:pt x="2932738" y="2708487"/>
                  <a:pt x="2937854" y="2708487"/>
                </a:cubicBezTo>
                <a:cubicBezTo>
                  <a:pt x="2939120" y="2708487"/>
                  <a:pt x="2940404" y="2708296"/>
                  <a:pt x="2941669" y="2707874"/>
                </a:cubicBezTo>
                <a:cubicBezTo>
                  <a:pt x="2948070" y="2705766"/>
                  <a:pt x="2951558" y="2698886"/>
                  <a:pt x="2949450" y="2692484"/>
                </a:cubicBezTo>
                <a:cubicBezTo>
                  <a:pt x="2947342" y="2686064"/>
                  <a:pt x="2940441" y="2682595"/>
                  <a:pt x="2934041" y="2684704"/>
                </a:cubicBezTo>
                <a:close/>
                <a:moveTo>
                  <a:pt x="5608407" y="1640347"/>
                </a:moveTo>
                <a:cubicBezTo>
                  <a:pt x="5597886" y="1642206"/>
                  <a:pt x="5590853" y="1652249"/>
                  <a:pt x="5592711" y="1662771"/>
                </a:cubicBezTo>
                <a:cubicBezTo>
                  <a:pt x="5594359" y="1672162"/>
                  <a:pt x="5602545" y="1678774"/>
                  <a:pt x="5611763" y="1678774"/>
                </a:cubicBezTo>
                <a:cubicBezTo>
                  <a:pt x="5612871" y="1678774"/>
                  <a:pt x="5614003" y="1678678"/>
                  <a:pt x="5615136" y="1678486"/>
                </a:cubicBezTo>
                <a:cubicBezTo>
                  <a:pt x="5625657" y="1676628"/>
                  <a:pt x="5632691" y="1666585"/>
                  <a:pt x="5630851" y="1656063"/>
                </a:cubicBezTo>
                <a:cubicBezTo>
                  <a:pt x="5628991" y="1645522"/>
                  <a:pt x="5618948" y="1638488"/>
                  <a:pt x="5608407" y="1640347"/>
                </a:cubicBezTo>
                <a:close/>
                <a:moveTo>
                  <a:pt x="2301413" y="2931170"/>
                </a:moveTo>
                <a:cubicBezTo>
                  <a:pt x="2295300" y="2932070"/>
                  <a:pt x="2291082" y="2937743"/>
                  <a:pt x="2291984" y="2943858"/>
                </a:cubicBezTo>
                <a:cubicBezTo>
                  <a:pt x="2292808" y="2949415"/>
                  <a:pt x="2297580" y="2953401"/>
                  <a:pt x="2303042" y="2953401"/>
                </a:cubicBezTo>
                <a:cubicBezTo>
                  <a:pt x="2303579" y="2953401"/>
                  <a:pt x="2304135" y="2953363"/>
                  <a:pt x="2304672" y="2953286"/>
                </a:cubicBezTo>
                <a:cubicBezTo>
                  <a:pt x="2310785" y="2952385"/>
                  <a:pt x="2315002" y="2946694"/>
                  <a:pt x="2314101" y="2940599"/>
                </a:cubicBezTo>
                <a:cubicBezTo>
                  <a:pt x="2313200" y="2934485"/>
                  <a:pt x="2307508" y="2930249"/>
                  <a:pt x="2301413" y="2931170"/>
                </a:cubicBezTo>
                <a:close/>
                <a:moveTo>
                  <a:pt x="522525" y="3624148"/>
                </a:moveTo>
                <a:cubicBezTo>
                  <a:pt x="521795" y="3624953"/>
                  <a:pt x="521874" y="3626200"/>
                  <a:pt x="522678" y="3626947"/>
                </a:cubicBezTo>
                <a:cubicBezTo>
                  <a:pt x="523060" y="3627273"/>
                  <a:pt x="523541" y="3627445"/>
                  <a:pt x="524001" y="3627445"/>
                </a:cubicBezTo>
                <a:cubicBezTo>
                  <a:pt x="524536" y="3627445"/>
                  <a:pt x="525091" y="3627234"/>
                  <a:pt x="525475" y="3626793"/>
                </a:cubicBezTo>
                <a:cubicBezTo>
                  <a:pt x="526205" y="3625989"/>
                  <a:pt x="526147" y="3624724"/>
                  <a:pt x="525321" y="3623995"/>
                </a:cubicBezTo>
                <a:cubicBezTo>
                  <a:pt x="524518" y="3623267"/>
                  <a:pt x="523253" y="3623325"/>
                  <a:pt x="522525" y="3624148"/>
                </a:cubicBezTo>
                <a:close/>
                <a:moveTo>
                  <a:pt x="7687573" y="824710"/>
                </a:moveTo>
                <a:cubicBezTo>
                  <a:pt x="7681957" y="825046"/>
                  <a:pt x="7677012" y="827628"/>
                  <a:pt x="7673556" y="831531"/>
                </a:cubicBezTo>
                <a:lnTo>
                  <a:pt x="7668469" y="846260"/>
                </a:lnTo>
                <a:lnTo>
                  <a:pt x="7674874" y="859886"/>
                </a:lnTo>
                <a:cubicBezTo>
                  <a:pt x="7678537" y="863319"/>
                  <a:pt x="7683452" y="865398"/>
                  <a:pt x="7688799" y="865398"/>
                </a:cubicBezTo>
                <a:cubicBezTo>
                  <a:pt x="7689202" y="865398"/>
                  <a:pt x="7689623" y="865398"/>
                  <a:pt x="7690046" y="865398"/>
                </a:cubicBezTo>
                <a:cubicBezTo>
                  <a:pt x="7701276" y="864708"/>
                  <a:pt x="7709842" y="855049"/>
                  <a:pt x="7709153" y="843818"/>
                </a:cubicBezTo>
                <a:cubicBezTo>
                  <a:pt x="7708482" y="832588"/>
                  <a:pt x="7698823" y="824020"/>
                  <a:pt x="7687573" y="824710"/>
                </a:cubicBezTo>
                <a:close/>
                <a:moveTo>
                  <a:pt x="3863980" y="2315445"/>
                </a:moveTo>
                <a:cubicBezTo>
                  <a:pt x="3856890" y="2317190"/>
                  <a:pt x="3852556" y="2324358"/>
                  <a:pt x="3854301" y="2331448"/>
                </a:cubicBezTo>
                <a:cubicBezTo>
                  <a:pt x="3855797" y="2337467"/>
                  <a:pt x="3861202" y="2341510"/>
                  <a:pt x="3867140" y="2341510"/>
                </a:cubicBezTo>
                <a:cubicBezTo>
                  <a:pt x="3868177" y="2341510"/>
                  <a:pt x="3869251" y="2341376"/>
                  <a:pt x="3870306" y="2341107"/>
                </a:cubicBezTo>
                <a:lnTo>
                  <a:pt x="3870324" y="2341107"/>
                </a:lnTo>
                <a:cubicBezTo>
                  <a:pt x="3877396" y="2339364"/>
                  <a:pt x="3881727" y="2332196"/>
                  <a:pt x="3879984" y="2325105"/>
                </a:cubicBezTo>
                <a:cubicBezTo>
                  <a:pt x="3878239" y="2318013"/>
                  <a:pt x="3871072" y="2313682"/>
                  <a:pt x="3863980" y="2315445"/>
                </a:cubicBezTo>
                <a:close/>
                <a:moveTo>
                  <a:pt x="2836298" y="2715790"/>
                </a:moveTo>
                <a:cubicBezTo>
                  <a:pt x="2829859" y="2717764"/>
                  <a:pt x="2826236" y="2724586"/>
                  <a:pt x="2828210" y="2731026"/>
                </a:cubicBezTo>
                <a:cubicBezTo>
                  <a:pt x="2829801" y="2736297"/>
                  <a:pt x="2834631" y="2739670"/>
                  <a:pt x="2839863" y="2739670"/>
                </a:cubicBezTo>
                <a:cubicBezTo>
                  <a:pt x="2841050" y="2739670"/>
                  <a:pt x="2842258" y="2739497"/>
                  <a:pt x="2843446" y="2739133"/>
                </a:cubicBezTo>
                <a:cubicBezTo>
                  <a:pt x="2849887" y="2737159"/>
                  <a:pt x="2853508" y="2730336"/>
                  <a:pt x="2851534" y="2723897"/>
                </a:cubicBezTo>
                <a:cubicBezTo>
                  <a:pt x="2849561" y="2717437"/>
                  <a:pt x="2842737" y="2713815"/>
                  <a:pt x="2836298" y="2715790"/>
                </a:cubicBezTo>
                <a:close/>
                <a:moveTo>
                  <a:pt x="4219709" y="2174217"/>
                </a:moveTo>
                <a:cubicBezTo>
                  <a:pt x="4211946" y="2175424"/>
                  <a:pt x="4206617" y="2182707"/>
                  <a:pt x="4207806" y="2190488"/>
                </a:cubicBezTo>
                <a:cubicBezTo>
                  <a:pt x="4208898" y="2197521"/>
                  <a:pt x="4214972" y="2202543"/>
                  <a:pt x="4221874" y="2202543"/>
                </a:cubicBezTo>
                <a:cubicBezTo>
                  <a:pt x="4222602" y="2202543"/>
                  <a:pt x="4223331" y="2202505"/>
                  <a:pt x="4224078" y="2202390"/>
                </a:cubicBezTo>
                <a:cubicBezTo>
                  <a:pt x="4231840" y="2201182"/>
                  <a:pt x="4237187" y="2193899"/>
                  <a:pt x="4235981" y="2186118"/>
                </a:cubicBezTo>
                <a:cubicBezTo>
                  <a:pt x="4234773" y="2178337"/>
                  <a:pt x="4227487" y="2173009"/>
                  <a:pt x="4219709" y="2174217"/>
                </a:cubicBezTo>
                <a:close/>
                <a:moveTo>
                  <a:pt x="4734661" y="1970815"/>
                </a:moveTo>
                <a:cubicBezTo>
                  <a:pt x="4725673" y="1970815"/>
                  <a:pt x="4718390" y="1978116"/>
                  <a:pt x="4718389" y="1987124"/>
                </a:cubicBezTo>
                <a:cubicBezTo>
                  <a:pt x="4718389" y="1996113"/>
                  <a:pt x="4725693" y="2003395"/>
                  <a:pt x="4734700" y="2003395"/>
                </a:cubicBezTo>
                <a:cubicBezTo>
                  <a:pt x="4743688" y="2003395"/>
                  <a:pt x="4750973" y="1996094"/>
                  <a:pt x="4750973" y="1987086"/>
                </a:cubicBezTo>
                <a:cubicBezTo>
                  <a:pt x="4750973" y="1978097"/>
                  <a:pt x="4743669" y="1970815"/>
                  <a:pt x="4734661" y="1970815"/>
                </a:cubicBezTo>
                <a:close/>
                <a:moveTo>
                  <a:pt x="4476408" y="2066986"/>
                </a:moveTo>
                <a:cubicBezTo>
                  <a:pt x="4467996" y="2067714"/>
                  <a:pt x="4461784" y="2075132"/>
                  <a:pt x="4462514" y="2083526"/>
                </a:cubicBezTo>
                <a:cubicBezTo>
                  <a:pt x="4463223" y="2091479"/>
                  <a:pt x="4469873" y="2097478"/>
                  <a:pt x="4477712" y="2097478"/>
                </a:cubicBezTo>
                <a:cubicBezTo>
                  <a:pt x="4478153" y="2097478"/>
                  <a:pt x="4478614" y="2097459"/>
                  <a:pt x="4479052" y="2097402"/>
                </a:cubicBezTo>
                <a:cubicBezTo>
                  <a:pt x="4487447" y="2096674"/>
                  <a:pt x="4493675" y="2089275"/>
                  <a:pt x="4492951" y="2080881"/>
                </a:cubicBezTo>
                <a:cubicBezTo>
                  <a:pt x="4492199" y="2072468"/>
                  <a:pt x="4484803" y="2066258"/>
                  <a:pt x="4476408" y="2066986"/>
                </a:cubicBezTo>
                <a:close/>
                <a:moveTo>
                  <a:pt x="2737903" y="2744519"/>
                </a:moveTo>
                <a:cubicBezTo>
                  <a:pt x="2731425" y="2746301"/>
                  <a:pt x="2727611" y="2753028"/>
                  <a:pt x="2729394" y="2759525"/>
                </a:cubicBezTo>
                <a:cubicBezTo>
                  <a:pt x="2730888" y="2764929"/>
                  <a:pt x="2735814" y="2768475"/>
                  <a:pt x="2741161" y="2768475"/>
                </a:cubicBezTo>
                <a:cubicBezTo>
                  <a:pt x="2742234" y="2768475"/>
                  <a:pt x="2743327" y="2768321"/>
                  <a:pt x="2744420" y="2768034"/>
                </a:cubicBezTo>
                <a:cubicBezTo>
                  <a:pt x="2750917" y="2766233"/>
                  <a:pt x="2754711" y="2759506"/>
                  <a:pt x="2752929" y="2753028"/>
                </a:cubicBezTo>
                <a:cubicBezTo>
                  <a:pt x="2751127" y="2746531"/>
                  <a:pt x="2744400" y="2742717"/>
                  <a:pt x="2737903" y="2744519"/>
                </a:cubicBezTo>
                <a:close/>
                <a:moveTo>
                  <a:pt x="3763477" y="2341626"/>
                </a:moveTo>
                <a:cubicBezTo>
                  <a:pt x="3756444" y="2343542"/>
                  <a:pt x="3752304" y="2350824"/>
                  <a:pt x="3754221" y="2357877"/>
                </a:cubicBezTo>
                <a:cubicBezTo>
                  <a:pt x="3755830" y="2363742"/>
                  <a:pt x="3761157" y="2367594"/>
                  <a:pt x="3766966" y="2367594"/>
                </a:cubicBezTo>
                <a:cubicBezTo>
                  <a:pt x="3768133" y="2367594"/>
                  <a:pt x="3769303" y="2367440"/>
                  <a:pt x="3770472" y="2367134"/>
                </a:cubicBezTo>
                <a:cubicBezTo>
                  <a:pt x="3777526" y="2365198"/>
                  <a:pt x="3781664" y="2357916"/>
                  <a:pt x="3779729" y="2350882"/>
                </a:cubicBezTo>
                <a:cubicBezTo>
                  <a:pt x="3777812" y="2343829"/>
                  <a:pt x="3770529" y="2339690"/>
                  <a:pt x="3763477" y="2341626"/>
                </a:cubicBezTo>
                <a:close/>
                <a:moveTo>
                  <a:pt x="1628536" y="3168723"/>
                </a:moveTo>
                <a:cubicBezTo>
                  <a:pt x="1623553" y="3167956"/>
                  <a:pt x="1618877" y="3171367"/>
                  <a:pt x="1618111" y="3176351"/>
                </a:cubicBezTo>
                <a:cubicBezTo>
                  <a:pt x="1617344" y="3181334"/>
                  <a:pt x="1620756" y="3186010"/>
                  <a:pt x="1625740" y="3186777"/>
                </a:cubicBezTo>
                <a:cubicBezTo>
                  <a:pt x="1626217" y="3186853"/>
                  <a:pt x="1626678" y="3186892"/>
                  <a:pt x="1627156" y="3186892"/>
                </a:cubicBezTo>
                <a:cubicBezTo>
                  <a:pt x="1631584" y="3186892"/>
                  <a:pt x="1635456" y="3183653"/>
                  <a:pt x="1636165" y="3179149"/>
                </a:cubicBezTo>
                <a:cubicBezTo>
                  <a:pt x="1636931" y="3174166"/>
                  <a:pt x="1633520" y="3169490"/>
                  <a:pt x="1628536" y="3168723"/>
                </a:cubicBezTo>
                <a:close/>
                <a:moveTo>
                  <a:pt x="5503306" y="1655795"/>
                </a:moveTo>
                <a:cubicBezTo>
                  <a:pt x="5492687" y="1657060"/>
                  <a:pt x="5485117" y="1666681"/>
                  <a:pt x="5486380" y="1677298"/>
                </a:cubicBezTo>
                <a:cubicBezTo>
                  <a:pt x="5487572" y="1687130"/>
                  <a:pt x="5495926" y="1694355"/>
                  <a:pt x="5505586" y="1694355"/>
                </a:cubicBezTo>
                <a:cubicBezTo>
                  <a:pt x="5506353" y="1694355"/>
                  <a:pt x="5507118" y="1694317"/>
                  <a:pt x="5507905" y="1694221"/>
                </a:cubicBezTo>
                <a:cubicBezTo>
                  <a:pt x="5518522" y="1692957"/>
                  <a:pt x="5526092" y="1683316"/>
                  <a:pt x="5524827" y="1672698"/>
                </a:cubicBezTo>
                <a:cubicBezTo>
                  <a:pt x="5523543" y="1662081"/>
                  <a:pt x="5513923" y="1654510"/>
                  <a:pt x="5503306" y="1655795"/>
                </a:cubicBezTo>
                <a:close/>
                <a:moveTo>
                  <a:pt x="1048403" y="3394626"/>
                </a:moveTo>
                <a:cubicBezTo>
                  <a:pt x="1046793" y="3397558"/>
                  <a:pt x="1047866" y="3401256"/>
                  <a:pt x="1050799" y="3402885"/>
                </a:cubicBezTo>
                <a:cubicBezTo>
                  <a:pt x="1051718" y="3403384"/>
                  <a:pt x="1052734" y="3403633"/>
                  <a:pt x="1053712" y="3403633"/>
                </a:cubicBezTo>
                <a:cubicBezTo>
                  <a:pt x="1055859" y="3403633"/>
                  <a:pt x="1057927" y="3402503"/>
                  <a:pt x="1059040" y="3400490"/>
                </a:cubicBezTo>
                <a:cubicBezTo>
                  <a:pt x="1060650" y="3397558"/>
                  <a:pt x="1059595" y="3393859"/>
                  <a:pt x="1056644" y="3392249"/>
                </a:cubicBezTo>
                <a:cubicBezTo>
                  <a:pt x="1053712" y="3390620"/>
                  <a:pt x="1050031" y="3391693"/>
                  <a:pt x="1048403" y="3394626"/>
                </a:cubicBezTo>
                <a:close/>
                <a:moveTo>
                  <a:pt x="627934" y="3558642"/>
                </a:moveTo>
                <a:cubicBezTo>
                  <a:pt x="626880" y="3559906"/>
                  <a:pt x="627032" y="3561804"/>
                  <a:pt x="628317" y="3562857"/>
                </a:cubicBezTo>
                <a:cubicBezTo>
                  <a:pt x="628873" y="3563337"/>
                  <a:pt x="629563" y="3563567"/>
                  <a:pt x="630233" y="3563567"/>
                </a:cubicBezTo>
                <a:cubicBezTo>
                  <a:pt x="631096" y="3563567"/>
                  <a:pt x="631939" y="3563203"/>
                  <a:pt x="632534" y="3562494"/>
                </a:cubicBezTo>
                <a:cubicBezTo>
                  <a:pt x="633608" y="3561229"/>
                  <a:pt x="633435" y="3559331"/>
                  <a:pt x="632169" y="3558259"/>
                </a:cubicBezTo>
                <a:cubicBezTo>
                  <a:pt x="630905" y="3557185"/>
                  <a:pt x="629008" y="3557357"/>
                  <a:pt x="627934" y="3558642"/>
                </a:cubicBezTo>
                <a:close/>
                <a:moveTo>
                  <a:pt x="2200508" y="2943647"/>
                </a:moveTo>
                <a:cubicBezTo>
                  <a:pt x="2194355" y="2944260"/>
                  <a:pt x="2189871" y="2949722"/>
                  <a:pt x="2190485" y="2955874"/>
                </a:cubicBezTo>
                <a:cubicBezTo>
                  <a:pt x="2191059" y="2961643"/>
                  <a:pt x="2195928" y="2965954"/>
                  <a:pt x="2201600" y="2965954"/>
                </a:cubicBezTo>
                <a:cubicBezTo>
                  <a:pt x="2201965" y="2965954"/>
                  <a:pt x="2202348" y="2965936"/>
                  <a:pt x="2202712" y="2965897"/>
                </a:cubicBezTo>
                <a:cubicBezTo>
                  <a:pt x="2208864" y="2965284"/>
                  <a:pt x="2213349" y="2959822"/>
                  <a:pt x="2212736" y="2953669"/>
                </a:cubicBezTo>
                <a:cubicBezTo>
                  <a:pt x="2212123" y="2947517"/>
                  <a:pt x="2206660" y="2943033"/>
                  <a:pt x="2200508" y="2943647"/>
                </a:cubicBezTo>
                <a:close/>
                <a:moveTo>
                  <a:pt x="3663703" y="2370258"/>
                </a:moveTo>
                <a:cubicBezTo>
                  <a:pt x="3656707" y="2372348"/>
                  <a:pt x="3652740" y="2379706"/>
                  <a:pt x="3654829" y="2386721"/>
                </a:cubicBezTo>
                <a:cubicBezTo>
                  <a:pt x="3656553" y="2392452"/>
                  <a:pt x="3661804" y="2396150"/>
                  <a:pt x="3667497" y="2396150"/>
                </a:cubicBezTo>
                <a:cubicBezTo>
                  <a:pt x="3668742" y="2396150"/>
                  <a:pt x="3670027" y="2395959"/>
                  <a:pt x="3671292" y="2395595"/>
                </a:cubicBezTo>
                <a:cubicBezTo>
                  <a:pt x="3678287" y="2393486"/>
                  <a:pt x="3682255" y="2386107"/>
                  <a:pt x="3680165" y="2379132"/>
                </a:cubicBezTo>
                <a:cubicBezTo>
                  <a:pt x="3678076" y="2372136"/>
                  <a:pt x="3670697" y="2368150"/>
                  <a:pt x="3663703" y="2370258"/>
                </a:cubicBezTo>
                <a:close/>
                <a:moveTo>
                  <a:pt x="2638762" y="2770200"/>
                </a:moveTo>
                <a:cubicBezTo>
                  <a:pt x="2632206" y="2771791"/>
                  <a:pt x="2628182" y="2778364"/>
                  <a:pt x="2629771" y="2784919"/>
                </a:cubicBezTo>
                <a:cubicBezTo>
                  <a:pt x="2631114" y="2790515"/>
                  <a:pt x="2636116" y="2794271"/>
                  <a:pt x="2641617" y="2794271"/>
                </a:cubicBezTo>
                <a:cubicBezTo>
                  <a:pt x="2642575" y="2794271"/>
                  <a:pt x="2643533" y="2794156"/>
                  <a:pt x="2644511" y="2793926"/>
                </a:cubicBezTo>
                <a:cubicBezTo>
                  <a:pt x="2651046" y="2792336"/>
                  <a:pt x="2655071" y="2785743"/>
                  <a:pt x="2653499" y="2779188"/>
                </a:cubicBezTo>
                <a:cubicBezTo>
                  <a:pt x="2651908" y="2772634"/>
                  <a:pt x="2645316" y="2768609"/>
                  <a:pt x="2638762" y="2770200"/>
                </a:cubicBezTo>
                <a:close/>
                <a:moveTo>
                  <a:pt x="4116615" y="2191983"/>
                </a:moveTo>
                <a:cubicBezTo>
                  <a:pt x="4108894" y="2193440"/>
                  <a:pt x="4103796" y="2200895"/>
                  <a:pt x="4105251" y="2208637"/>
                </a:cubicBezTo>
                <a:cubicBezTo>
                  <a:pt x="4106557" y="2215460"/>
                  <a:pt x="4112536" y="2220233"/>
                  <a:pt x="4119243" y="2220233"/>
                </a:cubicBezTo>
                <a:cubicBezTo>
                  <a:pt x="4120126" y="2220233"/>
                  <a:pt x="4121009" y="2220156"/>
                  <a:pt x="4121910" y="2219984"/>
                </a:cubicBezTo>
                <a:cubicBezTo>
                  <a:pt x="4129630" y="2218527"/>
                  <a:pt x="4134732" y="2211071"/>
                  <a:pt x="4133252" y="2203329"/>
                </a:cubicBezTo>
                <a:cubicBezTo>
                  <a:pt x="4131797" y="2195605"/>
                  <a:pt x="4124343" y="2190526"/>
                  <a:pt x="4116615" y="2191983"/>
                </a:cubicBezTo>
                <a:close/>
                <a:moveTo>
                  <a:pt x="8426959" y="508837"/>
                </a:moveTo>
                <a:cubicBezTo>
                  <a:pt x="8421485" y="511295"/>
                  <a:pt x="8416947" y="515842"/>
                  <a:pt x="8414647" y="521898"/>
                </a:cubicBezTo>
                <a:cubicBezTo>
                  <a:pt x="8410047" y="533992"/>
                  <a:pt x="8416123" y="547541"/>
                  <a:pt x="8428216" y="552141"/>
                </a:cubicBezTo>
                <a:cubicBezTo>
                  <a:pt x="8430957" y="553195"/>
                  <a:pt x="8433773" y="553674"/>
                  <a:pt x="8436553" y="553674"/>
                </a:cubicBezTo>
                <a:cubicBezTo>
                  <a:pt x="8446002" y="553674"/>
                  <a:pt x="8454894" y="547925"/>
                  <a:pt x="8458460" y="538572"/>
                </a:cubicBezTo>
                <a:cubicBezTo>
                  <a:pt x="8463078" y="526479"/>
                  <a:pt x="8457003" y="512929"/>
                  <a:pt x="8444890" y="508310"/>
                </a:cubicBezTo>
                <a:cubicBezTo>
                  <a:pt x="8438843" y="506010"/>
                  <a:pt x="8432433" y="506379"/>
                  <a:pt x="8426959" y="508837"/>
                </a:cubicBezTo>
                <a:close/>
                <a:moveTo>
                  <a:pt x="1399339" y="3250426"/>
                </a:moveTo>
                <a:cubicBezTo>
                  <a:pt x="1395045" y="3249141"/>
                  <a:pt x="1390523" y="3251595"/>
                  <a:pt x="1389239" y="3255888"/>
                </a:cubicBezTo>
                <a:cubicBezTo>
                  <a:pt x="1387955" y="3260181"/>
                  <a:pt x="1390408" y="3264704"/>
                  <a:pt x="1394700" y="3265968"/>
                </a:cubicBezTo>
                <a:cubicBezTo>
                  <a:pt x="1395467" y="3266199"/>
                  <a:pt x="1396253" y="3266314"/>
                  <a:pt x="1397020" y="3266314"/>
                </a:cubicBezTo>
                <a:cubicBezTo>
                  <a:pt x="1400508" y="3266314"/>
                  <a:pt x="1403747" y="3264034"/>
                  <a:pt x="1404801" y="3260506"/>
                </a:cubicBezTo>
                <a:cubicBezTo>
                  <a:pt x="1406066" y="3256214"/>
                  <a:pt x="1403631" y="3251690"/>
                  <a:pt x="1399339" y="3250426"/>
                </a:cubicBezTo>
                <a:close/>
                <a:moveTo>
                  <a:pt x="1862642" y="3067166"/>
                </a:moveTo>
                <a:cubicBezTo>
                  <a:pt x="1857027" y="3066917"/>
                  <a:pt x="1852293" y="3071267"/>
                  <a:pt x="1852063" y="3076884"/>
                </a:cubicBezTo>
                <a:cubicBezTo>
                  <a:pt x="1851814" y="3082479"/>
                  <a:pt x="1856183" y="3087233"/>
                  <a:pt x="1861779" y="3087463"/>
                </a:cubicBezTo>
                <a:lnTo>
                  <a:pt x="1862220" y="3087463"/>
                </a:lnTo>
                <a:cubicBezTo>
                  <a:pt x="1867625" y="3087463"/>
                  <a:pt x="1872129" y="3083188"/>
                  <a:pt x="1872359" y="3077727"/>
                </a:cubicBezTo>
                <a:cubicBezTo>
                  <a:pt x="1872589" y="3072130"/>
                  <a:pt x="1868239" y="3067397"/>
                  <a:pt x="1862642" y="3067166"/>
                </a:cubicBezTo>
                <a:close/>
                <a:moveTo>
                  <a:pt x="7578713" y="835193"/>
                </a:moveTo>
                <a:cubicBezTo>
                  <a:pt x="7567560" y="836650"/>
                  <a:pt x="7559702" y="846884"/>
                  <a:pt x="7561158" y="858039"/>
                </a:cubicBezTo>
                <a:cubicBezTo>
                  <a:pt x="7562500" y="868312"/>
                  <a:pt x="7571259" y="875785"/>
                  <a:pt x="7581340" y="875785"/>
                </a:cubicBezTo>
                <a:cubicBezTo>
                  <a:pt x="7582221" y="875785"/>
                  <a:pt x="7583122" y="875728"/>
                  <a:pt x="7584004" y="875613"/>
                </a:cubicBezTo>
                <a:cubicBezTo>
                  <a:pt x="7595177" y="874137"/>
                  <a:pt x="7603034" y="863903"/>
                  <a:pt x="7601578" y="852749"/>
                </a:cubicBezTo>
                <a:cubicBezTo>
                  <a:pt x="7600121" y="841595"/>
                  <a:pt x="7589887" y="833737"/>
                  <a:pt x="7578713" y="835193"/>
                </a:cubicBezTo>
                <a:close/>
                <a:moveTo>
                  <a:pt x="5143115" y="1785007"/>
                </a:moveTo>
                <a:cubicBezTo>
                  <a:pt x="5132993" y="1784874"/>
                  <a:pt x="5124675" y="1792980"/>
                  <a:pt x="5124562" y="1803119"/>
                </a:cubicBezTo>
                <a:cubicBezTo>
                  <a:pt x="5124424" y="1813237"/>
                  <a:pt x="5132534" y="1821556"/>
                  <a:pt x="5142673" y="1821670"/>
                </a:cubicBezTo>
                <a:lnTo>
                  <a:pt x="5142902" y="1821670"/>
                </a:lnTo>
                <a:cubicBezTo>
                  <a:pt x="5152905" y="1821670"/>
                  <a:pt x="5161088" y="1813621"/>
                  <a:pt x="5161224" y="1803578"/>
                </a:cubicBezTo>
                <a:cubicBezTo>
                  <a:pt x="5161358" y="1793440"/>
                  <a:pt x="5153250" y="1785141"/>
                  <a:pt x="5143115" y="1785007"/>
                </a:cubicBezTo>
                <a:close/>
                <a:moveTo>
                  <a:pt x="3564675" y="2401057"/>
                </a:moveTo>
                <a:cubicBezTo>
                  <a:pt x="3557718" y="2403299"/>
                  <a:pt x="3553885" y="2410735"/>
                  <a:pt x="3556108" y="2417692"/>
                </a:cubicBezTo>
                <a:cubicBezTo>
                  <a:pt x="3557909" y="2423308"/>
                  <a:pt x="3563104" y="2426892"/>
                  <a:pt x="3568700" y="2426892"/>
                </a:cubicBezTo>
                <a:cubicBezTo>
                  <a:pt x="3570042" y="2426892"/>
                  <a:pt x="3571402" y="2426681"/>
                  <a:pt x="3572744" y="2426240"/>
                </a:cubicBezTo>
                <a:cubicBezTo>
                  <a:pt x="3579700" y="2424017"/>
                  <a:pt x="3583533" y="2416581"/>
                  <a:pt x="3581292" y="2409624"/>
                </a:cubicBezTo>
                <a:cubicBezTo>
                  <a:pt x="3579068" y="2402666"/>
                  <a:pt x="3571632" y="2398833"/>
                  <a:pt x="3564675" y="2401057"/>
                </a:cubicBezTo>
                <a:close/>
                <a:moveTo>
                  <a:pt x="4886373" y="1880163"/>
                </a:moveTo>
                <a:cubicBezTo>
                  <a:pt x="4876810" y="1879991"/>
                  <a:pt x="4868934" y="1887599"/>
                  <a:pt x="4868761" y="1897163"/>
                </a:cubicBezTo>
                <a:cubicBezTo>
                  <a:pt x="4868587" y="1906726"/>
                  <a:pt x="4876197" y="1914622"/>
                  <a:pt x="4885760" y="1914794"/>
                </a:cubicBezTo>
                <a:lnTo>
                  <a:pt x="4886066" y="1914794"/>
                </a:lnTo>
                <a:cubicBezTo>
                  <a:pt x="4895495" y="1914794"/>
                  <a:pt x="4903201" y="1907243"/>
                  <a:pt x="4903373" y="1897776"/>
                </a:cubicBezTo>
                <a:cubicBezTo>
                  <a:pt x="4903546" y="1888231"/>
                  <a:pt x="4895936" y="1880335"/>
                  <a:pt x="4886373" y="1880163"/>
                </a:cubicBezTo>
                <a:close/>
                <a:moveTo>
                  <a:pt x="3466204" y="2433216"/>
                </a:moveTo>
                <a:cubicBezTo>
                  <a:pt x="3459266" y="2435516"/>
                  <a:pt x="3455510" y="2442990"/>
                  <a:pt x="3457809" y="2449929"/>
                </a:cubicBezTo>
                <a:cubicBezTo>
                  <a:pt x="3459649" y="2455486"/>
                  <a:pt x="3464805" y="2458994"/>
                  <a:pt x="3470363" y="2458994"/>
                </a:cubicBezTo>
                <a:cubicBezTo>
                  <a:pt x="3471743" y="2458994"/>
                  <a:pt x="3473141" y="2458783"/>
                  <a:pt x="3474521" y="2458303"/>
                </a:cubicBezTo>
                <a:cubicBezTo>
                  <a:pt x="3481460" y="2456004"/>
                  <a:pt x="3485216" y="2448529"/>
                  <a:pt x="3482916" y="2441591"/>
                </a:cubicBezTo>
                <a:cubicBezTo>
                  <a:pt x="3480617" y="2434673"/>
                  <a:pt x="3473123" y="2430916"/>
                  <a:pt x="3466204" y="2433216"/>
                </a:cubicBezTo>
                <a:close/>
                <a:moveTo>
                  <a:pt x="4371612" y="2078409"/>
                </a:moveTo>
                <a:cubicBezTo>
                  <a:pt x="4363255" y="2079502"/>
                  <a:pt x="4357353" y="2087168"/>
                  <a:pt x="4358426" y="2095523"/>
                </a:cubicBezTo>
                <a:lnTo>
                  <a:pt x="4358445" y="2095523"/>
                </a:lnTo>
                <a:cubicBezTo>
                  <a:pt x="4359443" y="2103208"/>
                  <a:pt x="4366015" y="2108824"/>
                  <a:pt x="4373567" y="2108824"/>
                </a:cubicBezTo>
                <a:cubicBezTo>
                  <a:pt x="4374221" y="2108824"/>
                  <a:pt x="4374890" y="2108786"/>
                  <a:pt x="4375543" y="2108710"/>
                </a:cubicBezTo>
                <a:cubicBezTo>
                  <a:pt x="4383896" y="2107617"/>
                  <a:pt x="4389801" y="2099970"/>
                  <a:pt x="4388709" y="2091594"/>
                </a:cubicBezTo>
                <a:cubicBezTo>
                  <a:pt x="4387615" y="2083239"/>
                  <a:pt x="4379970" y="2077336"/>
                  <a:pt x="4371612" y="2078409"/>
                </a:cubicBezTo>
                <a:close/>
                <a:moveTo>
                  <a:pt x="7932275" y="688076"/>
                </a:moveTo>
                <a:cubicBezTo>
                  <a:pt x="7927996" y="691493"/>
                  <a:pt x="7925021" y="696543"/>
                  <a:pt x="7924360" y="702417"/>
                </a:cubicBezTo>
                <a:cubicBezTo>
                  <a:pt x="7923056" y="714165"/>
                  <a:pt x="7931509" y="724763"/>
                  <a:pt x="7943256" y="726067"/>
                </a:cubicBezTo>
                <a:cubicBezTo>
                  <a:pt x="7944061" y="726163"/>
                  <a:pt x="7944867" y="726201"/>
                  <a:pt x="7945653" y="726201"/>
                </a:cubicBezTo>
                <a:cubicBezTo>
                  <a:pt x="7956423" y="726201"/>
                  <a:pt x="7965680" y="718114"/>
                  <a:pt x="7966907" y="707189"/>
                </a:cubicBezTo>
                <a:cubicBezTo>
                  <a:pt x="7968229" y="695440"/>
                  <a:pt x="7959758" y="684843"/>
                  <a:pt x="7948009" y="683539"/>
                </a:cubicBezTo>
                <a:cubicBezTo>
                  <a:pt x="7942135" y="682878"/>
                  <a:pt x="7936553" y="684660"/>
                  <a:pt x="7932275" y="688076"/>
                </a:cubicBezTo>
                <a:close/>
                <a:moveTo>
                  <a:pt x="2538814" y="2792509"/>
                </a:moveTo>
                <a:cubicBezTo>
                  <a:pt x="2532220" y="2793850"/>
                  <a:pt x="2527947" y="2800289"/>
                  <a:pt x="2529308" y="2806902"/>
                </a:cubicBezTo>
                <a:cubicBezTo>
                  <a:pt x="2530477" y="2812689"/>
                  <a:pt x="2535554" y="2816676"/>
                  <a:pt x="2541248" y="2816676"/>
                </a:cubicBezTo>
                <a:cubicBezTo>
                  <a:pt x="2542052" y="2816676"/>
                  <a:pt x="2542877" y="2816580"/>
                  <a:pt x="2543701" y="2816427"/>
                </a:cubicBezTo>
                <a:cubicBezTo>
                  <a:pt x="2550294" y="2815066"/>
                  <a:pt x="2554548" y="2808626"/>
                  <a:pt x="2553207" y="2802033"/>
                </a:cubicBezTo>
                <a:cubicBezTo>
                  <a:pt x="2551865" y="2795421"/>
                  <a:pt x="2545426" y="2791167"/>
                  <a:pt x="2538814" y="2792509"/>
                </a:cubicBezTo>
                <a:close/>
                <a:moveTo>
                  <a:pt x="3368039" y="2466104"/>
                </a:moveTo>
                <a:cubicBezTo>
                  <a:pt x="3361121" y="2468442"/>
                  <a:pt x="3357403" y="2475955"/>
                  <a:pt x="3359741" y="2482873"/>
                </a:cubicBezTo>
                <a:cubicBezTo>
                  <a:pt x="3361599" y="2488393"/>
                  <a:pt x="3366736" y="2491862"/>
                  <a:pt x="3372256" y="2491862"/>
                </a:cubicBezTo>
                <a:cubicBezTo>
                  <a:pt x="3373654" y="2491862"/>
                  <a:pt x="3375092" y="2491632"/>
                  <a:pt x="3376491" y="2491172"/>
                </a:cubicBezTo>
                <a:cubicBezTo>
                  <a:pt x="3383409" y="2488834"/>
                  <a:pt x="3387128" y="2481321"/>
                  <a:pt x="3384790" y="2474403"/>
                </a:cubicBezTo>
                <a:cubicBezTo>
                  <a:pt x="3382452" y="2467483"/>
                  <a:pt x="3374958" y="2463765"/>
                  <a:pt x="3368039" y="2466104"/>
                </a:cubicBezTo>
                <a:close/>
                <a:moveTo>
                  <a:pt x="4628332" y="1974131"/>
                </a:moveTo>
                <a:cubicBezTo>
                  <a:pt x="4619362" y="1974687"/>
                  <a:pt x="4612521" y="1982410"/>
                  <a:pt x="4613076" y="1991398"/>
                </a:cubicBezTo>
                <a:cubicBezTo>
                  <a:pt x="4613614" y="2000023"/>
                  <a:pt x="4620781" y="2006692"/>
                  <a:pt x="4629310" y="2006692"/>
                </a:cubicBezTo>
                <a:cubicBezTo>
                  <a:pt x="4629654" y="2006692"/>
                  <a:pt x="4630000" y="2006654"/>
                  <a:pt x="4630343" y="2006654"/>
                </a:cubicBezTo>
                <a:cubicBezTo>
                  <a:pt x="4639312" y="2006098"/>
                  <a:pt x="4646137" y="1998374"/>
                  <a:pt x="4645599" y="1989405"/>
                </a:cubicBezTo>
                <a:cubicBezTo>
                  <a:pt x="4645043" y="1980417"/>
                  <a:pt x="4637321" y="1973575"/>
                  <a:pt x="4628332" y="1974131"/>
                </a:cubicBezTo>
                <a:close/>
                <a:moveTo>
                  <a:pt x="4014142" y="2212931"/>
                </a:moveTo>
                <a:cubicBezTo>
                  <a:pt x="4006455" y="2214617"/>
                  <a:pt x="4001588" y="2222207"/>
                  <a:pt x="4003274" y="2229892"/>
                </a:cubicBezTo>
                <a:cubicBezTo>
                  <a:pt x="4004731" y="2236561"/>
                  <a:pt x="4010632" y="2241104"/>
                  <a:pt x="4017169" y="2241104"/>
                </a:cubicBezTo>
                <a:cubicBezTo>
                  <a:pt x="4018184" y="2241104"/>
                  <a:pt x="4019200" y="2240989"/>
                  <a:pt x="4020234" y="2240759"/>
                </a:cubicBezTo>
                <a:cubicBezTo>
                  <a:pt x="4027920" y="2239072"/>
                  <a:pt x="4032789" y="2231483"/>
                  <a:pt x="4031102" y="2223797"/>
                </a:cubicBezTo>
                <a:cubicBezTo>
                  <a:pt x="4029414" y="2216112"/>
                  <a:pt x="4021825" y="2211244"/>
                  <a:pt x="4014142" y="2212931"/>
                </a:cubicBezTo>
                <a:close/>
                <a:moveTo>
                  <a:pt x="8184774" y="583415"/>
                </a:moveTo>
                <a:cubicBezTo>
                  <a:pt x="8179810" y="586294"/>
                  <a:pt x="8175943" y="591066"/>
                  <a:pt x="8174352" y="597046"/>
                </a:cubicBezTo>
                <a:cubicBezTo>
                  <a:pt x="8171171" y="609024"/>
                  <a:pt x="8178300" y="621309"/>
                  <a:pt x="8190259" y="624471"/>
                </a:cubicBezTo>
                <a:cubicBezTo>
                  <a:pt x="8192195" y="624989"/>
                  <a:pt x="8194131" y="625238"/>
                  <a:pt x="8196028" y="625238"/>
                </a:cubicBezTo>
                <a:cubicBezTo>
                  <a:pt x="8205956" y="625238"/>
                  <a:pt x="8215021" y="618606"/>
                  <a:pt x="8217684" y="608564"/>
                </a:cubicBezTo>
                <a:cubicBezTo>
                  <a:pt x="8220866" y="596605"/>
                  <a:pt x="8213756" y="584320"/>
                  <a:pt x="8201778" y="581139"/>
                </a:cubicBezTo>
                <a:cubicBezTo>
                  <a:pt x="8195798" y="579548"/>
                  <a:pt x="8189737" y="580535"/>
                  <a:pt x="8184774" y="583415"/>
                </a:cubicBezTo>
                <a:close/>
                <a:moveTo>
                  <a:pt x="2088506" y="2962754"/>
                </a:moveTo>
                <a:lnTo>
                  <a:pt x="2088506" y="2962773"/>
                </a:lnTo>
                <a:lnTo>
                  <a:pt x="2088509" y="2962762"/>
                </a:lnTo>
                <a:close/>
                <a:moveTo>
                  <a:pt x="736487" y="3490375"/>
                </a:moveTo>
                <a:cubicBezTo>
                  <a:pt x="735126" y="3492138"/>
                  <a:pt x="735452" y="3494668"/>
                  <a:pt x="737214" y="3496029"/>
                </a:cubicBezTo>
                <a:cubicBezTo>
                  <a:pt x="737943" y="3496584"/>
                  <a:pt x="738805" y="3496872"/>
                  <a:pt x="739668" y="3496872"/>
                </a:cubicBezTo>
                <a:cubicBezTo>
                  <a:pt x="740876" y="3496872"/>
                  <a:pt x="742064" y="3496336"/>
                  <a:pt x="742849" y="3495301"/>
                </a:cubicBezTo>
                <a:cubicBezTo>
                  <a:pt x="744210" y="3493557"/>
                  <a:pt x="743885" y="3491027"/>
                  <a:pt x="742140" y="3489667"/>
                </a:cubicBezTo>
                <a:cubicBezTo>
                  <a:pt x="740377" y="3488305"/>
                  <a:pt x="737847" y="3488612"/>
                  <a:pt x="736487" y="3490375"/>
                </a:cubicBezTo>
                <a:close/>
                <a:moveTo>
                  <a:pt x="3270028" y="2499279"/>
                </a:moveTo>
                <a:cubicBezTo>
                  <a:pt x="3263109" y="2501617"/>
                  <a:pt x="3259391" y="2509130"/>
                  <a:pt x="3261729" y="2516049"/>
                </a:cubicBezTo>
                <a:cubicBezTo>
                  <a:pt x="3263608" y="2521549"/>
                  <a:pt x="3268743" y="2525037"/>
                  <a:pt x="3274263" y="2525037"/>
                </a:cubicBezTo>
                <a:cubicBezTo>
                  <a:pt x="3275662" y="2525037"/>
                  <a:pt x="3277099" y="2524807"/>
                  <a:pt x="3278499" y="2524328"/>
                </a:cubicBezTo>
                <a:cubicBezTo>
                  <a:pt x="3285418" y="2521990"/>
                  <a:pt x="3289136" y="2514496"/>
                  <a:pt x="3286798" y="2507577"/>
                </a:cubicBezTo>
                <a:cubicBezTo>
                  <a:pt x="3284459" y="2500659"/>
                  <a:pt x="3276946" y="2496941"/>
                  <a:pt x="3270028" y="2499279"/>
                </a:cubicBezTo>
                <a:close/>
                <a:moveTo>
                  <a:pt x="5397281" y="1666336"/>
                </a:moveTo>
                <a:cubicBezTo>
                  <a:pt x="5386627" y="1667198"/>
                  <a:pt x="5378691" y="1676551"/>
                  <a:pt x="5379555" y="1687207"/>
                </a:cubicBezTo>
                <a:cubicBezTo>
                  <a:pt x="5380377" y="1697325"/>
                  <a:pt x="5388851" y="1704992"/>
                  <a:pt x="5398815" y="1704992"/>
                </a:cubicBezTo>
                <a:cubicBezTo>
                  <a:pt x="5399351" y="1704992"/>
                  <a:pt x="5399869" y="1704973"/>
                  <a:pt x="5400406" y="1704934"/>
                </a:cubicBezTo>
                <a:cubicBezTo>
                  <a:pt x="5411064" y="1704072"/>
                  <a:pt x="5418996" y="1694719"/>
                  <a:pt x="5418134" y="1684083"/>
                </a:cubicBezTo>
                <a:cubicBezTo>
                  <a:pt x="5417272" y="1673427"/>
                  <a:pt x="5407940" y="1665473"/>
                  <a:pt x="5397281" y="1666336"/>
                </a:cubicBezTo>
                <a:close/>
                <a:moveTo>
                  <a:pt x="2099162" y="2951063"/>
                </a:moveTo>
                <a:cubicBezTo>
                  <a:pt x="2096076" y="2951217"/>
                  <a:pt x="2093340" y="2952601"/>
                  <a:pt x="2091412" y="2954719"/>
                </a:cubicBezTo>
                <a:lnTo>
                  <a:pt x="2088509" y="2962762"/>
                </a:lnTo>
                <a:lnTo>
                  <a:pt x="2091973" y="2970324"/>
                </a:lnTo>
                <a:cubicBezTo>
                  <a:pt x="2093987" y="2972240"/>
                  <a:pt x="2096709" y="2973410"/>
                  <a:pt x="2099678" y="2973410"/>
                </a:cubicBezTo>
                <a:cubicBezTo>
                  <a:pt x="2099851" y="2973410"/>
                  <a:pt x="2100024" y="2973410"/>
                  <a:pt x="2100196" y="2973410"/>
                </a:cubicBezTo>
                <a:cubicBezTo>
                  <a:pt x="2106367" y="2973122"/>
                  <a:pt x="2111140" y="2967890"/>
                  <a:pt x="2110852" y="2961719"/>
                </a:cubicBezTo>
                <a:cubicBezTo>
                  <a:pt x="2110565" y="2955548"/>
                  <a:pt x="2105314" y="2950776"/>
                  <a:pt x="2099162" y="2951063"/>
                </a:cubicBezTo>
                <a:close/>
                <a:moveTo>
                  <a:pt x="3172016" y="2532224"/>
                </a:moveTo>
                <a:cubicBezTo>
                  <a:pt x="3165078" y="2534544"/>
                  <a:pt x="3161340" y="2542037"/>
                  <a:pt x="3163641" y="2548955"/>
                </a:cubicBezTo>
                <a:cubicBezTo>
                  <a:pt x="3165480" y="2554513"/>
                  <a:pt x="3170656" y="2558002"/>
                  <a:pt x="3176194" y="2558002"/>
                </a:cubicBezTo>
                <a:cubicBezTo>
                  <a:pt x="3177574" y="2558002"/>
                  <a:pt x="3178993" y="2557791"/>
                  <a:pt x="3180372" y="2557331"/>
                </a:cubicBezTo>
                <a:cubicBezTo>
                  <a:pt x="3187291" y="2555012"/>
                  <a:pt x="3191047" y="2547538"/>
                  <a:pt x="3188748" y="2540600"/>
                </a:cubicBezTo>
                <a:cubicBezTo>
                  <a:pt x="3186428" y="2533681"/>
                  <a:pt x="3178934" y="2529924"/>
                  <a:pt x="3172016" y="2532224"/>
                </a:cubicBezTo>
                <a:close/>
                <a:moveTo>
                  <a:pt x="7470928" y="852730"/>
                </a:moveTo>
                <a:cubicBezTo>
                  <a:pt x="7459888" y="854877"/>
                  <a:pt x="7452663" y="865570"/>
                  <a:pt x="7454810" y="876610"/>
                </a:cubicBezTo>
                <a:cubicBezTo>
                  <a:pt x="7456688" y="886365"/>
                  <a:pt x="7465217" y="893131"/>
                  <a:pt x="7474780" y="893130"/>
                </a:cubicBezTo>
                <a:cubicBezTo>
                  <a:pt x="7476084" y="893130"/>
                  <a:pt x="7477368" y="893015"/>
                  <a:pt x="7478690" y="892766"/>
                </a:cubicBezTo>
                <a:cubicBezTo>
                  <a:pt x="7489729" y="890619"/>
                  <a:pt x="7496954" y="879926"/>
                  <a:pt x="7494827" y="868867"/>
                </a:cubicBezTo>
                <a:cubicBezTo>
                  <a:pt x="7492681" y="857828"/>
                  <a:pt x="7481987" y="850603"/>
                  <a:pt x="7470928" y="852730"/>
                </a:cubicBezTo>
                <a:close/>
                <a:moveTo>
                  <a:pt x="1170006" y="3311121"/>
                </a:moveTo>
                <a:cubicBezTo>
                  <a:pt x="1168340" y="3314667"/>
                  <a:pt x="1169873" y="3318883"/>
                  <a:pt x="1173399" y="3320551"/>
                </a:cubicBezTo>
                <a:cubicBezTo>
                  <a:pt x="1174376" y="3321010"/>
                  <a:pt x="1175412" y="3321221"/>
                  <a:pt x="1176427" y="3321221"/>
                </a:cubicBezTo>
                <a:cubicBezTo>
                  <a:pt x="1179091" y="3321221"/>
                  <a:pt x="1181641" y="3319726"/>
                  <a:pt x="1182848" y="3317158"/>
                </a:cubicBezTo>
                <a:cubicBezTo>
                  <a:pt x="1184497" y="3313612"/>
                  <a:pt x="1182983" y="3309377"/>
                  <a:pt x="1179437" y="3307710"/>
                </a:cubicBezTo>
                <a:cubicBezTo>
                  <a:pt x="1175891" y="3306043"/>
                  <a:pt x="1171675" y="3307576"/>
                  <a:pt x="1170006" y="3311121"/>
                </a:cubicBezTo>
                <a:close/>
                <a:moveTo>
                  <a:pt x="3073832" y="2564441"/>
                </a:moveTo>
                <a:cubicBezTo>
                  <a:pt x="3066875" y="2566664"/>
                  <a:pt x="3063062" y="2574119"/>
                  <a:pt x="3065285" y="2581076"/>
                </a:cubicBezTo>
                <a:cubicBezTo>
                  <a:pt x="3067105" y="2586673"/>
                  <a:pt x="3072300" y="2590257"/>
                  <a:pt x="3077876" y="2590257"/>
                </a:cubicBezTo>
                <a:cubicBezTo>
                  <a:pt x="3079217" y="2590257"/>
                  <a:pt x="3080598" y="2590046"/>
                  <a:pt x="3081939" y="2589605"/>
                </a:cubicBezTo>
                <a:cubicBezTo>
                  <a:pt x="3088877" y="2587382"/>
                  <a:pt x="3092710" y="2579927"/>
                  <a:pt x="3090468" y="2572969"/>
                </a:cubicBezTo>
                <a:cubicBezTo>
                  <a:pt x="3088225" y="2566012"/>
                  <a:pt x="3080790" y="2562199"/>
                  <a:pt x="3073832" y="2564441"/>
                </a:cubicBezTo>
                <a:close/>
                <a:moveTo>
                  <a:pt x="3912315" y="2236638"/>
                </a:moveTo>
                <a:cubicBezTo>
                  <a:pt x="3904688" y="2238516"/>
                  <a:pt x="3900013" y="2246221"/>
                  <a:pt x="3901890" y="2253868"/>
                </a:cubicBezTo>
                <a:cubicBezTo>
                  <a:pt x="3903480" y="2260365"/>
                  <a:pt x="3909307" y="2264715"/>
                  <a:pt x="3915708" y="2264715"/>
                </a:cubicBezTo>
                <a:cubicBezTo>
                  <a:pt x="3916837" y="2264715"/>
                  <a:pt x="3917988" y="2264581"/>
                  <a:pt x="3919117" y="2264293"/>
                </a:cubicBezTo>
                <a:cubicBezTo>
                  <a:pt x="3926766" y="2262415"/>
                  <a:pt x="3931441" y="2254711"/>
                  <a:pt x="3929564" y="2247064"/>
                </a:cubicBezTo>
                <a:cubicBezTo>
                  <a:pt x="3927687" y="2239416"/>
                  <a:pt x="3919963" y="2234760"/>
                  <a:pt x="3912315" y="2236638"/>
                </a:cubicBezTo>
                <a:close/>
                <a:moveTo>
                  <a:pt x="2438139" y="2811022"/>
                </a:moveTo>
                <a:cubicBezTo>
                  <a:pt x="2431488" y="2812095"/>
                  <a:pt x="2426984" y="2818382"/>
                  <a:pt x="2428057" y="2825032"/>
                </a:cubicBezTo>
                <a:cubicBezTo>
                  <a:pt x="2429035" y="2831011"/>
                  <a:pt x="2434210" y="2835266"/>
                  <a:pt x="2440094" y="2835266"/>
                </a:cubicBezTo>
                <a:cubicBezTo>
                  <a:pt x="2440745" y="2835266"/>
                  <a:pt x="2441396" y="2835228"/>
                  <a:pt x="2442067" y="2835113"/>
                </a:cubicBezTo>
                <a:cubicBezTo>
                  <a:pt x="2448718" y="2834020"/>
                  <a:pt x="2453221" y="2827753"/>
                  <a:pt x="2452148" y="2821103"/>
                </a:cubicBezTo>
                <a:cubicBezTo>
                  <a:pt x="2451056" y="2814453"/>
                  <a:pt x="2444788" y="2809929"/>
                  <a:pt x="2438139" y="2811022"/>
                </a:cubicBezTo>
                <a:close/>
                <a:moveTo>
                  <a:pt x="4267431" y="2093837"/>
                </a:moveTo>
                <a:cubicBezTo>
                  <a:pt x="4259111" y="2095216"/>
                  <a:pt x="4253478" y="2103075"/>
                  <a:pt x="4254858" y="2111393"/>
                </a:cubicBezTo>
                <a:cubicBezTo>
                  <a:pt x="4256102" y="2118867"/>
                  <a:pt x="4262562" y="2124176"/>
                  <a:pt x="4269901" y="2124176"/>
                </a:cubicBezTo>
                <a:cubicBezTo>
                  <a:pt x="4270726" y="2124176"/>
                  <a:pt x="4271570" y="2124118"/>
                  <a:pt x="4272413" y="2123965"/>
                </a:cubicBezTo>
                <a:cubicBezTo>
                  <a:pt x="4280730" y="2122585"/>
                  <a:pt x="4286365" y="2114727"/>
                  <a:pt x="4284987" y="2106409"/>
                </a:cubicBezTo>
                <a:cubicBezTo>
                  <a:pt x="4283606" y="2098091"/>
                  <a:pt x="4275749" y="2092457"/>
                  <a:pt x="4267431" y="2093837"/>
                </a:cubicBezTo>
                <a:close/>
                <a:moveTo>
                  <a:pt x="4762736" y="1898754"/>
                </a:moveTo>
                <a:lnTo>
                  <a:pt x="4762736" y="1898772"/>
                </a:lnTo>
                <a:lnTo>
                  <a:pt x="4762740" y="1898762"/>
                </a:lnTo>
                <a:close/>
                <a:moveTo>
                  <a:pt x="351186" y="3620718"/>
                </a:moveTo>
                <a:cubicBezTo>
                  <a:pt x="350821" y="3621102"/>
                  <a:pt x="350821" y="3621714"/>
                  <a:pt x="351205" y="3622079"/>
                </a:cubicBezTo>
                <a:cubicBezTo>
                  <a:pt x="351397" y="3622270"/>
                  <a:pt x="351646" y="3622347"/>
                  <a:pt x="351876" y="3622347"/>
                </a:cubicBezTo>
                <a:cubicBezTo>
                  <a:pt x="352124" y="3622347"/>
                  <a:pt x="352374" y="3622251"/>
                  <a:pt x="352565" y="3622060"/>
                </a:cubicBezTo>
                <a:cubicBezTo>
                  <a:pt x="352931" y="3621676"/>
                  <a:pt x="352930" y="3621083"/>
                  <a:pt x="352546" y="3620718"/>
                </a:cubicBezTo>
                <a:cubicBezTo>
                  <a:pt x="352163" y="3620334"/>
                  <a:pt x="351569" y="3620354"/>
                  <a:pt x="351186" y="3620718"/>
                </a:cubicBezTo>
                <a:close/>
                <a:moveTo>
                  <a:pt x="2975304" y="2595317"/>
                </a:moveTo>
                <a:cubicBezTo>
                  <a:pt x="2968327" y="2597425"/>
                  <a:pt x="2964379" y="2604822"/>
                  <a:pt x="2966507" y="2611818"/>
                </a:cubicBezTo>
                <a:cubicBezTo>
                  <a:pt x="2968231" y="2617509"/>
                  <a:pt x="2973483" y="2621190"/>
                  <a:pt x="2979156" y="2621190"/>
                </a:cubicBezTo>
                <a:cubicBezTo>
                  <a:pt x="2980421" y="2621190"/>
                  <a:pt x="2981724" y="2620998"/>
                  <a:pt x="2983008" y="2620614"/>
                </a:cubicBezTo>
                <a:cubicBezTo>
                  <a:pt x="2989985" y="2618487"/>
                  <a:pt x="2993931" y="2611109"/>
                  <a:pt x="2991804" y="2604113"/>
                </a:cubicBezTo>
                <a:cubicBezTo>
                  <a:pt x="2989677" y="2597118"/>
                  <a:pt x="2982299" y="2593189"/>
                  <a:pt x="2975304" y="2595317"/>
                </a:cubicBezTo>
                <a:close/>
                <a:moveTo>
                  <a:pt x="6157587" y="1350951"/>
                </a:moveTo>
                <a:cubicBezTo>
                  <a:pt x="6147084" y="1355014"/>
                  <a:pt x="6141890" y="1366820"/>
                  <a:pt x="6145954" y="1377323"/>
                </a:cubicBezTo>
                <a:cubicBezTo>
                  <a:pt x="6149077" y="1385391"/>
                  <a:pt x="6156782" y="1390336"/>
                  <a:pt x="6164965" y="1390336"/>
                </a:cubicBezTo>
                <a:cubicBezTo>
                  <a:pt x="6167399" y="1390336"/>
                  <a:pt x="6169891" y="1389895"/>
                  <a:pt x="6172324" y="1388956"/>
                </a:cubicBezTo>
                <a:cubicBezTo>
                  <a:pt x="6182808" y="1384893"/>
                  <a:pt x="6188021" y="1373087"/>
                  <a:pt x="6183958" y="1362585"/>
                </a:cubicBezTo>
                <a:cubicBezTo>
                  <a:pt x="6179895" y="1352101"/>
                  <a:pt x="6168070" y="1346889"/>
                  <a:pt x="6157587" y="1350951"/>
                </a:cubicBezTo>
                <a:close/>
                <a:moveTo>
                  <a:pt x="6257572" y="1311221"/>
                </a:moveTo>
                <a:cubicBezTo>
                  <a:pt x="6247146" y="1315457"/>
                  <a:pt x="6242125" y="1327339"/>
                  <a:pt x="6246360" y="1337765"/>
                </a:cubicBezTo>
                <a:cubicBezTo>
                  <a:pt x="6249580" y="1345681"/>
                  <a:pt x="6257208" y="1350472"/>
                  <a:pt x="6265257" y="1350472"/>
                </a:cubicBezTo>
                <a:cubicBezTo>
                  <a:pt x="6267806" y="1350472"/>
                  <a:pt x="6270412" y="1349993"/>
                  <a:pt x="6272923" y="1348977"/>
                </a:cubicBezTo>
                <a:cubicBezTo>
                  <a:pt x="6283349" y="1344723"/>
                  <a:pt x="6288351" y="1332839"/>
                  <a:pt x="6284116" y="1322414"/>
                </a:cubicBezTo>
                <a:cubicBezTo>
                  <a:pt x="6279880" y="1311988"/>
                  <a:pt x="6267998" y="1306967"/>
                  <a:pt x="6257572" y="1311221"/>
                </a:cubicBezTo>
                <a:close/>
                <a:moveTo>
                  <a:pt x="6056932" y="1388841"/>
                </a:moveTo>
                <a:cubicBezTo>
                  <a:pt x="6046353" y="1392693"/>
                  <a:pt x="6040911" y="1404384"/>
                  <a:pt x="6044762" y="1414963"/>
                </a:cubicBezTo>
                <a:cubicBezTo>
                  <a:pt x="6047771" y="1423243"/>
                  <a:pt x="6055590" y="1428360"/>
                  <a:pt x="6063907" y="1428360"/>
                </a:cubicBezTo>
                <a:cubicBezTo>
                  <a:pt x="6066226" y="1428360"/>
                  <a:pt x="6068584" y="1427976"/>
                  <a:pt x="6070883" y="1427133"/>
                </a:cubicBezTo>
                <a:cubicBezTo>
                  <a:pt x="6081463" y="1423281"/>
                  <a:pt x="6086905" y="1411590"/>
                  <a:pt x="6083053" y="1401011"/>
                </a:cubicBezTo>
                <a:cubicBezTo>
                  <a:pt x="6079202" y="1390432"/>
                  <a:pt x="6067510" y="1384989"/>
                  <a:pt x="6056932" y="1388841"/>
                </a:cubicBezTo>
                <a:close/>
                <a:moveTo>
                  <a:pt x="6357001" y="1269978"/>
                </a:moveTo>
                <a:cubicBezTo>
                  <a:pt x="6346634" y="1274348"/>
                  <a:pt x="6341784" y="1286307"/>
                  <a:pt x="6346154" y="1296675"/>
                </a:cubicBezTo>
                <a:cubicBezTo>
                  <a:pt x="6349450" y="1304456"/>
                  <a:pt x="6357001" y="1309133"/>
                  <a:pt x="6364936" y="1309133"/>
                </a:cubicBezTo>
                <a:cubicBezTo>
                  <a:pt x="6367581" y="1309133"/>
                  <a:pt x="6370283" y="1308615"/>
                  <a:pt x="6372870" y="1307523"/>
                </a:cubicBezTo>
                <a:cubicBezTo>
                  <a:pt x="6383220" y="1303153"/>
                  <a:pt x="6388088" y="1291194"/>
                  <a:pt x="6383718" y="1280825"/>
                </a:cubicBezTo>
                <a:cubicBezTo>
                  <a:pt x="6381524" y="1275641"/>
                  <a:pt x="6377437" y="1271832"/>
                  <a:pt x="6372602" y="1269867"/>
                </a:cubicBezTo>
                <a:cubicBezTo>
                  <a:pt x="6367768" y="1267903"/>
                  <a:pt x="6362186" y="1267783"/>
                  <a:pt x="6357001" y="1269978"/>
                </a:cubicBezTo>
                <a:close/>
                <a:moveTo>
                  <a:pt x="7364484" y="876380"/>
                </a:moveTo>
                <a:cubicBezTo>
                  <a:pt x="7353560" y="879101"/>
                  <a:pt x="7346909" y="890160"/>
                  <a:pt x="7349631" y="901084"/>
                </a:cubicBezTo>
                <a:cubicBezTo>
                  <a:pt x="7351950" y="910340"/>
                  <a:pt x="7360248" y="916531"/>
                  <a:pt x="7369391" y="916531"/>
                </a:cubicBezTo>
                <a:cubicBezTo>
                  <a:pt x="7371019" y="916531"/>
                  <a:pt x="7372686" y="916339"/>
                  <a:pt x="7374335" y="915918"/>
                </a:cubicBezTo>
                <a:cubicBezTo>
                  <a:pt x="7385259" y="913197"/>
                  <a:pt x="7391909" y="902138"/>
                  <a:pt x="7389188" y="891214"/>
                </a:cubicBezTo>
                <a:cubicBezTo>
                  <a:pt x="7386466" y="880289"/>
                  <a:pt x="7375389" y="873658"/>
                  <a:pt x="7364484" y="876380"/>
                </a:cubicBezTo>
                <a:close/>
                <a:moveTo>
                  <a:pt x="3811159" y="2262741"/>
                </a:moveTo>
                <a:cubicBezTo>
                  <a:pt x="3803572" y="2264792"/>
                  <a:pt x="3799068" y="2272611"/>
                  <a:pt x="3801117" y="2280220"/>
                </a:cubicBezTo>
                <a:cubicBezTo>
                  <a:pt x="3802843" y="2286564"/>
                  <a:pt x="3808593" y="2290741"/>
                  <a:pt x="3814877" y="2290741"/>
                </a:cubicBezTo>
                <a:cubicBezTo>
                  <a:pt x="3816105" y="2290741"/>
                  <a:pt x="3817352" y="2290589"/>
                  <a:pt x="3818595" y="2290263"/>
                </a:cubicBezTo>
                <a:cubicBezTo>
                  <a:pt x="3826185" y="2288193"/>
                  <a:pt x="3830690" y="2280392"/>
                  <a:pt x="3828639" y="2272784"/>
                </a:cubicBezTo>
                <a:cubicBezTo>
                  <a:pt x="3826590" y="2265194"/>
                  <a:pt x="3818749" y="2260690"/>
                  <a:pt x="3811159" y="2262741"/>
                </a:cubicBezTo>
                <a:close/>
                <a:moveTo>
                  <a:pt x="5036228" y="1784144"/>
                </a:moveTo>
                <a:cubicBezTo>
                  <a:pt x="5026110" y="1784126"/>
                  <a:pt x="5017888" y="1792329"/>
                  <a:pt x="5017888" y="1802448"/>
                </a:cubicBezTo>
                <a:cubicBezTo>
                  <a:pt x="5017867" y="1812586"/>
                  <a:pt x="5026071" y="1820789"/>
                  <a:pt x="5036187" y="1820808"/>
                </a:cubicBezTo>
                <a:lnTo>
                  <a:pt x="5036210" y="1820808"/>
                </a:lnTo>
                <a:cubicBezTo>
                  <a:pt x="5046329" y="1820808"/>
                  <a:pt x="5054551" y="1812605"/>
                  <a:pt x="5054551" y="1802485"/>
                </a:cubicBezTo>
                <a:cubicBezTo>
                  <a:pt x="5054550" y="1792348"/>
                  <a:pt x="5046347" y="1784144"/>
                  <a:pt x="5036228" y="1784144"/>
                </a:cubicBezTo>
                <a:close/>
                <a:moveTo>
                  <a:pt x="848374" y="3418735"/>
                </a:moveTo>
                <a:cubicBezTo>
                  <a:pt x="846764" y="3421016"/>
                  <a:pt x="847300" y="3424159"/>
                  <a:pt x="849581" y="3425788"/>
                </a:cubicBezTo>
                <a:cubicBezTo>
                  <a:pt x="850462" y="3426401"/>
                  <a:pt x="851478" y="3426707"/>
                  <a:pt x="852475" y="3426707"/>
                </a:cubicBezTo>
                <a:cubicBezTo>
                  <a:pt x="854065" y="3426707"/>
                  <a:pt x="855618" y="3425961"/>
                  <a:pt x="856614" y="3424562"/>
                </a:cubicBezTo>
                <a:cubicBezTo>
                  <a:pt x="858205" y="3422281"/>
                  <a:pt x="857668" y="3419137"/>
                  <a:pt x="855388" y="3417527"/>
                </a:cubicBezTo>
                <a:cubicBezTo>
                  <a:pt x="853107" y="3415918"/>
                  <a:pt x="849964" y="3416474"/>
                  <a:pt x="848374" y="3418735"/>
                </a:cubicBezTo>
                <a:close/>
                <a:moveTo>
                  <a:pt x="5955531" y="1424430"/>
                </a:moveTo>
                <a:cubicBezTo>
                  <a:pt x="5944858" y="1428015"/>
                  <a:pt x="5939125" y="1439591"/>
                  <a:pt x="5942711" y="1450247"/>
                </a:cubicBezTo>
                <a:cubicBezTo>
                  <a:pt x="5945586" y="1458757"/>
                  <a:pt x="5953519" y="1464122"/>
                  <a:pt x="5962030" y="1464122"/>
                </a:cubicBezTo>
                <a:cubicBezTo>
                  <a:pt x="5964194" y="1464122"/>
                  <a:pt x="5966378" y="1463777"/>
                  <a:pt x="5968542" y="1463049"/>
                </a:cubicBezTo>
                <a:cubicBezTo>
                  <a:pt x="5979199" y="1459465"/>
                  <a:pt x="5984929" y="1447908"/>
                  <a:pt x="5981345" y="1437233"/>
                </a:cubicBezTo>
                <a:cubicBezTo>
                  <a:pt x="5977742" y="1426577"/>
                  <a:pt x="5966204" y="1420847"/>
                  <a:pt x="5955531" y="1424430"/>
                </a:cubicBezTo>
                <a:close/>
                <a:moveTo>
                  <a:pt x="4522559" y="1983157"/>
                </a:moveTo>
                <a:cubicBezTo>
                  <a:pt x="4513608" y="1984135"/>
                  <a:pt x="4507152" y="1992165"/>
                  <a:pt x="4508108" y="2001096"/>
                </a:cubicBezTo>
                <a:cubicBezTo>
                  <a:pt x="4509010" y="2009451"/>
                  <a:pt x="4516082" y="2015643"/>
                  <a:pt x="4524283" y="2015643"/>
                </a:cubicBezTo>
                <a:cubicBezTo>
                  <a:pt x="4524877" y="2015643"/>
                  <a:pt x="4525452" y="2015624"/>
                  <a:pt x="4526047" y="2015546"/>
                </a:cubicBezTo>
                <a:cubicBezTo>
                  <a:pt x="4534996" y="2014588"/>
                  <a:pt x="4541478" y="2006558"/>
                  <a:pt x="4540496" y="1997608"/>
                </a:cubicBezTo>
                <a:cubicBezTo>
                  <a:pt x="4539540" y="1988657"/>
                  <a:pt x="4531508" y="1982199"/>
                  <a:pt x="4522559" y="1983157"/>
                </a:cubicBezTo>
                <a:close/>
                <a:moveTo>
                  <a:pt x="6456048" y="1227527"/>
                </a:moveTo>
                <a:cubicBezTo>
                  <a:pt x="6445717" y="1232011"/>
                  <a:pt x="6440984" y="1244009"/>
                  <a:pt x="6445469" y="1254338"/>
                </a:cubicBezTo>
                <a:cubicBezTo>
                  <a:pt x="6448804" y="1262005"/>
                  <a:pt x="6456316" y="1266604"/>
                  <a:pt x="6464175" y="1266604"/>
                </a:cubicBezTo>
                <a:cubicBezTo>
                  <a:pt x="6466896" y="1266604"/>
                  <a:pt x="6469655" y="1266049"/>
                  <a:pt x="6472300" y="1264898"/>
                </a:cubicBezTo>
                <a:cubicBezTo>
                  <a:pt x="6482611" y="1260415"/>
                  <a:pt x="6487345" y="1248417"/>
                  <a:pt x="6482860" y="1238087"/>
                </a:cubicBezTo>
                <a:cubicBezTo>
                  <a:pt x="6480618" y="1232932"/>
                  <a:pt x="6476498" y="1229171"/>
                  <a:pt x="6471646" y="1227259"/>
                </a:cubicBezTo>
                <a:cubicBezTo>
                  <a:pt x="6466795" y="1225347"/>
                  <a:pt x="6461213" y="1225284"/>
                  <a:pt x="6456048" y="1227527"/>
                </a:cubicBezTo>
                <a:close/>
                <a:moveTo>
                  <a:pt x="1762005" y="3059692"/>
                </a:moveTo>
                <a:cubicBezTo>
                  <a:pt x="1756428" y="3059098"/>
                  <a:pt x="1751426" y="3063123"/>
                  <a:pt x="1750832" y="3068699"/>
                </a:cubicBezTo>
                <a:cubicBezTo>
                  <a:pt x="1750237" y="3074296"/>
                  <a:pt x="1754262" y="3079298"/>
                  <a:pt x="1759839" y="3079892"/>
                </a:cubicBezTo>
                <a:cubicBezTo>
                  <a:pt x="1760203" y="3079950"/>
                  <a:pt x="1760567" y="3079950"/>
                  <a:pt x="1760931" y="3079950"/>
                </a:cubicBezTo>
                <a:cubicBezTo>
                  <a:pt x="1766067" y="3079950"/>
                  <a:pt x="1770475" y="3076078"/>
                  <a:pt x="1771032" y="3070865"/>
                </a:cubicBezTo>
                <a:cubicBezTo>
                  <a:pt x="1771625" y="3065288"/>
                  <a:pt x="1767581" y="3060286"/>
                  <a:pt x="1762005" y="3059692"/>
                </a:cubicBezTo>
                <a:close/>
                <a:moveTo>
                  <a:pt x="2876277" y="2624256"/>
                </a:moveTo>
                <a:cubicBezTo>
                  <a:pt x="2869243" y="2626230"/>
                  <a:pt x="2865141" y="2633532"/>
                  <a:pt x="2867116" y="2640565"/>
                </a:cubicBezTo>
                <a:cubicBezTo>
                  <a:pt x="2868744" y="2646412"/>
                  <a:pt x="2874073" y="2650225"/>
                  <a:pt x="2879840" y="2650225"/>
                </a:cubicBezTo>
                <a:cubicBezTo>
                  <a:pt x="2881029" y="2650225"/>
                  <a:pt x="2882218" y="2650071"/>
                  <a:pt x="2883406" y="2649726"/>
                </a:cubicBezTo>
                <a:cubicBezTo>
                  <a:pt x="2890439" y="2647772"/>
                  <a:pt x="2894541" y="2640470"/>
                  <a:pt x="2892586" y="2633436"/>
                </a:cubicBezTo>
                <a:cubicBezTo>
                  <a:pt x="2890611" y="2626402"/>
                  <a:pt x="2883328" y="2622301"/>
                  <a:pt x="2876277" y="2624256"/>
                </a:cubicBezTo>
                <a:close/>
                <a:moveTo>
                  <a:pt x="1530104" y="3149730"/>
                </a:moveTo>
                <a:cubicBezTo>
                  <a:pt x="1525197" y="3148580"/>
                  <a:pt x="1520291" y="3151646"/>
                  <a:pt x="1519141" y="3156572"/>
                </a:cubicBezTo>
                <a:cubicBezTo>
                  <a:pt x="1518010" y="3161478"/>
                  <a:pt x="1521057" y="3166385"/>
                  <a:pt x="1525983" y="3167534"/>
                </a:cubicBezTo>
                <a:cubicBezTo>
                  <a:pt x="1526673" y="3167688"/>
                  <a:pt x="1527363" y="3167765"/>
                  <a:pt x="1528053" y="3167765"/>
                </a:cubicBezTo>
                <a:cubicBezTo>
                  <a:pt x="1532212" y="3167765"/>
                  <a:pt x="1535970" y="3164909"/>
                  <a:pt x="1536946" y="3160692"/>
                </a:cubicBezTo>
                <a:cubicBezTo>
                  <a:pt x="1538096" y="3155767"/>
                  <a:pt x="1535029" y="3150881"/>
                  <a:pt x="1530104" y="3149730"/>
                </a:cubicBezTo>
                <a:close/>
                <a:moveTo>
                  <a:pt x="4779450" y="1880891"/>
                </a:moveTo>
                <a:cubicBezTo>
                  <a:pt x="4774678" y="1881045"/>
                  <a:pt x="4770419" y="1883129"/>
                  <a:pt x="4767393" y="1886368"/>
                </a:cubicBezTo>
                <a:lnTo>
                  <a:pt x="4762740" y="1898762"/>
                </a:lnTo>
                <a:lnTo>
                  <a:pt x="4768028" y="1910626"/>
                </a:lnTo>
                <a:cubicBezTo>
                  <a:pt x="4771152" y="1913640"/>
                  <a:pt x="4775396" y="1915485"/>
                  <a:pt x="4780045" y="1915485"/>
                </a:cubicBezTo>
                <a:cubicBezTo>
                  <a:pt x="4780233" y="1915485"/>
                  <a:pt x="4780426" y="1915485"/>
                  <a:pt x="4780637" y="1915485"/>
                </a:cubicBezTo>
                <a:cubicBezTo>
                  <a:pt x="4790182" y="1915159"/>
                  <a:pt x="4797677" y="1907148"/>
                  <a:pt x="4797350" y="1897584"/>
                </a:cubicBezTo>
                <a:cubicBezTo>
                  <a:pt x="4797026" y="1888040"/>
                  <a:pt x="4789014" y="1880546"/>
                  <a:pt x="4779450" y="1880891"/>
                </a:cubicBezTo>
                <a:close/>
                <a:moveTo>
                  <a:pt x="6554768" y="1184098"/>
                </a:moveTo>
                <a:cubicBezTo>
                  <a:pt x="6544477" y="1188660"/>
                  <a:pt x="6539800" y="1200676"/>
                  <a:pt x="6544342" y="1210967"/>
                </a:cubicBezTo>
                <a:cubicBezTo>
                  <a:pt x="6547696" y="1218596"/>
                  <a:pt x="6555171" y="1223137"/>
                  <a:pt x="6563010" y="1223138"/>
                </a:cubicBezTo>
                <a:cubicBezTo>
                  <a:pt x="6565749" y="1223138"/>
                  <a:pt x="6568548" y="1222582"/>
                  <a:pt x="6571212" y="1221412"/>
                </a:cubicBezTo>
                <a:cubicBezTo>
                  <a:pt x="6581504" y="1216871"/>
                  <a:pt x="6586180" y="1204835"/>
                  <a:pt x="6581638" y="1194543"/>
                </a:cubicBezTo>
                <a:cubicBezTo>
                  <a:pt x="6579367" y="1189388"/>
                  <a:pt x="6575228" y="1185646"/>
                  <a:pt x="6570367" y="1183758"/>
                </a:cubicBezTo>
                <a:cubicBezTo>
                  <a:pt x="6565506" y="1181870"/>
                  <a:pt x="6559924" y="1181837"/>
                  <a:pt x="6554768" y="1184098"/>
                </a:cubicBezTo>
                <a:close/>
                <a:moveTo>
                  <a:pt x="5853303" y="1457223"/>
                </a:moveTo>
                <a:cubicBezTo>
                  <a:pt x="5842533" y="1460481"/>
                  <a:pt x="5836457" y="1471866"/>
                  <a:pt x="5839713" y="1482636"/>
                </a:cubicBezTo>
                <a:cubicBezTo>
                  <a:pt x="5842395" y="1491433"/>
                  <a:pt x="5850485" y="1497106"/>
                  <a:pt x="5859224" y="1497106"/>
                </a:cubicBezTo>
                <a:cubicBezTo>
                  <a:pt x="5861179" y="1497106"/>
                  <a:pt x="5863173" y="1496819"/>
                  <a:pt x="5865149" y="1496224"/>
                </a:cubicBezTo>
                <a:cubicBezTo>
                  <a:pt x="5875918" y="1492947"/>
                  <a:pt x="5881993" y="1481563"/>
                  <a:pt x="5878715" y="1470792"/>
                </a:cubicBezTo>
                <a:cubicBezTo>
                  <a:pt x="5875459" y="1460021"/>
                  <a:pt x="5864056" y="1453946"/>
                  <a:pt x="5853303" y="1457223"/>
                </a:cubicBezTo>
                <a:close/>
                <a:moveTo>
                  <a:pt x="3710640" y="2291010"/>
                </a:moveTo>
                <a:cubicBezTo>
                  <a:pt x="3703088" y="2293214"/>
                  <a:pt x="3698757" y="2301129"/>
                  <a:pt x="3700960" y="2308680"/>
                </a:cubicBezTo>
                <a:cubicBezTo>
                  <a:pt x="3702781" y="2314909"/>
                  <a:pt x="3708454" y="2318934"/>
                  <a:pt x="3714625" y="2318934"/>
                </a:cubicBezTo>
                <a:cubicBezTo>
                  <a:pt x="3715947" y="2318934"/>
                  <a:pt x="3717289" y="2318761"/>
                  <a:pt x="3718631" y="2318359"/>
                </a:cubicBezTo>
                <a:cubicBezTo>
                  <a:pt x="3726183" y="2316155"/>
                  <a:pt x="3730513" y="2308239"/>
                  <a:pt x="3728309" y="2300689"/>
                </a:cubicBezTo>
                <a:cubicBezTo>
                  <a:pt x="3726106" y="2293157"/>
                  <a:pt x="3718191" y="2288806"/>
                  <a:pt x="3710640" y="2291010"/>
                </a:cubicBezTo>
                <a:close/>
                <a:moveTo>
                  <a:pt x="7259458" y="905166"/>
                </a:moveTo>
                <a:cubicBezTo>
                  <a:pt x="7248667" y="908367"/>
                  <a:pt x="7242516" y="919712"/>
                  <a:pt x="7245736" y="930502"/>
                </a:cubicBezTo>
                <a:cubicBezTo>
                  <a:pt x="7248380" y="939357"/>
                  <a:pt x="7256487" y="945068"/>
                  <a:pt x="7265265" y="945068"/>
                </a:cubicBezTo>
                <a:cubicBezTo>
                  <a:pt x="7267182" y="945068"/>
                  <a:pt x="7269155" y="944800"/>
                  <a:pt x="7271091" y="944225"/>
                </a:cubicBezTo>
                <a:cubicBezTo>
                  <a:pt x="7281881" y="941005"/>
                  <a:pt x="7288015" y="929659"/>
                  <a:pt x="7284795" y="918869"/>
                </a:cubicBezTo>
                <a:cubicBezTo>
                  <a:pt x="7281594" y="908080"/>
                  <a:pt x="7270248" y="901946"/>
                  <a:pt x="7259458" y="905166"/>
                </a:cubicBezTo>
                <a:close/>
                <a:moveTo>
                  <a:pt x="5290725" y="1673445"/>
                </a:moveTo>
                <a:cubicBezTo>
                  <a:pt x="5280048" y="1674021"/>
                  <a:pt x="5271884" y="1683143"/>
                  <a:pt x="5272458" y="1693818"/>
                </a:cubicBezTo>
                <a:cubicBezTo>
                  <a:pt x="5273015" y="1704149"/>
                  <a:pt x="5281561" y="1712122"/>
                  <a:pt x="5291778" y="1712122"/>
                </a:cubicBezTo>
                <a:cubicBezTo>
                  <a:pt x="5292144" y="1712122"/>
                  <a:pt x="5292486" y="1712122"/>
                  <a:pt x="5292850" y="1712103"/>
                </a:cubicBezTo>
                <a:cubicBezTo>
                  <a:pt x="5303526" y="1711508"/>
                  <a:pt x="5311690" y="1702385"/>
                  <a:pt x="5311114" y="1691710"/>
                </a:cubicBezTo>
                <a:cubicBezTo>
                  <a:pt x="5310522" y="1681035"/>
                  <a:pt x="5301398" y="1672852"/>
                  <a:pt x="5290725" y="1673445"/>
                </a:cubicBezTo>
                <a:close/>
                <a:moveTo>
                  <a:pt x="4163879" y="2112619"/>
                </a:moveTo>
                <a:cubicBezTo>
                  <a:pt x="4155600" y="2114229"/>
                  <a:pt x="4150214" y="2122259"/>
                  <a:pt x="4151843" y="2130538"/>
                </a:cubicBezTo>
                <a:cubicBezTo>
                  <a:pt x="4153260" y="2137822"/>
                  <a:pt x="4159644" y="2142862"/>
                  <a:pt x="4166810" y="2142862"/>
                </a:cubicBezTo>
                <a:cubicBezTo>
                  <a:pt x="4167770" y="2142862"/>
                  <a:pt x="4168765" y="2142766"/>
                  <a:pt x="4169762" y="2142574"/>
                </a:cubicBezTo>
                <a:cubicBezTo>
                  <a:pt x="4178042" y="2140964"/>
                  <a:pt x="4183429" y="2132934"/>
                  <a:pt x="4181797" y="2124654"/>
                </a:cubicBezTo>
                <a:cubicBezTo>
                  <a:pt x="4180171" y="2116375"/>
                  <a:pt x="4172158" y="2110990"/>
                  <a:pt x="4163879" y="2112619"/>
                </a:cubicBezTo>
                <a:close/>
                <a:moveTo>
                  <a:pt x="6653623" y="1140612"/>
                </a:moveTo>
                <a:cubicBezTo>
                  <a:pt x="6643313" y="1145135"/>
                  <a:pt x="6638616" y="1157152"/>
                  <a:pt x="6643159" y="1167462"/>
                </a:cubicBezTo>
                <a:cubicBezTo>
                  <a:pt x="6646494" y="1175109"/>
                  <a:pt x="6653987" y="1179652"/>
                  <a:pt x="6661826" y="1179652"/>
                </a:cubicBezTo>
                <a:cubicBezTo>
                  <a:pt x="6664548" y="1179652"/>
                  <a:pt x="6667326" y="1179115"/>
                  <a:pt x="6669990" y="1177946"/>
                </a:cubicBezTo>
                <a:cubicBezTo>
                  <a:pt x="6680301" y="1173423"/>
                  <a:pt x="6684998" y="1161406"/>
                  <a:pt x="6680474" y="1151096"/>
                </a:cubicBezTo>
                <a:cubicBezTo>
                  <a:pt x="6678212" y="1145940"/>
                  <a:pt x="6674077" y="1142188"/>
                  <a:pt x="6669219" y="1140291"/>
                </a:cubicBezTo>
                <a:cubicBezTo>
                  <a:pt x="6664360" y="1138393"/>
                  <a:pt x="6658779" y="1138350"/>
                  <a:pt x="6653623" y="1140612"/>
                </a:cubicBezTo>
                <a:close/>
                <a:moveTo>
                  <a:pt x="2336830" y="2825243"/>
                </a:moveTo>
                <a:cubicBezTo>
                  <a:pt x="2330143" y="2826028"/>
                  <a:pt x="2325351" y="2832085"/>
                  <a:pt x="2326136" y="2838793"/>
                </a:cubicBezTo>
                <a:cubicBezTo>
                  <a:pt x="2326864" y="2845002"/>
                  <a:pt x="2332135" y="2849564"/>
                  <a:pt x="2338249" y="2849564"/>
                </a:cubicBezTo>
                <a:cubicBezTo>
                  <a:pt x="2338708" y="2849564"/>
                  <a:pt x="2339188" y="2849545"/>
                  <a:pt x="2339686" y="2849487"/>
                </a:cubicBezTo>
                <a:cubicBezTo>
                  <a:pt x="2346375" y="2848701"/>
                  <a:pt x="2351166" y="2842626"/>
                  <a:pt x="2350381" y="2835937"/>
                </a:cubicBezTo>
                <a:cubicBezTo>
                  <a:pt x="2349595" y="2829248"/>
                  <a:pt x="2343519" y="2824457"/>
                  <a:pt x="2336830" y="2825243"/>
                </a:cubicBezTo>
                <a:close/>
                <a:moveTo>
                  <a:pt x="451516" y="3558833"/>
                </a:moveTo>
                <a:cubicBezTo>
                  <a:pt x="450768" y="3559619"/>
                  <a:pt x="450808" y="3560883"/>
                  <a:pt x="451612" y="3561613"/>
                </a:cubicBezTo>
                <a:cubicBezTo>
                  <a:pt x="451997" y="3561977"/>
                  <a:pt x="452475" y="3562150"/>
                  <a:pt x="452973" y="3562150"/>
                </a:cubicBezTo>
                <a:cubicBezTo>
                  <a:pt x="453492" y="3562150"/>
                  <a:pt x="454027" y="3561938"/>
                  <a:pt x="454410" y="3561536"/>
                </a:cubicBezTo>
                <a:cubicBezTo>
                  <a:pt x="455157" y="3560731"/>
                  <a:pt x="455120" y="3559484"/>
                  <a:pt x="454315" y="3558737"/>
                </a:cubicBezTo>
                <a:cubicBezTo>
                  <a:pt x="453530" y="3557990"/>
                  <a:pt x="452263" y="3558028"/>
                  <a:pt x="451516" y="3558833"/>
                </a:cubicBezTo>
                <a:close/>
                <a:moveTo>
                  <a:pt x="7822762" y="681196"/>
                </a:moveTo>
                <a:cubicBezTo>
                  <a:pt x="7818759" y="684934"/>
                  <a:pt x="7816181" y="690199"/>
                  <a:pt x="7815980" y="696111"/>
                </a:cubicBezTo>
                <a:cubicBezTo>
                  <a:pt x="7815578" y="707917"/>
                  <a:pt x="7824815" y="717825"/>
                  <a:pt x="7836640" y="718229"/>
                </a:cubicBezTo>
                <a:lnTo>
                  <a:pt x="7836640" y="718247"/>
                </a:lnTo>
                <a:cubicBezTo>
                  <a:pt x="7836870" y="718247"/>
                  <a:pt x="7837120" y="718247"/>
                  <a:pt x="7837368" y="718247"/>
                </a:cubicBezTo>
                <a:cubicBezTo>
                  <a:pt x="7848849" y="718247"/>
                  <a:pt x="7858355" y="709144"/>
                  <a:pt x="7858757" y="697568"/>
                </a:cubicBezTo>
                <a:cubicBezTo>
                  <a:pt x="7859159" y="685762"/>
                  <a:pt x="7849903" y="675854"/>
                  <a:pt x="7838097" y="675452"/>
                </a:cubicBezTo>
                <a:cubicBezTo>
                  <a:pt x="7832194" y="675250"/>
                  <a:pt x="7826765" y="677459"/>
                  <a:pt x="7822762" y="681196"/>
                </a:cubicBezTo>
                <a:close/>
                <a:moveTo>
                  <a:pt x="2776636" y="2650647"/>
                </a:moveTo>
                <a:cubicBezTo>
                  <a:pt x="2769545" y="2652390"/>
                  <a:pt x="2765232" y="2659578"/>
                  <a:pt x="2766995" y="2666668"/>
                </a:cubicBezTo>
                <a:cubicBezTo>
                  <a:pt x="2768490" y="2672687"/>
                  <a:pt x="2773876" y="2676692"/>
                  <a:pt x="2779817" y="2676692"/>
                </a:cubicBezTo>
                <a:cubicBezTo>
                  <a:pt x="2780871" y="2676692"/>
                  <a:pt x="2781944" y="2676578"/>
                  <a:pt x="2783018" y="2676309"/>
                </a:cubicBezTo>
                <a:cubicBezTo>
                  <a:pt x="2790109" y="2674546"/>
                  <a:pt x="2794421" y="2667359"/>
                  <a:pt x="2792658" y="2660286"/>
                </a:cubicBezTo>
                <a:cubicBezTo>
                  <a:pt x="2790894" y="2653196"/>
                  <a:pt x="2783727" y="2648864"/>
                  <a:pt x="2776636" y="2650647"/>
                </a:cubicBezTo>
                <a:close/>
                <a:moveTo>
                  <a:pt x="6752746" y="1097490"/>
                </a:moveTo>
                <a:cubicBezTo>
                  <a:pt x="6742416" y="1101937"/>
                  <a:pt x="6737643" y="1113934"/>
                  <a:pt x="6742109" y="1124283"/>
                </a:cubicBezTo>
                <a:cubicBezTo>
                  <a:pt x="6745424" y="1131988"/>
                  <a:pt x="6752937" y="1136587"/>
                  <a:pt x="6760834" y="1136587"/>
                </a:cubicBezTo>
                <a:cubicBezTo>
                  <a:pt x="6763516" y="1136587"/>
                  <a:pt x="6766257" y="1136051"/>
                  <a:pt x="6768883" y="1134919"/>
                </a:cubicBezTo>
                <a:cubicBezTo>
                  <a:pt x="6779213" y="1130473"/>
                  <a:pt x="6783985" y="1118476"/>
                  <a:pt x="6779539" y="1108145"/>
                </a:cubicBezTo>
                <a:cubicBezTo>
                  <a:pt x="6777307" y="1102980"/>
                  <a:pt x="6773196" y="1099205"/>
                  <a:pt x="6768350" y="1097277"/>
                </a:cubicBezTo>
                <a:cubicBezTo>
                  <a:pt x="6763503" y="1095348"/>
                  <a:pt x="6757921" y="1095266"/>
                  <a:pt x="6752746" y="1097490"/>
                </a:cubicBezTo>
                <a:close/>
                <a:moveTo>
                  <a:pt x="1997604" y="2953056"/>
                </a:moveTo>
                <a:cubicBezTo>
                  <a:pt x="1991414" y="2952980"/>
                  <a:pt x="1986374" y="2957943"/>
                  <a:pt x="1986316" y="2964134"/>
                </a:cubicBezTo>
                <a:cubicBezTo>
                  <a:pt x="1986259" y="2970306"/>
                  <a:pt x="1991223" y="2975345"/>
                  <a:pt x="1997394" y="2975403"/>
                </a:cubicBezTo>
                <a:lnTo>
                  <a:pt x="1997489" y="2975403"/>
                </a:lnTo>
                <a:cubicBezTo>
                  <a:pt x="2003623" y="2975403"/>
                  <a:pt x="2008625" y="2970458"/>
                  <a:pt x="2008682" y="2964326"/>
                </a:cubicBezTo>
                <a:cubicBezTo>
                  <a:pt x="2008720" y="2958154"/>
                  <a:pt x="2003776" y="2953095"/>
                  <a:pt x="1997604" y="2953056"/>
                </a:cubicBezTo>
                <a:close/>
                <a:moveTo>
                  <a:pt x="7155850" y="938246"/>
                </a:moveTo>
                <a:cubicBezTo>
                  <a:pt x="7145195" y="941868"/>
                  <a:pt x="7139502" y="953443"/>
                  <a:pt x="7143124" y="964099"/>
                </a:cubicBezTo>
                <a:cubicBezTo>
                  <a:pt x="7145999" y="972571"/>
                  <a:pt x="7153934" y="977918"/>
                  <a:pt x="7162405" y="977918"/>
                </a:cubicBezTo>
                <a:cubicBezTo>
                  <a:pt x="7164589" y="977918"/>
                  <a:pt x="7166794" y="977573"/>
                  <a:pt x="7168959" y="976825"/>
                </a:cubicBezTo>
                <a:lnTo>
                  <a:pt x="7168978" y="976825"/>
                </a:lnTo>
                <a:cubicBezTo>
                  <a:pt x="7179635" y="973203"/>
                  <a:pt x="7185327" y="961627"/>
                  <a:pt x="7181704" y="950971"/>
                </a:cubicBezTo>
                <a:cubicBezTo>
                  <a:pt x="7178082" y="940315"/>
                  <a:pt x="7166505" y="934624"/>
                  <a:pt x="7155850" y="938246"/>
                </a:cubicBezTo>
                <a:close/>
                <a:moveTo>
                  <a:pt x="5750177" y="1486584"/>
                </a:moveTo>
                <a:cubicBezTo>
                  <a:pt x="5739290" y="1489459"/>
                  <a:pt x="5732811" y="1500632"/>
                  <a:pt x="5735685" y="1511499"/>
                </a:cubicBezTo>
                <a:cubicBezTo>
                  <a:pt x="5738100" y="1520640"/>
                  <a:pt x="5746360" y="1526678"/>
                  <a:pt x="5755368" y="1526678"/>
                </a:cubicBezTo>
                <a:cubicBezTo>
                  <a:pt x="5757112" y="1526678"/>
                  <a:pt x="5758857" y="1526448"/>
                  <a:pt x="5760601" y="1525988"/>
                </a:cubicBezTo>
                <a:cubicBezTo>
                  <a:pt x="5771488" y="1523113"/>
                  <a:pt x="5777963" y="1511959"/>
                  <a:pt x="5775088" y="1501073"/>
                </a:cubicBezTo>
                <a:cubicBezTo>
                  <a:pt x="5772215" y="1490187"/>
                  <a:pt x="5761060" y="1483709"/>
                  <a:pt x="5750177" y="1486584"/>
                </a:cubicBezTo>
                <a:close/>
                <a:moveTo>
                  <a:pt x="3610749" y="2321196"/>
                </a:moveTo>
                <a:cubicBezTo>
                  <a:pt x="3603237" y="2323534"/>
                  <a:pt x="3599038" y="2331506"/>
                  <a:pt x="3601378" y="2339020"/>
                </a:cubicBezTo>
                <a:cubicBezTo>
                  <a:pt x="3603275" y="2345133"/>
                  <a:pt x="3608891" y="2349043"/>
                  <a:pt x="3614966" y="2349043"/>
                </a:cubicBezTo>
                <a:cubicBezTo>
                  <a:pt x="3616365" y="2349043"/>
                  <a:pt x="3617803" y="2348832"/>
                  <a:pt x="3619201" y="2348411"/>
                </a:cubicBezTo>
                <a:cubicBezTo>
                  <a:pt x="3626714" y="2346072"/>
                  <a:pt x="3630910" y="2338080"/>
                  <a:pt x="3628593" y="2330567"/>
                </a:cubicBezTo>
                <a:cubicBezTo>
                  <a:pt x="3626254" y="2323054"/>
                  <a:pt x="3618262" y="2318858"/>
                  <a:pt x="3610749" y="2321196"/>
                </a:cubicBezTo>
                <a:close/>
                <a:moveTo>
                  <a:pt x="6852329" y="1055192"/>
                </a:moveTo>
                <a:cubicBezTo>
                  <a:pt x="6841960" y="1059523"/>
                  <a:pt x="6837054" y="1071464"/>
                  <a:pt x="6841386" y="1081851"/>
                </a:cubicBezTo>
                <a:cubicBezTo>
                  <a:pt x="6844663" y="1089651"/>
                  <a:pt x="6852233" y="1094366"/>
                  <a:pt x="6860206" y="1094366"/>
                </a:cubicBezTo>
                <a:cubicBezTo>
                  <a:pt x="6862832" y="1094366"/>
                  <a:pt x="6865496" y="1093867"/>
                  <a:pt x="6868064" y="1092794"/>
                </a:cubicBezTo>
                <a:cubicBezTo>
                  <a:pt x="6878451" y="1088444"/>
                  <a:pt x="6883338" y="1076504"/>
                  <a:pt x="6878988" y="1066117"/>
                </a:cubicBezTo>
                <a:cubicBezTo>
                  <a:pt x="6876823" y="1060923"/>
                  <a:pt x="6872755" y="1057104"/>
                  <a:pt x="6867930" y="1055128"/>
                </a:cubicBezTo>
                <a:cubicBezTo>
                  <a:pt x="6863105" y="1053151"/>
                  <a:pt x="6857523" y="1053017"/>
                  <a:pt x="6852329" y="1055192"/>
                </a:cubicBezTo>
                <a:close/>
                <a:moveTo>
                  <a:pt x="7053603" y="974851"/>
                </a:moveTo>
                <a:cubicBezTo>
                  <a:pt x="7043063" y="978818"/>
                  <a:pt x="7037715" y="990567"/>
                  <a:pt x="7041682" y="1001107"/>
                </a:cubicBezTo>
                <a:cubicBezTo>
                  <a:pt x="7044749" y="1009272"/>
                  <a:pt x="7052510" y="1014312"/>
                  <a:pt x="7060752" y="1014312"/>
                </a:cubicBezTo>
                <a:cubicBezTo>
                  <a:pt x="7063147" y="1014312"/>
                  <a:pt x="7065562" y="1013910"/>
                  <a:pt x="7067919" y="1013010"/>
                </a:cubicBezTo>
                <a:cubicBezTo>
                  <a:pt x="7078460" y="1009062"/>
                  <a:pt x="7083789" y="997313"/>
                  <a:pt x="7079841" y="986772"/>
                </a:cubicBezTo>
                <a:cubicBezTo>
                  <a:pt x="7075873" y="976250"/>
                  <a:pt x="7064144" y="970903"/>
                  <a:pt x="7053603" y="974851"/>
                </a:cubicBezTo>
                <a:close/>
                <a:moveTo>
                  <a:pt x="6952545" y="1014140"/>
                </a:moveTo>
                <a:cubicBezTo>
                  <a:pt x="6942099" y="1018318"/>
                  <a:pt x="6937021" y="1030182"/>
                  <a:pt x="6941199" y="1040627"/>
                </a:cubicBezTo>
                <a:cubicBezTo>
                  <a:pt x="6944380" y="1048599"/>
                  <a:pt x="6952027" y="1053448"/>
                  <a:pt x="6960134" y="1053448"/>
                </a:cubicBezTo>
                <a:cubicBezTo>
                  <a:pt x="6962645" y="1053448"/>
                  <a:pt x="6965213" y="1052969"/>
                  <a:pt x="6967685" y="1051972"/>
                </a:cubicBezTo>
                <a:cubicBezTo>
                  <a:pt x="6978149" y="1047794"/>
                  <a:pt x="6983227" y="1035931"/>
                  <a:pt x="6979031" y="1025486"/>
                </a:cubicBezTo>
                <a:cubicBezTo>
                  <a:pt x="6974853" y="1015041"/>
                  <a:pt x="6962989" y="1009962"/>
                  <a:pt x="6952545" y="1014140"/>
                </a:cubicBezTo>
                <a:close/>
                <a:moveTo>
                  <a:pt x="1305103" y="3218170"/>
                </a:moveTo>
                <a:cubicBezTo>
                  <a:pt x="1300925" y="3216542"/>
                  <a:pt x="1296210" y="3218612"/>
                  <a:pt x="1294600" y="3222789"/>
                </a:cubicBezTo>
                <a:cubicBezTo>
                  <a:pt x="1292972" y="3226967"/>
                  <a:pt x="1295040" y="3231663"/>
                  <a:pt x="1299220" y="3233292"/>
                </a:cubicBezTo>
                <a:cubicBezTo>
                  <a:pt x="1300177" y="3233656"/>
                  <a:pt x="1301175" y="3233848"/>
                  <a:pt x="1302152" y="3233848"/>
                </a:cubicBezTo>
                <a:cubicBezTo>
                  <a:pt x="1305390" y="3233848"/>
                  <a:pt x="1308457" y="3231874"/>
                  <a:pt x="1309721" y="3228673"/>
                </a:cubicBezTo>
                <a:cubicBezTo>
                  <a:pt x="1311331" y="3224495"/>
                  <a:pt x="1309281" y="3219780"/>
                  <a:pt x="1305103" y="3218170"/>
                </a:cubicBezTo>
                <a:close/>
                <a:moveTo>
                  <a:pt x="3511339" y="2352511"/>
                </a:moveTo>
                <a:cubicBezTo>
                  <a:pt x="3503864" y="2354907"/>
                  <a:pt x="3499706" y="2362918"/>
                  <a:pt x="3502101" y="2370412"/>
                </a:cubicBezTo>
                <a:cubicBezTo>
                  <a:pt x="3504037" y="2376468"/>
                  <a:pt x="3509634" y="2380339"/>
                  <a:pt x="3515669" y="2380340"/>
                </a:cubicBezTo>
                <a:cubicBezTo>
                  <a:pt x="3517107" y="2380339"/>
                  <a:pt x="3518564" y="2380109"/>
                  <a:pt x="3520000" y="2379649"/>
                </a:cubicBezTo>
                <a:cubicBezTo>
                  <a:pt x="3527494" y="2377273"/>
                  <a:pt x="3531635" y="2369243"/>
                  <a:pt x="3529259" y="2361749"/>
                </a:cubicBezTo>
                <a:cubicBezTo>
                  <a:pt x="3526862" y="2354256"/>
                  <a:pt x="3518851" y="2350115"/>
                  <a:pt x="3511339" y="2352511"/>
                </a:cubicBezTo>
                <a:close/>
                <a:moveTo>
                  <a:pt x="4417381" y="1996553"/>
                </a:moveTo>
                <a:cubicBezTo>
                  <a:pt x="4408488" y="1997857"/>
                  <a:pt x="4402316" y="2006137"/>
                  <a:pt x="4403618" y="2015029"/>
                </a:cubicBezTo>
                <a:cubicBezTo>
                  <a:pt x="4404787" y="2023136"/>
                  <a:pt x="4411764" y="2028963"/>
                  <a:pt x="4419719" y="2028963"/>
                </a:cubicBezTo>
                <a:cubicBezTo>
                  <a:pt x="4420504" y="2028963"/>
                  <a:pt x="4421289" y="2028905"/>
                  <a:pt x="4422096" y="2028790"/>
                </a:cubicBezTo>
                <a:cubicBezTo>
                  <a:pt x="4430987" y="2027505"/>
                  <a:pt x="4437158" y="2019226"/>
                  <a:pt x="4435856" y="2010314"/>
                </a:cubicBezTo>
                <a:cubicBezTo>
                  <a:pt x="4434552" y="2001422"/>
                  <a:pt x="4426272" y="1995251"/>
                  <a:pt x="4417381" y="1996553"/>
                </a:cubicBezTo>
                <a:close/>
                <a:moveTo>
                  <a:pt x="8322797" y="471963"/>
                </a:moveTo>
                <a:cubicBezTo>
                  <a:pt x="8317417" y="474622"/>
                  <a:pt x="8313052" y="479332"/>
                  <a:pt x="8310982" y="485465"/>
                </a:cubicBezTo>
                <a:cubicBezTo>
                  <a:pt x="8306842" y="497731"/>
                  <a:pt x="8313416" y="511032"/>
                  <a:pt x="8325681" y="515191"/>
                </a:cubicBezTo>
                <a:cubicBezTo>
                  <a:pt x="8328174" y="516034"/>
                  <a:pt x="8330703" y="516436"/>
                  <a:pt x="8333195" y="516436"/>
                </a:cubicBezTo>
                <a:cubicBezTo>
                  <a:pt x="8342969" y="516436"/>
                  <a:pt x="8352092" y="510265"/>
                  <a:pt x="8355407" y="500491"/>
                </a:cubicBezTo>
                <a:cubicBezTo>
                  <a:pt x="8359547" y="488225"/>
                  <a:pt x="8352974" y="474905"/>
                  <a:pt x="8340708" y="470765"/>
                </a:cubicBezTo>
                <a:cubicBezTo>
                  <a:pt x="8334574" y="468695"/>
                  <a:pt x="8328178" y="469304"/>
                  <a:pt x="8322797" y="471963"/>
                </a:cubicBezTo>
                <a:close/>
                <a:moveTo>
                  <a:pt x="963367" y="3343894"/>
                </a:moveTo>
                <a:cubicBezTo>
                  <a:pt x="961584" y="3346731"/>
                  <a:pt x="962428" y="3350469"/>
                  <a:pt x="965263" y="3352251"/>
                </a:cubicBezTo>
                <a:cubicBezTo>
                  <a:pt x="966261" y="3352902"/>
                  <a:pt x="967390" y="3353209"/>
                  <a:pt x="968502" y="3353209"/>
                </a:cubicBezTo>
                <a:cubicBezTo>
                  <a:pt x="970514" y="3353209"/>
                  <a:pt x="972471" y="3352194"/>
                  <a:pt x="973620" y="3350373"/>
                </a:cubicBezTo>
                <a:cubicBezTo>
                  <a:pt x="975421" y="3347536"/>
                  <a:pt x="974579" y="3343799"/>
                  <a:pt x="971742" y="3341997"/>
                </a:cubicBezTo>
                <a:cubicBezTo>
                  <a:pt x="968905" y="3340215"/>
                  <a:pt x="965168" y="3341058"/>
                  <a:pt x="963367" y="3343894"/>
                </a:cubicBezTo>
                <a:close/>
                <a:moveTo>
                  <a:pt x="4060905" y="2134238"/>
                </a:moveTo>
                <a:cubicBezTo>
                  <a:pt x="4052662" y="2136077"/>
                  <a:pt x="4047488" y="2144242"/>
                  <a:pt x="4049329" y="2152463"/>
                </a:cubicBezTo>
                <a:cubicBezTo>
                  <a:pt x="4050901" y="2159574"/>
                  <a:pt x="4057206" y="2164404"/>
                  <a:pt x="4064200" y="2164404"/>
                </a:cubicBezTo>
                <a:cubicBezTo>
                  <a:pt x="4065312" y="2164404"/>
                  <a:pt x="4066425" y="2164289"/>
                  <a:pt x="4067554" y="2164039"/>
                </a:cubicBezTo>
                <a:cubicBezTo>
                  <a:pt x="4075777" y="2162219"/>
                  <a:pt x="4080951" y="2154055"/>
                  <a:pt x="4079131" y="2145813"/>
                </a:cubicBezTo>
                <a:cubicBezTo>
                  <a:pt x="4077290" y="2137591"/>
                  <a:pt x="4069128" y="2132398"/>
                  <a:pt x="4060905" y="2134238"/>
                </a:cubicBezTo>
                <a:close/>
                <a:moveTo>
                  <a:pt x="2676267" y="2673760"/>
                </a:moveTo>
                <a:cubicBezTo>
                  <a:pt x="2669137" y="2675274"/>
                  <a:pt x="2664576" y="2682288"/>
                  <a:pt x="2666091" y="2689437"/>
                </a:cubicBezTo>
                <a:cubicBezTo>
                  <a:pt x="2667412" y="2695666"/>
                  <a:pt x="2672894" y="2699921"/>
                  <a:pt x="2679008" y="2699921"/>
                </a:cubicBezTo>
                <a:cubicBezTo>
                  <a:pt x="2679928" y="2699921"/>
                  <a:pt x="2680847" y="2699825"/>
                  <a:pt x="2681768" y="2699633"/>
                </a:cubicBezTo>
                <a:cubicBezTo>
                  <a:pt x="2688917" y="2698119"/>
                  <a:pt x="2693478" y="2691085"/>
                  <a:pt x="2691963" y="2683956"/>
                </a:cubicBezTo>
                <a:cubicBezTo>
                  <a:pt x="2690449" y="2676807"/>
                  <a:pt x="2683415" y="2672246"/>
                  <a:pt x="2676267" y="2673760"/>
                </a:cubicBezTo>
                <a:close/>
                <a:moveTo>
                  <a:pt x="3412197" y="2384346"/>
                </a:moveTo>
                <a:cubicBezTo>
                  <a:pt x="3404704" y="2386760"/>
                  <a:pt x="3400582" y="2394791"/>
                  <a:pt x="3402997" y="2402265"/>
                </a:cubicBezTo>
                <a:cubicBezTo>
                  <a:pt x="3404954" y="2408302"/>
                  <a:pt x="3410530" y="2412154"/>
                  <a:pt x="3416547" y="2412154"/>
                </a:cubicBezTo>
                <a:cubicBezTo>
                  <a:pt x="3418004" y="2412154"/>
                  <a:pt x="3419480" y="2411924"/>
                  <a:pt x="3420936" y="2411464"/>
                </a:cubicBezTo>
                <a:cubicBezTo>
                  <a:pt x="3428412" y="2409049"/>
                  <a:pt x="3432531" y="2401019"/>
                  <a:pt x="3430116" y="2393525"/>
                </a:cubicBezTo>
                <a:cubicBezTo>
                  <a:pt x="3427701" y="2386050"/>
                  <a:pt x="3419670" y="2381930"/>
                  <a:pt x="3412197" y="2384346"/>
                </a:cubicBezTo>
                <a:close/>
                <a:moveTo>
                  <a:pt x="5646108" y="1511786"/>
                </a:moveTo>
                <a:cubicBezTo>
                  <a:pt x="5635124" y="1514182"/>
                  <a:pt x="5628151" y="1525030"/>
                  <a:pt x="5630544" y="1536031"/>
                </a:cubicBezTo>
                <a:cubicBezTo>
                  <a:pt x="5632633" y="1545556"/>
                  <a:pt x="5641067" y="1552072"/>
                  <a:pt x="5650439" y="1552072"/>
                </a:cubicBezTo>
                <a:cubicBezTo>
                  <a:pt x="5651874" y="1552072"/>
                  <a:pt x="5653351" y="1551919"/>
                  <a:pt x="5654809" y="1551593"/>
                </a:cubicBezTo>
                <a:cubicBezTo>
                  <a:pt x="5665808" y="1549197"/>
                  <a:pt x="5672767" y="1538349"/>
                  <a:pt x="5670369" y="1527348"/>
                </a:cubicBezTo>
                <a:cubicBezTo>
                  <a:pt x="5667976" y="1516348"/>
                  <a:pt x="5657127" y="1509372"/>
                  <a:pt x="5646108" y="1511786"/>
                </a:cubicBezTo>
                <a:close/>
                <a:moveTo>
                  <a:pt x="8077273" y="559235"/>
                </a:moveTo>
                <a:cubicBezTo>
                  <a:pt x="8072493" y="562414"/>
                  <a:pt x="8068923" y="567416"/>
                  <a:pt x="8067697" y="573492"/>
                </a:cubicBezTo>
                <a:cubicBezTo>
                  <a:pt x="8065263" y="585623"/>
                  <a:pt x="8073121" y="597448"/>
                  <a:pt x="8085271" y="599882"/>
                </a:cubicBezTo>
                <a:cubicBezTo>
                  <a:pt x="8086767" y="600189"/>
                  <a:pt x="8088243" y="600323"/>
                  <a:pt x="8089717" y="600323"/>
                </a:cubicBezTo>
                <a:cubicBezTo>
                  <a:pt x="8100163" y="600323"/>
                  <a:pt x="8109535" y="592983"/>
                  <a:pt x="8111682" y="582327"/>
                </a:cubicBezTo>
                <a:cubicBezTo>
                  <a:pt x="8114116" y="570195"/>
                  <a:pt x="8106258" y="558351"/>
                  <a:pt x="8094106" y="555917"/>
                </a:cubicBezTo>
                <a:cubicBezTo>
                  <a:pt x="8088041" y="554700"/>
                  <a:pt x="8082052" y="556056"/>
                  <a:pt x="8077273" y="559235"/>
                </a:cubicBezTo>
                <a:close/>
                <a:moveTo>
                  <a:pt x="554511" y="3495032"/>
                </a:moveTo>
                <a:cubicBezTo>
                  <a:pt x="553418" y="3496278"/>
                  <a:pt x="553534" y="3498174"/>
                  <a:pt x="554760" y="3499287"/>
                </a:cubicBezTo>
                <a:cubicBezTo>
                  <a:pt x="555335" y="3499785"/>
                  <a:pt x="556045" y="3500034"/>
                  <a:pt x="556754" y="3500034"/>
                </a:cubicBezTo>
                <a:cubicBezTo>
                  <a:pt x="557577" y="3500034"/>
                  <a:pt x="558421" y="3499689"/>
                  <a:pt x="559015" y="3499037"/>
                </a:cubicBezTo>
                <a:cubicBezTo>
                  <a:pt x="560108" y="3497792"/>
                  <a:pt x="559993" y="3495895"/>
                  <a:pt x="558748" y="3494783"/>
                </a:cubicBezTo>
                <a:cubicBezTo>
                  <a:pt x="557501" y="3493690"/>
                  <a:pt x="555604" y="3493805"/>
                  <a:pt x="554511" y="3495032"/>
                </a:cubicBezTo>
                <a:close/>
                <a:moveTo>
                  <a:pt x="4672679" y="1887407"/>
                </a:moveTo>
                <a:cubicBezTo>
                  <a:pt x="4663155" y="1888250"/>
                  <a:pt x="4656102" y="1896664"/>
                  <a:pt x="4656965" y="1906189"/>
                </a:cubicBezTo>
                <a:cubicBezTo>
                  <a:pt x="4657770" y="1915198"/>
                  <a:pt x="4665321" y="1921982"/>
                  <a:pt x="4674196" y="1921982"/>
                </a:cubicBezTo>
                <a:cubicBezTo>
                  <a:pt x="4674693" y="1921982"/>
                  <a:pt x="4675210" y="1921962"/>
                  <a:pt x="4675727" y="1921905"/>
                </a:cubicBezTo>
                <a:cubicBezTo>
                  <a:pt x="4685252" y="1921061"/>
                  <a:pt x="4692286" y="1912648"/>
                  <a:pt x="4691445" y="1903123"/>
                </a:cubicBezTo>
                <a:cubicBezTo>
                  <a:pt x="4690601" y="1893598"/>
                  <a:pt x="4682205" y="1886564"/>
                  <a:pt x="4672679" y="1887407"/>
                </a:cubicBezTo>
                <a:close/>
                <a:moveTo>
                  <a:pt x="4929037" y="1785428"/>
                </a:moveTo>
                <a:cubicBezTo>
                  <a:pt x="4918917" y="1785697"/>
                  <a:pt x="4910924" y="1794130"/>
                  <a:pt x="4911193" y="1804249"/>
                </a:cubicBezTo>
                <a:cubicBezTo>
                  <a:pt x="4911478" y="1814195"/>
                  <a:pt x="4919627" y="1822091"/>
                  <a:pt x="4929516" y="1822091"/>
                </a:cubicBezTo>
                <a:cubicBezTo>
                  <a:pt x="4929688" y="1822091"/>
                  <a:pt x="4929860" y="1822091"/>
                  <a:pt x="4930033" y="1822073"/>
                </a:cubicBezTo>
                <a:cubicBezTo>
                  <a:pt x="4940152" y="1821804"/>
                  <a:pt x="4948127" y="1813371"/>
                  <a:pt x="4947856" y="1803252"/>
                </a:cubicBezTo>
                <a:cubicBezTo>
                  <a:pt x="4947588" y="1793133"/>
                  <a:pt x="4939155" y="1785141"/>
                  <a:pt x="4929037" y="1785428"/>
                </a:cubicBezTo>
                <a:close/>
                <a:moveTo>
                  <a:pt x="3313111" y="2416216"/>
                </a:moveTo>
                <a:cubicBezTo>
                  <a:pt x="3305619" y="2418613"/>
                  <a:pt x="3301497" y="2426643"/>
                  <a:pt x="3303893" y="2434137"/>
                </a:cubicBezTo>
                <a:cubicBezTo>
                  <a:pt x="3305829" y="2440174"/>
                  <a:pt x="3311425" y="2444045"/>
                  <a:pt x="3317463" y="2444045"/>
                </a:cubicBezTo>
                <a:cubicBezTo>
                  <a:pt x="3318900" y="2444045"/>
                  <a:pt x="3320358" y="2443815"/>
                  <a:pt x="3321813" y="2443355"/>
                </a:cubicBezTo>
                <a:cubicBezTo>
                  <a:pt x="3329307" y="2440960"/>
                  <a:pt x="3333427" y="2432929"/>
                  <a:pt x="3331032" y="2425435"/>
                </a:cubicBezTo>
                <a:cubicBezTo>
                  <a:pt x="3328636" y="2417941"/>
                  <a:pt x="3320606" y="2413821"/>
                  <a:pt x="3313111" y="2416216"/>
                </a:cubicBezTo>
                <a:close/>
                <a:moveTo>
                  <a:pt x="2235025" y="2834768"/>
                </a:moveTo>
                <a:cubicBezTo>
                  <a:pt x="2228297" y="2835228"/>
                  <a:pt x="2223218" y="2841054"/>
                  <a:pt x="2223698" y="2847781"/>
                </a:cubicBezTo>
                <a:cubicBezTo>
                  <a:pt x="2224139" y="2854221"/>
                  <a:pt x="2229485" y="2859146"/>
                  <a:pt x="2235849" y="2859146"/>
                </a:cubicBezTo>
                <a:cubicBezTo>
                  <a:pt x="2236136" y="2859146"/>
                  <a:pt x="2236423" y="2859108"/>
                  <a:pt x="2236710" y="2859108"/>
                </a:cubicBezTo>
                <a:cubicBezTo>
                  <a:pt x="2243419" y="2858647"/>
                  <a:pt x="2248497" y="2852822"/>
                  <a:pt x="2248037" y="2846114"/>
                </a:cubicBezTo>
                <a:cubicBezTo>
                  <a:pt x="2247578" y="2839387"/>
                  <a:pt x="2241752" y="2834308"/>
                  <a:pt x="2235025" y="2834768"/>
                </a:cubicBezTo>
                <a:close/>
                <a:moveTo>
                  <a:pt x="3958524" y="2158309"/>
                </a:moveTo>
                <a:cubicBezTo>
                  <a:pt x="3950340" y="2160322"/>
                  <a:pt x="3945338" y="2168601"/>
                  <a:pt x="3947351" y="2176784"/>
                </a:cubicBezTo>
                <a:cubicBezTo>
                  <a:pt x="3949076" y="2183741"/>
                  <a:pt x="3955304" y="2188398"/>
                  <a:pt x="3962163" y="2188398"/>
                </a:cubicBezTo>
                <a:cubicBezTo>
                  <a:pt x="3963392" y="2188398"/>
                  <a:pt x="3964617" y="2188265"/>
                  <a:pt x="3965846" y="2187958"/>
                </a:cubicBezTo>
                <a:cubicBezTo>
                  <a:pt x="3974028" y="2185946"/>
                  <a:pt x="3979031" y="2177666"/>
                  <a:pt x="3977019" y="2169463"/>
                </a:cubicBezTo>
                <a:cubicBezTo>
                  <a:pt x="3974987" y="2161280"/>
                  <a:pt x="3966707" y="2156278"/>
                  <a:pt x="3958524" y="2158309"/>
                </a:cubicBezTo>
                <a:close/>
                <a:moveTo>
                  <a:pt x="3213970" y="2447648"/>
                </a:moveTo>
                <a:cubicBezTo>
                  <a:pt x="3206476" y="2449986"/>
                  <a:pt x="3202279" y="2457978"/>
                  <a:pt x="3204636" y="2465491"/>
                </a:cubicBezTo>
                <a:cubicBezTo>
                  <a:pt x="3206534" y="2471585"/>
                  <a:pt x="3212149" y="2475496"/>
                  <a:pt x="3218224" y="2475496"/>
                </a:cubicBezTo>
                <a:cubicBezTo>
                  <a:pt x="3219643" y="2475496"/>
                  <a:pt x="3221061" y="2475285"/>
                  <a:pt x="3222479" y="2474844"/>
                </a:cubicBezTo>
                <a:cubicBezTo>
                  <a:pt x="3229993" y="2472486"/>
                  <a:pt x="3234170" y="2464494"/>
                  <a:pt x="3231833" y="2457001"/>
                </a:cubicBezTo>
                <a:cubicBezTo>
                  <a:pt x="3229474" y="2449489"/>
                  <a:pt x="3221483" y="2445310"/>
                  <a:pt x="3213970" y="2447648"/>
                </a:cubicBezTo>
                <a:close/>
                <a:moveTo>
                  <a:pt x="5183742" y="1678620"/>
                </a:moveTo>
                <a:cubicBezTo>
                  <a:pt x="5173068" y="1679099"/>
                  <a:pt x="5164809" y="1688146"/>
                  <a:pt x="5165287" y="1698820"/>
                </a:cubicBezTo>
                <a:cubicBezTo>
                  <a:pt x="5165747" y="1709208"/>
                  <a:pt x="5174313" y="1717315"/>
                  <a:pt x="5184607" y="1717315"/>
                </a:cubicBezTo>
                <a:cubicBezTo>
                  <a:pt x="5184892" y="1717315"/>
                  <a:pt x="5185199" y="1717315"/>
                  <a:pt x="5185486" y="1717296"/>
                </a:cubicBezTo>
                <a:cubicBezTo>
                  <a:pt x="5196161" y="1716817"/>
                  <a:pt x="5204443" y="1707772"/>
                  <a:pt x="5203962" y="1697096"/>
                </a:cubicBezTo>
                <a:cubicBezTo>
                  <a:pt x="5203463" y="1686402"/>
                  <a:pt x="5194437" y="1678141"/>
                  <a:pt x="5183742" y="1678620"/>
                </a:cubicBezTo>
                <a:close/>
                <a:moveTo>
                  <a:pt x="2575151" y="2693290"/>
                </a:moveTo>
                <a:cubicBezTo>
                  <a:pt x="2567964" y="2694554"/>
                  <a:pt x="2563134" y="2701396"/>
                  <a:pt x="2564379" y="2708583"/>
                </a:cubicBezTo>
                <a:cubicBezTo>
                  <a:pt x="2565491" y="2715023"/>
                  <a:pt x="2571088" y="2719546"/>
                  <a:pt x="2577412" y="2719546"/>
                </a:cubicBezTo>
                <a:cubicBezTo>
                  <a:pt x="2578159" y="2719546"/>
                  <a:pt x="2578907" y="2719488"/>
                  <a:pt x="2579674" y="2719354"/>
                </a:cubicBezTo>
                <a:cubicBezTo>
                  <a:pt x="2586861" y="2718108"/>
                  <a:pt x="2591690" y="2711266"/>
                  <a:pt x="2590445" y="2704060"/>
                </a:cubicBezTo>
                <a:cubicBezTo>
                  <a:pt x="2589199" y="2696873"/>
                  <a:pt x="2582357" y="2692043"/>
                  <a:pt x="2575151" y="2693290"/>
                </a:cubicBezTo>
                <a:close/>
                <a:moveTo>
                  <a:pt x="4312813" y="2013534"/>
                </a:moveTo>
                <a:cubicBezTo>
                  <a:pt x="4303958" y="2015106"/>
                  <a:pt x="4298057" y="2023557"/>
                  <a:pt x="4299647" y="2032431"/>
                </a:cubicBezTo>
                <a:cubicBezTo>
                  <a:pt x="4301046" y="2040308"/>
                  <a:pt x="4307907" y="2045866"/>
                  <a:pt x="4315650" y="2045866"/>
                </a:cubicBezTo>
                <a:cubicBezTo>
                  <a:pt x="4316610" y="2045866"/>
                  <a:pt x="4317567" y="2045770"/>
                  <a:pt x="4318526" y="2045617"/>
                </a:cubicBezTo>
                <a:cubicBezTo>
                  <a:pt x="4327378" y="2044026"/>
                  <a:pt x="4333281" y="2035574"/>
                  <a:pt x="4331710" y="2026719"/>
                </a:cubicBezTo>
                <a:cubicBezTo>
                  <a:pt x="4330140" y="2017847"/>
                  <a:pt x="4321686" y="2011944"/>
                  <a:pt x="4312813" y="2013534"/>
                </a:cubicBezTo>
                <a:close/>
                <a:moveTo>
                  <a:pt x="5541062" y="1531948"/>
                </a:moveTo>
                <a:cubicBezTo>
                  <a:pt x="5529965" y="1533827"/>
                  <a:pt x="5522490" y="1544348"/>
                  <a:pt x="5524351" y="1555426"/>
                </a:cubicBezTo>
                <a:cubicBezTo>
                  <a:pt x="5526037" y="1565392"/>
                  <a:pt x="5534660" y="1572426"/>
                  <a:pt x="5544433" y="1572426"/>
                </a:cubicBezTo>
                <a:cubicBezTo>
                  <a:pt x="5545566" y="1572426"/>
                  <a:pt x="5546697" y="1572348"/>
                  <a:pt x="5547844" y="1572138"/>
                </a:cubicBezTo>
                <a:cubicBezTo>
                  <a:pt x="5558943" y="1570279"/>
                  <a:pt x="5566417" y="1559758"/>
                  <a:pt x="5564540" y="1548661"/>
                </a:cubicBezTo>
                <a:cubicBezTo>
                  <a:pt x="5562681" y="1537564"/>
                  <a:pt x="5552160" y="1530089"/>
                  <a:pt x="5541062" y="1531948"/>
                </a:cubicBezTo>
                <a:close/>
                <a:moveTo>
                  <a:pt x="1662135" y="3045567"/>
                </a:moveTo>
                <a:cubicBezTo>
                  <a:pt x="1656616" y="3044590"/>
                  <a:pt x="1651344" y="3048269"/>
                  <a:pt x="1650367" y="3053789"/>
                </a:cubicBezTo>
                <a:cubicBezTo>
                  <a:pt x="1649389" y="3059309"/>
                  <a:pt x="1653069" y="3064579"/>
                  <a:pt x="1658608" y="3065556"/>
                </a:cubicBezTo>
                <a:cubicBezTo>
                  <a:pt x="1659201" y="3065671"/>
                  <a:pt x="1659796" y="3065729"/>
                  <a:pt x="1660390" y="3065729"/>
                </a:cubicBezTo>
                <a:cubicBezTo>
                  <a:pt x="1665220" y="3065729"/>
                  <a:pt x="1669494" y="3062260"/>
                  <a:pt x="1670376" y="3057334"/>
                </a:cubicBezTo>
                <a:cubicBezTo>
                  <a:pt x="1671353" y="3051815"/>
                  <a:pt x="1667653" y="3046544"/>
                  <a:pt x="1662135" y="3045567"/>
                </a:cubicBezTo>
                <a:close/>
                <a:moveTo>
                  <a:pt x="3114617" y="2478101"/>
                </a:moveTo>
                <a:cubicBezTo>
                  <a:pt x="3107067" y="2480363"/>
                  <a:pt x="3102792" y="2488298"/>
                  <a:pt x="3105052" y="2495830"/>
                </a:cubicBezTo>
                <a:cubicBezTo>
                  <a:pt x="3106894" y="2502020"/>
                  <a:pt x="3112566" y="2506007"/>
                  <a:pt x="3118700" y="2506007"/>
                </a:cubicBezTo>
                <a:cubicBezTo>
                  <a:pt x="3120041" y="2506007"/>
                  <a:pt x="3121421" y="2505815"/>
                  <a:pt x="3122782" y="2505393"/>
                </a:cubicBezTo>
                <a:cubicBezTo>
                  <a:pt x="3130313" y="2503151"/>
                  <a:pt x="3134606" y="2495197"/>
                  <a:pt x="3132345" y="2487666"/>
                </a:cubicBezTo>
                <a:cubicBezTo>
                  <a:pt x="3130083" y="2480133"/>
                  <a:pt x="3122149" y="2475841"/>
                  <a:pt x="3114617" y="2478101"/>
                </a:cubicBezTo>
                <a:close/>
                <a:moveTo>
                  <a:pt x="7727800" y="676218"/>
                </a:moveTo>
                <a:cubicBezTo>
                  <a:pt x="7715994" y="676755"/>
                  <a:pt x="7706853" y="686778"/>
                  <a:pt x="7707408" y="698584"/>
                </a:cubicBezTo>
                <a:cubicBezTo>
                  <a:pt x="7707945" y="710044"/>
                  <a:pt x="7717412" y="718994"/>
                  <a:pt x="7728778" y="718994"/>
                </a:cubicBezTo>
                <a:cubicBezTo>
                  <a:pt x="7729104" y="718995"/>
                  <a:pt x="7729448" y="718976"/>
                  <a:pt x="7729775" y="718976"/>
                </a:cubicBezTo>
                <a:cubicBezTo>
                  <a:pt x="7741580" y="718420"/>
                  <a:pt x="7750722" y="708397"/>
                  <a:pt x="7750166" y="696591"/>
                </a:cubicBezTo>
                <a:cubicBezTo>
                  <a:pt x="7749629" y="684785"/>
                  <a:pt x="7739606" y="675662"/>
                  <a:pt x="7727800" y="676218"/>
                </a:cubicBezTo>
                <a:close/>
                <a:moveTo>
                  <a:pt x="3856755" y="2184489"/>
                </a:moveTo>
                <a:cubicBezTo>
                  <a:pt x="3848611" y="2186655"/>
                  <a:pt x="3843762" y="2195029"/>
                  <a:pt x="3845947" y="2203175"/>
                </a:cubicBezTo>
                <a:cubicBezTo>
                  <a:pt x="3847768" y="2209998"/>
                  <a:pt x="3853940" y="2214502"/>
                  <a:pt x="3860683" y="2214502"/>
                </a:cubicBezTo>
                <a:cubicBezTo>
                  <a:pt x="3861988" y="2214502"/>
                  <a:pt x="3863310" y="2214329"/>
                  <a:pt x="3864631" y="2213985"/>
                </a:cubicBezTo>
                <a:cubicBezTo>
                  <a:pt x="3872777" y="2211799"/>
                  <a:pt x="3877627" y="2203444"/>
                  <a:pt x="3875442" y="2195298"/>
                </a:cubicBezTo>
                <a:cubicBezTo>
                  <a:pt x="3873276" y="2187153"/>
                  <a:pt x="3864901" y="2182304"/>
                  <a:pt x="3856755" y="2184489"/>
                </a:cubicBezTo>
                <a:close/>
                <a:moveTo>
                  <a:pt x="1888017" y="2951897"/>
                </a:moveTo>
                <a:cubicBezTo>
                  <a:pt x="1885861" y="2953780"/>
                  <a:pt x="1884424" y="2956487"/>
                  <a:pt x="1884222" y="2959572"/>
                </a:cubicBezTo>
                <a:cubicBezTo>
                  <a:pt x="1883801" y="2965725"/>
                  <a:pt x="1888458" y="2971052"/>
                  <a:pt x="1894610" y="2971475"/>
                </a:cubicBezTo>
                <a:cubicBezTo>
                  <a:pt x="1894859" y="2971512"/>
                  <a:pt x="1895128" y="2971512"/>
                  <a:pt x="1895377" y="2971512"/>
                </a:cubicBezTo>
                <a:cubicBezTo>
                  <a:pt x="1901203" y="2971513"/>
                  <a:pt x="1906109" y="2966989"/>
                  <a:pt x="1906513" y="2961087"/>
                </a:cubicBezTo>
                <a:cubicBezTo>
                  <a:pt x="1906953" y="2954935"/>
                  <a:pt x="1902295" y="2949588"/>
                  <a:pt x="1896125" y="2949166"/>
                </a:cubicBezTo>
                <a:cubicBezTo>
                  <a:pt x="1893048" y="2948955"/>
                  <a:pt x="1890174" y="2950014"/>
                  <a:pt x="1888017" y="2951897"/>
                </a:cubicBezTo>
                <a:close/>
                <a:moveTo>
                  <a:pt x="1081578" y="3265201"/>
                </a:moveTo>
                <a:cubicBezTo>
                  <a:pt x="1079680" y="3268612"/>
                  <a:pt x="1080907" y="3272944"/>
                  <a:pt x="1084338" y="3274841"/>
                </a:cubicBezTo>
                <a:cubicBezTo>
                  <a:pt x="1085430" y="3275436"/>
                  <a:pt x="1086599" y="3275742"/>
                  <a:pt x="1087769" y="3275742"/>
                </a:cubicBezTo>
                <a:cubicBezTo>
                  <a:pt x="1090259" y="3275742"/>
                  <a:pt x="1092676" y="3274420"/>
                  <a:pt x="1093978" y="3272082"/>
                </a:cubicBezTo>
                <a:cubicBezTo>
                  <a:pt x="1095876" y="3268670"/>
                  <a:pt x="1094648" y="3264339"/>
                  <a:pt x="1091219" y="3262441"/>
                </a:cubicBezTo>
                <a:cubicBezTo>
                  <a:pt x="1087807" y="3260544"/>
                  <a:pt x="1083476" y="3261770"/>
                  <a:pt x="1081578" y="3265201"/>
                </a:cubicBezTo>
                <a:close/>
                <a:moveTo>
                  <a:pt x="660362" y="3429027"/>
                </a:moveTo>
                <a:cubicBezTo>
                  <a:pt x="658924" y="3430733"/>
                  <a:pt x="659173" y="3433263"/>
                  <a:pt x="660879" y="3434700"/>
                </a:cubicBezTo>
                <a:cubicBezTo>
                  <a:pt x="661626" y="3435313"/>
                  <a:pt x="662546" y="3435620"/>
                  <a:pt x="663447" y="3435620"/>
                </a:cubicBezTo>
                <a:cubicBezTo>
                  <a:pt x="664597" y="3435620"/>
                  <a:pt x="665747" y="3435122"/>
                  <a:pt x="666553" y="3434164"/>
                </a:cubicBezTo>
                <a:cubicBezTo>
                  <a:pt x="667971" y="3432458"/>
                  <a:pt x="667741" y="3429928"/>
                  <a:pt x="666016" y="3428510"/>
                </a:cubicBezTo>
                <a:cubicBezTo>
                  <a:pt x="664310" y="3427091"/>
                  <a:pt x="661780" y="3427321"/>
                  <a:pt x="660362" y="3429027"/>
                </a:cubicBezTo>
                <a:close/>
                <a:moveTo>
                  <a:pt x="3014880" y="2507022"/>
                </a:moveTo>
                <a:cubicBezTo>
                  <a:pt x="3007291" y="2509130"/>
                  <a:pt x="3002883" y="2516989"/>
                  <a:pt x="3004991" y="2524577"/>
                </a:cubicBezTo>
                <a:cubicBezTo>
                  <a:pt x="3006756" y="2530864"/>
                  <a:pt x="3012486" y="2534985"/>
                  <a:pt x="3018715" y="2534985"/>
                </a:cubicBezTo>
                <a:cubicBezTo>
                  <a:pt x="3019979" y="2534985"/>
                  <a:pt x="3021262" y="2534811"/>
                  <a:pt x="3022548" y="2534467"/>
                </a:cubicBezTo>
                <a:cubicBezTo>
                  <a:pt x="3030137" y="2532340"/>
                  <a:pt x="3034564" y="2524481"/>
                  <a:pt x="3032437" y="2516892"/>
                </a:cubicBezTo>
                <a:cubicBezTo>
                  <a:pt x="3030328" y="2509322"/>
                  <a:pt x="3022450" y="2504895"/>
                  <a:pt x="3014880" y="2507022"/>
                </a:cubicBezTo>
                <a:close/>
                <a:moveTo>
                  <a:pt x="1433377" y="3123474"/>
                </a:moveTo>
                <a:cubicBezTo>
                  <a:pt x="1428566" y="3121979"/>
                  <a:pt x="1423449" y="3124662"/>
                  <a:pt x="1421935" y="3129473"/>
                </a:cubicBezTo>
                <a:cubicBezTo>
                  <a:pt x="1420420" y="3134283"/>
                  <a:pt x="1423103" y="3139419"/>
                  <a:pt x="1427934" y="3140914"/>
                </a:cubicBezTo>
                <a:cubicBezTo>
                  <a:pt x="1428834" y="3141201"/>
                  <a:pt x="1429754" y="3141336"/>
                  <a:pt x="1430655" y="3141336"/>
                </a:cubicBezTo>
                <a:cubicBezTo>
                  <a:pt x="1434547" y="3141336"/>
                  <a:pt x="1438149" y="3138825"/>
                  <a:pt x="1439375" y="3134915"/>
                </a:cubicBezTo>
                <a:cubicBezTo>
                  <a:pt x="1440889" y="3130105"/>
                  <a:pt x="1438188" y="3124987"/>
                  <a:pt x="1433377" y="3123474"/>
                </a:cubicBezTo>
                <a:close/>
                <a:moveTo>
                  <a:pt x="4566562" y="1899099"/>
                </a:moveTo>
                <a:cubicBezTo>
                  <a:pt x="4557075" y="1900325"/>
                  <a:pt x="4550386" y="1909007"/>
                  <a:pt x="4551613" y="1918494"/>
                </a:cubicBezTo>
                <a:cubicBezTo>
                  <a:pt x="4552743" y="1927214"/>
                  <a:pt x="4560201" y="1933576"/>
                  <a:pt x="4568765" y="1933576"/>
                </a:cubicBezTo>
                <a:cubicBezTo>
                  <a:pt x="4569512" y="1933576"/>
                  <a:pt x="4570261" y="1933519"/>
                  <a:pt x="4571027" y="1933424"/>
                </a:cubicBezTo>
                <a:cubicBezTo>
                  <a:pt x="4580495" y="1932197"/>
                  <a:pt x="4587183" y="1923515"/>
                  <a:pt x="4585956" y="1914028"/>
                </a:cubicBezTo>
                <a:cubicBezTo>
                  <a:pt x="4584730" y="1904541"/>
                  <a:pt x="4576049" y="1897852"/>
                  <a:pt x="4566562" y="1899099"/>
                </a:cubicBezTo>
                <a:close/>
                <a:moveTo>
                  <a:pt x="3755524" y="2212508"/>
                </a:moveTo>
                <a:cubicBezTo>
                  <a:pt x="3747418" y="2214828"/>
                  <a:pt x="3742722" y="2223279"/>
                  <a:pt x="3745041" y="2231386"/>
                </a:cubicBezTo>
                <a:cubicBezTo>
                  <a:pt x="3746956" y="2238094"/>
                  <a:pt x="3753071" y="2242464"/>
                  <a:pt x="3759702" y="2242465"/>
                </a:cubicBezTo>
                <a:cubicBezTo>
                  <a:pt x="3761101" y="2242464"/>
                  <a:pt x="3762519" y="2242272"/>
                  <a:pt x="3763918" y="2241870"/>
                </a:cubicBezTo>
                <a:cubicBezTo>
                  <a:pt x="3772025" y="2239551"/>
                  <a:pt x="3776719" y="2231099"/>
                  <a:pt x="3774401" y="2222992"/>
                </a:cubicBezTo>
                <a:cubicBezTo>
                  <a:pt x="3772083" y="2214885"/>
                  <a:pt x="3763632" y="2210189"/>
                  <a:pt x="3755524" y="2212508"/>
                </a:cubicBezTo>
                <a:close/>
                <a:moveTo>
                  <a:pt x="4208862" y="2033466"/>
                </a:moveTo>
                <a:cubicBezTo>
                  <a:pt x="4200046" y="2035268"/>
                  <a:pt x="4194370" y="2043893"/>
                  <a:pt x="4196172" y="2052708"/>
                </a:cubicBezTo>
                <a:cubicBezTo>
                  <a:pt x="4197765" y="2060413"/>
                  <a:pt x="4204548" y="2065721"/>
                  <a:pt x="4212119" y="2065721"/>
                </a:cubicBezTo>
                <a:cubicBezTo>
                  <a:pt x="4213211" y="2065721"/>
                  <a:pt x="4214302" y="2065606"/>
                  <a:pt x="4215414" y="2065396"/>
                </a:cubicBezTo>
                <a:cubicBezTo>
                  <a:pt x="4224232" y="2063575"/>
                  <a:pt x="4229907" y="2054970"/>
                  <a:pt x="4228104" y="2046153"/>
                </a:cubicBezTo>
                <a:cubicBezTo>
                  <a:pt x="4226280" y="2037337"/>
                  <a:pt x="4217676" y="2031664"/>
                  <a:pt x="4208862" y="2033466"/>
                </a:cubicBezTo>
                <a:close/>
                <a:moveTo>
                  <a:pt x="2473383" y="2708871"/>
                </a:moveTo>
                <a:cubicBezTo>
                  <a:pt x="2466139" y="2709829"/>
                  <a:pt x="2461059" y="2716479"/>
                  <a:pt x="2462017" y="2723723"/>
                </a:cubicBezTo>
                <a:cubicBezTo>
                  <a:pt x="2462880" y="2730374"/>
                  <a:pt x="2468572" y="2735204"/>
                  <a:pt x="2475107" y="2735204"/>
                </a:cubicBezTo>
                <a:cubicBezTo>
                  <a:pt x="2475683" y="2735204"/>
                  <a:pt x="2476258" y="2735165"/>
                  <a:pt x="2476851" y="2735089"/>
                </a:cubicBezTo>
                <a:cubicBezTo>
                  <a:pt x="2484096" y="2734131"/>
                  <a:pt x="2489195" y="2727499"/>
                  <a:pt x="2488237" y="2720255"/>
                </a:cubicBezTo>
                <a:cubicBezTo>
                  <a:pt x="2487278" y="2713011"/>
                  <a:pt x="2480628" y="2707913"/>
                  <a:pt x="2473383" y="2708871"/>
                </a:cubicBezTo>
                <a:close/>
                <a:moveTo>
                  <a:pt x="4821690" y="1790431"/>
                </a:moveTo>
                <a:cubicBezTo>
                  <a:pt x="4811590" y="1791140"/>
                  <a:pt x="4803964" y="1799899"/>
                  <a:pt x="4804671" y="1809999"/>
                </a:cubicBezTo>
                <a:cubicBezTo>
                  <a:pt x="4805343" y="1819677"/>
                  <a:pt x="4813393" y="1827056"/>
                  <a:pt x="4822937" y="1827056"/>
                </a:cubicBezTo>
                <a:cubicBezTo>
                  <a:pt x="4823378" y="1827056"/>
                  <a:pt x="4823800" y="1827036"/>
                  <a:pt x="4824240" y="1827017"/>
                </a:cubicBezTo>
                <a:cubicBezTo>
                  <a:pt x="4834340" y="1826309"/>
                  <a:pt x="4841947" y="1817550"/>
                  <a:pt x="4841240" y="1807450"/>
                </a:cubicBezTo>
                <a:cubicBezTo>
                  <a:pt x="4840550" y="1797350"/>
                  <a:pt x="4831791" y="1789722"/>
                  <a:pt x="4821690" y="1790431"/>
                </a:cubicBezTo>
                <a:close/>
                <a:moveTo>
                  <a:pt x="2132892" y="2839215"/>
                </a:moveTo>
                <a:cubicBezTo>
                  <a:pt x="2126165" y="2839348"/>
                  <a:pt x="2120799" y="2844906"/>
                  <a:pt x="2120914" y="2851633"/>
                </a:cubicBezTo>
                <a:cubicBezTo>
                  <a:pt x="2121028" y="2858303"/>
                  <a:pt x="2126472" y="2863631"/>
                  <a:pt x="2133103" y="2863631"/>
                </a:cubicBezTo>
                <a:lnTo>
                  <a:pt x="2133333" y="2863631"/>
                </a:lnTo>
                <a:cubicBezTo>
                  <a:pt x="2140060" y="2863497"/>
                  <a:pt x="2145427" y="2857939"/>
                  <a:pt x="2145312" y="2851212"/>
                </a:cubicBezTo>
                <a:cubicBezTo>
                  <a:pt x="2145197" y="2844465"/>
                  <a:pt x="2139639" y="2839099"/>
                  <a:pt x="2132892" y="2839215"/>
                </a:cubicBezTo>
                <a:close/>
                <a:moveTo>
                  <a:pt x="2914645" y="2533777"/>
                </a:moveTo>
                <a:cubicBezTo>
                  <a:pt x="2907018" y="2535713"/>
                  <a:pt x="2902400" y="2543474"/>
                  <a:pt x="2904335" y="2551103"/>
                </a:cubicBezTo>
                <a:cubicBezTo>
                  <a:pt x="2905965" y="2557561"/>
                  <a:pt x="2911772" y="2561854"/>
                  <a:pt x="2918135" y="2561854"/>
                </a:cubicBezTo>
                <a:cubicBezTo>
                  <a:pt x="2919283" y="2561854"/>
                  <a:pt x="2920472" y="2561701"/>
                  <a:pt x="2921642" y="2561413"/>
                </a:cubicBezTo>
                <a:cubicBezTo>
                  <a:pt x="2929269" y="2559477"/>
                  <a:pt x="2933888" y="2551716"/>
                  <a:pt x="2931953" y="2544107"/>
                </a:cubicBezTo>
                <a:cubicBezTo>
                  <a:pt x="2930017" y="2536460"/>
                  <a:pt x="2922274" y="2531860"/>
                  <a:pt x="2914645" y="2533777"/>
                </a:cubicBezTo>
                <a:close/>
                <a:moveTo>
                  <a:pt x="5435000" y="1547970"/>
                </a:moveTo>
                <a:cubicBezTo>
                  <a:pt x="5423848" y="1549485"/>
                  <a:pt x="5416025" y="1559738"/>
                  <a:pt x="5417541" y="1570892"/>
                </a:cubicBezTo>
                <a:cubicBezTo>
                  <a:pt x="5418922" y="1581126"/>
                  <a:pt x="5427661" y="1588562"/>
                  <a:pt x="5437704" y="1588562"/>
                </a:cubicBezTo>
                <a:cubicBezTo>
                  <a:pt x="5438604" y="1588562"/>
                  <a:pt x="5439525" y="1588486"/>
                  <a:pt x="5440462" y="1588371"/>
                </a:cubicBezTo>
                <a:cubicBezTo>
                  <a:pt x="5451617" y="1586857"/>
                  <a:pt x="5459436" y="1576603"/>
                  <a:pt x="5457923" y="1565449"/>
                </a:cubicBezTo>
                <a:cubicBezTo>
                  <a:pt x="5456427" y="1554295"/>
                  <a:pt x="5446154" y="1546476"/>
                  <a:pt x="5435000" y="1547970"/>
                </a:cubicBezTo>
                <a:close/>
                <a:moveTo>
                  <a:pt x="3654810" y="2242157"/>
                </a:moveTo>
                <a:cubicBezTo>
                  <a:pt x="3646742" y="2244592"/>
                  <a:pt x="3642181" y="2253120"/>
                  <a:pt x="3644615" y="2261188"/>
                </a:cubicBezTo>
                <a:cubicBezTo>
                  <a:pt x="3646608" y="2267781"/>
                  <a:pt x="3652665" y="2272036"/>
                  <a:pt x="3659219" y="2272036"/>
                </a:cubicBezTo>
                <a:cubicBezTo>
                  <a:pt x="3660694" y="2272036"/>
                  <a:pt x="3662170" y="2271825"/>
                  <a:pt x="3663647" y="2271384"/>
                </a:cubicBezTo>
                <a:cubicBezTo>
                  <a:pt x="3671715" y="2268931"/>
                  <a:pt x="3676276" y="2260422"/>
                  <a:pt x="3673842" y="2252353"/>
                </a:cubicBezTo>
                <a:cubicBezTo>
                  <a:pt x="3671407" y="2244266"/>
                  <a:pt x="3662880" y="2239704"/>
                  <a:pt x="3654810" y="2242157"/>
                </a:cubicBezTo>
                <a:close/>
                <a:moveTo>
                  <a:pt x="8455187" y="366890"/>
                </a:moveTo>
                <a:cubicBezTo>
                  <a:pt x="8449437" y="369362"/>
                  <a:pt x="8444632" y="374029"/>
                  <a:pt x="8442131" y="380306"/>
                </a:cubicBezTo>
                <a:cubicBezTo>
                  <a:pt x="8437128" y="392859"/>
                  <a:pt x="8443243" y="407079"/>
                  <a:pt x="8455795" y="412100"/>
                </a:cubicBezTo>
                <a:cubicBezTo>
                  <a:pt x="8458765" y="413270"/>
                  <a:pt x="8461832" y="413845"/>
                  <a:pt x="8464842" y="413845"/>
                </a:cubicBezTo>
                <a:lnTo>
                  <a:pt x="8474309" y="410972"/>
                </a:lnTo>
                <a:lnTo>
                  <a:pt x="8457091" y="366864"/>
                </a:lnTo>
                <a:close/>
                <a:moveTo>
                  <a:pt x="5076415" y="1683680"/>
                </a:moveTo>
                <a:cubicBezTo>
                  <a:pt x="5065742" y="1684236"/>
                  <a:pt x="5057518" y="1693339"/>
                  <a:pt x="5058096" y="1704015"/>
                </a:cubicBezTo>
                <a:cubicBezTo>
                  <a:pt x="5058610" y="1714345"/>
                  <a:pt x="5067159" y="1722375"/>
                  <a:pt x="5077412" y="1722375"/>
                </a:cubicBezTo>
                <a:cubicBezTo>
                  <a:pt x="5077740" y="1722375"/>
                  <a:pt x="5078084" y="1722356"/>
                  <a:pt x="5078428" y="1722337"/>
                </a:cubicBezTo>
                <a:cubicBezTo>
                  <a:pt x="5089104" y="1721781"/>
                  <a:pt x="5097305" y="1712677"/>
                  <a:pt x="5096752" y="1702002"/>
                </a:cubicBezTo>
                <a:cubicBezTo>
                  <a:pt x="5096195" y="1691327"/>
                  <a:pt x="5087094" y="1683125"/>
                  <a:pt x="5076415" y="1683680"/>
                </a:cubicBezTo>
                <a:close/>
                <a:moveTo>
                  <a:pt x="282823" y="3553600"/>
                </a:moveTo>
                <a:cubicBezTo>
                  <a:pt x="282440" y="3553985"/>
                  <a:pt x="282459" y="3554598"/>
                  <a:pt x="282842" y="3554962"/>
                </a:cubicBezTo>
                <a:cubicBezTo>
                  <a:pt x="283014" y="3555154"/>
                  <a:pt x="283264" y="3555249"/>
                  <a:pt x="283513" y="3555249"/>
                </a:cubicBezTo>
                <a:cubicBezTo>
                  <a:pt x="283762" y="3555249"/>
                  <a:pt x="283992" y="3555154"/>
                  <a:pt x="284184" y="3554962"/>
                </a:cubicBezTo>
                <a:cubicBezTo>
                  <a:pt x="284548" y="3554578"/>
                  <a:pt x="284548" y="3553965"/>
                  <a:pt x="284184" y="3553601"/>
                </a:cubicBezTo>
                <a:cubicBezTo>
                  <a:pt x="283800" y="3553237"/>
                  <a:pt x="283187" y="3553237"/>
                  <a:pt x="282823" y="3553600"/>
                </a:cubicBezTo>
                <a:close/>
                <a:moveTo>
                  <a:pt x="769316" y="3360108"/>
                </a:moveTo>
                <a:cubicBezTo>
                  <a:pt x="767611" y="3362312"/>
                  <a:pt x="768032" y="3365493"/>
                  <a:pt x="770236" y="3367199"/>
                </a:cubicBezTo>
                <a:cubicBezTo>
                  <a:pt x="771156" y="3367909"/>
                  <a:pt x="772230" y="3368234"/>
                  <a:pt x="773303" y="3368234"/>
                </a:cubicBezTo>
                <a:cubicBezTo>
                  <a:pt x="774817" y="3368253"/>
                  <a:pt x="776312" y="3367563"/>
                  <a:pt x="777308" y="3366279"/>
                </a:cubicBezTo>
                <a:cubicBezTo>
                  <a:pt x="779014" y="3364076"/>
                  <a:pt x="778592" y="3360894"/>
                  <a:pt x="776389" y="3359189"/>
                </a:cubicBezTo>
                <a:cubicBezTo>
                  <a:pt x="774184" y="3357502"/>
                  <a:pt x="771022" y="3357905"/>
                  <a:pt x="769316" y="3360108"/>
                </a:cubicBezTo>
                <a:close/>
                <a:moveTo>
                  <a:pt x="3554537" y="2272707"/>
                </a:moveTo>
                <a:cubicBezTo>
                  <a:pt x="3546469" y="2275179"/>
                  <a:pt x="3541947" y="2283727"/>
                  <a:pt x="3544418" y="2291776"/>
                </a:cubicBezTo>
                <a:cubicBezTo>
                  <a:pt x="3546431" y="2298349"/>
                  <a:pt x="3552468" y="2302586"/>
                  <a:pt x="3559004" y="2302586"/>
                </a:cubicBezTo>
                <a:cubicBezTo>
                  <a:pt x="3560498" y="2302586"/>
                  <a:pt x="3561994" y="2302356"/>
                  <a:pt x="3563489" y="2301895"/>
                </a:cubicBezTo>
                <a:cubicBezTo>
                  <a:pt x="3571557" y="2299423"/>
                  <a:pt x="3576079" y="2290876"/>
                  <a:pt x="3573607" y="2282826"/>
                </a:cubicBezTo>
                <a:cubicBezTo>
                  <a:pt x="3571135" y="2274758"/>
                  <a:pt x="3562587" y="2270234"/>
                  <a:pt x="3554537" y="2272707"/>
                </a:cubicBezTo>
                <a:close/>
                <a:moveTo>
                  <a:pt x="7618060" y="685341"/>
                </a:moveTo>
                <a:cubicBezTo>
                  <a:pt x="7606311" y="686740"/>
                  <a:pt x="7597936" y="697376"/>
                  <a:pt x="7599336" y="709106"/>
                </a:cubicBezTo>
                <a:cubicBezTo>
                  <a:pt x="7600620" y="719991"/>
                  <a:pt x="7609857" y="727983"/>
                  <a:pt x="7620552" y="727983"/>
                </a:cubicBezTo>
                <a:cubicBezTo>
                  <a:pt x="7621395" y="727983"/>
                  <a:pt x="7622257" y="727945"/>
                  <a:pt x="7623101" y="727849"/>
                </a:cubicBezTo>
                <a:cubicBezTo>
                  <a:pt x="7634848" y="726451"/>
                  <a:pt x="7643224" y="715794"/>
                  <a:pt x="7641825" y="704065"/>
                </a:cubicBezTo>
                <a:cubicBezTo>
                  <a:pt x="7640445" y="692317"/>
                  <a:pt x="7629808" y="683941"/>
                  <a:pt x="7618060" y="685341"/>
                </a:cubicBezTo>
                <a:close/>
                <a:moveTo>
                  <a:pt x="4105445" y="2055928"/>
                </a:moveTo>
                <a:cubicBezTo>
                  <a:pt x="4096668" y="2057921"/>
                  <a:pt x="4091187" y="2066660"/>
                  <a:pt x="4093180" y="2075419"/>
                </a:cubicBezTo>
                <a:lnTo>
                  <a:pt x="4093198" y="2075419"/>
                </a:lnTo>
                <a:cubicBezTo>
                  <a:pt x="4094925" y="2082970"/>
                  <a:pt x="4101631" y="2088087"/>
                  <a:pt x="4109067" y="2088087"/>
                </a:cubicBezTo>
                <a:cubicBezTo>
                  <a:pt x="4110272" y="2088087"/>
                  <a:pt x="4111501" y="2087953"/>
                  <a:pt x="4112708" y="2087685"/>
                </a:cubicBezTo>
                <a:cubicBezTo>
                  <a:pt x="4121486" y="2085673"/>
                  <a:pt x="4126967" y="2076933"/>
                  <a:pt x="4124955" y="2068175"/>
                </a:cubicBezTo>
                <a:cubicBezTo>
                  <a:pt x="4122962" y="2059397"/>
                  <a:pt x="4114221" y="2053916"/>
                  <a:pt x="4105445" y="2055928"/>
                </a:cubicBezTo>
                <a:close/>
                <a:moveTo>
                  <a:pt x="2813779" y="2557752"/>
                </a:moveTo>
                <a:cubicBezTo>
                  <a:pt x="2806093" y="2559458"/>
                  <a:pt x="2801245" y="2567067"/>
                  <a:pt x="2802951" y="2574752"/>
                </a:cubicBezTo>
                <a:cubicBezTo>
                  <a:pt x="2804407" y="2581384"/>
                  <a:pt x="2810311" y="2585926"/>
                  <a:pt x="2816845" y="2585926"/>
                </a:cubicBezTo>
                <a:cubicBezTo>
                  <a:pt x="2817862" y="2585926"/>
                  <a:pt x="2818895" y="2585811"/>
                  <a:pt x="2819932" y="2585581"/>
                </a:cubicBezTo>
                <a:cubicBezTo>
                  <a:pt x="2827616" y="2583894"/>
                  <a:pt x="2832466" y="2576285"/>
                  <a:pt x="2830760" y="2568601"/>
                </a:cubicBezTo>
                <a:cubicBezTo>
                  <a:pt x="2829073" y="2560915"/>
                  <a:pt x="2821465" y="2556066"/>
                  <a:pt x="2813779" y="2557752"/>
                </a:cubicBezTo>
                <a:close/>
                <a:moveTo>
                  <a:pt x="4461076" y="1914642"/>
                </a:moveTo>
                <a:cubicBezTo>
                  <a:pt x="4451629" y="1916174"/>
                  <a:pt x="4445226" y="1925087"/>
                  <a:pt x="4446778" y="1934515"/>
                </a:cubicBezTo>
                <a:cubicBezTo>
                  <a:pt x="4448156" y="1943006"/>
                  <a:pt x="4455520" y="1949024"/>
                  <a:pt x="4463835" y="1949024"/>
                </a:cubicBezTo>
                <a:cubicBezTo>
                  <a:pt x="4464776" y="1949024"/>
                  <a:pt x="4465715" y="1948947"/>
                  <a:pt x="4466654" y="1948813"/>
                </a:cubicBezTo>
                <a:cubicBezTo>
                  <a:pt x="4476082" y="1947261"/>
                  <a:pt x="4482503" y="1938348"/>
                  <a:pt x="4480952" y="1928920"/>
                </a:cubicBezTo>
                <a:cubicBezTo>
                  <a:pt x="4479399" y="1919490"/>
                  <a:pt x="4470508" y="1913089"/>
                  <a:pt x="4461076" y="1914642"/>
                </a:cubicBezTo>
                <a:close/>
                <a:moveTo>
                  <a:pt x="7968210" y="542412"/>
                </a:moveTo>
                <a:cubicBezTo>
                  <a:pt x="7963672" y="545927"/>
                  <a:pt x="7960476" y="551173"/>
                  <a:pt x="7959700" y="557316"/>
                </a:cubicBezTo>
                <a:cubicBezTo>
                  <a:pt x="7958129" y="569601"/>
                  <a:pt x="7966831" y="580832"/>
                  <a:pt x="7979115" y="582384"/>
                </a:cubicBezTo>
                <a:cubicBezTo>
                  <a:pt x="7980073" y="582518"/>
                  <a:pt x="7981032" y="582576"/>
                  <a:pt x="7981970" y="582576"/>
                </a:cubicBezTo>
                <a:cubicBezTo>
                  <a:pt x="7993087" y="582576"/>
                  <a:pt x="8002745" y="574296"/>
                  <a:pt x="8004183" y="562989"/>
                </a:cubicBezTo>
                <a:cubicBezTo>
                  <a:pt x="8005756" y="550684"/>
                  <a:pt x="7997054" y="539473"/>
                  <a:pt x="7984769" y="537901"/>
                </a:cubicBezTo>
                <a:cubicBezTo>
                  <a:pt x="7978626" y="537116"/>
                  <a:pt x="7972747" y="538898"/>
                  <a:pt x="7968210" y="542412"/>
                </a:cubicBezTo>
                <a:close/>
                <a:moveTo>
                  <a:pt x="3454418" y="2303525"/>
                </a:moveTo>
                <a:cubicBezTo>
                  <a:pt x="3446349" y="2305997"/>
                  <a:pt x="3441827" y="2314545"/>
                  <a:pt x="3444318" y="2322594"/>
                </a:cubicBezTo>
                <a:cubicBezTo>
                  <a:pt x="3446330" y="2329168"/>
                  <a:pt x="3452388" y="2333384"/>
                  <a:pt x="3458903" y="2333384"/>
                </a:cubicBezTo>
                <a:cubicBezTo>
                  <a:pt x="3460397" y="2333384"/>
                  <a:pt x="3461894" y="2333173"/>
                  <a:pt x="3463389" y="2332713"/>
                </a:cubicBezTo>
                <a:cubicBezTo>
                  <a:pt x="3471457" y="2330221"/>
                  <a:pt x="3475979" y="2321694"/>
                  <a:pt x="3473507" y="2313624"/>
                </a:cubicBezTo>
                <a:cubicBezTo>
                  <a:pt x="3471016" y="2305556"/>
                  <a:pt x="3462468" y="2301033"/>
                  <a:pt x="3454418" y="2303525"/>
                </a:cubicBezTo>
                <a:close/>
                <a:moveTo>
                  <a:pt x="1202894" y="3182312"/>
                </a:moveTo>
                <a:cubicBezTo>
                  <a:pt x="1200958" y="3186356"/>
                  <a:pt x="1202664" y="3191186"/>
                  <a:pt x="1206689" y="3193122"/>
                </a:cubicBezTo>
                <a:cubicBezTo>
                  <a:pt x="1207820" y="3193677"/>
                  <a:pt x="1209027" y="3193926"/>
                  <a:pt x="1210196" y="3193926"/>
                </a:cubicBezTo>
                <a:cubicBezTo>
                  <a:pt x="1213224" y="3193926"/>
                  <a:pt x="1216118" y="3192221"/>
                  <a:pt x="1217517" y="3189307"/>
                </a:cubicBezTo>
                <a:cubicBezTo>
                  <a:pt x="1219453" y="3185283"/>
                  <a:pt x="1217747" y="3180434"/>
                  <a:pt x="1213704" y="3178498"/>
                </a:cubicBezTo>
                <a:cubicBezTo>
                  <a:pt x="1209660" y="3176563"/>
                  <a:pt x="1204830" y="3178268"/>
                  <a:pt x="1202894" y="3182312"/>
                </a:cubicBezTo>
                <a:close/>
                <a:moveTo>
                  <a:pt x="8216859" y="439859"/>
                </a:moveTo>
                <a:cubicBezTo>
                  <a:pt x="8211624" y="442789"/>
                  <a:pt x="8207508" y="447719"/>
                  <a:pt x="8205745" y="453957"/>
                </a:cubicBezTo>
                <a:cubicBezTo>
                  <a:pt x="8202219" y="466414"/>
                  <a:pt x="8209464" y="479371"/>
                  <a:pt x="8221921" y="482897"/>
                </a:cubicBezTo>
                <a:cubicBezTo>
                  <a:pt x="8224049" y="483491"/>
                  <a:pt x="8226195" y="483778"/>
                  <a:pt x="8228322" y="483778"/>
                </a:cubicBezTo>
                <a:cubicBezTo>
                  <a:pt x="8238537" y="483778"/>
                  <a:pt x="8247947" y="477033"/>
                  <a:pt x="8250860" y="466702"/>
                </a:cubicBezTo>
                <a:cubicBezTo>
                  <a:pt x="8254387" y="454244"/>
                  <a:pt x="8247142" y="441289"/>
                  <a:pt x="8234685" y="437763"/>
                </a:cubicBezTo>
                <a:cubicBezTo>
                  <a:pt x="8228446" y="435999"/>
                  <a:pt x="8222093" y="436929"/>
                  <a:pt x="8216859" y="439859"/>
                </a:cubicBezTo>
                <a:close/>
                <a:moveTo>
                  <a:pt x="2371117" y="2720083"/>
                </a:moveTo>
                <a:cubicBezTo>
                  <a:pt x="2363834" y="2720715"/>
                  <a:pt x="2358448" y="2727116"/>
                  <a:pt x="2359081" y="2734399"/>
                </a:cubicBezTo>
                <a:cubicBezTo>
                  <a:pt x="2359675" y="2741279"/>
                  <a:pt x="2365444" y="2746473"/>
                  <a:pt x="2372228" y="2746473"/>
                </a:cubicBezTo>
                <a:cubicBezTo>
                  <a:pt x="2372612" y="2746473"/>
                  <a:pt x="2372995" y="2746454"/>
                  <a:pt x="2373397" y="2746416"/>
                </a:cubicBezTo>
                <a:cubicBezTo>
                  <a:pt x="2380661" y="2745802"/>
                  <a:pt x="2386066" y="2739382"/>
                  <a:pt x="2385434" y="2732119"/>
                </a:cubicBezTo>
                <a:cubicBezTo>
                  <a:pt x="2384800" y="2724836"/>
                  <a:pt x="2378381" y="2719450"/>
                  <a:pt x="2371117" y="2720083"/>
                </a:cubicBezTo>
                <a:close/>
                <a:moveTo>
                  <a:pt x="3354318" y="2334132"/>
                </a:moveTo>
                <a:cubicBezTo>
                  <a:pt x="3346250" y="2336585"/>
                  <a:pt x="3341688" y="2345094"/>
                  <a:pt x="3344140" y="2353182"/>
                </a:cubicBezTo>
                <a:cubicBezTo>
                  <a:pt x="3346135" y="2359774"/>
                  <a:pt x="3352191" y="2364011"/>
                  <a:pt x="3358745" y="2364011"/>
                </a:cubicBezTo>
                <a:cubicBezTo>
                  <a:pt x="3360202" y="2364011"/>
                  <a:pt x="3361697" y="2363800"/>
                  <a:pt x="3363172" y="2363359"/>
                </a:cubicBezTo>
                <a:cubicBezTo>
                  <a:pt x="3371241" y="2360906"/>
                  <a:pt x="3375803" y="2352377"/>
                  <a:pt x="3373368" y="2344309"/>
                </a:cubicBezTo>
                <a:cubicBezTo>
                  <a:pt x="3370916" y="2336240"/>
                  <a:pt x="3362386" y="2331698"/>
                  <a:pt x="3354318" y="2334132"/>
                </a:cubicBezTo>
                <a:close/>
                <a:moveTo>
                  <a:pt x="4002566" y="2080478"/>
                </a:moveTo>
                <a:cubicBezTo>
                  <a:pt x="3993828" y="2082644"/>
                  <a:pt x="3988516" y="2091479"/>
                  <a:pt x="3990683" y="2100200"/>
                </a:cubicBezTo>
                <a:cubicBezTo>
                  <a:pt x="3992523" y="2107617"/>
                  <a:pt x="3999174" y="2112580"/>
                  <a:pt x="4006477" y="2112580"/>
                </a:cubicBezTo>
                <a:cubicBezTo>
                  <a:pt x="4007778" y="2112580"/>
                  <a:pt x="4009101" y="2112427"/>
                  <a:pt x="4010423" y="2112082"/>
                </a:cubicBezTo>
                <a:cubicBezTo>
                  <a:pt x="4019143" y="2109916"/>
                  <a:pt x="4024473" y="2101081"/>
                  <a:pt x="4022286" y="2092342"/>
                </a:cubicBezTo>
                <a:cubicBezTo>
                  <a:pt x="4020123" y="2083622"/>
                  <a:pt x="4011286" y="2078294"/>
                  <a:pt x="4002566" y="2080478"/>
                </a:cubicBezTo>
                <a:close/>
                <a:moveTo>
                  <a:pt x="381526" y="3492445"/>
                </a:moveTo>
                <a:cubicBezTo>
                  <a:pt x="380777" y="3493230"/>
                  <a:pt x="380797" y="3494476"/>
                  <a:pt x="381583" y="3495243"/>
                </a:cubicBezTo>
                <a:cubicBezTo>
                  <a:pt x="381966" y="3495607"/>
                  <a:pt x="382465" y="3495799"/>
                  <a:pt x="382943" y="3495799"/>
                </a:cubicBezTo>
                <a:cubicBezTo>
                  <a:pt x="383480" y="3495799"/>
                  <a:pt x="383997" y="3495587"/>
                  <a:pt x="384380" y="3495185"/>
                </a:cubicBezTo>
                <a:cubicBezTo>
                  <a:pt x="385148" y="3494381"/>
                  <a:pt x="385108" y="3493135"/>
                  <a:pt x="384323" y="3492387"/>
                </a:cubicBezTo>
                <a:cubicBezTo>
                  <a:pt x="383538" y="3491621"/>
                  <a:pt x="382273" y="3491660"/>
                  <a:pt x="381526" y="3492445"/>
                </a:cubicBezTo>
                <a:close/>
                <a:moveTo>
                  <a:pt x="5328366" y="1561003"/>
                </a:moveTo>
                <a:cubicBezTo>
                  <a:pt x="5317171" y="1562248"/>
                  <a:pt x="5309123" y="1572330"/>
                  <a:pt x="5310370" y="1583503"/>
                </a:cubicBezTo>
                <a:cubicBezTo>
                  <a:pt x="5311520" y="1593929"/>
                  <a:pt x="5320354" y="1601633"/>
                  <a:pt x="5330609" y="1601633"/>
                </a:cubicBezTo>
                <a:cubicBezTo>
                  <a:pt x="5331357" y="1601633"/>
                  <a:pt x="5332122" y="1601595"/>
                  <a:pt x="5332866" y="1601518"/>
                </a:cubicBezTo>
                <a:cubicBezTo>
                  <a:pt x="5344062" y="1600254"/>
                  <a:pt x="5352130" y="1590192"/>
                  <a:pt x="5350863" y="1578999"/>
                </a:cubicBezTo>
                <a:cubicBezTo>
                  <a:pt x="5349619" y="1567807"/>
                  <a:pt x="5339538" y="1559758"/>
                  <a:pt x="5328366" y="1561003"/>
                </a:cubicBezTo>
                <a:close/>
                <a:moveTo>
                  <a:pt x="4714632" y="1800416"/>
                </a:moveTo>
                <a:cubicBezTo>
                  <a:pt x="4704571" y="1801585"/>
                  <a:pt x="4697366" y="1810688"/>
                  <a:pt x="4698534" y="1820750"/>
                </a:cubicBezTo>
                <a:cubicBezTo>
                  <a:pt x="4699607" y="1830084"/>
                  <a:pt x="4707543" y="1836983"/>
                  <a:pt x="4716722" y="1836983"/>
                </a:cubicBezTo>
                <a:cubicBezTo>
                  <a:pt x="4717431" y="1836983"/>
                  <a:pt x="4718142" y="1836926"/>
                  <a:pt x="4718850" y="1836849"/>
                </a:cubicBezTo>
                <a:cubicBezTo>
                  <a:pt x="4728913" y="1835680"/>
                  <a:pt x="4736118" y="1826577"/>
                  <a:pt x="4734949" y="1816515"/>
                </a:cubicBezTo>
                <a:cubicBezTo>
                  <a:pt x="4733779" y="1806453"/>
                  <a:pt x="4724676" y="1799247"/>
                  <a:pt x="4714632" y="1800416"/>
                </a:cubicBezTo>
                <a:close/>
                <a:moveTo>
                  <a:pt x="1795143" y="2939104"/>
                </a:moveTo>
                <a:cubicBezTo>
                  <a:pt x="1789009" y="2938299"/>
                  <a:pt x="1783394" y="2942611"/>
                  <a:pt x="1782589" y="2948725"/>
                </a:cubicBezTo>
                <a:cubicBezTo>
                  <a:pt x="1781784" y="2954858"/>
                  <a:pt x="1786097" y="2960474"/>
                  <a:pt x="1792210" y="2961278"/>
                </a:cubicBezTo>
                <a:cubicBezTo>
                  <a:pt x="1792708" y="2961336"/>
                  <a:pt x="1793187" y="2961374"/>
                  <a:pt x="1793687" y="2961374"/>
                </a:cubicBezTo>
                <a:cubicBezTo>
                  <a:pt x="1799205" y="2961374"/>
                  <a:pt x="1804016" y="2957273"/>
                  <a:pt x="1804744" y="2951657"/>
                </a:cubicBezTo>
                <a:cubicBezTo>
                  <a:pt x="1805567" y="2945524"/>
                  <a:pt x="1801255" y="2939908"/>
                  <a:pt x="1795143" y="2939104"/>
                </a:cubicBezTo>
                <a:close/>
                <a:moveTo>
                  <a:pt x="2712261" y="2578260"/>
                </a:moveTo>
                <a:cubicBezTo>
                  <a:pt x="2704517" y="2579678"/>
                  <a:pt x="2699401" y="2587095"/>
                  <a:pt x="2700819" y="2594838"/>
                </a:cubicBezTo>
                <a:cubicBezTo>
                  <a:pt x="2702065" y="2601699"/>
                  <a:pt x="2708062" y="2606529"/>
                  <a:pt x="2714810" y="2606529"/>
                </a:cubicBezTo>
                <a:cubicBezTo>
                  <a:pt x="2715671" y="2606529"/>
                  <a:pt x="2716516" y="2606452"/>
                  <a:pt x="2717396" y="2606279"/>
                </a:cubicBezTo>
                <a:cubicBezTo>
                  <a:pt x="2725119" y="2604861"/>
                  <a:pt x="2730257" y="2597444"/>
                  <a:pt x="2728839" y="2589702"/>
                </a:cubicBezTo>
                <a:cubicBezTo>
                  <a:pt x="2727420" y="2581978"/>
                  <a:pt x="2720003" y="2576841"/>
                  <a:pt x="2712261" y="2578260"/>
                </a:cubicBezTo>
                <a:close/>
                <a:moveTo>
                  <a:pt x="1563529" y="3024524"/>
                </a:moveTo>
                <a:cubicBezTo>
                  <a:pt x="1558087" y="3023162"/>
                  <a:pt x="1552566" y="3026460"/>
                  <a:pt x="1551205" y="3031902"/>
                </a:cubicBezTo>
                <a:cubicBezTo>
                  <a:pt x="1549825" y="3037346"/>
                  <a:pt x="1553141" y="3042865"/>
                  <a:pt x="1558564" y="3044226"/>
                </a:cubicBezTo>
                <a:cubicBezTo>
                  <a:pt x="1559408" y="3044436"/>
                  <a:pt x="1560232" y="3044532"/>
                  <a:pt x="1561056" y="3044532"/>
                </a:cubicBezTo>
                <a:cubicBezTo>
                  <a:pt x="1565598" y="3044532"/>
                  <a:pt x="1569739" y="3041466"/>
                  <a:pt x="1570908" y="3036847"/>
                </a:cubicBezTo>
                <a:cubicBezTo>
                  <a:pt x="1572268" y="3031404"/>
                  <a:pt x="1568952" y="3025884"/>
                  <a:pt x="1563529" y="3024524"/>
                </a:cubicBezTo>
                <a:close/>
                <a:moveTo>
                  <a:pt x="3254102" y="2364048"/>
                </a:moveTo>
                <a:cubicBezTo>
                  <a:pt x="3245996" y="2366425"/>
                  <a:pt x="3241358" y="2374916"/>
                  <a:pt x="3243734" y="2383003"/>
                </a:cubicBezTo>
                <a:cubicBezTo>
                  <a:pt x="3245689" y="2389653"/>
                  <a:pt x="3251784" y="2393985"/>
                  <a:pt x="3258376" y="2393985"/>
                </a:cubicBezTo>
                <a:cubicBezTo>
                  <a:pt x="3259795" y="2393985"/>
                  <a:pt x="3261251" y="2393774"/>
                  <a:pt x="3262688" y="2393353"/>
                </a:cubicBezTo>
                <a:cubicBezTo>
                  <a:pt x="3270776" y="2390995"/>
                  <a:pt x="3275414" y="2382505"/>
                  <a:pt x="3273039" y="2374417"/>
                </a:cubicBezTo>
                <a:cubicBezTo>
                  <a:pt x="3270661" y="2366310"/>
                  <a:pt x="3262190" y="2361672"/>
                  <a:pt x="3254102" y="2364048"/>
                </a:cubicBezTo>
                <a:close/>
                <a:moveTo>
                  <a:pt x="4356182" y="1933309"/>
                </a:moveTo>
                <a:cubicBezTo>
                  <a:pt x="4346792" y="1935091"/>
                  <a:pt x="4340641" y="1944175"/>
                  <a:pt x="4342444" y="1953566"/>
                </a:cubicBezTo>
                <a:cubicBezTo>
                  <a:pt x="4344034" y="1961865"/>
                  <a:pt x="4351277" y="1967614"/>
                  <a:pt x="4359423" y="1967614"/>
                </a:cubicBezTo>
                <a:cubicBezTo>
                  <a:pt x="4360496" y="1967614"/>
                  <a:pt x="4361589" y="1967518"/>
                  <a:pt x="4362701" y="1967308"/>
                </a:cubicBezTo>
                <a:cubicBezTo>
                  <a:pt x="4372092" y="1965506"/>
                  <a:pt x="4378244" y="1956441"/>
                  <a:pt x="4376441" y="1947050"/>
                </a:cubicBezTo>
                <a:cubicBezTo>
                  <a:pt x="4374642" y="1937659"/>
                  <a:pt x="4365576" y="1931507"/>
                  <a:pt x="4356182" y="1933309"/>
                </a:cubicBezTo>
                <a:close/>
                <a:moveTo>
                  <a:pt x="7509354" y="701842"/>
                </a:moveTo>
                <a:cubicBezTo>
                  <a:pt x="7497721" y="703969"/>
                  <a:pt x="7490035" y="715124"/>
                  <a:pt x="7492163" y="726757"/>
                </a:cubicBezTo>
                <a:cubicBezTo>
                  <a:pt x="7494060" y="737068"/>
                  <a:pt x="7503068" y="744293"/>
                  <a:pt x="7513207" y="744293"/>
                </a:cubicBezTo>
                <a:cubicBezTo>
                  <a:pt x="7514471" y="744293"/>
                  <a:pt x="7515774" y="744178"/>
                  <a:pt x="7517078" y="743929"/>
                </a:cubicBezTo>
                <a:cubicBezTo>
                  <a:pt x="7528711" y="741802"/>
                  <a:pt x="7536396" y="730647"/>
                  <a:pt x="7534269" y="719014"/>
                </a:cubicBezTo>
                <a:cubicBezTo>
                  <a:pt x="7532123" y="707400"/>
                  <a:pt x="7520969" y="699695"/>
                  <a:pt x="7509354" y="701842"/>
                </a:cubicBezTo>
                <a:close/>
                <a:moveTo>
                  <a:pt x="881186" y="3288584"/>
                </a:moveTo>
                <a:cubicBezTo>
                  <a:pt x="879269" y="3291343"/>
                  <a:pt x="879920" y="3295119"/>
                  <a:pt x="882662" y="3297055"/>
                </a:cubicBezTo>
                <a:cubicBezTo>
                  <a:pt x="883735" y="3297802"/>
                  <a:pt x="884941" y="3298166"/>
                  <a:pt x="886149" y="3298166"/>
                </a:cubicBezTo>
                <a:cubicBezTo>
                  <a:pt x="888066" y="3298166"/>
                  <a:pt x="889943" y="3297265"/>
                  <a:pt x="891112" y="3295579"/>
                </a:cubicBezTo>
                <a:cubicBezTo>
                  <a:pt x="893049" y="3292838"/>
                  <a:pt x="892397" y="3289044"/>
                  <a:pt x="889656" y="3287127"/>
                </a:cubicBezTo>
                <a:cubicBezTo>
                  <a:pt x="886916" y="3285191"/>
                  <a:pt x="883121" y="3285862"/>
                  <a:pt x="881186" y="3288584"/>
                </a:cubicBezTo>
                <a:close/>
                <a:moveTo>
                  <a:pt x="2021978" y="2841507"/>
                </a:moveTo>
                <a:cubicBezTo>
                  <a:pt x="2019692" y="2843632"/>
                  <a:pt x="2018217" y="2846631"/>
                  <a:pt x="2018092" y="2850004"/>
                </a:cubicBezTo>
                <a:cubicBezTo>
                  <a:pt x="2017824" y="2856731"/>
                  <a:pt x="2023094" y="2862385"/>
                  <a:pt x="2029822" y="2862634"/>
                </a:cubicBezTo>
                <a:lnTo>
                  <a:pt x="2029821" y="2862654"/>
                </a:lnTo>
                <a:cubicBezTo>
                  <a:pt x="2029974" y="2862654"/>
                  <a:pt x="2030128" y="2862654"/>
                  <a:pt x="2030281" y="2862654"/>
                </a:cubicBezTo>
                <a:cubicBezTo>
                  <a:pt x="2036816" y="2862654"/>
                  <a:pt x="2042221" y="2857478"/>
                  <a:pt x="2042470" y="2850905"/>
                </a:cubicBezTo>
                <a:cubicBezTo>
                  <a:pt x="2042720" y="2844159"/>
                  <a:pt x="2037468" y="2838505"/>
                  <a:pt x="2030722" y="2838256"/>
                </a:cubicBezTo>
                <a:cubicBezTo>
                  <a:pt x="2027359" y="2838132"/>
                  <a:pt x="2024264" y="2839382"/>
                  <a:pt x="2021978" y="2841507"/>
                </a:cubicBezTo>
                <a:close/>
                <a:moveTo>
                  <a:pt x="4968918" y="1690273"/>
                </a:moveTo>
                <a:cubicBezTo>
                  <a:pt x="4958266" y="1691040"/>
                  <a:pt x="4950232" y="1700316"/>
                  <a:pt x="4951018" y="1710971"/>
                </a:cubicBezTo>
                <a:cubicBezTo>
                  <a:pt x="4951747" y="1721167"/>
                  <a:pt x="4960256" y="1728929"/>
                  <a:pt x="4970300" y="1728929"/>
                </a:cubicBezTo>
                <a:cubicBezTo>
                  <a:pt x="4970780" y="1728929"/>
                  <a:pt x="4971258" y="1728910"/>
                  <a:pt x="4971718" y="1728872"/>
                </a:cubicBezTo>
                <a:cubicBezTo>
                  <a:pt x="4982391" y="1728105"/>
                  <a:pt x="4990405" y="1718829"/>
                  <a:pt x="4989616" y="1708174"/>
                </a:cubicBezTo>
                <a:cubicBezTo>
                  <a:pt x="4988851" y="1697498"/>
                  <a:pt x="4979575" y="1689487"/>
                  <a:pt x="4968918" y="1690273"/>
                </a:cubicBezTo>
                <a:close/>
                <a:moveTo>
                  <a:pt x="3900204" y="2106831"/>
                </a:moveTo>
                <a:cubicBezTo>
                  <a:pt x="3891503" y="2109131"/>
                  <a:pt x="3886328" y="2118062"/>
                  <a:pt x="3888646" y="2126762"/>
                </a:cubicBezTo>
                <a:cubicBezTo>
                  <a:pt x="3890585" y="2134046"/>
                  <a:pt x="3897175" y="2138856"/>
                  <a:pt x="3904381" y="2138856"/>
                </a:cubicBezTo>
                <a:cubicBezTo>
                  <a:pt x="3905759" y="2138856"/>
                  <a:pt x="3907160" y="2138684"/>
                  <a:pt x="3908558" y="2138300"/>
                </a:cubicBezTo>
                <a:cubicBezTo>
                  <a:pt x="3917263" y="2136001"/>
                  <a:pt x="3922436" y="2127069"/>
                  <a:pt x="3920116" y="2118369"/>
                </a:cubicBezTo>
                <a:cubicBezTo>
                  <a:pt x="3917816" y="2109687"/>
                  <a:pt x="3908885" y="2104512"/>
                  <a:pt x="3900204" y="2106831"/>
                </a:cubicBezTo>
                <a:close/>
                <a:moveTo>
                  <a:pt x="6089742" y="1248800"/>
                </a:moveTo>
                <a:cubicBezTo>
                  <a:pt x="6078723" y="1253074"/>
                  <a:pt x="6073279" y="1265494"/>
                  <a:pt x="6077572" y="1276495"/>
                </a:cubicBezTo>
                <a:cubicBezTo>
                  <a:pt x="6080849" y="1284965"/>
                  <a:pt x="6088956" y="1290141"/>
                  <a:pt x="6097523" y="1290141"/>
                </a:cubicBezTo>
                <a:cubicBezTo>
                  <a:pt x="6100092" y="1290141"/>
                  <a:pt x="6102717" y="1289680"/>
                  <a:pt x="6105266" y="1288684"/>
                </a:cubicBezTo>
                <a:cubicBezTo>
                  <a:pt x="6116285" y="1284390"/>
                  <a:pt x="6121728" y="1271991"/>
                  <a:pt x="6117454" y="1260971"/>
                </a:cubicBezTo>
                <a:cubicBezTo>
                  <a:pt x="6113161" y="1249950"/>
                  <a:pt x="6100762" y="1244507"/>
                  <a:pt x="6089742" y="1248800"/>
                </a:cubicBezTo>
                <a:close/>
                <a:moveTo>
                  <a:pt x="6190205" y="1208650"/>
                </a:moveTo>
                <a:cubicBezTo>
                  <a:pt x="6179262" y="1213115"/>
                  <a:pt x="6174030" y="1225611"/>
                  <a:pt x="6178496" y="1236554"/>
                </a:cubicBezTo>
                <a:cubicBezTo>
                  <a:pt x="6181888" y="1244833"/>
                  <a:pt x="6189899" y="1249854"/>
                  <a:pt x="6198312" y="1249854"/>
                </a:cubicBezTo>
                <a:cubicBezTo>
                  <a:pt x="6201015" y="1249855"/>
                  <a:pt x="6203755" y="1249337"/>
                  <a:pt x="6206419" y="1248264"/>
                </a:cubicBezTo>
                <a:cubicBezTo>
                  <a:pt x="6217363" y="1243779"/>
                  <a:pt x="6222595" y="1231284"/>
                  <a:pt x="6218110" y="1220340"/>
                </a:cubicBezTo>
                <a:cubicBezTo>
                  <a:pt x="6213626" y="1209397"/>
                  <a:pt x="6201149" y="1204165"/>
                  <a:pt x="6190205" y="1208650"/>
                </a:cubicBezTo>
                <a:close/>
                <a:moveTo>
                  <a:pt x="5988570" y="1286978"/>
                </a:moveTo>
                <a:cubicBezTo>
                  <a:pt x="5977455" y="1291022"/>
                  <a:pt x="5971744" y="1303326"/>
                  <a:pt x="5975788" y="1314423"/>
                </a:cubicBezTo>
                <a:cubicBezTo>
                  <a:pt x="5978949" y="1323104"/>
                  <a:pt x="5987152" y="1328490"/>
                  <a:pt x="5995892" y="1328490"/>
                </a:cubicBezTo>
                <a:cubicBezTo>
                  <a:pt x="5998325" y="1328490"/>
                  <a:pt x="6000816" y="1328068"/>
                  <a:pt x="6003233" y="1327187"/>
                </a:cubicBezTo>
                <a:cubicBezTo>
                  <a:pt x="6014328" y="1323143"/>
                  <a:pt x="6020061" y="1310858"/>
                  <a:pt x="6015996" y="1299743"/>
                </a:cubicBezTo>
                <a:cubicBezTo>
                  <a:pt x="6011952" y="1288645"/>
                  <a:pt x="5999667" y="1282934"/>
                  <a:pt x="5988570" y="1286978"/>
                </a:cubicBezTo>
                <a:close/>
                <a:moveTo>
                  <a:pt x="3153599" y="2392758"/>
                </a:moveTo>
                <a:cubicBezTo>
                  <a:pt x="3145474" y="2395000"/>
                  <a:pt x="3140700" y="2403414"/>
                  <a:pt x="3142963" y="2411560"/>
                </a:cubicBezTo>
                <a:cubicBezTo>
                  <a:pt x="3144841" y="2418306"/>
                  <a:pt x="3150973" y="2422752"/>
                  <a:pt x="3157663" y="2422752"/>
                </a:cubicBezTo>
                <a:cubicBezTo>
                  <a:pt x="3159024" y="2422752"/>
                  <a:pt x="3160384" y="2422561"/>
                  <a:pt x="3161764" y="2422177"/>
                </a:cubicBezTo>
                <a:cubicBezTo>
                  <a:pt x="3169871" y="2419934"/>
                  <a:pt x="3174643" y="2411521"/>
                  <a:pt x="3172382" y="2403395"/>
                </a:cubicBezTo>
                <a:cubicBezTo>
                  <a:pt x="3170140" y="2395269"/>
                  <a:pt x="3161725" y="2390496"/>
                  <a:pt x="3153599" y="2392758"/>
                </a:cubicBezTo>
                <a:close/>
                <a:moveTo>
                  <a:pt x="6290096" y="1166907"/>
                </a:moveTo>
                <a:cubicBezTo>
                  <a:pt x="6279210" y="1171526"/>
                  <a:pt x="6274150" y="1184099"/>
                  <a:pt x="6278788" y="1194965"/>
                </a:cubicBezTo>
                <a:cubicBezTo>
                  <a:pt x="6282257" y="1203111"/>
                  <a:pt x="6290172" y="1207998"/>
                  <a:pt x="6298490" y="1207998"/>
                </a:cubicBezTo>
                <a:cubicBezTo>
                  <a:pt x="6301288" y="1207998"/>
                  <a:pt x="6304124" y="1207442"/>
                  <a:pt x="6306865" y="1206292"/>
                </a:cubicBezTo>
                <a:cubicBezTo>
                  <a:pt x="6317731" y="1201654"/>
                  <a:pt x="6322791" y="1189081"/>
                  <a:pt x="6318172" y="1178215"/>
                </a:cubicBezTo>
                <a:cubicBezTo>
                  <a:pt x="6315853" y="1172772"/>
                  <a:pt x="6311551" y="1168786"/>
                  <a:pt x="6306470" y="1166740"/>
                </a:cubicBezTo>
                <a:cubicBezTo>
                  <a:pt x="6301388" y="1164694"/>
                  <a:pt x="6295529" y="1164588"/>
                  <a:pt x="6290096" y="1166907"/>
                </a:cubicBezTo>
                <a:close/>
                <a:moveTo>
                  <a:pt x="5886613" y="1322721"/>
                </a:moveTo>
                <a:cubicBezTo>
                  <a:pt x="5875379" y="1326497"/>
                  <a:pt x="5869363" y="1338609"/>
                  <a:pt x="5873118" y="1349821"/>
                </a:cubicBezTo>
                <a:cubicBezTo>
                  <a:pt x="5876109" y="1358771"/>
                  <a:pt x="5884466" y="1364425"/>
                  <a:pt x="5893417" y="1364425"/>
                </a:cubicBezTo>
                <a:cubicBezTo>
                  <a:pt x="5895658" y="1364425"/>
                  <a:pt x="5897959" y="1364060"/>
                  <a:pt x="5900219" y="1363313"/>
                </a:cubicBezTo>
                <a:cubicBezTo>
                  <a:pt x="5911413" y="1359538"/>
                  <a:pt x="5917449" y="1347425"/>
                  <a:pt x="5913694" y="1336214"/>
                </a:cubicBezTo>
                <a:cubicBezTo>
                  <a:pt x="5909936" y="1325001"/>
                  <a:pt x="5897804" y="1318965"/>
                  <a:pt x="5886613" y="1322721"/>
                </a:cubicBezTo>
                <a:close/>
                <a:moveTo>
                  <a:pt x="482526" y="3429832"/>
                </a:moveTo>
                <a:cubicBezTo>
                  <a:pt x="481415" y="3431058"/>
                  <a:pt x="481491" y="3432956"/>
                  <a:pt x="482699" y="3434086"/>
                </a:cubicBezTo>
                <a:cubicBezTo>
                  <a:pt x="483274" y="3434623"/>
                  <a:pt x="484002" y="3434872"/>
                  <a:pt x="484731" y="3434872"/>
                </a:cubicBezTo>
                <a:cubicBezTo>
                  <a:pt x="485554" y="3434872"/>
                  <a:pt x="486359" y="3434546"/>
                  <a:pt x="486954" y="3433914"/>
                </a:cubicBezTo>
                <a:cubicBezTo>
                  <a:pt x="488065" y="3432687"/>
                  <a:pt x="487988" y="3430790"/>
                  <a:pt x="486781" y="3429659"/>
                </a:cubicBezTo>
                <a:cubicBezTo>
                  <a:pt x="485554" y="3428547"/>
                  <a:pt x="483657" y="3428624"/>
                  <a:pt x="482526" y="3429832"/>
                </a:cubicBezTo>
                <a:close/>
                <a:moveTo>
                  <a:pt x="6389525" y="1123900"/>
                </a:moveTo>
                <a:cubicBezTo>
                  <a:pt x="6378697" y="1128654"/>
                  <a:pt x="6373771" y="1141264"/>
                  <a:pt x="6378524" y="1152092"/>
                </a:cubicBezTo>
                <a:cubicBezTo>
                  <a:pt x="6382050" y="1160123"/>
                  <a:pt x="6389909" y="1164895"/>
                  <a:pt x="6398130" y="1164895"/>
                </a:cubicBezTo>
                <a:cubicBezTo>
                  <a:pt x="6401004" y="1164895"/>
                  <a:pt x="6403918" y="1164320"/>
                  <a:pt x="6406716" y="1163093"/>
                </a:cubicBezTo>
                <a:cubicBezTo>
                  <a:pt x="6417544" y="1158359"/>
                  <a:pt x="6422470" y="1145730"/>
                  <a:pt x="6417717" y="1134901"/>
                </a:cubicBezTo>
                <a:cubicBezTo>
                  <a:pt x="6415351" y="1129488"/>
                  <a:pt x="6411010" y="1125549"/>
                  <a:pt x="6405907" y="1123559"/>
                </a:cubicBezTo>
                <a:cubicBezTo>
                  <a:pt x="6400804" y="1121567"/>
                  <a:pt x="6394939" y="1121524"/>
                  <a:pt x="6389525" y="1123900"/>
                </a:cubicBezTo>
                <a:close/>
                <a:moveTo>
                  <a:pt x="3798303" y="2134697"/>
                </a:moveTo>
                <a:cubicBezTo>
                  <a:pt x="3789638" y="2137131"/>
                  <a:pt x="3784578" y="2146120"/>
                  <a:pt x="3787014" y="2154783"/>
                </a:cubicBezTo>
                <a:cubicBezTo>
                  <a:pt x="3789044" y="2161989"/>
                  <a:pt x="3795578" y="2166684"/>
                  <a:pt x="3802691" y="2166684"/>
                </a:cubicBezTo>
                <a:cubicBezTo>
                  <a:pt x="3804149" y="2166684"/>
                  <a:pt x="3805642" y="2166473"/>
                  <a:pt x="3807117" y="2166071"/>
                </a:cubicBezTo>
                <a:cubicBezTo>
                  <a:pt x="3815779" y="2163637"/>
                  <a:pt x="3820820" y="2154629"/>
                  <a:pt x="3818385" y="2145985"/>
                </a:cubicBezTo>
                <a:cubicBezTo>
                  <a:pt x="3815954" y="2137323"/>
                  <a:pt x="3806964" y="2132263"/>
                  <a:pt x="3798303" y="2134697"/>
                </a:cubicBezTo>
                <a:close/>
                <a:moveTo>
                  <a:pt x="4251868" y="1954544"/>
                </a:moveTo>
                <a:cubicBezTo>
                  <a:pt x="4242534" y="1956537"/>
                  <a:pt x="4236574" y="1965756"/>
                  <a:pt x="4238584" y="1975108"/>
                </a:cubicBezTo>
                <a:cubicBezTo>
                  <a:pt x="4240331" y="1983215"/>
                  <a:pt x="4247515" y="1988792"/>
                  <a:pt x="4255509" y="1988792"/>
                </a:cubicBezTo>
                <a:cubicBezTo>
                  <a:pt x="4256696" y="1988792"/>
                  <a:pt x="4257924" y="1988658"/>
                  <a:pt x="4259151" y="1988389"/>
                </a:cubicBezTo>
                <a:cubicBezTo>
                  <a:pt x="4268504" y="1986377"/>
                  <a:pt x="4274445" y="1977177"/>
                  <a:pt x="4272432" y="1967825"/>
                </a:cubicBezTo>
                <a:cubicBezTo>
                  <a:pt x="4270440" y="1958473"/>
                  <a:pt x="4261220" y="1952531"/>
                  <a:pt x="4251868" y="1954544"/>
                </a:cubicBezTo>
                <a:close/>
                <a:moveTo>
                  <a:pt x="7401971" y="724726"/>
                </a:moveTo>
                <a:cubicBezTo>
                  <a:pt x="7390491" y="727505"/>
                  <a:pt x="7383418" y="739061"/>
                  <a:pt x="7386198" y="750541"/>
                </a:cubicBezTo>
                <a:cubicBezTo>
                  <a:pt x="7388556" y="760354"/>
                  <a:pt x="7397314" y="766927"/>
                  <a:pt x="7406973" y="766927"/>
                </a:cubicBezTo>
                <a:cubicBezTo>
                  <a:pt x="7408641" y="766927"/>
                  <a:pt x="7410327" y="766736"/>
                  <a:pt x="7412013" y="766334"/>
                </a:cubicBezTo>
                <a:cubicBezTo>
                  <a:pt x="7423512" y="763555"/>
                  <a:pt x="7430565" y="751998"/>
                  <a:pt x="7427786" y="740499"/>
                </a:cubicBezTo>
                <a:cubicBezTo>
                  <a:pt x="7425027" y="729018"/>
                  <a:pt x="7413451" y="721947"/>
                  <a:pt x="7401971" y="724726"/>
                </a:cubicBezTo>
                <a:close/>
                <a:moveTo>
                  <a:pt x="4608246" y="1814944"/>
                </a:moveTo>
                <a:cubicBezTo>
                  <a:pt x="4598223" y="1816476"/>
                  <a:pt x="4591362" y="1825830"/>
                  <a:pt x="4592896" y="1835852"/>
                </a:cubicBezTo>
                <a:cubicBezTo>
                  <a:pt x="4594293" y="1844917"/>
                  <a:pt x="4602113" y="1851396"/>
                  <a:pt x="4611006" y="1851396"/>
                </a:cubicBezTo>
                <a:cubicBezTo>
                  <a:pt x="4611925" y="1851396"/>
                  <a:pt x="4612866" y="1851338"/>
                  <a:pt x="4613804" y="1851185"/>
                </a:cubicBezTo>
                <a:cubicBezTo>
                  <a:pt x="4623809" y="1849632"/>
                  <a:pt x="4630670" y="1840280"/>
                  <a:pt x="4629138" y="1830276"/>
                </a:cubicBezTo>
                <a:cubicBezTo>
                  <a:pt x="4627604" y="1820272"/>
                  <a:pt x="4618252" y="1813410"/>
                  <a:pt x="4608246" y="1814944"/>
                </a:cubicBezTo>
                <a:close/>
                <a:moveTo>
                  <a:pt x="2610052" y="2594934"/>
                </a:moveTo>
                <a:cubicBezTo>
                  <a:pt x="2602252" y="2596045"/>
                  <a:pt x="2596847" y="2603271"/>
                  <a:pt x="2597959" y="2611052"/>
                </a:cubicBezTo>
                <a:cubicBezTo>
                  <a:pt x="2598975" y="2618162"/>
                  <a:pt x="2605068" y="2623279"/>
                  <a:pt x="2612045" y="2623279"/>
                </a:cubicBezTo>
                <a:cubicBezTo>
                  <a:pt x="2612716" y="2623279"/>
                  <a:pt x="2613406" y="2623240"/>
                  <a:pt x="2614077" y="2623145"/>
                </a:cubicBezTo>
                <a:cubicBezTo>
                  <a:pt x="2621857" y="2622033"/>
                  <a:pt x="2627282" y="2614808"/>
                  <a:pt x="2626169" y="2607027"/>
                </a:cubicBezTo>
                <a:cubicBezTo>
                  <a:pt x="2625058" y="2599245"/>
                  <a:pt x="2617833" y="2593822"/>
                  <a:pt x="2610052" y="2594934"/>
                </a:cubicBezTo>
                <a:close/>
                <a:moveTo>
                  <a:pt x="5783772" y="1355475"/>
                </a:moveTo>
                <a:cubicBezTo>
                  <a:pt x="5772444" y="1358886"/>
                  <a:pt x="5766024" y="1370807"/>
                  <a:pt x="5769436" y="1382134"/>
                </a:cubicBezTo>
                <a:cubicBezTo>
                  <a:pt x="5772215" y="1391390"/>
                  <a:pt x="5780704" y="1397370"/>
                  <a:pt x="5789902" y="1397370"/>
                </a:cubicBezTo>
                <a:cubicBezTo>
                  <a:pt x="5791956" y="1397370"/>
                  <a:pt x="5794023" y="1397083"/>
                  <a:pt x="5796076" y="1396469"/>
                </a:cubicBezTo>
                <a:cubicBezTo>
                  <a:pt x="5807400" y="1393058"/>
                  <a:pt x="5813822" y="1381137"/>
                  <a:pt x="5810431" y="1369810"/>
                </a:cubicBezTo>
                <a:cubicBezTo>
                  <a:pt x="5807019" y="1358504"/>
                  <a:pt x="5795079" y="1352083"/>
                  <a:pt x="5783772" y="1355475"/>
                </a:cubicBezTo>
                <a:close/>
                <a:moveTo>
                  <a:pt x="6488629" y="1079935"/>
                </a:moveTo>
                <a:cubicBezTo>
                  <a:pt x="6477858" y="1084764"/>
                  <a:pt x="6473009" y="1097433"/>
                  <a:pt x="6477858" y="1108223"/>
                </a:cubicBezTo>
                <a:cubicBezTo>
                  <a:pt x="6481422" y="1116158"/>
                  <a:pt x="6489223" y="1120853"/>
                  <a:pt x="6497387" y="1120853"/>
                </a:cubicBezTo>
                <a:cubicBezTo>
                  <a:pt x="6500319" y="1120853"/>
                  <a:pt x="6503290" y="1120259"/>
                  <a:pt x="6506145" y="1118975"/>
                </a:cubicBezTo>
                <a:cubicBezTo>
                  <a:pt x="6516917" y="1114145"/>
                  <a:pt x="6521747" y="1101477"/>
                  <a:pt x="6516917" y="1090706"/>
                </a:cubicBezTo>
                <a:cubicBezTo>
                  <a:pt x="6514493" y="1085311"/>
                  <a:pt x="6510118" y="1081406"/>
                  <a:pt x="6505001" y="1079456"/>
                </a:cubicBezTo>
                <a:cubicBezTo>
                  <a:pt x="6499883" y="1077506"/>
                  <a:pt x="6494024" y="1077511"/>
                  <a:pt x="6488629" y="1079935"/>
                </a:cubicBezTo>
                <a:close/>
                <a:moveTo>
                  <a:pt x="1338988" y="3089896"/>
                </a:moveTo>
                <a:cubicBezTo>
                  <a:pt x="1334311" y="3088018"/>
                  <a:pt x="1328983" y="3090280"/>
                  <a:pt x="1327104" y="3094956"/>
                </a:cubicBezTo>
                <a:cubicBezTo>
                  <a:pt x="1325227" y="3099651"/>
                  <a:pt x="1327507" y="3104960"/>
                  <a:pt x="1332184" y="3106839"/>
                </a:cubicBezTo>
                <a:cubicBezTo>
                  <a:pt x="1333295" y="3107298"/>
                  <a:pt x="1334445" y="3107509"/>
                  <a:pt x="1335576" y="3107509"/>
                </a:cubicBezTo>
                <a:cubicBezTo>
                  <a:pt x="1339198" y="3107509"/>
                  <a:pt x="1342629" y="3105344"/>
                  <a:pt x="1344066" y="3101759"/>
                </a:cubicBezTo>
                <a:cubicBezTo>
                  <a:pt x="1345944" y="3097083"/>
                  <a:pt x="1343663" y="3091774"/>
                  <a:pt x="1338988" y="3089896"/>
                </a:cubicBezTo>
                <a:close/>
                <a:moveTo>
                  <a:pt x="2268467" y="2726522"/>
                </a:moveTo>
                <a:cubicBezTo>
                  <a:pt x="2261165" y="2726810"/>
                  <a:pt x="2255473" y="2732942"/>
                  <a:pt x="2255761" y="2740245"/>
                </a:cubicBezTo>
                <a:cubicBezTo>
                  <a:pt x="2256029" y="2747374"/>
                  <a:pt x="2261893" y="2752970"/>
                  <a:pt x="2268966" y="2752970"/>
                </a:cubicBezTo>
                <a:cubicBezTo>
                  <a:pt x="2269138" y="2752970"/>
                  <a:pt x="2269311" y="2752951"/>
                  <a:pt x="2269483" y="2752951"/>
                </a:cubicBezTo>
                <a:cubicBezTo>
                  <a:pt x="2276785" y="2752663"/>
                  <a:pt x="2282477" y="2746531"/>
                  <a:pt x="2282190" y="2739229"/>
                </a:cubicBezTo>
                <a:cubicBezTo>
                  <a:pt x="2281902" y="2731927"/>
                  <a:pt x="2275769" y="2726235"/>
                  <a:pt x="2268467" y="2726522"/>
                </a:cubicBezTo>
                <a:close/>
                <a:moveTo>
                  <a:pt x="3052695" y="2419686"/>
                </a:moveTo>
                <a:cubicBezTo>
                  <a:pt x="3044530" y="2421774"/>
                  <a:pt x="3039604" y="2430092"/>
                  <a:pt x="3041674" y="2438256"/>
                </a:cubicBezTo>
                <a:cubicBezTo>
                  <a:pt x="3043456" y="2445156"/>
                  <a:pt x="3049666" y="2449756"/>
                  <a:pt x="3056470" y="2449756"/>
                </a:cubicBezTo>
                <a:cubicBezTo>
                  <a:pt x="3057716" y="2449756"/>
                  <a:pt x="3059000" y="2449602"/>
                  <a:pt x="3060265" y="2449277"/>
                </a:cubicBezTo>
                <a:cubicBezTo>
                  <a:pt x="3068429" y="2447188"/>
                  <a:pt x="3073355" y="2438870"/>
                  <a:pt x="3071266" y="2430705"/>
                </a:cubicBezTo>
                <a:cubicBezTo>
                  <a:pt x="3069176" y="2422522"/>
                  <a:pt x="3060878" y="2417596"/>
                  <a:pt x="3052695" y="2419686"/>
                </a:cubicBezTo>
                <a:close/>
                <a:moveTo>
                  <a:pt x="5221230" y="1572253"/>
                </a:moveTo>
                <a:cubicBezTo>
                  <a:pt x="5210018" y="1573384"/>
                  <a:pt x="5201875" y="1583388"/>
                  <a:pt x="5203005" y="1594581"/>
                </a:cubicBezTo>
                <a:cubicBezTo>
                  <a:pt x="5204060" y="1605083"/>
                  <a:pt x="5212911" y="1612922"/>
                  <a:pt x="5223245" y="1612922"/>
                </a:cubicBezTo>
                <a:cubicBezTo>
                  <a:pt x="5223932" y="1612922"/>
                  <a:pt x="5224622" y="1612883"/>
                  <a:pt x="5225332" y="1612807"/>
                </a:cubicBezTo>
                <a:cubicBezTo>
                  <a:pt x="5236524" y="1611677"/>
                  <a:pt x="5244688" y="1601691"/>
                  <a:pt x="5243560" y="1590479"/>
                </a:cubicBezTo>
                <a:cubicBezTo>
                  <a:pt x="5242429" y="1579286"/>
                  <a:pt x="5232422" y="1571122"/>
                  <a:pt x="5221230" y="1572253"/>
                </a:cubicBezTo>
                <a:close/>
                <a:moveTo>
                  <a:pt x="3696821" y="2163886"/>
                </a:moveTo>
                <a:cubicBezTo>
                  <a:pt x="3688196" y="2166416"/>
                  <a:pt x="3683252" y="2175462"/>
                  <a:pt x="3685782" y="2184106"/>
                </a:cubicBezTo>
                <a:cubicBezTo>
                  <a:pt x="3687872" y="2191196"/>
                  <a:pt x="3694369" y="2195796"/>
                  <a:pt x="3701403" y="2195796"/>
                </a:cubicBezTo>
                <a:cubicBezTo>
                  <a:pt x="3702936" y="2195796"/>
                  <a:pt x="3704468" y="2195585"/>
                  <a:pt x="3706001" y="2195125"/>
                </a:cubicBezTo>
                <a:cubicBezTo>
                  <a:pt x="3714645" y="2192596"/>
                  <a:pt x="3719571" y="2183550"/>
                  <a:pt x="3717041" y="2174906"/>
                </a:cubicBezTo>
                <a:cubicBezTo>
                  <a:pt x="3714512" y="2166282"/>
                  <a:pt x="3705446" y="2161337"/>
                  <a:pt x="3696821" y="2163886"/>
                </a:cubicBezTo>
                <a:close/>
                <a:moveTo>
                  <a:pt x="6587502" y="1035203"/>
                </a:moveTo>
                <a:cubicBezTo>
                  <a:pt x="6576731" y="1040072"/>
                  <a:pt x="6571959" y="1052759"/>
                  <a:pt x="6576828" y="1063530"/>
                </a:cubicBezTo>
                <a:cubicBezTo>
                  <a:pt x="6580411" y="1071426"/>
                  <a:pt x="6588192" y="1076122"/>
                  <a:pt x="6596337" y="1076122"/>
                </a:cubicBezTo>
                <a:cubicBezTo>
                  <a:pt x="6599289" y="1076122"/>
                  <a:pt x="6602279" y="1075508"/>
                  <a:pt x="6605134" y="1074204"/>
                </a:cubicBezTo>
                <a:cubicBezTo>
                  <a:pt x="6615905" y="1069337"/>
                  <a:pt x="6620697" y="1056649"/>
                  <a:pt x="6615829" y="1045878"/>
                </a:cubicBezTo>
                <a:cubicBezTo>
                  <a:pt x="6613386" y="1040493"/>
                  <a:pt x="6608997" y="1036607"/>
                  <a:pt x="6603872" y="1034677"/>
                </a:cubicBezTo>
                <a:cubicBezTo>
                  <a:pt x="6598748" y="1032745"/>
                  <a:pt x="6592888" y="1032769"/>
                  <a:pt x="6587502" y="1035203"/>
                </a:cubicBezTo>
                <a:close/>
                <a:moveTo>
                  <a:pt x="996159" y="3213838"/>
                </a:moveTo>
                <a:cubicBezTo>
                  <a:pt x="994069" y="3217134"/>
                  <a:pt x="995047" y="3221523"/>
                  <a:pt x="998344" y="3223631"/>
                </a:cubicBezTo>
                <a:cubicBezTo>
                  <a:pt x="999532" y="3224380"/>
                  <a:pt x="1000835" y="3224724"/>
                  <a:pt x="1002139" y="3224724"/>
                </a:cubicBezTo>
                <a:cubicBezTo>
                  <a:pt x="1004496" y="3224724"/>
                  <a:pt x="1006795" y="3223555"/>
                  <a:pt x="1008137" y="3221428"/>
                </a:cubicBezTo>
                <a:cubicBezTo>
                  <a:pt x="1010245" y="3218131"/>
                  <a:pt x="1009248" y="3213742"/>
                  <a:pt x="1005951" y="3211654"/>
                </a:cubicBezTo>
                <a:cubicBezTo>
                  <a:pt x="1002637" y="3209545"/>
                  <a:pt x="998267" y="3210522"/>
                  <a:pt x="996159" y="3213838"/>
                </a:cubicBezTo>
                <a:close/>
                <a:moveTo>
                  <a:pt x="5679991" y="1384549"/>
                </a:moveTo>
                <a:cubicBezTo>
                  <a:pt x="5668550" y="1387519"/>
                  <a:pt x="5661668" y="1399191"/>
                  <a:pt x="5664640" y="1410633"/>
                </a:cubicBezTo>
                <a:lnTo>
                  <a:pt x="5664658" y="1410633"/>
                </a:lnTo>
                <a:cubicBezTo>
                  <a:pt x="5667149" y="1420273"/>
                  <a:pt x="5675832" y="1426674"/>
                  <a:pt x="5685357" y="1426674"/>
                </a:cubicBezTo>
                <a:cubicBezTo>
                  <a:pt x="5687137" y="1426674"/>
                  <a:pt x="5688941" y="1426463"/>
                  <a:pt x="5690724" y="1425984"/>
                </a:cubicBezTo>
                <a:cubicBezTo>
                  <a:pt x="5702144" y="1423032"/>
                  <a:pt x="5709026" y="1411361"/>
                  <a:pt x="5706074" y="1399919"/>
                </a:cubicBezTo>
                <a:cubicBezTo>
                  <a:pt x="5703103" y="1388477"/>
                  <a:pt x="5691432" y="1381597"/>
                  <a:pt x="5679991" y="1384549"/>
                </a:cubicBezTo>
                <a:close/>
                <a:moveTo>
                  <a:pt x="7858036" y="534066"/>
                </a:moveTo>
                <a:cubicBezTo>
                  <a:pt x="7853798" y="537935"/>
                  <a:pt x="7851033" y="543421"/>
                  <a:pt x="7850746" y="549611"/>
                </a:cubicBezTo>
                <a:cubicBezTo>
                  <a:pt x="7850171" y="561974"/>
                  <a:pt x="7859734" y="572456"/>
                  <a:pt x="7872116" y="573032"/>
                </a:cubicBezTo>
                <a:cubicBezTo>
                  <a:pt x="7872460" y="573051"/>
                  <a:pt x="7872805" y="573051"/>
                  <a:pt x="7873170" y="573051"/>
                </a:cubicBezTo>
                <a:cubicBezTo>
                  <a:pt x="7885071" y="573051"/>
                  <a:pt x="7894979" y="563679"/>
                  <a:pt x="7895555" y="551662"/>
                </a:cubicBezTo>
                <a:cubicBezTo>
                  <a:pt x="7896111" y="539281"/>
                  <a:pt x="7886546" y="528798"/>
                  <a:pt x="7874166" y="528223"/>
                </a:cubicBezTo>
                <a:cubicBezTo>
                  <a:pt x="7867985" y="527945"/>
                  <a:pt x="7862274" y="530197"/>
                  <a:pt x="7858036" y="534066"/>
                </a:cubicBezTo>
                <a:close/>
                <a:moveTo>
                  <a:pt x="7296063" y="753032"/>
                </a:moveTo>
                <a:cubicBezTo>
                  <a:pt x="7284717" y="756348"/>
                  <a:pt x="7278201" y="768231"/>
                  <a:pt x="7281535" y="779576"/>
                </a:cubicBezTo>
                <a:cubicBezTo>
                  <a:pt x="7284258" y="788930"/>
                  <a:pt x="7292806" y="794985"/>
                  <a:pt x="7302062" y="794986"/>
                </a:cubicBezTo>
                <a:cubicBezTo>
                  <a:pt x="7304055" y="794986"/>
                  <a:pt x="7306068" y="794698"/>
                  <a:pt x="7308080" y="794123"/>
                </a:cubicBezTo>
                <a:lnTo>
                  <a:pt x="7308061" y="794123"/>
                </a:lnTo>
                <a:cubicBezTo>
                  <a:pt x="7319425" y="790807"/>
                  <a:pt x="7325923" y="778924"/>
                  <a:pt x="7322608" y="767579"/>
                </a:cubicBezTo>
                <a:cubicBezTo>
                  <a:pt x="7319292" y="756233"/>
                  <a:pt x="7307409" y="749717"/>
                  <a:pt x="7296063" y="753032"/>
                </a:cubicBezTo>
                <a:close/>
                <a:moveTo>
                  <a:pt x="6686606" y="990587"/>
                </a:moveTo>
                <a:cubicBezTo>
                  <a:pt x="6675816" y="995416"/>
                  <a:pt x="6670987" y="1008065"/>
                  <a:pt x="6675816" y="1018856"/>
                </a:cubicBezTo>
                <a:cubicBezTo>
                  <a:pt x="6679362" y="1026809"/>
                  <a:pt x="6687182" y="1031524"/>
                  <a:pt x="6695365" y="1031524"/>
                </a:cubicBezTo>
                <a:cubicBezTo>
                  <a:pt x="6698278" y="1031524"/>
                  <a:pt x="6701249" y="1030929"/>
                  <a:pt x="6704085" y="1029664"/>
                </a:cubicBezTo>
                <a:cubicBezTo>
                  <a:pt x="6714894" y="1024835"/>
                  <a:pt x="6719705" y="1012166"/>
                  <a:pt x="6714894" y="1001376"/>
                </a:cubicBezTo>
                <a:cubicBezTo>
                  <a:pt x="6712480" y="995982"/>
                  <a:pt x="6708105" y="992077"/>
                  <a:pt x="6702986" y="990125"/>
                </a:cubicBezTo>
                <a:cubicBezTo>
                  <a:pt x="6697866" y="988172"/>
                  <a:pt x="6692001" y="988172"/>
                  <a:pt x="6686606" y="990587"/>
                </a:cubicBezTo>
                <a:close/>
                <a:moveTo>
                  <a:pt x="4861363" y="1699741"/>
                </a:moveTo>
                <a:cubicBezTo>
                  <a:pt x="4850746" y="1700871"/>
                  <a:pt x="4843043" y="1710416"/>
                  <a:pt x="4844192" y="1721052"/>
                </a:cubicBezTo>
                <a:cubicBezTo>
                  <a:pt x="4845247" y="1730980"/>
                  <a:pt x="4853640" y="1738359"/>
                  <a:pt x="4863414" y="1738359"/>
                </a:cubicBezTo>
                <a:cubicBezTo>
                  <a:pt x="4864105" y="1738359"/>
                  <a:pt x="4864793" y="1738320"/>
                  <a:pt x="4865482" y="1738225"/>
                </a:cubicBezTo>
                <a:cubicBezTo>
                  <a:pt x="4876121" y="1737093"/>
                  <a:pt x="4883805" y="1727549"/>
                  <a:pt x="4882674" y="1716932"/>
                </a:cubicBezTo>
                <a:cubicBezTo>
                  <a:pt x="4881545" y="1706295"/>
                  <a:pt x="4872000" y="1698609"/>
                  <a:pt x="4861363" y="1699741"/>
                </a:cubicBezTo>
                <a:close/>
                <a:moveTo>
                  <a:pt x="3595725" y="2193726"/>
                </a:moveTo>
                <a:cubicBezTo>
                  <a:pt x="3587100" y="2196276"/>
                  <a:pt x="3582175" y="2205341"/>
                  <a:pt x="3584724" y="2213965"/>
                </a:cubicBezTo>
                <a:cubicBezTo>
                  <a:pt x="3586832" y="2221056"/>
                  <a:pt x="3593310" y="2225636"/>
                  <a:pt x="3600343" y="2225636"/>
                </a:cubicBezTo>
                <a:cubicBezTo>
                  <a:pt x="3601877" y="2225636"/>
                  <a:pt x="3603429" y="2225426"/>
                  <a:pt x="3604962" y="2224966"/>
                </a:cubicBezTo>
                <a:cubicBezTo>
                  <a:pt x="3613586" y="2222417"/>
                  <a:pt x="3618512" y="2213351"/>
                  <a:pt x="3615963" y="2204708"/>
                </a:cubicBezTo>
                <a:cubicBezTo>
                  <a:pt x="3613415" y="2196083"/>
                  <a:pt x="3604349" y="2191159"/>
                  <a:pt x="3595725" y="2193726"/>
                </a:cubicBezTo>
                <a:close/>
                <a:moveTo>
                  <a:pt x="4148031" y="1977925"/>
                </a:moveTo>
                <a:cubicBezTo>
                  <a:pt x="4138734" y="1980091"/>
                  <a:pt x="4132945" y="1989425"/>
                  <a:pt x="4135132" y="1998719"/>
                </a:cubicBezTo>
                <a:cubicBezTo>
                  <a:pt x="4137010" y="2006711"/>
                  <a:pt x="4144120" y="2012078"/>
                  <a:pt x="4151978" y="2012078"/>
                </a:cubicBezTo>
                <a:cubicBezTo>
                  <a:pt x="4153281" y="2012078"/>
                  <a:pt x="4154625" y="2011943"/>
                  <a:pt x="4155947" y="2011617"/>
                </a:cubicBezTo>
                <a:cubicBezTo>
                  <a:pt x="4165259" y="2009433"/>
                  <a:pt x="4171029" y="2000118"/>
                  <a:pt x="4168844" y="1990805"/>
                </a:cubicBezTo>
                <a:cubicBezTo>
                  <a:pt x="4166660" y="1981509"/>
                  <a:pt x="4157343" y="1975721"/>
                  <a:pt x="4148031" y="1977925"/>
                </a:cubicBezTo>
                <a:close/>
                <a:moveTo>
                  <a:pt x="2951290" y="2444237"/>
                </a:moveTo>
                <a:cubicBezTo>
                  <a:pt x="2943069" y="2446095"/>
                  <a:pt x="2937913" y="2454279"/>
                  <a:pt x="2939791" y="2462501"/>
                </a:cubicBezTo>
                <a:cubicBezTo>
                  <a:pt x="2941401" y="2469592"/>
                  <a:pt x="2947688" y="2474384"/>
                  <a:pt x="2954664" y="2474384"/>
                </a:cubicBezTo>
                <a:cubicBezTo>
                  <a:pt x="2955794" y="2474384"/>
                  <a:pt x="2956926" y="2474268"/>
                  <a:pt x="2958056" y="2474000"/>
                </a:cubicBezTo>
                <a:cubicBezTo>
                  <a:pt x="2966297" y="2472141"/>
                  <a:pt x="2971434" y="2463957"/>
                  <a:pt x="2969555" y="2455736"/>
                </a:cubicBezTo>
                <a:cubicBezTo>
                  <a:pt x="2967696" y="2447514"/>
                  <a:pt x="2959512" y="2442358"/>
                  <a:pt x="2951290" y="2444237"/>
                </a:cubicBezTo>
                <a:close/>
                <a:moveTo>
                  <a:pt x="6786093" y="946545"/>
                </a:moveTo>
                <a:cubicBezTo>
                  <a:pt x="6775265" y="951298"/>
                  <a:pt x="6770320" y="963909"/>
                  <a:pt x="6775054" y="974737"/>
                </a:cubicBezTo>
                <a:cubicBezTo>
                  <a:pt x="6778561" y="982767"/>
                  <a:pt x="6786419" y="987578"/>
                  <a:pt x="6794679" y="987578"/>
                </a:cubicBezTo>
                <a:cubicBezTo>
                  <a:pt x="6797534" y="987578"/>
                  <a:pt x="6800448" y="986983"/>
                  <a:pt x="6803246" y="985776"/>
                </a:cubicBezTo>
                <a:cubicBezTo>
                  <a:pt x="6814075" y="981042"/>
                  <a:pt x="6819000" y="968413"/>
                  <a:pt x="6814266" y="957584"/>
                </a:cubicBezTo>
                <a:cubicBezTo>
                  <a:pt x="6811899" y="952170"/>
                  <a:pt x="6807563" y="948227"/>
                  <a:pt x="6802466" y="946229"/>
                </a:cubicBezTo>
                <a:cubicBezTo>
                  <a:pt x="6797368" y="944231"/>
                  <a:pt x="6791508" y="944178"/>
                  <a:pt x="6786093" y="946545"/>
                </a:cubicBezTo>
                <a:close/>
                <a:moveTo>
                  <a:pt x="586058" y="3365455"/>
                </a:moveTo>
                <a:cubicBezTo>
                  <a:pt x="584601" y="3367123"/>
                  <a:pt x="584774" y="3369672"/>
                  <a:pt x="586441" y="3371148"/>
                </a:cubicBezTo>
                <a:cubicBezTo>
                  <a:pt x="587208" y="3371800"/>
                  <a:pt x="588147" y="3372144"/>
                  <a:pt x="589086" y="3372144"/>
                </a:cubicBezTo>
                <a:cubicBezTo>
                  <a:pt x="590217" y="3372144"/>
                  <a:pt x="591328" y="3371665"/>
                  <a:pt x="592114" y="3370764"/>
                </a:cubicBezTo>
                <a:cubicBezTo>
                  <a:pt x="593589" y="3369079"/>
                  <a:pt x="593418" y="3366548"/>
                  <a:pt x="591750" y="3365073"/>
                </a:cubicBezTo>
                <a:cubicBezTo>
                  <a:pt x="590063" y="3363617"/>
                  <a:pt x="587533" y="3363789"/>
                  <a:pt x="586058" y="3365455"/>
                </a:cubicBezTo>
                <a:close/>
                <a:moveTo>
                  <a:pt x="7191632" y="785901"/>
                </a:moveTo>
                <a:cubicBezTo>
                  <a:pt x="7180439" y="789677"/>
                  <a:pt x="7174401" y="801808"/>
                  <a:pt x="7178177" y="813001"/>
                </a:cubicBezTo>
                <a:cubicBezTo>
                  <a:pt x="7181187" y="821951"/>
                  <a:pt x="7189524" y="827585"/>
                  <a:pt x="7198454" y="827585"/>
                </a:cubicBezTo>
                <a:cubicBezTo>
                  <a:pt x="7200716" y="827585"/>
                  <a:pt x="7203016" y="827240"/>
                  <a:pt x="7205277" y="826474"/>
                </a:cubicBezTo>
                <a:cubicBezTo>
                  <a:pt x="7216489" y="822698"/>
                  <a:pt x="7222526" y="810567"/>
                  <a:pt x="7218751" y="799375"/>
                </a:cubicBezTo>
                <a:cubicBezTo>
                  <a:pt x="7214975" y="788163"/>
                  <a:pt x="7202843" y="782144"/>
                  <a:pt x="7191632" y="785901"/>
                </a:cubicBezTo>
                <a:close/>
                <a:moveTo>
                  <a:pt x="6886136" y="903557"/>
                </a:moveTo>
                <a:cubicBezTo>
                  <a:pt x="6875250" y="908138"/>
                  <a:pt x="6870133" y="920691"/>
                  <a:pt x="6874733" y="931596"/>
                </a:cubicBezTo>
                <a:cubicBezTo>
                  <a:pt x="6878182" y="939760"/>
                  <a:pt x="6886117" y="944666"/>
                  <a:pt x="6894454" y="944666"/>
                </a:cubicBezTo>
                <a:cubicBezTo>
                  <a:pt x="6897232" y="944666"/>
                  <a:pt x="6900050" y="944130"/>
                  <a:pt x="6902772" y="942980"/>
                </a:cubicBezTo>
                <a:cubicBezTo>
                  <a:pt x="6913658" y="938399"/>
                  <a:pt x="6918755" y="925846"/>
                  <a:pt x="6914175" y="914960"/>
                </a:cubicBezTo>
                <a:cubicBezTo>
                  <a:pt x="6911876" y="909508"/>
                  <a:pt x="6907587" y="905507"/>
                  <a:pt x="6902513" y="903445"/>
                </a:cubicBezTo>
                <a:cubicBezTo>
                  <a:pt x="6897439" y="901382"/>
                  <a:pt x="6891579" y="901258"/>
                  <a:pt x="6886136" y="903557"/>
                </a:cubicBezTo>
                <a:close/>
                <a:moveTo>
                  <a:pt x="4502512" y="1832767"/>
                </a:moveTo>
                <a:cubicBezTo>
                  <a:pt x="4492545" y="1834587"/>
                  <a:pt x="4485953" y="1844132"/>
                  <a:pt x="4487774" y="1854098"/>
                </a:cubicBezTo>
                <a:cubicBezTo>
                  <a:pt x="4489384" y="1862952"/>
                  <a:pt x="4497109" y="1869142"/>
                  <a:pt x="4505787" y="1869142"/>
                </a:cubicBezTo>
                <a:cubicBezTo>
                  <a:pt x="4506881" y="1869142"/>
                  <a:pt x="4507993" y="1869047"/>
                  <a:pt x="4509105" y="1868855"/>
                </a:cubicBezTo>
                <a:cubicBezTo>
                  <a:pt x="4519070" y="1867015"/>
                  <a:pt x="4525665" y="1857471"/>
                  <a:pt x="4523843" y="1847524"/>
                </a:cubicBezTo>
                <a:cubicBezTo>
                  <a:pt x="4522022" y="1837559"/>
                  <a:pt x="4512478" y="1830965"/>
                  <a:pt x="4502512" y="1832767"/>
                </a:cubicBezTo>
                <a:close/>
                <a:moveTo>
                  <a:pt x="7088636" y="822546"/>
                </a:moveTo>
                <a:lnTo>
                  <a:pt x="7076654" y="833707"/>
                </a:lnTo>
                <a:cubicBezTo>
                  <a:pt x="7074383" y="838692"/>
                  <a:pt x="7074014" y="844547"/>
                  <a:pt x="7076084" y="850085"/>
                </a:cubicBezTo>
                <a:cubicBezTo>
                  <a:pt x="7079303" y="858672"/>
                  <a:pt x="7087449" y="863981"/>
                  <a:pt x="7096131" y="863981"/>
                </a:cubicBezTo>
                <a:cubicBezTo>
                  <a:pt x="7098622" y="863981"/>
                  <a:pt x="7101153" y="863540"/>
                  <a:pt x="7103625" y="862620"/>
                </a:cubicBezTo>
                <a:cubicBezTo>
                  <a:pt x="7114682" y="858480"/>
                  <a:pt x="7120318" y="846157"/>
                  <a:pt x="7116178" y="835079"/>
                </a:cubicBezTo>
                <a:cubicBezTo>
                  <a:pt x="7114108" y="829551"/>
                  <a:pt x="7109988" y="825382"/>
                  <a:pt x="7104999" y="823113"/>
                </a:cubicBezTo>
                <a:close/>
                <a:moveTo>
                  <a:pt x="7088618" y="822545"/>
                </a:moveTo>
                <a:lnTo>
                  <a:pt x="7088636" y="822546"/>
                </a:lnTo>
                <a:lnTo>
                  <a:pt x="7088637" y="822545"/>
                </a:lnTo>
                <a:close/>
                <a:moveTo>
                  <a:pt x="6986907" y="862045"/>
                </a:moveTo>
                <a:cubicBezTo>
                  <a:pt x="6975945" y="866434"/>
                  <a:pt x="6970616" y="878891"/>
                  <a:pt x="6975025" y="889873"/>
                </a:cubicBezTo>
                <a:cubicBezTo>
                  <a:pt x="6978360" y="898229"/>
                  <a:pt x="6986410" y="903308"/>
                  <a:pt x="6994880" y="903308"/>
                </a:cubicBezTo>
                <a:cubicBezTo>
                  <a:pt x="6997544" y="903308"/>
                  <a:pt x="7000246" y="902810"/>
                  <a:pt x="7002854" y="901774"/>
                </a:cubicBezTo>
                <a:cubicBezTo>
                  <a:pt x="7013815" y="897367"/>
                  <a:pt x="7019144" y="884909"/>
                  <a:pt x="7014736" y="873946"/>
                </a:cubicBezTo>
                <a:cubicBezTo>
                  <a:pt x="7010347" y="862964"/>
                  <a:pt x="6997888" y="857636"/>
                  <a:pt x="6986907" y="862045"/>
                </a:cubicBezTo>
                <a:close/>
                <a:moveTo>
                  <a:pt x="8350951" y="328233"/>
                </a:moveTo>
                <a:cubicBezTo>
                  <a:pt x="8345298" y="330926"/>
                  <a:pt x="8340669" y="335775"/>
                  <a:pt x="8338407" y="342147"/>
                </a:cubicBezTo>
                <a:cubicBezTo>
                  <a:pt x="8333885" y="354873"/>
                  <a:pt x="8340573" y="368864"/>
                  <a:pt x="8353299" y="373386"/>
                </a:cubicBezTo>
                <a:cubicBezTo>
                  <a:pt x="8356002" y="374345"/>
                  <a:pt x="8358762" y="374786"/>
                  <a:pt x="8361483" y="374786"/>
                </a:cubicBezTo>
                <a:cubicBezTo>
                  <a:pt x="8371545" y="374786"/>
                  <a:pt x="8380974" y="368519"/>
                  <a:pt x="8384538" y="358495"/>
                </a:cubicBezTo>
                <a:cubicBezTo>
                  <a:pt x="8389042" y="345751"/>
                  <a:pt x="8382392" y="331760"/>
                  <a:pt x="8369647" y="327256"/>
                </a:cubicBezTo>
                <a:cubicBezTo>
                  <a:pt x="8363284" y="325004"/>
                  <a:pt x="8356605" y="325541"/>
                  <a:pt x="8350951" y="328233"/>
                </a:cubicBezTo>
                <a:close/>
                <a:moveTo>
                  <a:pt x="3494685" y="2223548"/>
                </a:moveTo>
                <a:cubicBezTo>
                  <a:pt x="3486060" y="2226077"/>
                  <a:pt x="3481116" y="2235143"/>
                  <a:pt x="3483646" y="2243767"/>
                </a:cubicBezTo>
                <a:cubicBezTo>
                  <a:pt x="3485734" y="2250878"/>
                  <a:pt x="3492231" y="2255477"/>
                  <a:pt x="3499285" y="2255477"/>
                </a:cubicBezTo>
                <a:cubicBezTo>
                  <a:pt x="3500799" y="2255477"/>
                  <a:pt x="3502351" y="2255266"/>
                  <a:pt x="3503885" y="2254807"/>
                </a:cubicBezTo>
                <a:cubicBezTo>
                  <a:pt x="3512509" y="2252276"/>
                  <a:pt x="3517453" y="2243230"/>
                  <a:pt x="3514923" y="2234587"/>
                </a:cubicBezTo>
                <a:cubicBezTo>
                  <a:pt x="3512375" y="2225962"/>
                  <a:pt x="3503329" y="2221017"/>
                  <a:pt x="3494685" y="2223548"/>
                </a:cubicBezTo>
                <a:close/>
                <a:moveTo>
                  <a:pt x="2507267" y="2607467"/>
                </a:moveTo>
                <a:cubicBezTo>
                  <a:pt x="2499448" y="2608254"/>
                  <a:pt x="2493738" y="2615249"/>
                  <a:pt x="2494524" y="2623088"/>
                </a:cubicBezTo>
                <a:cubicBezTo>
                  <a:pt x="2495271" y="2630428"/>
                  <a:pt x="2501460" y="2635890"/>
                  <a:pt x="2508687" y="2635890"/>
                </a:cubicBezTo>
                <a:cubicBezTo>
                  <a:pt x="2509166" y="2635890"/>
                  <a:pt x="2509644" y="2635871"/>
                  <a:pt x="2510124" y="2635813"/>
                </a:cubicBezTo>
                <a:lnTo>
                  <a:pt x="2510143" y="2635813"/>
                </a:lnTo>
                <a:cubicBezTo>
                  <a:pt x="2517963" y="2635028"/>
                  <a:pt x="2523674" y="2628051"/>
                  <a:pt x="2522888" y="2620232"/>
                </a:cubicBezTo>
                <a:cubicBezTo>
                  <a:pt x="2522082" y="2612393"/>
                  <a:pt x="2515107" y="2606682"/>
                  <a:pt x="2507267" y="2607467"/>
                </a:cubicBezTo>
                <a:close/>
                <a:moveTo>
                  <a:pt x="5575139" y="1409271"/>
                </a:moveTo>
                <a:cubicBezTo>
                  <a:pt x="5563580" y="1411763"/>
                  <a:pt x="5556240" y="1423147"/>
                  <a:pt x="5558731" y="1434704"/>
                </a:cubicBezTo>
                <a:lnTo>
                  <a:pt x="5558692" y="1434704"/>
                </a:lnTo>
                <a:cubicBezTo>
                  <a:pt x="5560858" y="1444728"/>
                  <a:pt x="5569733" y="1451589"/>
                  <a:pt x="5579601" y="1451589"/>
                </a:cubicBezTo>
                <a:cubicBezTo>
                  <a:pt x="5581097" y="1451589"/>
                  <a:pt x="5582612" y="1451436"/>
                  <a:pt x="5584145" y="1451110"/>
                </a:cubicBezTo>
                <a:cubicBezTo>
                  <a:pt x="5595703" y="1448618"/>
                  <a:pt x="5603043" y="1437234"/>
                  <a:pt x="5600571" y="1425677"/>
                </a:cubicBezTo>
                <a:cubicBezTo>
                  <a:pt x="5598078" y="1414121"/>
                  <a:pt x="5586674" y="1406781"/>
                  <a:pt x="5575139" y="1409271"/>
                </a:cubicBezTo>
                <a:close/>
                <a:moveTo>
                  <a:pt x="1695023" y="2922583"/>
                </a:moveTo>
                <a:cubicBezTo>
                  <a:pt x="1688967" y="2921376"/>
                  <a:pt x="1683083" y="2925304"/>
                  <a:pt x="1681875" y="2931361"/>
                </a:cubicBezTo>
                <a:cubicBezTo>
                  <a:pt x="1680668" y="2937418"/>
                  <a:pt x="1684596" y="2943301"/>
                  <a:pt x="1690653" y="2944508"/>
                </a:cubicBezTo>
                <a:cubicBezTo>
                  <a:pt x="1691380" y="2944662"/>
                  <a:pt x="1692108" y="2944719"/>
                  <a:pt x="1692837" y="2944719"/>
                </a:cubicBezTo>
                <a:cubicBezTo>
                  <a:pt x="1698070" y="2944719"/>
                  <a:pt x="1702746" y="2941040"/>
                  <a:pt x="1703800" y="2935731"/>
                </a:cubicBezTo>
                <a:cubicBezTo>
                  <a:pt x="1705008" y="2929674"/>
                  <a:pt x="1701079" y="2923791"/>
                  <a:pt x="1695023" y="2922583"/>
                </a:cubicBezTo>
                <a:close/>
                <a:moveTo>
                  <a:pt x="1919891" y="2834270"/>
                </a:moveTo>
                <a:cubicBezTo>
                  <a:pt x="1917484" y="2836258"/>
                  <a:pt x="1915836" y="2839166"/>
                  <a:pt x="1915520" y="2842529"/>
                </a:cubicBezTo>
                <a:cubicBezTo>
                  <a:pt x="1914887" y="2849238"/>
                  <a:pt x="1919793" y="2855179"/>
                  <a:pt x="1926501" y="2855831"/>
                </a:cubicBezTo>
                <a:cubicBezTo>
                  <a:pt x="1926904" y="2855888"/>
                  <a:pt x="1927287" y="2855888"/>
                  <a:pt x="1927670" y="2855888"/>
                </a:cubicBezTo>
                <a:cubicBezTo>
                  <a:pt x="1933898" y="2855888"/>
                  <a:pt x="1939207" y="2851155"/>
                  <a:pt x="1939802" y="2844849"/>
                </a:cubicBezTo>
                <a:cubicBezTo>
                  <a:pt x="1940454" y="2838141"/>
                  <a:pt x="1935527" y="2832180"/>
                  <a:pt x="1928820" y="2831529"/>
                </a:cubicBezTo>
                <a:cubicBezTo>
                  <a:pt x="1925466" y="2831213"/>
                  <a:pt x="1922299" y="2832281"/>
                  <a:pt x="1919891" y="2834270"/>
                </a:cubicBezTo>
                <a:close/>
                <a:moveTo>
                  <a:pt x="4044690" y="2003051"/>
                </a:moveTo>
                <a:cubicBezTo>
                  <a:pt x="4035414" y="2005389"/>
                  <a:pt x="4029780" y="2014800"/>
                  <a:pt x="4032116" y="2024075"/>
                </a:cubicBezTo>
                <a:cubicBezTo>
                  <a:pt x="4034073" y="2031933"/>
                  <a:pt x="4041144" y="2037165"/>
                  <a:pt x="4048889" y="2037165"/>
                </a:cubicBezTo>
                <a:cubicBezTo>
                  <a:pt x="4050286" y="2037166"/>
                  <a:pt x="4051704" y="2036992"/>
                  <a:pt x="4053122" y="2036629"/>
                </a:cubicBezTo>
                <a:cubicBezTo>
                  <a:pt x="4062397" y="2034310"/>
                  <a:pt x="4068014" y="2024900"/>
                  <a:pt x="4065697" y="2015624"/>
                </a:cubicBezTo>
                <a:cubicBezTo>
                  <a:pt x="4063356" y="2006348"/>
                  <a:pt x="4053949" y="2000733"/>
                  <a:pt x="4044690" y="2003051"/>
                </a:cubicBezTo>
                <a:close/>
                <a:moveTo>
                  <a:pt x="8108994" y="414004"/>
                </a:moveTo>
                <a:cubicBezTo>
                  <a:pt x="8103953" y="417260"/>
                  <a:pt x="8100154" y="422440"/>
                  <a:pt x="8098784" y="428774"/>
                </a:cubicBezTo>
                <a:cubicBezTo>
                  <a:pt x="8096061" y="441423"/>
                  <a:pt x="8104111" y="453900"/>
                  <a:pt x="8116779" y="456621"/>
                </a:cubicBezTo>
                <a:lnTo>
                  <a:pt x="8116761" y="456621"/>
                </a:lnTo>
                <a:cubicBezTo>
                  <a:pt x="8118429" y="456985"/>
                  <a:pt x="8120095" y="457158"/>
                  <a:pt x="8121724" y="457158"/>
                </a:cubicBezTo>
                <a:cubicBezTo>
                  <a:pt x="8132534" y="457158"/>
                  <a:pt x="8142251" y="449645"/>
                  <a:pt x="8144628" y="438644"/>
                </a:cubicBezTo>
                <a:cubicBezTo>
                  <a:pt x="8147349" y="425995"/>
                  <a:pt x="8139299" y="413518"/>
                  <a:pt x="8126650" y="410778"/>
                </a:cubicBezTo>
                <a:cubicBezTo>
                  <a:pt x="8120316" y="409417"/>
                  <a:pt x="8114034" y="410749"/>
                  <a:pt x="8108994" y="414004"/>
                </a:cubicBezTo>
                <a:close/>
                <a:moveTo>
                  <a:pt x="5113751" y="1583158"/>
                </a:moveTo>
                <a:cubicBezTo>
                  <a:pt x="5102559" y="1584327"/>
                  <a:pt x="5094432" y="1594351"/>
                  <a:pt x="5095602" y="1605543"/>
                </a:cubicBezTo>
                <a:cubicBezTo>
                  <a:pt x="5096676" y="1616027"/>
                  <a:pt x="5105529" y="1623808"/>
                  <a:pt x="5115842" y="1623808"/>
                </a:cubicBezTo>
                <a:cubicBezTo>
                  <a:pt x="5116551" y="1623808"/>
                  <a:pt x="5117258" y="1623769"/>
                  <a:pt x="5117969" y="1623712"/>
                </a:cubicBezTo>
                <a:cubicBezTo>
                  <a:pt x="5129179" y="1622543"/>
                  <a:pt x="5137305" y="1612520"/>
                  <a:pt x="5136138" y="1601327"/>
                </a:cubicBezTo>
                <a:cubicBezTo>
                  <a:pt x="5134968" y="1590135"/>
                  <a:pt x="5124946" y="1581989"/>
                  <a:pt x="5113751" y="1583158"/>
                </a:cubicBezTo>
                <a:close/>
                <a:moveTo>
                  <a:pt x="2849292" y="2465740"/>
                </a:moveTo>
                <a:cubicBezTo>
                  <a:pt x="2841014" y="2467350"/>
                  <a:pt x="2835609" y="2475361"/>
                  <a:pt x="2837200" y="2483640"/>
                </a:cubicBezTo>
                <a:cubicBezTo>
                  <a:pt x="2838618" y="2490943"/>
                  <a:pt x="2844999" y="2496002"/>
                  <a:pt x="2852187" y="2496002"/>
                </a:cubicBezTo>
                <a:cubicBezTo>
                  <a:pt x="2853145" y="2496002"/>
                  <a:pt x="2854123" y="2495925"/>
                  <a:pt x="2855100" y="2495734"/>
                </a:cubicBezTo>
                <a:cubicBezTo>
                  <a:pt x="2863359" y="2494124"/>
                  <a:pt x="2868785" y="2486132"/>
                  <a:pt x="2867174" y="2477833"/>
                </a:cubicBezTo>
                <a:cubicBezTo>
                  <a:pt x="2865583" y="2469554"/>
                  <a:pt x="2857572" y="2464149"/>
                  <a:pt x="2849292" y="2465740"/>
                </a:cubicBezTo>
                <a:close/>
                <a:moveTo>
                  <a:pt x="3393607" y="2252908"/>
                </a:moveTo>
                <a:cubicBezTo>
                  <a:pt x="3384964" y="2255400"/>
                  <a:pt x="3379942" y="2264408"/>
                  <a:pt x="3382434" y="2273070"/>
                </a:cubicBezTo>
                <a:cubicBezTo>
                  <a:pt x="3384466" y="2280219"/>
                  <a:pt x="3391001" y="2284877"/>
                  <a:pt x="3398072" y="2284877"/>
                </a:cubicBezTo>
                <a:cubicBezTo>
                  <a:pt x="3399568" y="2284877"/>
                  <a:pt x="3401082" y="2284666"/>
                  <a:pt x="3402577" y="2284244"/>
                </a:cubicBezTo>
                <a:cubicBezTo>
                  <a:pt x="3411220" y="2281753"/>
                  <a:pt x="3416222" y="2272745"/>
                  <a:pt x="3413750" y="2264101"/>
                </a:cubicBezTo>
                <a:cubicBezTo>
                  <a:pt x="3411277" y="2255439"/>
                  <a:pt x="3402250" y="2250437"/>
                  <a:pt x="3393607" y="2252908"/>
                </a:cubicBezTo>
                <a:close/>
                <a:moveTo>
                  <a:pt x="2165664" y="2727883"/>
                </a:moveTo>
                <a:cubicBezTo>
                  <a:pt x="2158363" y="2727787"/>
                  <a:pt x="2152364" y="2733633"/>
                  <a:pt x="2152268" y="2740934"/>
                </a:cubicBezTo>
                <a:cubicBezTo>
                  <a:pt x="2152191" y="2748255"/>
                  <a:pt x="2158037" y="2754235"/>
                  <a:pt x="2165339" y="2754330"/>
                </a:cubicBezTo>
                <a:lnTo>
                  <a:pt x="2165511" y="2754330"/>
                </a:lnTo>
                <a:cubicBezTo>
                  <a:pt x="2172737" y="2754330"/>
                  <a:pt x="2178640" y="2748524"/>
                  <a:pt x="2178716" y="2741279"/>
                </a:cubicBezTo>
                <a:cubicBezTo>
                  <a:pt x="2178812" y="2733977"/>
                  <a:pt x="2172967" y="2727979"/>
                  <a:pt x="2165664" y="2727883"/>
                </a:cubicBezTo>
                <a:close/>
                <a:moveTo>
                  <a:pt x="699554" y="3297955"/>
                </a:moveTo>
                <a:lnTo>
                  <a:pt x="699554" y="3297957"/>
                </a:lnTo>
                <a:lnTo>
                  <a:pt x="699574" y="3297955"/>
                </a:lnTo>
                <a:close/>
                <a:moveTo>
                  <a:pt x="1114198" y="3135511"/>
                </a:moveTo>
                <a:cubicBezTo>
                  <a:pt x="1111994" y="3139420"/>
                  <a:pt x="1113373" y="3144365"/>
                  <a:pt x="1117283" y="3146549"/>
                </a:cubicBezTo>
                <a:cubicBezTo>
                  <a:pt x="1118548" y="3147258"/>
                  <a:pt x="1119908" y="3147604"/>
                  <a:pt x="1121250" y="3147603"/>
                </a:cubicBezTo>
                <a:cubicBezTo>
                  <a:pt x="1124086" y="3147603"/>
                  <a:pt x="1126846" y="3146109"/>
                  <a:pt x="1128341" y="3143464"/>
                </a:cubicBezTo>
                <a:cubicBezTo>
                  <a:pt x="1130526" y="3139555"/>
                  <a:pt x="1129146" y="3134610"/>
                  <a:pt x="1125236" y="3132405"/>
                </a:cubicBezTo>
                <a:cubicBezTo>
                  <a:pt x="1121326" y="3130221"/>
                  <a:pt x="1116383" y="3131600"/>
                  <a:pt x="1114198" y="3135511"/>
                </a:cubicBezTo>
                <a:close/>
                <a:moveTo>
                  <a:pt x="214230" y="3486733"/>
                </a:moveTo>
                <a:cubicBezTo>
                  <a:pt x="213847" y="3487098"/>
                  <a:pt x="213848" y="3487710"/>
                  <a:pt x="214230" y="3488094"/>
                </a:cubicBezTo>
                <a:cubicBezTo>
                  <a:pt x="214422" y="3488267"/>
                  <a:pt x="214652" y="3488343"/>
                  <a:pt x="214902" y="3488343"/>
                </a:cubicBezTo>
                <a:cubicBezTo>
                  <a:pt x="215151" y="3488343"/>
                  <a:pt x="215399" y="3488247"/>
                  <a:pt x="215592" y="3488056"/>
                </a:cubicBezTo>
                <a:cubicBezTo>
                  <a:pt x="215974" y="3487673"/>
                  <a:pt x="215955" y="3487059"/>
                  <a:pt x="215592" y="3486695"/>
                </a:cubicBezTo>
                <a:cubicBezTo>
                  <a:pt x="215189" y="3486331"/>
                  <a:pt x="214595" y="3486350"/>
                  <a:pt x="214230" y="3486733"/>
                </a:cubicBezTo>
                <a:close/>
                <a:moveTo>
                  <a:pt x="4397369" y="1853274"/>
                </a:moveTo>
                <a:cubicBezTo>
                  <a:pt x="4387463" y="1855306"/>
                  <a:pt x="4381079" y="1865003"/>
                  <a:pt x="4383132" y="1874931"/>
                </a:cubicBezTo>
                <a:cubicBezTo>
                  <a:pt x="4384914" y="1883594"/>
                  <a:pt x="4392540" y="1889554"/>
                  <a:pt x="4401067" y="1889554"/>
                </a:cubicBezTo>
                <a:cubicBezTo>
                  <a:pt x="4402300" y="1889554"/>
                  <a:pt x="4403543" y="1889439"/>
                  <a:pt x="4404787" y="1889170"/>
                </a:cubicBezTo>
                <a:cubicBezTo>
                  <a:pt x="4414695" y="1887139"/>
                  <a:pt x="4421078" y="1877422"/>
                  <a:pt x="4419049" y="1867514"/>
                </a:cubicBezTo>
                <a:cubicBezTo>
                  <a:pt x="4416997" y="1857605"/>
                  <a:pt x="4407300" y="1851223"/>
                  <a:pt x="4397369" y="1853274"/>
                </a:cubicBezTo>
                <a:close/>
                <a:moveTo>
                  <a:pt x="4754155" y="1713367"/>
                </a:moveTo>
                <a:cubicBezTo>
                  <a:pt x="4743574" y="1714920"/>
                  <a:pt x="4736251" y="1724751"/>
                  <a:pt x="4737804" y="1735330"/>
                </a:cubicBezTo>
                <a:cubicBezTo>
                  <a:pt x="4739222" y="1744952"/>
                  <a:pt x="4747501" y="1751890"/>
                  <a:pt x="4756931" y="1751890"/>
                </a:cubicBezTo>
                <a:cubicBezTo>
                  <a:pt x="4757872" y="1751890"/>
                  <a:pt x="4758810" y="1751813"/>
                  <a:pt x="4759768" y="1751679"/>
                </a:cubicBezTo>
                <a:cubicBezTo>
                  <a:pt x="4770346" y="1750126"/>
                  <a:pt x="4777667" y="1740295"/>
                  <a:pt x="4776115" y="1729715"/>
                </a:cubicBezTo>
                <a:cubicBezTo>
                  <a:pt x="4774561" y="1719136"/>
                  <a:pt x="4764732" y="1711815"/>
                  <a:pt x="4754155" y="1713367"/>
                </a:cubicBezTo>
                <a:close/>
                <a:moveTo>
                  <a:pt x="1466667" y="2996503"/>
                </a:moveTo>
                <a:cubicBezTo>
                  <a:pt x="1461340" y="2994760"/>
                  <a:pt x="1455590" y="2997654"/>
                  <a:pt x="1453846" y="3002982"/>
                </a:cubicBezTo>
                <a:cubicBezTo>
                  <a:pt x="1452082" y="3008310"/>
                  <a:pt x="1454976" y="3014040"/>
                  <a:pt x="1460323" y="3015804"/>
                </a:cubicBezTo>
                <a:cubicBezTo>
                  <a:pt x="1461379" y="3016148"/>
                  <a:pt x="1462432" y="3016321"/>
                  <a:pt x="1463486" y="3016321"/>
                </a:cubicBezTo>
                <a:cubicBezTo>
                  <a:pt x="1467759" y="3016321"/>
                  <a:pt x="1471727" y="3013599"/>
                  <a:pt x="1473145" y="3009325"/>
                </a:cubicBezTo>
                <a:cubicBezTo>
                  <a:pt x="1474889" y="3003997"/>
                  <a:pt x="1471995" y="2998248"/>
                  <a:pt x="1466667" y="2996503"/>
                </a:cubicBezTo>
                <a:close/>
                <a:moveTo>
                  <a:pt x="692464" y="3298646"/>
                </a:moveTo>
                <a:cubicBezTo>
                  <a:pt x="690681" y="3300791"/>
                  <a:pt x="690988" y="3303973"/>
                  <a:pt x="693153" y="3305736"/>
                </a:cubicBezTo>
                <a:cubicBezTo>
                  <a:pt x="694092" y="3306522"/>
                  <a:pt x="695223" y="3306886"/>
                  <a:pt x="696354" y="3306886"/>
                </a:cubicBezTo>
                <a:cubicBezTo>
                  <a:pt x="697810" y="3306886"/>
                  <a:pt x="699248" y="3306254"/>
                  <a:pt x="700245" y="3305046"/>
                </a:cubicBezTo>
                <a:lnTo>
                  <a:pt x="699554" y="3297957"/>
                </a:lnTo>
                <a:close/>
                <a:moveTo>
                  <a:pt x="3941752" y="2029652"/>
                </a:moveTo>
                <a:cubicBezTo>
                  <a:pt x="3932516" y="2032125"/>
                  <a:pt x="3927016" y="2041592"/>
                  <a:pt x="3929467" y="2050830"/>
                </a:cubicBezTo>
                <a:lnTo>
                  <a:pt x="3929447" y="2050830"/>
                </a:lnTo>
                <a:cubicBezTo>
                  <a:pt x="3931498" y="2058592"/>
                  <a:pt x="3938514" y="2063709"/>
                  <a:pt x="3946181" y="2063709"/>
                </a:cubicBezTo>
                <a:cubicBezTo>
                  <a:pt x="3947639" y="2063709"/>
                  <a:pt x="3949134" y="2063518"/>
                  <a:pt x="3950628" y="2063134"/>
                </a:cubicBezTo>
                <a:cubicBezTo>
                  <a:pt x="3959865" y="2060681"/>
                  <a:pt x="3965365" y="2051194"/>
                  <a:pt x="3962913" y="2041957"/>
                </a:cubicBezTo>
                <a:cubicBezTo>
                  <a:pt x="3960458" y="2032719"/>
                  <a:pt x="3950991" y="2027218"/>
                  <a:pt x="3941752" y="2029652"/>
                </a:cubicBezTo>
                <a:close/>
                <a:moveTo>
                  <a:pt x="3292338" y="2281331"/>
                </a:moveTo>
                <a:cubicBezTo>
                  <a:pt x="3283656" y="2283708"/>
                  <a:pt x="3278538" y="2292677"/>
                  <a:pt x="3280915" y="2301340"/>
                </a:cubicBezTo>
                <a:cubicBezTo>
                  <a:pt x="3282889" y="2308584"/>
                  <a:pt x="3289463" y="2313337"/>
                  <a:pt x="3296612" y="2313338"/>
                </a:cubicBezTo>
                <a:cubicBezTo>
                  <a:pt x="3298049" y="2313337"/>
                  <a:pt x="3299487" y="2313146"/>
                  <a:pt x="3300924" y="2312762"/>
                </a:cubicBezTo>
                <a:cubicBezTo>
                  <a:pt x="3309605" y="2310385"/>
                  <a:pt x="3314723" y="2301417"/>
                  <a:pt x="3312346" y="2292734"/>
                </a:cubicBezTo>
                <a:cubicBezTo>
                  <a:pt x="3309970" y="2284071"/>
                  <a:pt x="3301001" y="2278954"/>
                  <a:pt x="3292338" y="2281331"/>
                </a:cubicBezTo>
                <a:close/>
                <a:moveTo>
                  <a:pt x="5469287" y="1430507"/>
                </a:moveTo>
                <a:cubicBezTo>
                  <a:pt x="5457655" y="1432673"/>
                  <a:pt x="5450006" y="1443846"/>
                  <a:pt x="5452175" y="1455460"/>
                </a:cubicBezTo>
                <a:cubicBezTo>
                  <a:pt x="5454088" y="1465752"/>
                  <a:pt x="5463075" y="1472939"/>
                  <a:pt x="5473195" y="1472939"/>
                </a:cubicBezTo>
                <a:cubicBezTo>
                  <a:pt x="5474481" y="1472939"/>
                  <a:pt x="5475801" y="1472824"/>
                  <a:pt x="5477125" y="1472575"/>
                </a:cubicBezTo>
                <a:cubicBezTo>
                  <a:pt x="5488738" y="1470409"/>
                  <a:pt x="5496406" y="1459236"/>
                  <a:pt x="5494239" y="1447622"/>
                </a:cubicBezTo>
                <a:cubicBezTo>
                  <a:pt x="5492073" y="1435989"/>
                  <a:pt x="5480903" y="1428342"/>
                  <a:pt x="5469287" y="1430507"/>
                </a:cubicBezTo>
                <a:close/>
                <a:moveTo>
                  <a:pt x="2390686" y="2630543"/>
                </a:moveTo>
                <a:lnTo>
                  <a:pt x="2390686" y="2630562"/>
                </a:lnTo>
                <a:lnTo>
                  <a:pt x="2390690" y="2630551"/>
                </a:lnTo>
                <a:close/>
                <a:moveTo>
                  <a:pt x="7763122" y="527744"/>
                </a:moveTo>
                <a:cubicBezTo>
                  <a:pt x="7750760" y="528184"/>
                  <a:pt x="7741082" y="538572"/>
                  <a:pt x="7741523" y="550953"/>
                </a:cubicBezTo>
                <a:lnTo>
                  <a:pt x="7741503" y="550953"/>
                </a:lnTo>
                <a:cubicBezTo>
                  <a:pt x="7741944" y="563065"/>
                  <a:pt x="7751891" y="572572"/>
                  <a:pt x="7763908" y="572571"/>
                </a:cubicBezTo>
                <a:cubicBezTo>
                  <a:pt x="7764175" y="572571"/>
                  <a:pt x="7764444" y="572572"/>
                  <a:pt x="7764713" y="572552"/>
                </a:cubicBezTo>
                <a:cubicBezTo>
                  <a:pt x="7777094" y="572111"/>
                  <a:pt x="7786772" y="561724"/>
                  <a:pt x="7786331" y="549343"/>
                </a:cubicBezTo>
                <a:cubicBezTo>
                  <a:pt x="7785890" y="536982"/>
                  <a:pt x="7775483" y="527304"/>
                  <a:pt x="7763122" y="527744"/>
                </a:cubicBezTo>
                <a:close/>
                <a:moveTo>
                  <a:pt x="3839218" y="2057461"/>
                </a:moveTo>
                <a:cubicBezTo>
                  <a:pt x="3830002" y="2060010"/>
                  <a:pt x="3824617" y="2069554"/>
                  <a:pt x="3827162" y="2078774"/>
                </a:cubicBezTo>
                <a:cubicBezTo>
                  <a:pt x="3829271" y="2086440"/>
                  <a:pt x="3836248" y="2091480"/>
                  <a:pt x="3843838" y="2091480"/>
                </a:cubicBezTo>
                <a:cubicBezTo>
                  <a:pt x="3845352" y="2091480"/>
                  <a:pt x="3846923" y="2091269"/>
                  <a:pt x="3848455" y="2090848"/>
                </a:cubicBezTo>
                <a:cubicBezTo>
                  <a:pt x="3857677" y="2088298"/>
                  <a:pt x="3863079" y="2078754"/>
                  <a:pt x="3860532" y="2069535"/>
                </a:cubicBezTo>
                <a:cubicBezTo>
                  <a:pt x="3857982" y="2060317"/>
                  <a:pt x="3848437" y="2054912"/>
                  <a:pt x="3839218" y="2057461"/>
                </a:cubicBezTo>
                <a:close/>
                <a:moveTo>
                  <a:pt x="2746681" y="2483544"/>
                </a:moveTo>
                <a:cubicBezTo>
                  <a:pt x="2738345" y="2484829"/>
                  <a:pt x="2732613" y="2492629"/>
                  <a:pt x="2733898" y="2500966"/>
                </a:cubicBezTo>
                <a:cubicBezTo>
                  <a:pt x="2735067" y="2508498"/>
                  <a:pt x="2741564" y="2513902"/>
                  <a:pt x="2748982" y="2513902"/>
                </a:cubicBezTo>
                <a:cubicBezTo>
                  <a:pt x="2749749" y="2513902"/>
                  <a:pt x="2750534" y="2513845"/>
                  <a:pt x="2751320" y="2513730"/>
                </a:cubicBezTo>
                <a:cubicBezTo>
                  <a:pt x="2759656" y="2512446"/>
                  <a:pt x="2765368" y="2504665"/>
                  <a:pt x="2764083" y="2496328"/>
                </a:cubicBezTo>
                <a:cubicBezTo>
                  <a:pt x="2762799" y="2487991"/>
                  <a:pt x="2755019" y="2482260"/>
                  <a:pt x="2746681" y="2483544"/>
                </a:cubicBezTo>
                <a:close/>
                <a:moveTo>
                  <a:pt x="2404121" y="2615555"/>
                </a:moveTo>
                <a:cubicBezTo>
                  <a:pt x="2400191" y="2615766"/>
                  <a:pt x="2396722" y="2617554"/>
                  <a:pt x="2394291" y="2620270"/>
                </a:cubicBezTo>
                <a:lnTo>
                  <a:pt x="2390690" y="2630551"/>
                </a:lnTo>
                <a:lnTo>
                  <a:pt x="2395120" y="2640109"/>
                </a:lnTo>
                <a:cubicBezTo>
                  <a:pt x="2397681" y="2642526"/>
                  <a:pt x="2401131" y="2643997"/>
                  <a:pt x="2404887" y="2643997"/>
                </a:cubicBezTo>
                <a:cubicBezTo>
                  <a:pt x="2405156" y="2643997"/>
                  <a:pt x="2405423" y="2643997"/>
                  <a:pt x="2405691" y="2643997"/>
                </a:cubicBezTo>
                <a:cubicBezTo>
                  <a:pt x="2413550" y="2643556"/>
                  <a:pt x="2419568" y="2636829"/>
                  <a:pt x="2419126" y="2628990"/>
                </a:cubicBezTo>
                <a:cubicBezTo>
                  <a:pt x="2418686" y="2621132"/>
                  <a:pt x="2411979" y="2615114"/>
                  <a:pt x="2404121" y="2615555"/>
                </a:cubicBezTo>
                <a:close/>
                <a:moveTo>
                  <a:pt x="3190743" y="2308277"/>
                </a:moveTo>
                <a:cubicBezTo>
                  <a:pt x="3182022" y="2310501"/>
                  <a:pt x="3176771" y="2319374"/>
                  <a:pt x="3178994" y="2328094"/>
                </a:cubicBezTo>
                <a:cubicBezTo>
                  <a:pt x="3180872" y="2335454"/>
                  <a:pt x="3187504" y="2340360"/>
                  <a:pt x="3194767" y="2340360"/>
                </a:cubicBezTo>
                <a:cubicBezTo>
                  <a:pt x="3196108" y="2340360"/>
                  <a:pt x="3197451" y="2340188"/>
                  <a:pt x="3198811" y="2339842"/>
                </a:cubicBezTo>
                <a:cubicBezTo>
                  <a:pt x="3207511" y="2337600"/>
                  <a:pt x="3212782" y="2328746"/>
                  <a:pt x="3210559" y="2320026"/>
                </a:cubicBezTo>
                <a:cubicBezTo>
                  <a:pt x="3208336" y="2311306"/>
                  <a:pt x="3199463" y="2306054"/>
                  <a:pt x="3190743" y="2308277"/>
                </a:cubicBezTo>
                <a:close/>
                <a:moveTo>
                  <a:pt x="4292749" y="1875908"/>
                </a:moveTo>
                <a:cubicBezTo>
                  <a:pt x="4282877" y="1878131"/>
                  <a:pt x="4276686" y="1887944"/>
                  <a:pt x="4278911" y="1897833"/>
                </a:cubicBezTo>
                <a:cubicBezTo>
                  <a:pt x="4280827" y="1906343"/>
                  <a:pt x="4288398" y="1912130"/>
                  <a:pt x="4296772" y="1912131"/>
                </a:cubicBezTo>
                <a:cubicBezTo>
                  <a:pt x="4298114" y="1912130"/>
                  <a:pt x="4299474" y="1911978"/>
                  <a:pt x="4300835" y="1911671"/>
                </a:cubicBezTo>
                <a:cubicBezTo>
                  <a:pt x="4310705" y="1909447"/>
                  <a:pt x="4316895" y="1899616"/>
                  <a:pt x="4314672" y="1889746"/>
                </a:cubicBezTo>
                <a:cubicBezTo>
                  <a:pt x="4312451" y="1879876"/>
                  <a:pt x="4302637" y="1873685"/>
                  <a:pt x="4292749" y="1875908"/>
                </a:cubicBezTo>
                <a:close/>
                <a:moveTo>
                  <a:pt x="5006177" y="1595059"/>
                </a:moveTo>
                <a:cubicBezTo>
                  <a:pt x="4995005" y="1596382"/>
                  <a:pt x="4987011" y="1606520"/>
                  <a:pt x="4988354" y="1617694"/>
                </a:cubicBezTo>
                <a:cubicBezTo>
                  <a:pt x="4989578" y="1628062"/>
                  <a:pt x="4998377" y="1635671"/>
                  <a:pt x="5008556" y="1635671"/>
                </a:cubicBezTo>
                <a:cubicBezTo>
                  <a:pt x="5009358" y="1635671"/>
                  <a:pt x="5010162" y="1635633"/>
                  <a:pt x="5010987" y="1635518"/>
                </a:cubicBezTo>
                <a:cubicBezTo>
                  <a:pt x="5022160" y="1634195"/>
                  <a:pt x="5030154" y="1624076"/>
                  <a:pt x="5028811" y="1612883"/>
                </a:cubicBezTo>
                <a:cubicBezTo>
                  <a:pt x="5027489" y="1601710"/>
                  <a:pt x="5017351" y="1593737"/>
                  <a:pt x="5006177" y="1595059"/>
                </a:cubicBezTo>
                <a:close/>
                <a:moveTo>
                  <a:pt x="311993" y="3425596"/>
                </a:moveTo>
                <a:cubicBezTo>
                  <a:pt x="311226" y="3426382"/>
                  <a:pt x="311266" y="3427646"/>
                  <a:pt x="312051" y="3428395"/>
                </a:cubicBezTo>
                <a:cubicBezTo>
                  <a:pt x="312434" y="3428778"/>
                  <a:pt x="312933" y="3428951"/>
                  <a:pt x="313430" y="3428951"/>
                </a:cubicBezTo>
                <a:cubicBezTo>
                  <a:pt x="313948" y="3428951"/>
                  <a:pt x="314466" y="3428758"/>
                  <a:pt x="314850" y="3428337"/>
                </a:cubicBezTo>
                <a:cubicBezTo>
                  <a:pt x="315616" y="3427570"/>
                  <a:pt x="315577" y="3426305"/>
                  <a:pt x="314791" y="3425558"/>
                </a:cubicBezTo>
                <a:cubicBezTo>
                  <a:pt x="314005" y="3424791"/>
                  <a:pt x="312760" y="3424810"/>
                  <a:pt x="311993" y="3425596"/>
                </a:cubicBezTo>
                <a:close/>
                <a:moveTo>
                  <a:pt x="4647633" y="1730846"/>
                </a:moveTo>
                <a:cubicBezTo>
                  <a:pt x="4637110" y="1732724"/>
                  <a:pt x="4630116" y="1742786"/>
                  <a:pt x="4631992" y="1753308"/>
                </a:cubicBezTo>
                <a:cubicBezTo>
                  <a:pt x="4633660" y="1762680"/>
                  <a:pt x="4641825" y="1769272"/>
                  <a:pt x="4651025" y="1769272"/>
                </a:cubicBezTo>
                <a:cubicBezTo>
                  <a:pt x="4652153" y="1769272"/>
                  <a:pt x="4653305" y="1769177"/>
                  <a:pt x="4654455" y="1768966"/>
                </a:cubicBezTo>
                <a:cubicBezTo>
                  <a:pt x="4664977" y="1767087"/>
                  <a:pt x="4671973" y="1757026"/>
                  <a:pt x="4670094" y="1746504"/>
                </a:cubicBezTo>
                <a:cubicBezTo>
                  <a:pt x="4668217" y="1735982"/>
                  <a:pt x="4658154" y="1728968"/>
                  <a:pt x="4647633" y="1730846"/>
                </a:cubicBezTo>
                <a:close/>
                <a:moveTo>
                  <a:pt x="3737011" y="2086248"/>
                </a:moveTo>
                <a:cubicBezTo>
                  <a:pt x="3727830" y="2088873"/>
                  <a:pt x="3722503" y="2098456"/>
                  <a:pt x="3725128" y="2107655"/>
                </a:cubicBezTo>
                <a:cubicBezTo>
                  <a:pt x="3727313" y="2115264"/>
                  <a:pt x="3734232" y="2120208"/>
                  <a:pt x="3741764" y="2120209"/>
                </a:cubicBezTo>
                <a:cubicBezTo>
                  <a:pt x="3743354" y="2120208"/>
                  <a:pt x="3744946" y="2119998"/>
                  <a:pt x="3746536" y="2119537"/>
                </a:cubicBezTo>
                <a:cubicBezTo>
                  <a:pt x="3755735" y="2116912"/>
                  <a:pt x="3761043" y="2107330"/>
                  <a:pt x="3758418" y="2098130"/>
                </a:cubicBezTo>
                <a:cubicBezTo>
                  <a:pt x="3755794" y="2088950"/>
                  <a:pt x="3746210" y="2083622"/>
                  <a:pt x="3737011" y="2086248"/>
                </a:cubicBezTo>
                <a:close/>
                <a:moveTo>
                  <a:pt x="801534" y="3229708"/>
                </a:moveTo>
                <a:cubicBezTo>
                  <a:pt x="799503" y="3232372"/>
                  <a:pt x="800001" y="3236185"/>
                  <a:pt x="802665" y="3238218"/>
                </a:cubicBezTo>
                <a:cubicBezTo>
                  <a:pt x="803777" y="3239060"/>
                  <a:pt x="805080" y="3239463"/>
                  <a:pt x="806364" y="3239463"/>
                </a:cubicBezTo>
                <a:cubicBezTo>
                  <a:pt x="808184" y="3239463"/>
                  <a:pt x="809987" y="3238638"/>
                  <a:pt x="811175" y="3237087"/>
                </a:cubicBezTo>
                <a:cubicBezTo>
                  <a:pt x="813226" y="3234422"/>
                  <a:pt x="812708" y="3230609"/>
                  <a:pt x="810043" y="3228577"/>
                </a:cubicBezTo>
                <a:cubicBezTo>
                  <a:pt x="807380" y="3226546"/>
                  <a:pt x="803585" y="3227044"/>
                  <a:pt x="801534" y="3229708"/>
                </a:cubicBezTo>
                <a:close/>
                <a:moveTo>
                  <a:pt x="5362786" y="1449154"/>
                </a:moveTo>
                <a:cubicBezTo>
                  <a:pt x="5351135" y="1451090"/>
                  <a:pt x="5343237" y="1462111"/>
                  <a:pt x="5345173" y="1473763"/>
                </a:cubicBezTo>
                <a:cubicBezTo>
                  <a:pt x="5346916" y="1484246"/>
                  <a:pt x="5355983" y="1491683"/>
                  <a:pt x="5366256" y="1491683"/>
                </a:cubicBezTo>
                <a:cubicBezTo>
                  <a:pt x="5367424" y="1491683"/>
                  <a:pt x="5368594" y="1491586"/>
                  <a:pt x="5369781" y="1491376"/>
                </a:cubicBezTo>
                <a:cubicBezTo>
                  <a:pt x="5381433" y="1489459"/>
                  <a:pt x="5389330" y="1478440"/>
                  <a:pt x="5387393" y="1466787"/>
                </a:cubicBezTo>
                <a:cubicBezTo>
                  <a:pt x="5385477" y="1455115"/>
                  <a:pt x="5374460" y="1447219"/>
                  <a:pt x="5362804" y="1449154"/>
                </a:cubicBezTo>
                <a:close/>
                <a:moveTo>
                  <a:pt x="3088725" y="2333174"/>
                </a:moveTo>
                <a:cubicBezTo>
                  <a:pt x="3079967" y="2335224"/>
                  <a:pt x="3074504" y="2343964"/>
                  <a:pt x="3076535" y="2352741"/>
                </a:cubicBezTo>
                <a:cubicBezTo>
                  <a:pt x="3078280" y="2360254"/>
                  <a:pt x="3084988" y="2365352"/>
                  <a:pt x="3092386" y="2365352"/>
                </a:cubicBezTo>
                <a:cubicBezTo>
                  <a:pt x="3093612" y="2365352"/>
                  <a:pt x="3094839" y="2365217"/>
                  <a:pt x="3096085" y="2364930"/>
                </a:cubicBezTo>
                <a:cubicBezTo>
                  <a:pt x="3104843" y="2362899"/>
                  <a:pt x="3110305" y="2354140"/>
                  <a:pt x="3108274" y="2345381"/>
                </a:cubicBezTo>
                <a:cubicBezTo>
                  <a:pt x="3106243" y="2336604"/>
                  <a:pt x="3097484" y="2331161"/>
                  <a:pt x="3088725" y="2333174"/>
                </a:cubicBezTo>
                <a:close/>
                <a:moveTo>
                  <a:pt x="1235208" y="3053328"/>
                </a:moveTo>
                <a:cubicBezTo>
                  <a:pt x="1232984" y="3057852"/>
                  <a:pt x="1234862" y="3063333"/>
                  <a:pt x="1239405" y="3065537"/>
                </a:cubicBezTo>
                <a:cubicBezTo>
                  <a:pt x="1240689" y="3066169"/>
                  <a:pt x="1242050" y="3066476"/>
                  <a:pt x="1243409" y="3066476"/>
                </a:cubicBezTo>
                <a:cubicBezTo>
                  <a:pt x="1246783" y="3066476"/>
                  <a:pt x="1250041" y="3064579"/>
                  <a:pt x="1251612" y="3061340"/>
                </a:cubicBezTo>
                <a:cubicBezTo>
                  <a:pt x="1253835" y="3056817"/>
                  <a:pt x="1251957" y="3051336"/>
                  <a:pt x="1247416" y="3049132"/>
                </a:cubicBezTo>
                <a:cubicBezTo>
                  <a:pt x="1242892" y="3046909"/>
                  <a:pt x="1237430" y="3048787"/>
                  <a:pt x="1235208" y="3053328"/>
                </a:cubicBezTo>
                <a:close/>
                <a:moveTo>
                  <a:pt x="4188545" y="1900305"/>
                </a:moveTo>
                <a:cubicBezTo>
                  <a:pt x="4178696" y="1902682"/>
                  <a:pt x="4172657" y="1912591"/>
                  <a:pt x="4175035" y="1922442"/>
                </a:cubicBezTo>
                <a:cubicBezTo>
                  <a:pt x="4177065" y="1930817"/>
                  <a:pt x="4184561" y="1936471"/>
                  <a:pt x="4192839" y="1936471"/>
                </a:cubicBezTo>
                <a:cubicBezTo>
                  <a:pt x="4194256" y="1936471"/>
                  <a:pt x="4195714" y="1936298"/>
                  <a:pt x="4197170" y="1935953"/>
                </a:cubicBezTo>
                <a:cubicBezTo>
                  <a:pt x="4207003" y="1933557"/>
                  <a:pt x="4213058" y="1923649"/>
                  <a:pt x="4210682" y="1913817"/>
                </a:cubicBezTo>
                <a:cubicBezTo>
                  <a:pt x="4208288" y="1903966"/>
                  <a:pt x="4198377" y="1897929"/>
                  <a:pt x="4188545" y="1900305"/>
                </a:cubicBezTo>
                <a:close/>
                <a:moveTo>
                  <a:pt x="3635109" y="2115417"/>
                </a:moveTo>
                <a:cubicBezTo>
                  <a:pt x="3625910" y="2118042"/>
                  <a:pt x="3620582" y="2127626"/>
                  <a:pt x="3623206" y="2136825"/>
                </a:cubicBezTo>
                <a:cubicBezTo>
                  <a:pt x="3625392" y="2144433"/>
                  <a:pt x="3632330" y="2149378"/>
                  <a:pt x="3639862" y="2149378"/>
                </a:cubicBezTo>
                <a:cubicBezTo>
                  <a:pt x="3641433" y="2149378"/>
                  <a:pt x="3643025" y="2149167"/>
                  <a:pt x="3644614" y="2148707"/>
                </a:cubicBezTo>
                <a:cubicBezTo>
                  <a:pt x="3653814" y="2146081"/>
                  <a:pt x="3659141" y="2136518"/>
                  <a:pt x="3656516" y="2127318"/>
                </a:cubicBezTo>
                <a:cubicBezTo>
                  <a:pt x="3653890" y="2118120"/>
                  <a:pt x="3644308" y="2112792"/>
                  <a:pt x="3635109" y="2115417"/>
                </a:cubicBezTo>
                <a:close/>
                <a:moveTo>
                  <a:pt x="1818441" y="2820964"/>
                </a:moveTo>
                <a:cubicBezTo>
                  <a:pt x="1815917" y="2822799"/>
                  <a:pt x="1814096" y="2825598"/>
                  <a:pt x="1813578" y="2828922"/>
                </a:cubicBezTo>
                <a:cubicBezTo>
                  <a:pt x="1812525" y="2835592"/>
                  <a:pt x="1817086" y="2841840"/>
                  <a:pt x="1823736" y="2842875"/>
                </a:cubicBezTo>
                <a:cubicBezTo>
                  <a:pt x="1824369" y="2842970"/>
                  <a:pt x="1825021" y="2843028"/>
                  <a:pt x="1825653" y="2843028"/>
                </a:cubicBezTo>
                <a:cubicBezTo>
                  <a:pt x="1831556" y="2843028"/>
                  <a:pt x="1836731" y="2838735"/>
                  <a:pt x="1837690" y="2832717"/>
                </a:cubicBezTo>
                <a:cubicBezTo>
                  <a:pt x="1838724" y="2826067"/>
                  <a:pt x="1834182" y="2819818"/>
                  <a:pt x="1827531" y="2818784"/>
                </a:cubicBezTo>
                <a:cubicBezTo>
                  <a:pt x="1824196" y="2818257"/>
                  <a:pt x="1820967" y="2819129"/>
                  <a:pt x="1818441" y="2820964"/>
                </a:cubicBezTo>
                <a:close/>
                <a:moveTo>
                  <a:pt x="2643439" y="2497286"/>
                </a:moveTo>
                <a:cubicBezTo>
                  <a:pt x="2635063" y="2498225"/>
                  <a:pt x="2629045" y="2505795"/>
                  <a:pt x="2629965" y="2514171"/>
                </a:cubicBezTo>
                <a:cubicBezTo>
                  <a:pt x="2630846" y="2521970"/>
                  <a:pt x="2637458" y="2527739"/>
                  <a:pt x="2645143" y="2527739"/>
                </a:cubicBezTo>
                <a:cubicBezTo>
                  <a:pt x="2645699" y="2527739"/>
                  <a:pt x="2646274" y="2527701"/>
                  <a:pt x="2646850" y="2527643"/>
                </a:cubicBezTo>
                <a:cubicBezTo>
                  <a:pt x="2655225" y="2526705"/>
                  <a:pt x="2661262" y="2519134"/>
                  <a:pt x="2660322" y="2510759"/>
                </a:cubicBezTo>
                <a:cubicBezTo>
                  <a:pt x="2659384" y="2502384"/>
                  <a:pt x="2651832" y="2496347"/>
                  <a:pt x="2643439" y="2497286"/>
                </a:cubicBezTo>
                <a:close/>
                <a:moveTo>
                  <a:pt x="2053385" y="2727109"/>
                </a:moveTo>
                <a:cubicBezTo>
                  <a:pt x="2050841" y="2729339"/>
                  <a:pt x="2049149" y="2732540"/>
                  <a:pt x="2048909" y="2736182"/>
                </a:cubicBezTo>
                <a:cubicBezTo>
                  <a:pt x="2048411" y="2743464"/>
                  <a:pt x="2053931" y="2749769"/>
                  <a:pt x="2061214" y="2750268"/>
                </a:cubicBezTo>
                <a:lnTo>
                  <a:pt x="2061214" y="2750287"/>
                </a:lnTo>
                <a:cubicBezTo>
                  <a:pt x="2061520" y="2750287"/>
                  <a:pt x="2061808" y="2750287"/>
                  <a:pt x="2062114" y="2750287"/>
                </a:cubicBezTo>
                <a:cubicBezTo>
                  <a:pt x="2069014" y="2750287"/>
                  <a:pt x="2074821" y="2744921"/>
                  <a:pt x="2075281" y="2737944"/>
                </a:cubicBezTo>
                <a:cubicBezTo>
                  <a:pt x="2075779" y="2730643"/>
                  <a:pt x="2070259" y="2724356"/>
                  <a:pt x="2062977" y="2723858"/>
                </a:cubicBezTo>
                <a:cubicBezTo>
                  <a:pt x="2059326" y="2723619"/>
                  <a:pt x="2055929" y="2724879"/>
                  <a:pt x="2053385" y="2727109"/>
                </a:cubicBezTo>
                <a:close/>
                <a:moveTo>
                  <a:pt x="411462" y="3363654"/>
                </a:moveTo>
                <a:cubicBezTo>
                  <a:pt x="410330" y="3364861"/>
                  <a:pt x="410388" y="3366758"/>
                  <a:pt x="411614" y="3367909"/>
                </a:cubicBezTo>
                <a:cubicBezTo>
                  <a:pt x="412190" y="3368445"/>
                  <a:pt x="412918" y="3368713"/>
                  <a:pt x="413665" y="3368713"/>
                </a:cubicBezTo>
                <a:cubicBezTo>
                  <a:pt x="414452" y="3368713"/>
                  <a:pt x="415256" y="3368388"/>
                  <a:pt x="415850" y="3367774"/>
                </a:cubicBezTo>
                <a:cubicBezTo>
                  <a:pt x="416981" y="3366567"/>
                  <a:pt x="416924" y="3364650"/>
                  <a:pt x="415716" y="3363520"/>
                </a:cubicBezTo>
                <a:cubicBezTo>
                  <a:pt x="414509" y="3362388"/>
                  <a:pt x="412611" y="3362446"/>
                  <a:pt x="411462" y="3363654"/>
                </a:cubicBezTo>
                <a:close/>
                <a:moveTo>
                  <a:pt x="4541763" y="1751084"/>
                </a:moveTo>
                <a:cubicBezTo>
                  <a:pt x="4531279" y="1753211"/>
                  <a:pt x="4524513" y="1763427"/>
                  <a:pt x="4526641" y="1773910"/>
                </a:cubicBezTo>
                <a:cubicBezTo>
                  <a:pt x="4528499" y="1783090"/>
                  <a:pt x="4536570" y="1789415"/>
                  <a:pt x="4545596" y="1789415"/>
                </a:cubicBezTo>
                <a:cubicBezTo>
                  <a:pt x="4546879" y="1789415"/>
                  <a:pt x="4548165" y="1789300"/>
                  <a:pt x="4549467" y="1789031"/>
                </a:cubicBezTo>
                <a:cubicBezTo>
                  <a:pt x="4559931" y="1786904"/>
                  <a:pt x="4566697" y="1776689"/>
                  <a:pt x="4564588" y="1766206"/>
                </a:cubicBezTo>
                <a:cubicBezTo>
                  <a:pt x="4562460" y="1755742"/>
                  <a:pt x="4552246" y="1748976"/>
                  <a:pt x="4541763" y="1751084"/>
                </a:cubicBezTo>
                <a:close/>
                <a:moveTo>
                  <a:pt x="3533187" y="2144299"/>
                </a:moveTo>
                <a:cubicBezTo>
                  <a:pt x="3523988" y="2146867"/>
                  <a:pt x="3518603" y="2156431"/>
                  <a:pt x="3521190" y="2165630"/>
                </a:cubicBezTo>
                <a:cubicBezTo>
                  <a:pt x="3523336" y="2173278"/>
                  <a:pt x="3530294" y="2178280"/>
                  <a:pt x="3537845" y="2178280"/>
                </a:cubicBezTo>
                <a:cubicBezTo>
                  <a:pt x="3539397" y="2178280"/>
                  <a:pt x="3540969" y="2178069"/>
                  <a:pt x="3542541" y="2177628"/>
                </a:cubicBezTo>
                <a:cubicBezTo>
                  <a:pt x="3551739" y="2175060"/>
                  <a:pt x="3557105" y="2165496"/>
                  <a:pt x="3554538" y="2156297"/>
                </a:cubicBezTo>
                <a:cubicBezTo>
                  <a:pt x="3551951" y="2147078"/>
                  <a:pt x="3542406" y="2141712"/>
                  <a:pt x="3533187" y="2144299"/>
                </a:cubicBezTo>
                <a:close/>
                <a:moveTo>
                  <a:pt x="7652558" y="535870"/>
                </a:moveTo>
                <a:cubicBezTo>
                  <a:pt x="7640253" y="537231"/>
                  <a:pt x="7631360" y="548309"/>
                  <a:pt x="7632722" y="560631"/>
                </a:cubicBezTo>
                <a:cubicBezTo>
                  <a:pt x="7633986" y="572093"/>
                  <a:pt x="7643703" y="580602"/>
                  <a:pt x="7654992" y="580602"/>
                </a:cubicBezTo>
                <a:cubicBezTo>
                  <a:pt x="7655816" y="580602"/>
                  <a:pt x="7656639" y="580544"/>
                  <a:pt x="7657464" y="580448"/>
                </a:cubicBezTo>
                <a:cubicBezTo>
                  <a:pt x="7669768" y="579107"/>
                  <a:pt x="7678660" y="568010"/>
                  <a:pt x="7677299" y="555706"/>
                </a:cubicBezTo>
                <a:cubicBezTo>
                  <a:pt x="7675939" y="543402"/>
                  <a:pt x="7664861" y="534528"/>
                  <a:pt x="7652558" y="535870"/>
                </a:cubicBezTo>
                <a:close/>
                <a:moveTo>
                  <a:pt x="1596264" y="2899394"/>
                </a:moveTo>
                <a:cubicBezTo>
                  <a:pt x="1590304" y="2897765"/>
                  <a:pt x="1584170" y="2901291"/>
                  <a:pt x="1582541" y="2907251"/>
                </a:cubicBezTo>
                <a:cubicBezTo>
                  <a:pt x="1580931" y="2913212"/>
                  <a:pt x="1584458" y="2919344"/>
                  <a:pt x="1590419" y="2920973"/>
                </a:cubicBezTo>
                <a:cubicBezTo>
                  <a:pt x="1591395" y="2921241"/>
                  <a:pt x="1592373" y="2921357"/>
                  <a:pt x="1593331" y="2921357"/>
                </a:cubicBezTo>
                <a:cubicBezTo>
                  <a:pt x="1598256" y="2921357"/>
                  <a:pt x="1602779" y="2918079"/>
                  <a:pt x="1604120" y="2913097"/>
                </a:cubicBezTo>
                <a:cubicBezTo>
                  <a:pt x="1605731" y="2907156"/>
                  <a:pt x="1602224" y="2901003"/>
                  <a:pt x="1596264" y="2899394"/>
                </a:cubicBezTo>
                <a:close/>
                <a:moveTo>
                  <a:pt x="4898603" y="1609069"/>
                </a:moveTo>
                <a:cubicBezTo>
                  <a:pt x="4887467" y="1610699"/>
                  <a:pt x="4879763" y="1621029"/>
                  <a:pt x="4881374" y="1632183"/>
                </a:cubicBezTo>
                <a:cubicBezTo>
                  <a:pt x="4882850" y="1642321"/>
                  <a:pt x="4891569" y="1649623"/>
                  <a:pt x="4901515" y="1649623"/>
                </a:cubicBezTo>
                <a:cubicBezTo>
                  <a:pt x="4902493" y="1649623"/>
                  <a:pt x="4903471" y="1649547"/>
                  <a:pt x="4904467" y="1649413"/>
                </a:cubicBezTo>
                <a:cubicBezTo>
                  <a:pt x="4915604" y="1647783"/>
                  <a:pt x="4923326" y="1637434"/>
                  <a:pt x="4921715" y="1626300"/>
                </a:cubicBezTo>
                <a:cubicBezTo>
                  <a:pt x="4920084" y="1615164"/>
                  <a:pt x="4909738" y="1607459"/>
                  <a:pt x="4898603" y="1609069"/>
                </a:cubicBezTo>
                <a:close/>
                <a:moveTo>
                  <a:pt x="2986211" y="2355463"/>
                </a:moveTo>
                <a:cubicBezTo>
                  <a:pt x="2977375" y="2357225"/>
                  <a:pt x="2971683" y="2365831"/>
                  <a:pt x="2973465" y="2374647"/>
                </a:cubicBezTo>
                <a:cubicBezTo>
                  <a:pt x="2975018" y="2382371"/>
                  <a:pt x="2981821" y="2387717"/>
                  <a:pt x="2989411" y="2387717"/>
                </a:cubicBezTo>
                <a:cubicBezTo>
                  <a:pt x="2990483" y="2387717"/>
                  <a:pt x="2991557" y="2387622"/>
                  <a:pt x="2992650" y="2387392"/>
                </a:cubicBezTo>
                <a:cubicBezTo>
                  <a:pt x="3001466" y="2385609"/>
                  <a:pt x="3007177" y="2377024"/>
                  <a:pt x="3005394" y="2368188"/>
                </a:cubicBezTo>
                <a:cubicBezTo>
                  <a:pt x="3003612" y="2359391"/>
                  <a:pt x="2995026" y="2353681"/>
                  <a:pt x="2986211" y="2355463"/>
                </a:cubicBezTo>
                <a:close/>
                <a:moveTo>
                  <a:pt x="4084746" y="1926102"/>
                </a:moveTo>
                <a:cubicBezTo>
                  <a:pt x="4074932" y="1928613"/>
                  <a:pt x="4068991" y="1938598"/>
                  <a:pt x="4071504" y="1948411"/>
                </a:cubicBezTo>
                <a:cubicBezTo>
                  <a:pt x="4073629" y="1956690"/>
                  <a:pt x="4081084" y="1962210"/>
                  <a:pt x="4089268" y="1962210"/>
                </a:cubicBezTo>
                <a:cubicBezTo>
                  <a:pt x="4090764" y="1962210"/>
                  <a:pt x="4092277" y="1962037"/>
                  <a:pt x="4093811" y="1961635"/>
                </a:cubicBezTo>
                <a:cubicBezTo>
                  <a:pt x="4103624" y="1959143"/>
                  <a:pt x="4109546" y="1949158"/>
                  <a:pt x="4107036" y="1939345"/>
                </a:cubicBezTo>
                <a:cubicBezTo>
                  <a:pt x="4104544" y="1929533"/>
                  <a:pt x="4094559" y="1923611"/>
                  <a:pt x="4084746" y="1926102"/>
                </a:cubicBezTo>
                <a:close/>
                <a:moveTo>
                  <a:pt x="7999435" y="395788"/>
                </a:moveTo>
                <a:cubicBezTo>
                  <a:pt x="7994648" y="399408"/>
                  <a:pt x="7991246" y="404856"/>
                  <a:pt x="7990365" y="411276"/>
                </a:cubicBezTo>
                <a:cubicBezTo>
                  <a:pt x="7988583" y="424097"/>
                  <a:pt x="7997534" y="435942"/>
                  <a:pt x="8010355" y="437704"/>
                </a:cubicBezTo>
                <a:cubicBezTo>
                  <a:pt x="8011447" y="437858"/>
                  <a:pt x="8012541" y="437935"/>
                  <a:pt x="8013613" y="437935"/>
                </a:cubicBezTo>
                <a:cubicBezTo>
                  <a:pt x="8025131" y="437935"/>
                  <a:pt x="8035173" y="429445"/>
                  <a:pt x="8036803" y="417716"/>
                </a:cubicBezTo>
                <a:cubicBezTo>
                  <a:pt x="8038586" y="404894"/>
                  <a:pt x="8029635" y="393050"/>
                  <a:pt x="8016814" y="391268"/>
                </a:cubicBezTo>
                <a:cubicBezTo>
                  <a:pt x="8010393" y="390376"/>
                  <a:pt x="8004222" y="392168"/>
                  <a:pt x="7999435" y="395788"/>
                </a:cubicBezTo>
                <a:close/>
                <a:moveTo>
                  <a:pt x="8263376" y="292586"/>
                </a:moveTo>
                <a:lnTo>
                  <a:pt x="8263377" y="292588"/>
                </a:lnTo>
                <a:lnTo>
                  <a:pt x="8263394" y="292586"/>
                </a:lnTo>
                <a:close/>
                <a:moveTo>
                  <a:pt x="5255785" y="1466212"/>
                </a:moveTo>
                <a:cubicBezTo>
                  <a:pt x="5244113" y="1468032"/>
                  <a:pt x="5236104" y="1478957"/>
                  <a:pt x="5237922" y="1490647"/>
                </a:cubicBezTo>
                <a:cubicBezTo>
                  <a:pt x="5239553" y="1501207"/>
                  <a:pt x="5248675" y="1508778"/>
                  <a:pt x="5259043" y="1508778"/>
                </a:cubicBezTo>
                <a:cubicBezTo>
                  <a:pt x="5260136" y="1508778"/>
                  <a:pt x="5261229" y="1508682"/>
                  <a:pt x="5262341" y="1508510"/>
                </a:cubicBezTo>
                <a:cubicBezTo>
                  <a:pt x="5274031" y="1506689"/>
                  <a:pt x="5282025" y="1495765"/>
                  <a:pt x="5280222" y="1484074"/>
                </a:cubicBezTo>
                <a:cubicBezTo>
                  <a:pt x="5278400" y="1472402"/>
                  <a:pt x="5267476" y="1464410"/>
                  <a:pt x="5255785" y="1466212"/>
                </a:cubicBezTo>
                <a:close/>
                <a:moveTo>
                  <a:pt x="2300723" y="2618794"/>
                </a:moveTo>
                <a:cubicBezTo>
                  <a:pt x="2292865" y="2618852"/>
                  <a:pt x="2286522" y="2625272"/>
                  <a:pt x="2286580" y="2633149"/>
                </a:cubicBezTo>
                <a:cubicBezTo>
                  <a:pt x="2286637" y="2640988"/>
                  <a:pt x="2293019" y="2647293"/>
                  <a:pt x="2300838" y="2647293"/>
                </a:cubicBezTo>
                <a:lnTo>
                  <a:pt x="2300934" y="2647293"/>
                </a:lnTo>
                <a:cubicBezTo>
                  <a:pt x="2308792" y="2647235"/>
                  <a:pt x="2315136" y="2640796"/>
                  <a:pt x="2315079" y="2632938"/>
                </a:cubicBezTo>
                <a:cubicBezTo>
                  <a:pt x="2315021" y="2625061"/>
                  <a:pt x="2308582" y="2618736"/>
                  <a:pt x="2300723" y="2618794"/>
                </a:cubicBezTo>
                <a:close/>
                <a:moveTo>
                  <a:pt x="913518" y="3158086"/>
                </a:moveTo>
                <a:cubicBezTo>
                  <a:pt x="911257" y="3161306"/>
                  <a:pt x="912041" y="3165714"/>
                  <a:pt x="915243" y="3167975"/>
                </a:cubicBezTo>
                <a:cubicBezTo>
                  <a:pt x="916469" y="3168838"/>
                  <a:pt x="917907" y="3169259"/>
                  <a:pt x="919306" y="3169259"/>
                </a:cubicBezTo>
                <a:cubicBezTo>
                  <a:pt x="921548" y="3169259"/>
                  <a:pt x="923733" y="3168225"/>
                  <a:pt x="925113" y="3166250"/>
                </a:cubicBezTo>
                <a:cubicBezTo>
                  <a:pt x="927375" y="3163051"/>
                  <a:pt x="926608" y="3158623"/>
                  <a:pt x="923388" y="3156381"/>
                </a:cubicBezTo>
                <a:cubicBezTo>
                  <a:pt x="920186" y="3154119"/>
                  <a:pt x="915779" y="3154886"/>
                  <a:pt x="913518" y="3158086"/>
                </a:cubicBezTo>
                <a:close/>
                <a:moveTo>
                  <a:pt x="8244766" y="294534"/>
                </a:moveTo>
                <a:cubicBezTo>
                  <a:pt x="8239260" y="297522"/>
                  <a:pt x="8234895" y="302609"/>
                  <a:pt x="8232978" y="309087"/>
                </a:cubicBezTo>
                <a:cubicBezTo>
                  <a:pt x="8229127" y="322043"/>
                  <a:pt x="8236524" y="335650"/>
                  <a:pt x="8249480" y="339503"/>
                </a:cubicBezTo>
                <a:cubicBezTo>
                  <a:pt x="8251800" y="340193"/>
                  <a:pt x="8254137" y="340519"/>
                  <a:pt x="8256438" y="340519"/>
                </a:cubicBezTo>
                <a:cubicBezTo>
                  <a:pt x="8266997" y="340519"/>
                  <a:pt x="8276733" y="333638"/>
                  <a:pt x="8279896" y="323001"/>
                </a:cubicBezTo>
                <a:cubicBezTo>
                  <a:pt x="8281813" y="316524"/>
                  <a:pt x="8280921" y="309878"/>
                  <a:pt x="8277932" y="304373"/>
                </a:cubicBezTo>
                <a:lnTo>
                  <a:pt x="8263377" y="292588"/>
                </a:lnTo>
                <a:close/>
                <a:moveTo>
                  <a:pt x="3431151" y="2172414"/>
                </a:moveTo>
                <a:cubicBezTo>
                  <a:pt x="3421913" y="2174925"/>
                  <a:pt x="3416452" y="2184432"/>
                  <a:pt x="3418943" y="2193650"/>
                </a:cubicBezTo>
                <a:cubicBezTo>
                  <a:pt x="3421032" y="2201374"/>
                  <a:pt x="3428027" y="2206452"/>
                  <a:pt x="3435655" y="2206452"/>
                </a:cubicBezTo>
                <a:cubicBezTo>
                  <a:pt x="3437150" y="2206452"/>
                  <a:pt x="3438665" y="2206261"/>
                  <a:pt x="3440179" y="2205858"/>
                </a:cubicBezTo>
                <a:cubicBezTo>
                  <a:pt x="3449396" y="2203347"/>
                  <a:pt x="3454859" y="2193842"/>
                  <a:pt x="3452368" y="2184623"/>
                </a:cubicBezTo>
                <a:cubicBezTo>
                  <a:pt x="3449876" y="2175386"/>
                  <a:pt x="3440370" y="2169923"/>
                  <a:pt x="3431151" y="2172414"/>
                </a:cubicBezTo>
                <a:close/>
                <a:moveTo>
                  <a:pt x="3981293" y="1953049"/>
                </a:moveTo>
                <a:cubicBezTo>
                  <a:pt x="3971518" y="1955636"/>
                  <a:pt x="3965673" y="1965678"/>
                  <a:pt x="3968279" y="1975472"/>
                </a:cubicBezTo>
                <a:cubicBezTo>
                  <a:pt x="3970465" y="1983674"/>
                  <a:pt x="3977882" y="1989098"/>
                  <a:pt x="3985988" y="1989098"/>
                </a:cubicBezTo>
                <a:cubicBezTo>
                  <a:pt x="3987539" y="1989098"/>
                  <a:pt x="3989130" y="1988907"/>
                  <a:pt x="3990701" y="1988485"/>
                </a:cubicBezTo>
                <a:cubicBezTo>
                  <a:pt x="4000495" y="1985879"/>
                  <a:pt x="4006322" y="1975856"/>
                  <a:pt x="4003716" y="1966062"/>
                </a:cubicBezTo>
                <a:cubicBezTo>
                  <a:pt x="4001128" y="1956268"/>
                  <a:pt x="3991087" y="1950442"/>
                  <a:pt x="3981293" y="1953049"/>
                </a:cubicBezTo>
                <a:close/>
                <a:moveTo>
                  <a:pt x="4436431" y="1773508"/>
                </a:moveTo>
                <a:cubicBezTo>
                  <a:pt x="4425986" y="1775808"/>
                  <a:pt x="4419411" y="1786157"/>
                  <a:pt x="4421729" y="1796583"/>
                </a:cubicBezTo>
                <a:cubicBezTo>
                  <a:pt x="4423724" y="1805610"/>
                  <a:pt x="4431735" y="1811761"/>
                  <a:pt x="4440611" y="1811761"/>
                </a:cubicBezTo>
                <a:cubicBezTo>
                  <a:pt x="4442008" y="1811761"/>
                  <a:pt x="4443407" y="1811609"/>
                  <a:pt x="4444826" y="1811283"/>
                </a:cubicBezTo>
                <a:cubicBezTo>
                  <a:pt x="4455250" y="1808964"/>
                  <a:pt x="4461843" y="1798633"/>
                  <a:pt x="4459524" y="1788207"/>
                </a:cubicBezTo>
                <a:cubicBezTo>
                  <a:pt x="4457206" y="1777762"/>
                  <a:pt x="4446857" y="1771170"/>
                  <a:pt x="4436431" y="1773508"/>
                </a:cubicBezTo>
                <a:close/>
                <a:moveTo>
                  <a:pt x="513133" y="3300371"/>
                </a:moveTo>
                <a:cubicBezTo>
                  <a:pt x="511639" y="3302019"/>
                  <a:pt x="511754" y="3304567"/>
                  <a:pt x="513402" y="3306062"/>
                </a:cubicBezTo>
                <a:cubicBezTo>
                  <a:pt x="514188" y="3306753"/>
                  <a:pt x="515146" y="3307098"/>
                  <a:pt x="516105" y="3307098"/>
                </a:cubicBezTo>
                <a:cubicBezTo>
                  <a:pt x="517196" y="3307098"/>
                  <a:pt x="518289" y="3306638"/>
                  <a:pt x="519094" y="3305775"/>
                </a:cubicBezTo>
                <a:cubicBezTo>
                  <a:pt x="520589" y="3304127"/>
                  <a:pt x="520455" y="3301577"/>
                  <a:pt x="518807" y="3300083"/>
                </a:cubicBezTo>
                <a:cubicBezTo>
                  <a:pt x="517158" y="3298588"/>
                  <a:pt x="514610" y="3298722"/>
                  <a:pt x="513133" y="3300371"/>
                </a:cubicBezTo>
                <a:close/>
                <a:moveTo>
                  <a:pt x="6017470" y="1151689"/>
                </a:moveTo>
                <a:cubicBezTo>
                  <a:pt x="6005934" y="1156213"/>
                  <a:pt x="6000261" y="1169226"/>
                  <a:pt x="6004803" y="1180744"/>
                </a:cubicBezTo>
                <a:cubicBezTo>
                  <a:pt x="6008272" y="1189579"/>
                  <a:pt x="6016726" y="1194984"/>
                  <a:pt x="6025673" y="1194984"/>
                </a:cubicBezTo>
                <a:cubicBezTo>
                  <a:pt x="6028394" y="1194984"/>
                  <a:pt x="6031174" y="1194486"/>
                  <a:pt x="6033856" y="1193412"/>
                </a:cubicBezTo>
                <a:cubicBezTo>
                  <a:pt x="6045394" y="1188890"/>
                  <a:pt x="6051068" y="1175877"/>
                  <a:pt x="6046544" y="1164358"/>
                </a:cubicBezTo>
                <a:cubicBezTo>
                  <a:pt x="6042003" y="1152821"/>
                  <a:pt x="6028991" y="1147148"/>
                  <a:pt x="6017470" y="1151689"/>
                </a:cubicBezTo>
                <a:close/>
                <a:moveTo>
                  <a:pt x="2883120" y="2374456"/>
                </a:moveTo>
                <a:cubicBezTo>
                  <a:pt x="2874246" y="2375912"/>
                  <a:pt x="2868248" y="2384306"/>
                  <a:pt x="2869724" y="2393180"/>
                </a:cubicBezTo>
                <a:cubicBezTo>
                  <a:pt x="2871046" y="2401152"/>
                  <a:pt x="2877946" y="2406806"/>
                  <a:pt x="2885784" y="2406806"/>
                </a:cubicBezTo>
                <a:cubicBezTo>
                  <a:pt x="2886666" y="2406806"/>
                  <a:pt x="2887547" y="2406749"/>
                  <a:pt x="2888448" y="2406595"/>
                </a:cubicBezTo>
                <a:cubicBezTo>
                  <a:pt x="2897321" y="2405120"/>
                  <a:pt x="2903339" y="2396725"/>
                  <a:pt x="2901864" y="2387852"/>
                </a:cubicBezTo>
                <a:cubicBezTo>
                  <a:pt x="2900388" y="2378978"/>
                  <a:pt x="2891993" y="2372980"/>
                  <a:pt x="2883120" y="2374456"/>
                </a:cubicBezTo>
                <a:close/>
                <a:moveTo>
                  <a:pt x="5915820" y="1190308"/>
                </a:moveTo>
                <a:cubicBezTo>
                  <a:pt x="5904207" y="1194581"/>
                  <a:pt x="5898226" y="1207460"/>
                  <a:pt x="5902503" y="1219075"/>
                </a:cubicBezTo>
                <a:lnTo>
                  <a:pt x="5902480" y="1219075"/>
                </a:lnTo>
                <a:cubicBezTo>
                  <a:pt x="5905815" y="1228159"/>
                  <a:pt x="5914404" y="1233794"/>
                  <a:pt x="5923546" y="1233793"/>
                </a:cubicBezTo>
                <a:cubicBezTo>
                  <a:pt x="5926094" y="1233793"/>
                  <a:pt x="5928718" y="1233354"/>
                  <a:pt x="5931248" y="1232414"/>
                </a:cubicBezTo>
                <a:cubicBezTo>
                  <a:pt x="5942884" y="1228159"/>
                  <a:pt x="5948842" y="1215280"/>
                  <a:pt x="5944587" y="1203647"/>
                </a:cubicBezTo>
                <a:cubicBezTo>
                  <a:pt x="5940314" y="1192013"/>
                  <a:pt x="5927432" y="1186053"/>
                  <a:pt x="5915820" y="1190308"/>
                </a:cubicBezTo>
                <a:close/>
                <a:moveTo>
                  <a:pt x="6118393" y="1110945"/>
                </a:moveTo>
                <a:cubicBezTo>
                  <a:pt x="6106952" y="1115678"/>
                  <a:pt x="6101509" y="1128787"/>
                  <a:pt x="6106244" y="1140229"/>
                </a:cubicBezTo>
                <a:cubicBezTo>
                  <a:pt x="6109826" y="1148872"/>
                  <a:pt x="6118163" y="1154085"/>
                  <a:pt x="6126979" y="1154085"/>
                </a:cubicBezTo>
                <a:cubicBezTo>
                  <a:pt x="6129834" y="1154085"/>
                  <a:pt x="6132748" y="1153529"/>
                  <a:pt x="6135546" y="1152380"/>
                </a:cubicBezTo>
                <a:cubicBezTo>
                  <a:pt x="6146988" y="1147627"/>
                  <a:pt x="6152430" y="1134517"/>
                  <a:pt x="6147678" y="1123076"/>
                </a:cubicBezTo>
                <a:cubicBezTo>
                  <a:pt x="6145311" y="1117355"/>
                  <a:pt x="6140845" y="1113134"/>
                  <a:pt x="6135544" y="1110937"/>
                </a:cubicBezTo>
                <a:cubicBezTo>
                  <a:pt x="6130242" y="1108741"/>
                  <a:pt x="6124104" y="1108568"/>
                  <a:pt x="6118393" y="1110945"/>
                </a:cubicBezTo>
                <a:close/>
                <a:moveTo>
                  <a:pt x="3328846" y="2199323"/>
                </a:moveTo>
                <a:cubicBezTo>
                  <a:pt x="3319591" y="2201680"/>
                  <a:pt x="3313994" y="2211110"/>
                  <a:pt x="3316351" y="2220366"/>
                </a:cubicBezTo>
                <a:cubicBezTo>
                  <a:pt x="3318344" y="2228205"/>
                  <a:pt x="3325397" y="2233418"/>
                  <a:pt x="3333120" y="2233418"/>
                </a:cubicBezTo>
                <a:cubicBezTo>
                  <a:pt x="3334540" y="2233418"/>
                  <a:pt x="3335976" y="2233245"/>
                  <a:pt x="3337415" y="2232882"/>
                </a:cubicBezTo>
                <a:cubicBezTo>
                  <a:pt x="3346670" y="2230505"/>
                  <a:pt x="3352267" y="2221095"/>
                  <a:pt x="3349910" y="2211819"/>
                </a:cubicBezTo>
                <a:cubicBezTo>
                  <a:pt x="3347552" y="2202562"/>
                  <a:pt x="3338123" y="2196965"/>
                  <a:pt x="3328846" y="2199323"/>
                </a:cubicBezTo>
                <a:close/>
                <a:moveTo>
                  <a:pt x="2539754" y="2506697"/>
                </a:moveTo>
                <a:cubicBezTo>
                  <a:pt x="2531339" y="2507271"/>
                  <a:pt x="2524996" y="2514573"/>
                  <a:pt x="2525591" y="2522987"/>
                </a:cubicBezTo>
                <a:cubicBezTo>
                  <a:pt x="2526146" y="2531036"/>
                  <a:pt x="2532854" y="2537207"/>
                  <a:pt x="2540807" y="2537207"/>
                </a:cubicBezTo>
                <a:cubicBezTo>
                  <a:pt x="2541153" y="2537207"/>
                  <a:pt x="2541517" y="2537188"/>
                  <a:pt x="2541881" y="2537150"/>
                </a:cubicBezTo>
                <a:cubicBezTo>
                  <a:pt x="2550274" y="2536574"/>
                  <a:pt x="2556638" y="2529292"/>
                  <a:pt x="2556044" y="2520879"/>
                </a:cubicBezTo>
                <a:cubicBezTo>
                  <a:pt x="2555469" y="2512465"/>
                  <a:pt x="2548167" y="2506102"/>
                  <a:pt x="2539754" y="2506697"/>
                </a:cubicBezTo>
                <a:close/>
                <a:moveTo>
                  <a:pt x="1372164" y="2961470"/>
                </a:moveTo>
                <a:cubicBezTo>
                  <a:pt x="1366969" y="2959323"/>
                  <a:pt x="1361029" y="2961776"/>
                  <a:pt x="1358882" y="2966971"/>
                </a:cubicBezTo>
                <a:cubicBezTo>
                  <a:pt x="1356735" y="2972145"/>
                  <a:pt x="1359189" y="2978086"/>
                  <a:pt x="1364382" y="2980252"/>
                </a:cubicBezTo>
                <a:cubicBezTo>
                  <a:pt x="1365646" y="2980769"/>
                  <a:pt x="1366969" y="2981018"/>
                  <a:pt x="1368254" y="2981018"/>
                </a:cubicBezTo>
                <a:cubicBezTo>
                  <a:pt x="1372240" y="2981018"/>
                  <a:pt x="1376035" y="2978661"/>
                  <a:pt x="1377645" y="2974751"/>
                </a:cubicBezTo>
                <a:cubicBezTo>
                  <a:pt x="1379791" y="2969557"/>
                  <a:pt x="1377337" y="2963616"/>
                  <a:pt x="1372164" y="2961470"/>
                </a:cubicBezTo>
                <a:close/>
                <a:moveTo>
                  <a:pt x="4791393" y="1626452"/>
                </a:moveTo>
                <a:cubicBezTo>
                  <a:pt x="4780315" y="1628427"/>
                  <a:pt x="4772937" y="1639005"/>
                  <a:pt x="4774909" y="1650083"/>
                </a:cubicBezTo>
                <a:cubicBezTo>
                  <a:pt x="4776653" y="1659953"/>
                  <a:pt x="4785259" y="1666891"/>
                  <a:pt x="4794935" y="1666891"/>
                </a:cubicBezTo>
                <a:cubicBezTo>
                  <a:pt x="4796125" y="1666891"/>
                  <a:pt x="4797332" y="1666796"/>
                  <a:pt x="4798540" y="1666565"/>
                </a:cubicBezTo>
                <a:cubicBezTo>
                  <a:pt x="4809620" y="1664591"/>
                  <a:pt x="4816995" y="1654012"/>
                  <a:pt x="4815024" y="1642934"/>
                </a:cubicBezTo>
                <a:cubicBezTo>
                  <a:pt x="4813049" y="1631857"/>
                  <a:pt x="4802470" y="1624478"/>
                  <a:pt x="4791393" y="1626452"/>
                </a:cubicBezTo>
                <a:close/>
                <a:moveTo>
                  <a:pt x="7542989" y="551662"/>
                </a:moveTo>
                <a:cubicBezTo>
                  <a:pt x="7530800" y="553828"/>
                  <a:pt x="7522654" y="565461"/>
                  <a:pt x="7524820" y="577651"/>
                </a:cubicBezTo>
                <a:cubicBezTo>
                  <a:pt x="7526737" y="588517"/>
                  <a:pt x="7536205" y="596164"/>
                  <a:pt x="7546879" y="596164"/>
                </a:cubicBezTo>
                <a:cubicBezTo>
                  <a:pt x="7548163" y="596164"/>
                  <a:pt x="7549486" y="596068"/>
                  <a:pt x="7550808" y="595819"/>
                </a:cubicBezTo>
                <a:cubicBezTo>
                  <a:pt x="7562998" y="593672"/>
                  <a:pt x="7571124" y="582039"/>
                  <a:pt x="7568977" y="569850"/>
                </a:cubicBezTo>
                <a:cubicBezTo>
                  <a:pt x="7566811" y="557642"/>
                  <a:pt x="7555179" y="549515"/>
                  <a:pt x="7542989" y="551662"/>
                </a:cubicBezTo>
                <a:close/>
                <a:moveTo>
                  <a:pt x="6218666" y="1068531"/>
                </a:moveTo>
                <a:cubicBezTo>
                  <a:pt x="6207282" y="1073418"/>
                  <a:pt x="6202050" y="1086624"/>
                  <a:pt x="6206937" y="1097988"/>
                </a:cubicBezTo>
                <a:cubicBezTo>
                  <a:pt x="6210597" y="1106478"/>
                  <a:pt x="6218877" y="1111538"/>
                  <a:pt x="6227559" y="1111538"/>
                </a:cubicBezTo>
                <a:cubicBezTo>
                  <a:pt x="6230510" y="1111538"/>
                  <a:pt x="6233519" y="1110945"/>
                  <a:pt x="6236433" y="1109698"/>
                </a:cubicBezTo>
                <a:cubicBezTo>
                  <a:pt x="6247797" y="1104792"/>
                  <a:pt x="6253029" y="1091607"/>
                  <a:pt x="6248123" y="1080241"/>
                </a:cubicBezTo>
                <a:cubicBezTo>
                  <a:pt x="6245680" y="1074549"/>
                  <a:pt x="6241157" y="1070395"/>
                  <a:pt x="6235824" y="1068277"/>
                </a:cubicBezTo>
                <a:cubicBezTo>
                  <a:pt x="6230491" y="1066160"/>
                  <a:pt x="6224348" y="1066078"/>
                  <a:pt x="6218666" y="1068531"/>
                </a:cubicBezTo>
                <a:close/>
                <a:moveTo>
                  <a:pt x="5813362" y="1226338"/>
                </a:moveTo>
                <a:cubicBezTo>
                  <a:pt x="5801614" y="1230286"/>
                  <a:pt x="5795289" y="1242993"/>
                  <a:pt x="5799236" y="1254742"/>
                </a:cubicBezTo>
                <a:cubicBezTo>
                  <a:pt x="5802380" y="1264113"/>
                  <a:pt x="5811119" y="1270036"/>
                  <a:pt x="5820492" y="1270036"/>
                </a:cubicBezTo>
                <a:cubicBezTo>
                  <a:pt x="5822849" y="1270036"/>
                  <a:pt x="5825264" y="1269652"/>
                  <a:pt x="5827620" y="1268867"/>
                </a:cubicBezTo>
                <a:cubicBezTo>
                  <a:pt x="5839370" y="1264919"/>
                  <a:pt x="5845694" y="1252212"/>
                  <a:pt x="5841744" y="1240463"/>
                </a:cubicBezTo>
                <a:cubicBezTo>
                  <a:pt x="5837817" y="1228734"/>
                  <a:pt x="5825092" y="1222409"/>
                  <a:pt x="5813362" y="1226338"/>
                </a:cubicBezTo>
                <a:close/>
                <a:moveTo>
                  <a:pt x="3878144" y="1980838"/>
                </a:moveTo>
                <a:cubicBezTo>
                  <a:pt x="3868371" y="1983502"/>
                  <a:pt x="3862619" y="1993584"/>
                  <a:pt x="3865302" y="2003358"/>
                </a:cubicBezTo>
                <a:cubicBezTo>
                  <a:pt x="3867528" y="2011502"/>
                  <a:pt x="3874905" y="2016869"/>
                  <a:pt x="3882977" y="2016869"/>
                </a:cubicBezTo>
                <a:cubicBezTo>
                  <a:pt x="3884564" y="2016869"/>
                  <a:pt x="3886195" y="2016658"/>
                  <a:pt x="3887821" y="2016198"/>
                </a:cubicBezTo>
                <a:cubicBezTo>
                  <a:pt x="3897578" y="2013553"/>
                  <a:pt x="3903328" y="2003453"/>
                  <a:pt x="3900664" y="1993698"/>
                </a:cubicBezTo>
                <a:cubicBezTo>
                  <a:pt x="3898001" y="1983924"/>
                  <a:pt x="3887918" y="1978174"/>
                  <a:pt x="3878144" y="1980838"/>
                </a:cubicBezTo>
                <a:close/>
                <a:moveTo>
                  <a:pt x="5148442" y="1482809"/>
                </a:moveTo>
                <a:cubicBezTo>
                  <a:pt x="5136768" y="1484630"/>
                  <a:pt x="5128778" y="1495573"/>
                  <a:pt x="5130597" y="1507245"/>
                </a:cubicBezTo>
                <a:cubicBezTo>
                  <a:pt x="5132247" y="1517805"/>
                  <a:pt x="5141349" y="1525356"/>
                  <a:pt x="5151718" y="1525356"/>
                </a:cubicBezTo>
                <a:cubicBezTo>
                  <a:pt x="5152811" y="1525356"/>
                  <a:pt x="5153922" y="1525260"/>
                  <a:pt x="5155032" y="1525088"/>
                </a:cubicBezTo>
                <a:cubicBezTo>
                  <a:pt x="5166707" y="1523267"/>
                  <a:pt x="5174696" y="1512343"/>
                  <a:pt x="5172896" y="1500652"/>
                </a:cubicBezTo>
                <a:cubicBezTo>
                  <a:pt x="5171075" y="1488980"/>
                  <a:pt x="5160131" y="1480989"/>
                  <a:pt x="5148442" y="1482809"/>
                </a:cubicBezTo>
                <a:close/>
                <a:moveTo>
                  <a:pt x="6318441" y="1024777"/>
                </a:moveTo>
                <a:cubicBezTo>
                  <a:pt x="6307132" y="1029817"/>
                  <a:pt x="6302035" y="1043061"/>
                  <a:pt x="6307075" y="1054387"/>
                </a:cubicBezTo>
                <a:cubicBezTo>
                  <a:pt x="6310775" y="1062744"/>
                  <a:pt x="6318978" y="1067688"/>
                  <a:pt x="6327563" y="1067688"/>
                </a:cubicBezTo>
                <a:cubicBezTo>
                  <a:pt x="6330610" y="1067688"/>
                  <a:pt x="6333715" y="1067075"/>
                  <a:pt x="6336667" y="1065752"/>
                </a:cubicBezTo>
                <a:cubicBezTo>
                  <a:pt x="6347975" y="1060712"/>
                  <a:pt x="6353072" y="1047469"/>
                  <a:pt x="6348051" y="1036161"/>
                </a:cubicBezTo>
                <a:cubicBezTo>
                  <a:pt x="6345531" y="1030498"/>
                  <a:pt x="6340955" y="1026392"/>
                  <a:pt x="6335596" y="1024332"/>
                </a:cubicBezTo>
                <a:cubicBezTo>
                  <a:pt x="6330236" y="1022272"/>
                  <a:pt x="6324095" y="1022257"/>
                  <a:pt x="6318441" y="1024777"/>
                </a:cubicBezTo>
                <a:close/>
                <a:moveTo>
                  <a:pt x="4331538" y="1797618"/>
                </a:moveTo>
                <a:cubicBezTo>
                  <a:pt x="4321130" y="1800091"/>
                  <a:pt x="4314710" y="1810516"/>
                  <a:pt x="4317183" y="1820922"/>
                </a:cubicBezTo>
                <a:cubicBezTo>
                  <a:pt x="4319289" y="1829835"/>
                  <a:pt x="4327248" y="1835814"/>
                  <a:pt x="4336002" y="1835814"/>
                </a:cubicBezTo>
                <a:cubicBezTo>
                  <a:pt x="4337480" y="1835814"/>
                  <a:pt x="4338973" y="1835641"/>
                  <a:pt x="4340488" y="1835297"/>
                </a:cubicBezTo>
                <a:cubicBezTo>
                  <a:pt x="4350876" y="1832825"/>
                  <a:pt x="4357314" y="1822380"/>
                  <a:pt x="4354845" y="1811992"/>
                </a:cubicBezTo>
                <a:cubicBezTo>
                  <a:pt x="4352370" y="1801585"/>
                  <a:pt x="4341945" y="1795145"/>
                  <a:pt x="4331538" y="1797618"/>
                </a:cubicBezTo>
                <a:close/>
                <a:moveTo>
                  <a:pt x="5709967" y="1259169"/>
                </a:moveTo>
                <a:cubicBezTo>
                  <a:pt x="5698101" y="1262714"/>
                  <a:pt x="5691338" y="1275191"/>
                  <a:pt x="5694882" y="1287073"/>
                </a:cubicBezTo>
                <a:cubicBezTo>
                  <a:pt x="5697796" y="1296791"/>
                  <a:pt x="5706706" y="1303096"/>
                  <a:pt x="5716366" y="1303096"/>
                </a:cubicBezTo>
                <a:cubicBezTo>
                  <a:pt x="5718474" y="1303096"/>
                  <a:pt x="5720640" y="1302789"/>
                  <a:pt x="5722786" y="1302138"/>
                </a:cubicBezTo>
                <a:cubicBezTo>
                  <a:pt x="5734649" y="1298611"/>
                  <a:pt x="5741395" y="1286115"/>
                  <a:pt x="5737871" y="1274252"/>
                </a:cubicBezTo>
                <a:cubicBezTo>
                  <a:pt x="5734325" y="1262370"/>
                  <a:pt x="5721829" y="1255623"/>
                  <a:pt x="5709967" y="1259169"/>
                </a:cubicBezTo>
                <a:close/>
                <a:moveTo>
                  <a:pt x="6417851" y="980026"/>
                </a:moveTo>
                <a:cubicBezTo>
                  <a:pt x="6406563" y="985143"/>
                  <a:pt x="6401599" y="998444"/>
                  <a:pt x="6406736" y="1009713"/>
                </a:cubicBezTo>
                <a:cubicBezTo>
                  <a:pt x="6410492" y="1017973"/>
                  <a:pt x="6418637" y="1022861"/>
                  <a:pt x="6427146" y="1022861"/>
                </a:cubicBezTo>
                <a:cubicBezTo>
                  <a:pt x="6430251" y="1022861"/>
                  <a:pt x="6433413" y="1022209"/>
                  <a:pt x="6436422" y="1020829"/>
                </a:cubicBezTo>
                <a:cubicBezTo>
                  <a:pt x="6447691" y="1015712"/>
                  <a:pt x="6452675" y="1002411"/>
                  <a:pt x="6447538" y="991142"/>
                </a:cubicBezTo>
                <a:cubicBezTo>
                  <a:pt x="6444980" y="985507"/>
                  <a:pt x="6440376" y="981444"/>
                  <a:pt x="6435002" y="979432"/>
                </a:cubicBezTo>
                <a:cubicBezTo>
                  <a:pt x="6429629" y="977420"/>
                  <a:pt x="6423486" y="977458"/>
                  <a:pt x="6417851" y="980026"/>
                </a:cubicBezTo>
                <a:close/>
                <a:moveTo>
                  <a:pt x="1028413" y="3083477"/>
                </a:moveTo>
                <a:cubicBezTo>
                  <a:pt x="1026018" y="3087252"/>
                  <a:pt x="1027130" y="3092273"/>
                  <a:pt x="1030905" y="3094688"/>
                </a:cubicBezTo>
                <a:cubicBezTo>
                  <a:pt x="1032245" y="3095550"/>
                  <a:pt x="1033760" y="3095954"/>
                  <a:pt x="1035255" y="3095954"/>
                </a:cubicBezTo>
                <a:cubicBezTo>
                  <a:pt x="1037938" y="3095954"/>
                  <a:pt x="1040564" y="3094631"/>
                  <a:pt x="1042117" y="3092216"/>
                </a:cubicBezTo>
                <a:cubicBezTo>
                  <a:pt x="1044513" y="3088421"/>
                  <a:pt x="1043401" y="3083419"/>
                  <a:pt x="1039624" y="3081004"/>
                </a:cubicBezTo>
                <a:cubicBezTo>
                  <a:pt x="1035850" y="3078589"/>
                  <a:pt x="1030828" y="3079701"/>
                  <a:pt x="1028413" y="3083477"/>
                </a:cubicBezTo>
                <a:close/>
                <a:moveTo>
                  <a:pt x="3226217" y="2224487"/>
                </a:moveTo>
                <a:cubicBezTo>
                  <a:pt x="3216902" y="2226653"/>
                  <a:pt x="3211133" y="2235967"/>
                  <a:pt x="3213299" y="2245281"/>
                </a:cubicBezTo>
                <a:cubicBezTo>
                  <a:pt x="3215177" y="2253273"/>
                  <a:pt x="3222288" y="2258659"/>
                  <a:pt x="3230146" y="2258659"/>
                </a:cubicBezTo>
                <a:cubicBezTo>
                  <a:pt x="3231448" y="2258659"/>
                  <a:pt x="3232772" y="2258505"/>
                  <a:pt x="3234112" y="2258199"/>
                </a:cubicBezTo>
                <a:cubicBezTo>
                  <a:pt x="3243428" y="2256014"/>
                  <a:pt x="3249196" y="2246700"/>
                  <a:pt x="3247011" y="2237385"/>
                </a:cubicBezTo>
                <a:cubicBezTo>
                  <a:pt x="3244826" y="2228071"/>
                  <a:pt x="3235512" y="2222302"/>
                  <a:pt x="3226217" y="2224487"/>
                </a:cubicBezTo>
                <a:close/>
                <a:moveTo>
                  <a:pt x="3775227" y="2009260"/>
                </a:moveTo>
                <a:cubicBezTo>
                  <a:pt x="3765469" y="2011982"/>
                  <a:pt x="3759781" y="2022101"/>
                  <a:pt x="3762500" y="2031857"/>
                </a:cubicBezTo>
                <a:cubicBezTo>
                  <a:pt x="3764763" y="2039944"/>
                  <a:pt x="3772121" y="2045272"/>
                  <a:pt x="3780152" y="2045272"/>
                </a:cubicBezTo>
                <a:cubicBezTo>
                  <a:pt x="3781780" y="2045272"/>
                  <a:pt x="3783429" y="2045042"/>
                  <a:pt x="3785078" y="2044582"/>
                </a:cubicBezTo>
                <a:cubicBezTo>
                  <a:pt x="3794832" y="2041861"/>
                  <a:pt x="3800545" y="2031760"/>
                  <a:pt x="3797821" y="2022005"/>
                </a:cubicBezTo>
                <a:cubicBezTo>
                  <a:pt x="3795102" y="2012250"/>
                  <a:pt x="3784980" y="2006539"/>
                  <a:pt x="3775227" y="2009260"/>
                </a:cubicBezTo>
                <a:close/>
                <a:moveTo>
                  <a:pt x="6516974" y="934508"/>
                </a:moveTo>
                <a:cubicBezTo>
                  <a:pt x="6505743" y="939702"/>
                  <a:pt x="6500837" y="953041"/>
                  <a:pt x="6506050" y="964272"/>
                </a:cubicBezTo>
                <a:cubicBezTo>
                  <a:pt x="6509826" y="972475"/>
                  <a:pt x="6517933" y="977285"/>
                  <a:pt x="6526403" y="977285"/>
                </a:cubicBezTo>
                <a:cubicBezTo>
                  <a:pt x="6529547" y="977286"/>
                  <a:pt x="6532747" y="976634"/>
                  <a:pt x="6535795" y="975215"/>
                </a:cubicBezTo>
                <a:cubicBezTo>
                  <a:pt x="6547045" y="970022"/>
                  <a:pt x="6551951" y="956702"/>
                  <a:pt x="6546738" y="945452"/>
                </a:cubicBezTo>
                <a:cubicBezTo>
                  <a:pt x="6544141" y="939827"/>
                  <a:pt x="6539513" y="935792"/>
                  <a:pt x="6534127" y="933814"/>
                </a:cubicBezTo>
                <a:cubicBezTo>
                  <a:pt x="6528742" y="931835"/>
                  <a:pt x="6522600" y="931912"/>
                  <a:pt x="6516974" y="934508"/>
                </a:cubicBezTo>
                <a:close/>
                <a:moveTo>
                  <a:pt x="1950937" y="2716894"/>
                </a:moveTo>
                <a:cubicBezTo>
                  <a:pt x="1948268" y="2718976"/>
                  <a:pt x="1946395" y="2722076"/>
                  <a:pt x="1945954" y="2725698"/>
                </a:cubicBezTo>
                <a:cubicBezTo>
                  <a:pt x="1945053" y="2732942"/>
                  <a:pt x="1950208" y="2739535"/>
                  <a:pt x="1957453" y="2740436"/>
                </a:cubicBezTo>
                <a:cubicBezTo>
                  <a:pt x="1958009" y="2740532"/>
                  <a:pt x="1958545" y="2740532"/>
                  <a:pt x="1959100" y="2740532"/>
                </a:cubicBezTo>
                <a:cubicBezTo>
                  <a:pt x="1965674" y="2740532"/>
                  <a:pt x="1971366" y="2735626"/>
                  <a:pt x="1972191" y="2728937"/>
                </a:cubicBezTo>
                <a:cubicBezTo>
                  <a:pt x="1973091" y="2721692"/>
                  <a:pt x="1967936" y="2715081"/>
                  <a:pt x="1960692" y="2714199"/>
                </a:cubicBezTo>
                <a:cubicBezTo>
                  <a:pt x="1957070" y="2713748"/>
                  <a:pt x="1953605" y="2714812"/>
                  <a:pt x="1950937" y="2716894"/>
                </a:cubicBezTo>
                <a:close/>
                <a:moveTo>
                  <a:pt x="144527" y="3420862"/>
                </a:moveTo>
                <a:cubicBezTo>
                  <a:pt x="144162" y="3421246"/>
                  <a:pt x="144181" y="3421859"/>
                  <a:pt x="144565" y="3422223"/>
                </a:cubicBezTo>
                <a:cubicBezTo>
                  <a:pt x="144756" y="3422376"/>
                  <a:pt x="144987" y="3422472"/>
                  <a:pt x="145216" y="3422472"/>
                </a:cubicBezTo>
                <a:cubicBezTo>
                  <a:pt x="145485" y="3422472"/>
                  <a:pt x="145734" y="3422357"/>
                  <a:pt x="145925" y="3422166"/>
                </a:cubicBezTo>
                <a:cubicBezTo>
                  <a:pt x="146290" y="3421763"/>
                  <a:pt x="146251" y="3421169"/>
                  <a:pt x="145868" y="3420805"/>
                </a:cubicBezTo>
                <a:cubicBezTo>
                  <a:pt x="145484" y="3420441"/>
                  <a:pt x="144871" y="3420479"/>
                  <a:pt x="144527" y="3420862"/>
                </a:cubicBezTo>
                <a:close/>
                <a:moveTo>
                  <a:pt x="5605456" y="1288281"/>
                </a:moveTo>
                <a:cubicBezTo>
                  <a:pt x="5593477" y="1291424"/>
                  <a:pt x="5586310" y="1303670"/>
                  <a:pt x="5589452" y="1315649"/>
                </a:cubicBezTo>
                <a:cubicBezTo>
                  <a:pt x="5592098" y="1325729"/>
                  <a:pt x="5601183" y="1332400"/>
                  <a:pt x="5611131" y="1332400"/>
                </a:cubicBezTo>
                <a:cubicBezTo>
                  <a:pt x="5613008" y="1332399"/>
                  <a:pt x="5614925" y="1332150"/>
                  <a:pt x="5616841" y="1331652"/>
                </a:cubicBezTo>
                <a:cubicBezTo>
                  <a:pt x="5628821" y="1328508"/>
                  <a:pt x="5635970" y="1316262"/>
                  <a:pt x="5632843" y="1304284"/>
                </a:cubicBezTo>
                <a:cubicBezTo>
                  <a:pt x="5629701" y="1292306"/>
                  <a:pt x="5617435" y="1285138"/>
                  <a:pt x="5605456" y="1288281"/>
                </a:cubicBezTo>
                <a:close/>
                <a:moveTo>
                  <a:pt x="7434763" y="574086"/>
                </a:moveTo>
                <a:cubicBezTo>
                  <a:pt x="7422708" y="576922"/>
                  <a:pt x="7415252" y="589015"/>
                  <a:pt x="7418108" y="601071"/>
                </a:cubicBezTo>
                <a:lnTo>
                  <a:pt x="7418089" y="601070"/>
                </a:lnTo>
                <a:cubicBezTo>
                  <a:pt x="7420522" y="611381"/>
                  <a:pt x="7429722" y="618338"/>
                  <a:pt x="7439880" y="618338"/>
                </a:cubicBezTo>
                <a:cubicBezTo>
                  <a:pt x="7441604" y="618338"/>
                  <a:pt x="7443330" y="618147"/>
                  <a:pt x="7445073" y="617725"/>
                </a:cubicBezTo>
                <a:cubicBezTo>
                  <a:pt x="7457128" y="614869"/>
                  <a:pt x="7464584" y="602795"/>
                  <a:pt x="7461748" y="590741"/>
                </a:cubicBezTo>
                <a:cubicBezTo>
                  <a:pt x="7458891" y="578686"/>
                  <a:pt x="7446818" y="571230"/>
                  <a:pt x="7434763" y="574086"/>
                </a:cubicBezTo>
                <a:close/>
                <a:moveTo>
                  <a:pt x="617335" y="3235073"/>
                </a:moveTo>
                <a:cubicBezTo>
                  <a:pt x="615514" y="3237182"/>
                  <a:pt x="615744" y="3240364"/>
                  <a:pt x="617853" y="3242184"/>
                </a:cubicBezTo>
                <a:cubicBezTo>
                  <a:pt x="618811" y="3243008"/>
                  <a:pt x="619980" y="3243410"/>
                  <a:pt x="621149" y="3243410"/>
                </a:cubicBezTo>
                <a:cubicBezTo>
                  <a:pt x="622567" y="3243410"/>
                  <a:pt x="623967" y="3242817"/>
                  <a:pt x="624983" y="3241666"/>
                </a:cubicBezTo>
                <a:cubicBezTo>
                  <a:pt x="626803" y="3239559"/>
                  <a:pt x="626554" y="3236377"/>
                  <a:pt x="624445" y="3234537"/>
                </a:cubicBezTo>
                <a:cubicBezTo>
                  <a:pt x="622337" y="3232717"/>
                  <a:pt x="619156" y="3232965"/>
                  <a:pt x="617335" y="3235073"/>
                </a:cubicBezTo>
                <a:close/>
                <a:moveTo>
                  <a:pt x="4684852" y="1646978"/>
                </a:moveTo>
                <a:cubicBezTo>
                  <a:pt x="4673832" y="1649240"/>
                  <a:pt x="4666721" y="1659991"/>
                  <a:pt x="4668982" y="1671031"/>
                </a:cubicBezTo>
                <a:cubicBezTo>
                  <a:pt x="4670955" y="1680671"/>
                  <a:pt x="4679444" y="1687321"/>
                  <a:pt x="4688914" y="1687321"/>
                </a:cubicBezTo>
                <a:cubicBezTo>
                  <a:pt x="4690273" y="1687321"/>
                  <a:pt x="4691655" y="1687188"/>
                  <a:pt x="4693034" y="1686900"/>
                </a:cubicBezTo>
                <a:cubicBezTo>
                  <a:pt x="4704055" y="1684657"/>
                  <a:pt x="4711165" y="1673886"/>
                  <a:pt x="4708906" y="1662867"/>
                </a:cubicBezTo>
                <a:cubicBezTo>
                  <a:pt x="4706641" y="1651827"/>
                  <a:pt x="4695892" y="1644717"/>
                  <a:pt x="4684852" y="1646978"/>
                </a:cubicBezTo>
                <a:close/>
                <a:moveTo>
                  <a:pt x="2779512" y="2389481"/>
                </a:moveTo>
                <a:cubicBezTo>
                  <a:pt x="2770582" y="2390574"/>
                  <a:pt x="2764237" y="2398718"/>
                  <a:pt x="2765330" y="2407649"/>
                </a:cubicBezTo>
                <a:cubicBezTo>
                  <a:pt x="2766345" y="2415891"/>
                  <a:pt x="2773379" y="2421947"/>
                  <a:pt x="2781486" y="2421947"/>
                </a:cubicBezTo>
                <a:cubicBezTo>
                  <a:pt x="2782137" y="2421947"/>
                  <a:pt x="2782828" y="2421909"/>
                  <a:pt x="2783499" y="2421813"/>
                </a:cubicBezTo>
                <a:cubicBezTo>
                  <a:pt x="2792430" y="2420720"/>
                  <a:pt x="2798773" y="2412575"/>
                  <a:pt x="2797662" y="2403644"/>
                </a:cubicBezTo>
                <a:cubicBezTo>
                  <a:pt x="2796569" y="2394713"/>
                  <a:pt x="2788443" y="2388369"/>
                  <a:pt x="2779512" y="2389481"/>
                </a:cubicBezTo>
                <a:close/>
                <a:moveTo>
                  <a:pt x="2187102" y="2620691"/>
                </a:moveTo>
                <a:cubicBezTo>
                  <a:pt x="2184414" y="2623154"/>
                  <a:pt x="2182666" y="2626643"/>
                  <a:pt x="2182493" y="2630581"/>
                </a:cubicBezTo>
                <a:cubicBezTo>
                  <a:pt x="2182148" y="2638439"/>
                  <a:pt x="2188242" y="2645089"/>
                  <a:pt x="2196099" y="2645415"/>
                </a:cubicBezTo>
                <a:lnTo>
                  <a:pt x="2196099" y="2645434"/>
                </a:lnTo>
                <a:cubicBezTo>
                  <a:pt x="2196311" y="2645434"/>
                  <a:pt x="2196522" y="2645434"/>
                  <a:pt x="2196732" y="2645434"/>
                </a:cubicBezTo>
                <a:cubicBezTo>
                  <a:pt x="2204321" y="2645434"/>
                  <a:pt x="2210627" y="2639454"/>
                  <a:pt x="2210953" y="2631808"/>
                </a:cubicBezTo>
                <a:cubicBezTo>
                  <a:pt x="2211299" y="2623950"/>
                  <a:pt x="2205203" y="2617299"/>
                  <a:pt x="2197345" y="2616954"/>
                </a:cubicBezTo>
                <a:cubicBezTo>
                  <a:pt x="2193417" y="2616791"/>
                  <a:pt x="2189790" y="2618229"/>
                  <a:pt x="2187102" y="2620691"/>
                </a:cubicBezTo>
                <a:close/>
                <a:moveTo>
                  <a:pt x="4226992" y="1823108"/>
                </a:moveTo>
                <a:cubicBezTo>
                  <a:pt x="4216625" y="1825695"/>
                  <a:pt x="4210320" y="1836217"/>
                  <a:pt x="4212906" y="1846585"/>
                </a:cubicBezTo>
                <a:cubicBezTo>
                  <a:pt x="4215089" y="1855382"/>
                  <a:pt x="4222983" y="1861246"/>
                  <a:pt x="4231666" y="1861246"/>
                </a:cubicBezTo>
                <a:cubicBezTo>
                  <a:pt x="4233221" y="1861246"/>
                  <a:pt x="4234791" y="1861074"/>
                  <a:pt x="4236363" y="1860672"/>
                </a:cubicBezTo>
                <a:cubicBezTo>
                  <a:pt x="4246749" y="1858084"/>
                  <a:pt x="4253056" y="1847581"/>
                  <a:pt x="4250470" y="1837214"/>
                </a:cubicBezTo>
                <a:cubicBezTo>
                  <a:pt x="4247882" y="1826826"/>
                  <a:pt x="4237358" y="1820520"/>
                  <a:pt x="4226992" y="1823108"/>
                </a:cubicBezTo>
                <a:close/>
                <a:moveTo>
                  <a:pt x="1718057" y="2801363"/>
                </a:moveTo>
                <a:cubicBezTo>
                  <a:pt x="1715419" y="2803040"/>
                  <a:pt x="1713421" y="2805723"/>
                  <a:pt x="1712692" y="2809010"/>
                </a:cubicBezTo>
                <a:cubicBezTo>
                  <a:pt x="1711217" y="2815583"/>
                  <a:pt x="1715357" y="2822099"/>
                  <a:pt x="1721950" y="2823575"/>
                </a:cubicBezTo>
                <a:cubicBezTo>
                  <a:pt x="1722832" y="2823767"/>
                  <a:pt x="1723732" y="2823863"/>
                  <a:pt x="1724613" y="2823863"/>
                </a:cubicBezTo>
                <a:cubicBezTo>
                  <a:pt x="1730191" y="2823863"/>
                  <a:pt x="1735230" y="2820011"/>
                  <a:pt x="1736496" y="2814318"/>
                </a:cubicBezTo>
                <a:cubicBezTo>
                  <a:pt x="1737972" y="2807726"/>
                  <a:pt x="1733833" y="2801229"/>
                  <a:pt x="1727258" y="2799753"/>
                </a:cubicBezTo>
                <a:cubicBezTo>
                  <a:pt x="1723971" y="2799016"/>
                  <a:pt x="1720694" y="2799686"/>
                  <a:pt x="1718057" y="2801363"/>
                </a:cubicBezTo>
                <a:close/>
                <a:moveTo>
                  <a:pt x="3672539" y="2037778"/>
                </a:moveTo>
                <a:cubicBezTo>
                  <a:pt x="3662783" y="2040462"/>
                  <a:pt x="3657033" y="2050562"/>
                  <a:pt x="3659718" y="2060336"/>
                </a:cubicBezTo>
                <a:cubicBezTo>
                  <a:pt x="3661960" y="2068462"/>
                  <a:pt x="3669359" y="2073790"/>
                  <a:pt x="3677387" y="2073790"/>
                </a:cubicBezTo>
                <a:cubicBezTo>
                  <a:pt x="3679017" y="2073790"/>
                  <a:pt x="3680647" y="2073579"/>
                  <a:pt x="3682276" y="2073138"/>
                </a:cubicBezTo>
                <a:cubicBezTo>
                  <a:pt x="3692030" y="2070456"/>
                  <a:pt x="3697761" y="2060355"/>
                  <a:pt x="3695078" y="2050600"/>
                </a:cubicBezTo>
                <a:cubicBezTo>
                  <a:pt x="3692395" y="2040825"/>
                  <a:pt x="3682295" y="2035095"/>
                  <a:pt x="3672539" y="2037778"/>
                </a:cubicBezTo>
                <a:close/>
                <a:moveTo>
                  <a:pt x="6615982" y="888454"/>
                </a:moveTo>
                <a:cubicBezTo>
                  <a:pt x="6604752" y="893667"/>
                  <a:pt x="6599883" y="907006"/>
                  <a:pt x="6605097" y="918237"/>
                </a:cubicBezTo>
                <a:cubicBezTo>
                  <a:pt x="6608891" y="926401"/>
                  <a:pt x="6616998" y="931212"/>
                  <a:pt x="6625450" y="931212"/>
                </a:cubicBezTo>
                <a:cubicBezTo>
                  <a:pt x="6628612" y="931212"/>
                  <a:pt x="6631813" y="930541"/>
                  <a:pt x="6634879" y="929123"/>
                </a:cubicBezTo>
                <a:cubicBezTo>
                  <a:pt x="6646110" y="923910"/>
                  <a:pt x="6650978" y="910571"/>
                  <a:pt x="6645765" y="899340"/>
                </a:cubicBezTo>
                <a:cubicBezTo>
                  <a:pt x="6643159" y="893725"/>
                  <a:pt x="6638521" y="889701"/>
                  <a:pt x="6633131" y="887731"/>
                </a:cubicBezTo>
                <a:cubicBezTo>
                  <a:pt x="6627740" y="885762"/>
                  <a:pt x="6621598" y="885848"/>
                  <a:pt x="6615982" y="888454"/>
                </a:cubicBezTo>
                <a:close/>
                <a:moveTo>
                  <a:pt x="5041020" y="1500001"/>
                </a:moveTo>
                <a:cubicBezTo>
                  <a:pt x="5029366" y="1501917"/>
                  <a:pt x="5021474" y="1512956"/>
                  <a:pt x="5023407" y="1524609"/>
                </a:cubicBezTo>
                <a:cubicBezTo>
                  <a:pt x="5025152" y="1535092"/>
                  <a:pt x="5034215" y="1542509"/>
                  <a:pt x="5044489" y="1542509"/>
                </a:cubicBezTo>
                <a:cubicBezTo>
                  <a:pt x="5045659" y="1542509"/>
                  <a:pt x="5046843" y="1542414"/>
                  <a:pt x="5048015" y="1542222"/>
                </a:cubicBezTo>
                <a:cubicBezTo>
                  <a:pt x="5059687" y="1540286"/>
                  <a:pt x="5067563" y="1529266"/>
                  <a:pt x="5065648" y="1517613"/>
                </a:cubicBezTo>
                <a:cubicBezTo>
                  <a:pt x="5063711" y="1505942"/>
                  <a:pt x="5052690" y="1498065"/>
                  <a:pt x="5041020" y="1500001"/>
                </a:cubicBezTo>
                <a:close/>
                <a:moveTo>
                  <a:pt x="3123126" y="2247332"/>
                </a:moveTo>
                <a:cubicBezTo>
                  <a:pt x="3113773" y="2249287"/>
                  <a:pt x="3107756" y="2258448"/>
                  <a:pt x="3109711" y="2267820"/>
                </a:cubicBezTo>
                <a:cubicBezTo>
                  <a:pt x="3111417" y="2275984"/>
                  <a:pt x="3118623" y="2281600"/>
                  <a:pt x="3126634" y="2281600"/>
                </a:cubicBezTo>
                <a:cubicBezTo>
                  <a:pt x="3127803" y="2281600"/>
                  <a:pt x="3128991" y="2281485"/>
                  <a:pt x="3130180" y="2281235"/>
                </a:cubicBezTo>
                <a:cubicBezTo>
                  <a:pt x="3139551" y="2279280"/>
                  <a:pt x="3145550" y="2270119"/>
                  <a:pt x="3143614" y="2260748"/>
                </a:cubicBezTo>
                <a:cubicBezTo>
                  <a:pt x="3141659" y="2251395"/>
                  <a:pt x="3132499" y="2245377"/>
                  <a:pt x="3123126" y="2247332"/>
                </a:cubicBezTo>
                <a:close/>
                <a:moveTo>
                  <a:pt x="7888564" y="386426"/>
                </a:moveTo>
                <a:cubicBezTo>
                  <a:pt x="7884099" y="390434"/>
                  <a:pt x="7881161" y="396145"/>
                  <a:pt x="7880816" y="402613"/>
                </a:cubicBezTo>
                <a:cubicBezTo>
                  <a:pt x="7880107" y="415530"/>
                  <a:pt x="7890035" y="426589"/>
                  <a:pt x="7902971" y="427279"/>
                </a:cubicBezTo>
                <a:cubicBezTo>
                  <a:pt x="7903394" y="427298"/>
                  <a:pt x="7903814" y="427318"/>
                  <a:pt x="7904237" y="427318"/>
                </a:cubicBezTo>
                <a:cubicBezTo>
                  <a:pt x="7916617" y="427318"/>
                  <a:pt x="7926966" y="417639"/>
                  <a:pt x="7927637" y="405143"/>
                </a:cubicBezTo>
                <a:cubicBezTo>
                  <a:pt x="7928327" y="392206"/>
                  <a:pt x="7918418" y="381148"/>
                  <a:pt x="7905482" y="380458"/>
                </a:cubicBezTo>
                <a:cubicBezTo>
                  <a:pt x="7899023" y="380113"/>
                  <a:pt x="7893030" y="382418"/>
                  <a:pt x="7888564" y="386426"/>
                </a:cubicBezTo>
                <a:close/>
                <a:moveTo>
                  <a:pt x="6715297" y="842650"/>
                </a:moveTo>
                <a:cubicBezTo>
                  <a:pt x="6704046" y="847785"/>
                  <a:pt x="6699083" y="861105"/>
                  <a:pt x="6704239" y="872355"/>
                </a:cubicBezTo>
                <a:cubicBezTo>
                  <a:pt x="6707995" y="880597"/>
                  <a:pt x="6716140" y="885465"/>
                  <a:pt x="6724631" y="885465"/>
                </a:cubicBezTo>
                <a:cubicBezTo>
                  <a:pt x="6727754" y="885464"/>
                  <a:pt x="6730917" y="884813"/>
                  <a:pt x="6733944" y="883433"/>
                </a:cubicBezTo>
                <a:cubicBezTo>
                  <a:pt x="6745213" y="878277"/>
                  <a:pt x="6750177" y="864977"/>
                  <a:pt x="6745022" y="853727"/>
                </a:cubicBezTo>
                <a:cubicBezTo>
                  <a:pt x="6742444" y="848093"/>
                  <a:pt x="6737830" y="844034"/>
                  <a:pt x="6732452" y="842029"/>
                </a:cubicBezTo>
                <a:cubicBezTo>
                  <a:pt x="6727074" y="840023"/>
                  <a:pt x="6720931" y="840072"/>
                  <a:pt x="6715297" y="842650"/>
                </a:cubicBezTo>
                <a:close/>
                <a:moveTo>
                  <a:pt x="7328050" y="602182"/>
                </a:moveTo>
                <a:cubicBezTo>
                  <a:pt x="7316148" y="605612"/>
                  <a:pt x="7309287" y="618051"/>
                  <a:pt x="7312737" y="629933"/>
                </a:cubicBezTo>
                <a:cubicBezTo>
                  <a:pt x="7315574" y="639765"/>
                  <a:pt x="7324524" y="646147"/>
                  <a:pt x="7334259" y="646147"/>
                </a:cubicBezTo>
                <a:cubicBezTo>
                  <a:pt x="7336330" y="646147"/>
                  <a:pt x="7338418" y="645860"/>
                  <a:pt x="7340489" y="645247"/>
                </a:cubicBezTo>
                <a:cubicBezTo>
                  <a:pt x="7352390" y="641816"/>
                  <a:pt x="7359251" y="629396"/>
                  <a:pt x="7355821" y="617495"/>
                </a:cubicBezTo>
                <a:cubicBezTo>
                  <a:pt x="7352371" y="605594"/>
                  <a:pt x="7339952" y="598732"/>
                  <a:pt x="7328050" y="602182"/>
                </a:cubicBezTo>
                <a:close/>
                <a:moveTo>
                  <a:pt x="2435801" y="2511545"/>
                </a:moveTo>
                <a:cubicBezTo>
                  <a:pt x="2427387" y="2511736"/>
                  <a:pt x="2420698" y="2518732"/>
                  <a:pt x="2420909" y="2527165"/>
                </a:cubicBezTo>
                <a:cubicBezTo>
                  <a:pt x="2421102" y="2535463"/>
                  <a:pt x="2427886" y="2542075"/>
                  <a:pt x="2436165" y="2542075"/>
                </a:cubicBezTo>
                <a:cubicBezTo>
                  <a:pt x="2436280" y="2542075"/>
                  <a:pt x="2436395" y="2542075"/>
                  <a:pt x="2436530" y="2542056"/>
                </a:cubicBezTo>
                <a:cubicBezTo>
                  <a:pt x="2444962" y="2541864"/>
                  <a:pt x="2451631" y="2534869"/>
                  <a:pt x="2451420" y="2526436"/>
                </a:cubicBezTo>
                <a:cubicBezTo>
                  <a:pt x="2451229" y="2518004"/>
                  <a:pt x="2444232" y="2511334"/>
                  <a:pt x="2435801" y="2511545"/>
                </a:cubicBezTo>
                <a:close/>
                <a:moveTo>
                  <a:pt x="5499990" y="1314576"/>
                </a:moveTo>
                <a:cubicBezTo>
                  <a:pt x="5487957" y="1317431"/>
                  <a:pt x="5480502" y="1329506"/>
                  <a:pt x="5483356" y="1341560"/>
                </a:cubicBezTo>
                <a:cubicBezTo>
                  <a:pt x="5485807" y="1351871"/>
                  <a:pt x="5495007" y="1358809"/>
                  <a:pt x="5505165" y="1358809"/>
                </a:cubicBezTo>
                <a:cubicBezTo>
                  <a:pt x="5506870" y="1358809"/>
                  <a:pt x="5508615" y="1358618"/>
                  <a:pt x="5510360" y="1358196"/>
                </a:cubicBezTo>
                <a:cubicBezTo>
                  <a:pt x="5522413" y="1355340"/>
                  <a:pt x="5529850" y="1343247"/>
                  <a:pt x="5526993" y="1331211"/>
                </a:cubicBezTo>
                <a:cubicBezTo>
                  <a:pt x="5524139" y="1319156"/>
                  <a:pt x="5512047" y="1311701"/>
                  <a:pt x="5499990" y="1314576"/>
                </a:cubicBezTo>
                <a:close/>
                <a:moveTo>
                  <a:pt x="3569737" y="2065702"/>
                </a:moveTo>
                <a:cubicBezTo>
                  <a:pt x="3559963" y="2068309"/>
                  <a:pt x="3554156" y="2078370"/>
                  <a:pt x="3556762" y="2088145"/>
                </a:cubicBezTo>
                <a:cubicBezTo>
                  <a:pt x="3558945" y="2096348"/>
                  <a:pt x="3566363" y="2101752"/>
                  <a:pt x="3574470" y="2101752"/>
                </a:cubicBezTo>
                <a:cubicBezTo>
                  <a:pt x="3576041" y="2101752"/>
                  <a:pt x="3577633" y="2101561"/>
                  <a:pt x="3579205" y="2101139"/>
                </a:cubicBezTo>
                <a:cubicBezTo>
                  <a:pt x="3588997" y="2098514"/>
                  <a:pt x="3594804" y="2088471"/>
                  <a:pt x="3592199" y="2078696"/>
                </a:cubicBezTo>
                <a:cubicBezTo>
                  <a:pt x="3589572" y="2068903"/>
                  <a:pt x="3579530" y="2063095"/>
                  <a:pt x="3569737" y="2065702"/>
                </a:cubicBezTo>
                <a:close/>
                <a:moveTo>
                  <a:pt x="4122772" y="1849652"/>
                </a:moveTo>
                <a:cubicBezTo>
                  <a:pt x="4112421" y="1852335"/>
                  <a:pt x="4106211" y="1862895"/>
                  <a:pt x="4108894" y="1873244"/>
                </a:cubicBezTo>
                <a:cubicBezTo>
                  <a:pt x="4111158" y="1881964"/>
                  <a:pt x="4119015" y="1887752"/>
                  <a:pt x="4127619" y="1887752"/>
                </a:cubicBezTo>
                <a:cubicBezTo>
                  <a:pt x="4129228" y="1887752"/>
                  <a:pt x="4130859" y="1887542"/>
                  <a:pt x="4132487" y="1887120"/>
                </a:cubicBezTo>
                <a:cubicBezTo>
                  <a:pt x="4142836" y="1884437"/>
                  <a:pt x="4149044" y="1873877"/>
                  <a:pt x="4146363" y="1863527"/>
                </a:cubicBezTo>
                <a:cubicBezTo>
                  <a:pt x="4143698" y="1853178"/>
                  <a:pt x="4133119" y="1846969"/>
                  <a:pt x="4122772" y="1849652"/>
                </a:cubicBezTo>
                <a:close/>
                <a:moveTo>
                  <a:pt x="6815110" y="797611"/>
                </a:moveTo>
                <a:cubicBezTo>
                  <a:pt x="6803783" y="802652"/>
                  <a:pt x="6798685" y="815894"/>
                  <a:pt x="6803725" y="827221"/>
                </a:cubicBezTo>
                <a:cubicBezTo>
                  <a:pt x="6807424" y="835577"/>
                  <a:pt x="6815627" y="840541"/>
                  <a:pt x="6824214" y="840541"/>
                </a:cubicBezTo>
                <a:cubicBezTo>
                  <a:pt x="6827260" y="840541"/>
                  <a:pt x="6830346" y="839908"/>
                  <a:pt x="6833317" y="838605"/>
                </a:cubicBezTo>
                <a:cubicBezTo>
                  <a:pt x="6844624" y="833565"/>
                  <a:pt x="6849722" y="820322"/>
                  <a:pt x="6844701" y="809014"/>
                </a:cubicBezTo>
                <a:cubicBezTo>
                  <a:pt x="6842181" y="803351"/>
                  <a:pt x="6837610" y="799245"/>
                  <a:pt x="6832255" y="797182"/>
                </a:cubicBezTo>
                <a:cubicBezTo>
                  <a:pt x="6826901" y="795119"/>
                  <a:pt x="6820764" y="795101"/>
                  <a:pt x="6815110" y="797611"/>
                </a:cubicBezTo>
                <a:close/>
                <a:moveTo>
                  <a:pt x="4578925" y="1669690"/>
                </a:moveTo>
                <a:cubicBezTo>
                  <a:pt x="4567944" y="1672142"/>
                  <a:pt x="4561026" y="1683029"/>
                  <a:pt x="4563480" y="1694029"/>
                </a:cubicBezTo>
                <a:cubicBezTo>
                  <a:pt x="4565585" y="1703516"/>
                  <a:pt x="4574001" y="1709956"/>
                  <a:pt x="4583353" y="1709956"/>
                </a:cubicBezTo>
                <a:cubicBezTo>
                  <a:pt x="4584811" y="1709956"/>
                  <a:pt x="4586304" y="1709802"/>
                  <a:pt x="4587818" y="1709477"/>
                </a:cubicBezTo>
                <a:cubicBezTo>
                  <a:pt x="4598800" y="1707004"/>
                  <a:pt x="4605700" y="1696118"/>
                  <a:pt x="4603246" y="1685137"/>
                </a:cubicBezTo>
                <a:cubicBezTo>
                  <a:pt x="4600793" y="1674155"/>
                  <a:pt x="4589905" y="1667237"/>
                  <a:pt x="4578925" y="1669690"/>
                </a:cubicBezTo>
                <a:close/>
                <a:moveTo>
                  <a:pt x="1499326" y="2869515"/>
                </a:moveTo>
                <a:cubicBezTo>
                  <a:pt x="1493499" y="2867483"/>
                  <a:pt x="1487118" y="2870588"/>
                  <a:pt x="1485104" y="2876434"/>
                </a:cubicBezTo>
                <a:cubicBezTo>
                  <a:pt x="1483072" y="2882260"/>
                  <a:pt x="1486178" y="2888623"/>
                  <a:pt x="1492005" y="2890654"/>
                </a:cubicBezTo>
                <a:cubicBezTo>
                  <a:pt x="1493211" y="2891057"/>
                  <a:pt x="1494457" y="2891268"/>
                  <a:pt x="1495664" y="2891268"/>
                </a:cubicBezTo>
                <a:cubicBezTo>
                  <a:pt x="1500303" y="2891268"/>
                  <a:pt x="1504635" y="2888354"/>
                  <a:pt x="1506225" y="2883735"/>
                </a:cubicBezTo>
                <a:cubicBezTo>
                  <a:pt x="1508256" y="2877909"/>
                  <a:pt x="1505151" y="2871547"/>
                  <a:pt x="1499326" y="2869515"/>
                </a:cubicBezTo>
                <a:close/>
                <a:moveTo>
                  <a:pt x="7222871" y="635031"/>
                </a:moveTo>
                <a:cubicBezTo>
                  <a:pt x="7211123" y="638961"/>
                  <a:pt x="7204798" y="651666"/>
                  <a:pt x="7208727" y="663415"/>
                </a:cubicBezTo>
                <a:cubicBezTo>
                  <a:pt x="7211870" y="672806"/>
                  <a:pt x="7220609" y="678728"/>
                  <a:pt x="7229981" y="678728"/>
                </a:cubicBezTo>
                <a:cubicBezTo>
                  <a:pt x="7232358" y="678728"/>
                  <a:pt x="7234754" y="678345"/>
                  <a:pt x="7237111" y="677560"/>
                </a:cubicBezTo>
                <a:cubicBezTo>
                  <a:pt x="7248859" y="673630"/>
                  <a:pt x="7255183" y="660924"/>
                  <a:pt x="7251255" y="649175"/>
                </a:cubicBezTo>
                <a:cubicBezTo>
                  <a:pt x="7247326" y="637427"/>
                  <a:pt x="7234619" y="631102"/>
                  <a:pt x="7222871" y="635031"/>
                </a:cubicBezTo>
                <a:close/>
                <a:moveTo>
                  <a:pt x="242096" y="3359150"/>
                </a:moveTo>
                <a:cubicBezTo>
                  <a:pt x="241349" y="3359936"/>
                  <a:pt x="241389" y="3361201"/>
                  <a:pt x="242193" y="3361948"/>
                </a:cubicBezTo>
                <a:cubicBezTo>
                  <a:pt x="242576" y="3362313"/>
                  <a:pt x="243056" y="3362485"/>
                  <a:pt x="243535" y="3362485"/>
                </a:cubicBezTo>
                <a:cubicBezTo>
                  <a:pt x="244072" y="3362485"/>
                  <a:pt x="244588" y="3362274"/>
                  <a:pt x="244991" y="3361853"/>
                </a:cubicBezTo>
                <a:cubicBezTo>
                  <a:pt x="245740" y="3361066"/>
                  <a:pt x="245700" y="3359801"/>
                  <a:pt x="244895" y="3359054"/>
                </a:cubicBezTo>
                <a:cubicBezTo>
                  <a:pt x="244090" y="3358307"/>
                  <a:pt x="242845" y="3358345"/>
                  <a:pt x="242096" y="3359150"/>
                </a:cubicBezTo>
                <a:close/>
                <a:moveTo>
                  <a:pt x="6915554" y="753817"/>
                </a:moveTo>
                <a:cubicBezTo>
                  <a:pt x="6904170" y="758686"/>
                  <a:pt x="6898881" y="771852"/>
                  <a:pt x="6903730" y="783256"/>
                </a:cubicBezTo>
                <a:cubicBezTo>
                  <a:pt x="6907371" y="791766"/>
                  <a:pt x="6915651" y="796883"/>
                  <a:pt x="6924352" y="796883"/>
                </a:cubicBezTo>
                <a:cubicBezTo>
                  <a:pt x="6927304" y="796883"/>
                  <a:pt x="6930274" y="796288"/>
                  <a:pt x="6933149" y="795081"/>
                </a:cubicBezTo>
                <a:cubicBezTo>
                  <a:pt x="6944552" y="790213"/>
                  <a:pt x="6949841" y="777047"/>
                  <a:pt x="6944974" y="765643"/>
                </a:cubicBezTo>
                <a:cubicBezTo>
                  <a:pt x="6942550" y="759951"/>
                  <a:pt x="6938041" y="755783"/>
                  <a:pt x="6932715" y="753644"/>
                </a:cubicBezTo>
                <a:cubicBezTo>
                  <a:pt x="6927390" y="751503"/>
                  <a:pt x="6921247" y="751394"/>
                  <a:pt x="6915554" y="753817"/>
                </a:cubicBezTo>
                <a:close/>
                <a:moveTo>
                  <a:pt x="1146280" y="3005588"/>
                </a:moveTo>
                <a:cubicBezTo>
                  <a:pt x="1143788" y="3009977"/>
                  <a:pt x="1145302" y="3015554"/>
                  <a:pt x="1149691" y="3018064"/>
                </a:cubicBezTo>
                <a:cubicBezTo>
                  <a:pt x="1151129" y="3018870"/>
                  <a:pt x="1152680" y="3019253"/>
                  <a:pt x="1154215" y="3019253"/>
                </a:cubicBezTo>
                <a:cubicBezTo>
                  <a:pt x="1157377" y="3019253"/>
                  <a:pt x="1160462" y="3017586"/>
                  <a:pt x="1162149" y="3014634"/>
                </a:cubicBezTo>
                <a:cubicBezTo>
                  <a:pt x="1164641" y="3010245"/>
                  <a:pt x="1163126" y="3004668"/>
                  <a:pt x="1158737" y="3002176"/>
                </a:cubicBezTo>
                <a:cubicBezTo>
                  <a:pt x="1154348" y="2999685"/>
                  <a:pt x="1148772" y="3001199"/>
                  <a:pt x="1146280" y="3005588"/>
                </a:cubicBezTo>
                <a:close/>
                <a:moveTo>
                  <a:pt x="8375080" y="182314"/>
                </a:moveTo>
                <a:cubicBezTo>
                  <a:pt x="8369158" y="185050"/>
                  <a:pt x="8364280" y="190042"/>
                  <a:pt x="8361846" y="196645"/>
                </a:cubicBezTo>
                <a:cubicBezTo>
                  <a:pt x="8356978" y="209849"/>
                  <a:pt x="8363744" y="224511"/>
                  <a:pt x="8376948" y="229379"/>
                </a:cubicBezTo>
                <a:cubicBezTo>
                  <a:pt x="8379862" y="230433"/>
                  <a:pt x="8382832" y="230950"/>
                  <a:pt x="8385764" y="230950"/>
                </a:cubicBezTo>
                <a:cubicBezTo>
                  <a:pt x="8390949" y="230950"/>
                  <a:pt x="8395980" y="229355"/>
                  <a:pt x="8400189" y="226470"/>
                </a:cubicBezTo>
                <a:lnTo>
                  <a:pt x="8401586" y="224673"/>
                </a:lnTo>
                <a:lnTo>
                  <a:pt x="8384895" y="181916"/>
                </a:lnTo>
                <a:close/>
                <a:moveTo>
                  <a:pt x="7119168" y="671867"/>
                </a:moveTo>
                <a:cubicBezTo>
                  <a:pt x="7107572" y="676217"/>
                  <a:pt x="7101688" y="689135"/>
                  <a:pt x="7106039" y="700730"/>
                </a:cubicBezTo>
                <a:cubicBezTo>
                  <a:pt x="7109411" y="709738"/>
                  <a:pt x="7117960" y="715296"/>
                  <a:pt x="7127044" y="715296"/>
                </a:cubicBezTo>
                <a:cubicBezTo>
                  <a:pt x="7129651" y="715296"/>
                  <a:pt x="7132315" y="714836"/>
                  <a:pt x="7134902" y="713858"/>
                </a:cubicBezTo>
                <a:cubicBezTo>
                  <a:pt x="7146497" y="709527"/>
                  <a:pt x="7152381" y="696590"/>
                  <a:pt x="7148031" y="684995"/>
                </a:cubicBezTo>
                <a:cubicBezTo>
                  <a:pt x="7143699" y="673401"/>
                  <a:pt x="7130782" y="667517"/>
                  <a:pt x="7119168" y="671867"/>
                </a:cubicBezTo>
                <a:close/>
                <a:moveTo>
                  <a:pt x="7016863" y="711731"/>
                </a:moveTo>
                <a:cubicBezTo>
                  <a:pt x="7005364" y="716369"/>
                  <a:pt x="6999825" y="729440"/>
                  <a:pt x="7004445" y="740919"/>
                </a:cubicBezTo>
                <a:lnTo>
                  <a:pt x="7004463" y="740919"/>
                </a:lnTo>
                <a:cubicBezTo>
                  <a:pt x="7007989" y="749640"/>
                  <a:pt x="7016403" y="754949"/>
                  <a:pt x="7025276" y="754949"/>
                </a:cubicBezTo>
                <a:cubicBezTo>
                  <a:pt x="7028074" y="754949"/>
                  <a:pt x="7030911" y="754431"/>
                  <a:pt x="7033651" y="753320"/>
                </a:cubicBezTo>
                <a:cubicBezTo>
                  <a:pt x="7045132" y="748682"/>
                  <a:pt x="7050690" y="735611"/>
                  <a:pt x="7046051" y="724131"/>
                </a:cubicBezTo>
                <a:cubicBezTo>
                  <a:pt x="7041413" y="712651"/>
                  <a:pt x="7028362" y="707093"/>
                  <a:pt x="7016863" y="711731"/>
                </a:cubicBezTo>
                <a:close/>
                <a:moveTo>
                  <a:pt x="723972" y="3168091"/>
                </a:moveTo>
                <a:cubicBezTo>
                  <a:pt x="721864" y="3170698"/>
                  <a:pt x="722247" y="3174512"/>
                  <a:pt x="724854" y="3176639"/>
                </a:cubicBezTo>
                <a:cubicBezTo>
                  <a:pt x="725965" y="3177559"/>
                  <a:pt x="727326" y="3178000"/>
                  <a:pt x="728668" y="3178000"/>
                </a:cubicBezTo>
                <a:cubicBezTo>
                  <a:pt x="730430" y="3178000"/>
                  <a:pt x="732194" y="3177233"/>
                  <a:pt x="733383" y="3175757"/>
                </a:cubicBezTo>
                <a:cubicBezTo>
                  <a:pt x="735510" y="3173170"/>
                  <a:pt x="735108" y="3169337"/>
                  <a:pt x="732520" y="3167229"/>
                </a:cubicBezTo>
                <a:cubicBezTo>
                  <a:pt x="729913" y="3165101"/>
                  <a:pt x="726099" y="3165504"/>
                  <a:pt x="723972" y="3168091"/>
                </a:cubicBezTo>
                <a:close/>
                <a:moveTo>
                  <a:pt x="3019557" y="2267283"/>
                </a:moveTo>
                <a:cubicBezTo>
                  <a:pt x="3010128" y="2268931"/>
                  <a:pt x="3003842" y="2277920"/>
                  <a:pt x="3005509" y="2287330"/>
                </a:cubicBezTo>
                <a:lnTo>
                  <a:pt x="3005529" y="2287330"/>
                </a:lnTo>
                <a:cubicBezTo>
                  <a:pt x="3007004" y="2295724"/>
                  <a:pt x="3014306" y="2301647"/>
                  <a:pt x="3022547" y="2301647"/>
                </a:cubicBezTo>
                <a:cubicBezTo>
                  <a:pt x="3023544" y="2301647"/>
                  <a:pt x="3024559" y="2301551"/>
                  <a:pt x="3025575" y="2301378"/>
                </a:cubicBezTo>
                <a:cubicBezTo>
                  <a:pt x="3034985" y="2299730"/>
                  <a:pt x="3041290" y="2290741"/>
                  <a:pt x="3039623" y="2281331"/>
                </a:cubicBezTo>
                <a:cubicBezTo>
                  <a:pt x="3037956" y="2271921"/>
                  <a:pt x="3028987" y="2265616"/>
                  <a:pt x="3019557" y="2267283"/>
                </a:cubicBezTo>
                <a:close/>
                <a:moveTo>
                  <a:pt x="3466761" y="2092591"/>
                </a:moveTo>
                <a:cubicBezTo>
                  <a:pt x="3456950" y="2095083"/>
                  <a:pt x="3451026" y="2105068"/>
                  <a:pt x="3453519" y="2114880"/>
                </a:cubicBezTo>
                <a:cubicBezTo>
                  <a:pt x="3455627" y="2123179"/>
                  <a:pt x="3463081" y="2128698"/>
                  <a:pt x="3471264" y="2128698"/>
                </a:cubicBezTo>
                <a:cubicBezTo>
                  <a:pt x="3472759" y="2128698"/>
                  <a:pt x="3474293" y="2128526"/>
                  <a:pt x="3475807" y="2128124"/>
                </a:cubicBezTo>
                <a:cubicBezTo>
                  <a:pt x="3485619" y="2125632"/>
                  <a:pt x="3491541" y="2115667"/>
                  <a:pt x="3489051" y="2105854"/>
                </a:cubicBezTo>
                <a:cubicBezTo>
                  <a:pt x="3486558" y="2096022"/>
                  <a:pt x="3476575" y="2090099"/>
                  <a:pt x="3466761" y="2092591"/>
                </a:cubicBezTo>
                <a:close/>
                <a:moveTo>
                  <a:pt x="4018817" y="1876943"/>
                </a:moveTo>
                <a:cubicBezTo>
                  <a:pt x="4008489" y="1879683"/>
                  <a:pt x="4002356" y="1890301"/>
                  <a:pt x="4005096" y="1900631"/>
                </a:cubicBezTo>
                <a:cubicBezTo>
                  <a:pt x="4007396" y="1909295"/>
                  <a:pt x="4015235" y="1915024"/>
                  <a:pt x="4023782" y="1915024"/>
                </a:cubicBezTo>
                <a:cubicBezTo>
                  <a:pt x="4025430" y="1915024"/>
                  <a:pt x="4027096" y="1914794"/>
                  <a:pt x="4028764" y="1914354"/>
                </a:cubicBezTo>
                <a:cubicBezTo>
                  <a:pt x="4039093" y="1911613"/>
                  <a:pt x="4045245" y="1901014"/>
                  <a:pt x="4042506" y="1890684"/>
                </a:cubicBezTo>
                <a:cubicBezTo>
                  <a:pt x="4039766" y="1880354"/>
                  <a:pt x="4029147" y="1874203"/>
                  <a:pt x="4018817" y="1876943"/>
                </a:cubicBezTo>
                <a:close/>
                <a:moveTo>
                  <a:pt x="2675348" y="2400213"/>
                </a:moveTo>
                <a:cubicBezTo>
                  <a:pt x="2666380" y="2400922"/>
                  <a:pt x="2659690" y="2408800"/>
                  <a:pt x="2660418" y="2417769"/>
                </a:cubicBezTo>
                <a:cubicBezTo>
                  <a:pt x="2661109" y="2426279"/>
                  <a:pt x="2668238" y="2432737"/>
                  <a:pt x="2676653" y="2432737"/>
                </a:cubicBezTo>
                <a:cubicBezTo>
                  <a:pt x="2677092" y="2432737"/>
                  <a:pt x="2677533" y="2432718"/>
                  <a:pt x="2677993" y="2432680"/>
                </a:cubicBezTo>
                <a:cubicBezTo>
                  <a:pt x="2686944" y="2431952"/>
                  <a:pt x="2693632" y="2424093"/>
                  <a:pt x="2692904" y="2415124"/>
                </a:cubicBezTo>
                <a:cubicBezTo>
                  <a:pt x="2692176" y="2406154"/>
                  <a:pt x="2684319" y="2399466"/>
                  <a:pt x="2675348" y="2400213"/>
                </a:cubicBezTo>
                <a:close/>
                <a:moveTo>
                  <a:pt x="4933656" y="1518610"/>
                </a:moveTo>
                <a:cubicBezTo>
                  <a:pt x="4922025" y="1520737"/>
                  <a:pt x="4914337" y="1531892"/>
                  <a:pt x="4916484" y="1543524"/>
                </a:cubicBezTo>
                <a:cubicBezTo>
                  <a:pt x="4918381" y="1553836"/>
                  <a:pt x="4927372" y="1561061"/>
                  <a:pt x="4937508" y="1561061"/>
                </a:cubicBezTo>
                <a:cubicBezTo>
                  <a:pt x="4938792" y="1561061"/>
                  <a:pt x="4940097" y="1560946"/>
                  <a:pt x="4941399" y="1560696"/>
                </a:cubicBezTo>
                <a:cubicBezTo>
                  <a:pt x="4953031" y="1558569"/>
                  <a:pt x="4960717" y="1547396"/>
                  <a:pt x="4958569" y="1535782"/>
                </a:cubicBezTo>
                <a:cubicBezTo>
                  <a:pt x="4956442" y="1524148"/>
                  <a:pt x="4945272" y="1516463"/>
                  <a:pt x="4933656" y="1518610"/>
                </a:cubicBezTo>
                <a:close/>
                <a:moveTo>
                  <a:pt x="5393909" y="1338686"/>
                </a:moveTo>
                <a:cubicBezTo>
                  <a:pt x="5381816" y="1341331"/>
                  <a:pt x="5374150" y="1353290"/>
                  <a:pt x="5376796" y="1365383"/>
                </a:cubicBezTo>
                <a:cubicBezTo>
                  <a:pt x="5379097" y="1375866"/>
                  <a:pt x="5388372" y="1383015"/>
                  <a:pt x="5398684" y="1383015"/>
                </a:cubicBezTo>
                <a:cubicBezTo>
                  <a:pt x="5400273" y="1383015"/>
                  <a:pt x="5401884" y="1382862"/>
                  <a:pt x="5403492" y="1382498"/>
                </a:cubicBezTo>
                <a:cubicBezTo>
                  <a:pt x="5415586" y="1379853"/>
                  <a:pt x="5423253" y="1367894"/>
                  <a:pt x="5420606" y="1355800"/>
                </a:cubicBezTo>
                <a:cubicBezTo>
                  <a:pt x="5417964" y="1343707"/>
                  <a:pt x="5406001" y="1336041"/>
                  <a:pt x="5393909" y="1338686"/>
                </a:cubicBezTo>
                <a:close/>
                <a:moveTo>
                  <a:pt x="8136493" y="267336"/>
                </a:moveTo>
                <a:cubicBezTo>
                  <a:pt x="8131197" y="270680"/>
                  <a:pt x="8127177" y="276046"/>
                  <a:pt x="8125692" y="282639"/>
                </a:cubicBezTo>
                <a:cubicBezTo>
                  <a:pt x="8122703" y="295806"/>
                  <a:pt x="8130962" y="308915"/>
                  <a:pt x="8144148" y="311905"/>
                </a:cubicBezTo>
                <a:lnTo>
                  <a:pt x="8144167" y="311905"/>
                </a:lnTo>
                <a:cubicBezTo>
                  <a:pt x="8145969" y="312307"/>
                  <a:pt x="8147790" y="312498"/>
                  <a:pt x="8149573" y="312498"/>
                </a:cubicBezTo>
                <a:cubicBezTo>
                  <a:pt x="8160764" y="312498"/>
                  <a:pt x="8170845" y="304795"/>
                  <a:pt x="8173414" y="293429"/>
                </a:cubicBezTo>
                <a:cubicBezTo>
                  <a:pt x="8176404" y="280244"/>
                  <a:pt x="8168124" y="267154"/>
                  <a:pt x="8154957" y="264164"/>
                </a:cubicBezTo>
                <a:cubicBezTo>
                  <a:pt x="8148364" y="262669"/>
                  <a:pt x="8141790" y="263991"/>
                  <a:pt x="8136493" y="267336"/>
                </a:cubicBezTo>
                <a:close/>
                <a:moveTo>
                  <a:pt x="4473439" y="1694068"/>
                </a:moveTo>
                <a:cubicBezTo>
                  <a:pt x="4462476" y="1696693"/>
                  <a:pt x="4455731" y="1707675"/>
                  <a:pt x="4458335" y="1718638"/>
                </a:cubicBezTo>
                <a:cubicBezTo>
                  <a:pt x="4460559" y="1727991"/>
                  <a:pt x="4468916" y="1734276"/>
                  <a:pt x="4478134" y="1734276"/>
                </a:cubicBezTo>
                <a:cubicBezTo>
                  <a:pt x="4479706" y="1734276"/>
                  <a:pt x="4481295" y="1734104"/>
                  <a:pt x="4482888" y="1733720"/>
                </a:cubicBezTo>
                <a:cubicBezTo>
                  <a:pt x="4493831" y="1731115"/>
                  <a:pt x="4500598" y="1720133"/>
                  <a:pt x="4497989" y="1709170"/>
                </a:cubicBezTo>
                <a:cubicBezTo>
                  <a:pt x="4495382" y="1698226"/>
                  <a:pt x="4484382" y="1691461"/>
                  <a:pt x="4473439" y="1694068"/>
                </a:cubicBezTo>
                <a:close/>
                <a:moveTo>
                  <a:pt x="3915074" y="1904771"/>
                </a:moveTo>
                <a:cubicBezTo>
                  <a:pt x="3904767" y="1907550"/>
                  <a:pt x="3898651" y="1918186"/>
                  <a:pt x="3901449" y="1928516"/>
                </a:cubicBezTo>
                <a:cubicBezTo>
                  <a:pt x="3903768" y="1937142"/>
                  <a:pt x="3911588" y="1942815"/>
                  <a:pt x="3920116" y="1942815"/>
                </a:cubicBezTo>
                <a:cubicBezTo>
                  <a:pt x="3921781" y="1942815"/>
                  <a:pt x="3923488" y="1942603"/>
                  <a:pt x="3925177" y="1942144"/>
                </a:cubicBezTo>
                <a:cubicBezTo>
                  <a:pt x="3935486" y="1939365"/>
                  <a:pt x="3941600" y="1928727"/>
                  <a:pt x="3938821" y="1918417"/>
                </a:cubicBezTo>
                <a:cubicBezTo>
                  <a:pt x="3936023" y="1908087"/>
                  <a:pt x="3925406" y="1901973"/>
                  <a:pt x="3915074" y="1904771"/>
                </a:cubicBezTo>
                <a:close/>
                <a:moveTo>
                  <a:pt x="3363498" y="2117966"/>
                </a:moveTo>
                <a:cubicBezTo>
                  <a:pt x="3353647" y="2120285"/>
                  <a:pt x="3347534" y="2130174"/>
                  <a:pt x="3349873" y="2140025"/>
                </a:cubicBezTo>
                <a:cubicBezTo>
                  <a:pt x="3351865" y="2148458"/>
                  <a:pt x="3359378" y="2154151"/>
                  <a:pt x="3367696" y="2154150"/>
                </a:cubicBezTo>
                <a:cubicBezTo>
                  <a:pt x="3369094" y="2154150"/>
                  <a:pt x="3370513" y="2153977"/>
                  <a:pt x="3371932" y="2153651"/>
                </a:cubicBezTo>
                <a:cubicBezTo>
                  <a:pt x="3381783" y="2151313"/>
                  <a:pt x="3387876" y="2141444"/>
                  <a:pt x="3385558" y="2131592"/>
                </a:cubicBezTo>
                <a:cubicBezTo>
                  <a:pt x="3383220" y="2121742"/>
                  <a:pt x="3373350" y="2115628"/>
                  <a:pt x="3363498" y="2117966"/>
                </a:cubicBezTo>
                <a:close/>
                <a:moveTo>
                  <a:pt x="340798" y="3297093"/>
                </a:moveTo>
                <a:cubicBezTo>
                  <a:pt x="339669" y="3298299"/>
                  <a:pt x="339707" y="3300197"/>
                  <a:pt x="340933" y="3301328"/>
                </a:cubicBezTo>
                <a:cubicBezTo>
                  <a:pt x="341508" y="3301884"/>
                  <a:pt x="342236" y="3302152"/>
                  <a:pt x="342984" y="3302152"/>
                </a:cubicBezTo>
                <a:cubicBezTo>
                  <a:pt x="343789" y="3302152"/>
                  <a:pt x="344575" y="3301845"/>
                  <a:pt x="345169" y="3301213"/>
                </a:cubicBezTo>
                <a:cubicBezTo>
                  <a:pt x="346299" y="3300006"/>
                  <a:pt x="346261" y="3298108"/>
                  <a:pt x="345054" y="3296959"/>
                </a:cubicBezTo>
                <a:cubicBezTo>
                  <a:pt x="343847" y="3295827"/>
                  <a:pt x="341930" y="3295885"/>
                  <a:pt x="340798" y="3297093"/>
                </a:cubicBezTo>
                <a:close/>
                <a:moveTo>
                  <a:pt x="2083787" y="2612968"/>
                </a:moveTo>
                <a:cubicBezTo>
                  <a:pt x="2080974" y="2615287"/>
                  <a:pt x="2079048" y="2618679"/>
                  <a:pt x="2078674" y="2622589"/>
                </a:cubicBezTo>
                <a:cubicBezTo>
                  <a:pt x="2077908" y="2630428"/>
                  <a:pt x="2083657" y="2637385"/>
                  <a:pt x="2091477" y="2638151"/>
                </a:cubicBezTo>
                <a:cubicBezTo>
                  <a:pt x="2091955" y="2638190"/>
                  <a:pt x="2092416" y="2638209"/>
                  <a:pt x="2092876" y="2638209"/>
                </a:cubicBezTo>
                <a:cubicBezTo>
                  <a:pt x="2100121" y="2638209"/>
                  <a:pt x="2106330" y="2632690"/>
                  <a:pt x="2107039" y="2625330"/>
                </a:cubicBezTo>
                <a:cubicBezTo>
                  <a:pt x="2107787" y="2617491"/>
                  <a:pt x="2102056" y="2610534"/>
                  <a:pt x="2094217" y="2609786"/>
                </a:cubicBezTo>
                <a:cubicBezTo>
                  <a:pt x="2090297" y="2609403"/>
                  <a:pt x="2086599" y="2610649"/>
                  <a:pt x="2083787" y="2612968"/>
                </a:cubicBezTo>
                <a:close/>
                <a:moveTo>
                  <a:pt x="5287313" y="1361358"/>
                </a:moveTo>
                <a:cubicBezTo>
                  <a:pt x="5275181" y="1363889"/>
                  <a:pt x="5267401" y="1375770"/>
                  <a:pt x="5269930" y="1387883"/>
                </a:cubicBezTo>
                <a:cubicBezTo>
                  <a:pt x="5272136" y="1398481"/>
                  <a:pt x="5281447" y="1405745"/>
                  <a:pt x="5291856" y="1405745"/>
                </a:cubicBezTo>
                <a:cubicBezTo>
                  <a:pt x="5293370" y="1405745"/>
                  <a:pt x="5294903" y="1405591"/>
                  <a:pt x="5296454" y="1405265"/>
                </a:cubicBezTo>
                <a:cubicBezTo>
                  <a:pt x="5308569" y="1402755"/>
                  <a:pt x="5316349" y="1390872"/>
                  <a:pt x="5313839" y="1378760"/>
                </a:cubicBezTo>
                <a:cubicBezTo>
                  <a:pt x="5311306" y="1366629"/>
                  <a:pt x="5299428" y="1358848"/>
                  <a:pt x="5287313" y="1361358"/>
                </a:cubicBezTo>
                <a:close/>
                <a:moveTo>
                  <a:pt x="4368339" y="1719749"/>
                </a:moveTo>
                <a:cubicBezTo>
                  <a:pt x="4357411" y="1722471"/>
                  <a:pt x="4350761" y="1733529"/>
                  <a:pt x="4353484" y="1744454"/>
                </a:cubicBezTo>
                <a:cubicBezTo>
                  <a:pt x="4355801" y="1753710"/>
                  <a:pt x="4364122" y="1759901"/>
                  <a:pt x="4373243" y="1759901"/>
                </a:cubicBezTo>
                <a:cubicBezTo>
                  <a:pt x="4374872" y="1759901"/>
                  <a:pt x="4376542" y="1759708"/>
                  <a:pt x="4378207" y="1759288"/>
                </a:cubicBezTo>
                <a:cubicBezTo>
                  <a:pt x="4389113" y="1756566"/>
                  <a:pt x="4395761" y="1745508"/>
                  <a:pt x="4393040" y="1734583"/>
                </a:cubicBezTo>
                <a:cubicBezTo>
                  <a:pt x="4390298" y="1723658"/>
                  <a:pt x="4379240" y="1717028"/>
                  <a:pt x="4368339" y="1719749"/>
                </a:cubicBezTo>
                <a:close/>
                <a:moveTo>
                  <a:pt x="833292" y="3098923"/>
                </a:moveTo>
                <a:cubicBezTo>
                  <a:pt x="830915" y="3102028"/>
                  <a:pt x="831510" y="3106474"/>
                  <a:pt x="834633" y="3108851"/>
                </a:cubicBezTo>
                <a:cubicBezTo>
                  <a:pt x="835918" y="3109828"/>
                  <a:pt x="837412" y="3110307"/>
                  <a:pt x="838927" y="3110307"/>
                </a:cubicBezTo>
                <a:cubicBezTo>
                  <a:pt x="841053" y="3110307"/>
                  <a:pt x="843162" y="3109349"/>
                  <a:pt x="844561" y="3107509"/>
                </a:cubicBezTo>
                <a:cubicBezTo>
                  <a:pt x="846937" y="3104404"/>
                  <a:pt x="846343" y="3099958"/>
                  <a:pt x="843220" y="3097581"/>
                </a:cubicBezTo>
                <a:cubicBezTo>
                  <a:pt x="840096" y="3095205"/>
                  <a:pt x="835650" y="3095799"/>
                  <a:pt x="833292" y="3098923"/>
                </a:cubicBezTo>
                <a:close/>
                <a:moveTo>
                  <a:pt x="4826578" y="1539806"/>
                </a:moveTo>
                <a:cubicBezTo>
                  <a:pt x="4815005" y="1542241"/>
                  <a:pt x="4807604" y="1553586"/>
                  <a:pt x="4810059" y="1565162"/>
                </a:cubicBezTo>
                <a:cubicBezTo>
                  <a:pt x="4812165" y="1575224"/>
                  <a:pt x="4821060" y="1582143"/>
                  <a:pt x="4830968" y="1582143"/>
                </a:cubicBezTo>
                <a:cubicBezTo>
                  <a:pt x="4832423" y="1582143"/>
                  <a:pt x="4833920" y="1581990"/>
                  <a:pt x="4835413" y="1581683"/>
                </a:cubicBezTo>
                <a:cubicBezTo>
                  <a:pt x="4846971" y="1579248"/>
                  <a:pt x="4854369" y="1567903"/>
                  <a:pt x="4851933" y="1556327"/>
                </a:cubicBezTo>
                <a:cubicBezTo>
                  <a:pt x="4849502" y="1544771"/>
                  <a:pt x="4838135" y="1537373"/>
                  <a:pt x="4826578" y="1539806"/>
                </a:cubicBezTo>
                <a:close/>
                <a:moveTo>
                  <a:pt x="1849272" y="2700754"/>
                </a:moveTo>
                <a:cubicBezTo>
                  <a:pt x="1846486" y="2702675"/>
                  <a:pt x="1844435" y="2705660"/>
                  <a:pt x="1843783" y="2709254"/>
                </a:cubicBezTo>
                <a:cubicBezTo>
                  <a:pt x="1842461" y="2716422"/>
                  <a:pt x="1847214" y="2723321"/>
                  <a:pt x="1854400" y="2724644"/>
                </a:cubicBezTo>
                <a:cubicBezTo>
                  <a:pt x="1855206" y="2724797"/>
                  <a:pt x="1856010" y="2724874"/>
                  <a:pt x="1856797" y="2724874"/>
                </a:cubicBezTo>
                <a:cubicBezTo>
                  <a:pt x="1863044" y="2724874"/>
                  <a:pt x="1868621" y="2720409"/>
                  <a:pt x="1869791" y="2714026"/>
                </a:cubicBezTo>
                <a:cubicBezTo>
                  <a:pt x="1871113" y="2706839"/>
                  <a:pt x="1866360" y="2699959"/>
                  <a:pt x="1859173" y="2698637"/>
                </a:cubicBezTo>
                <a:cubicBezTo>
                  <a:pt x="1855580" y="2697975"/>
                  <a:pt x="1852058" y="2698833"/>
                  <a:pt x="1849272" y="2700754"/>
                </a:cubicBezTo>
                <a:close/>
                <a:moveTo>
                  <a:pt x="2915451" y="2283688"/>
                </a:moveTo>
                <a:cubicBezTo>
                  <a:pt x="2905983" y="2284992"/>
                  <a:pt x="2899371" y="2293731"/>
                  <a:pt x="2900674" y="2303218"/>
                </a:cubicBezTo>
                <a:cubicBezTo>
                  <a:pt x="2901882" y="2311881"/>
                  <a:pt x="2909299" y="2318148"/>
                  <a:pt x="2917808" y="2318148"/>
                </a:cubicBezTo>
                <a:cubicBezTo>
                  <a:pt x="2918595" y="2318148"/>
                  <a:pt x="2919399" y="2318109"/>
                  <a:pt x="2920204" y="2317994"/>
                </a:cubicBezTo>
                <a:cubicBezTo>
                  <a:pt x="2929671" y="2316672"/>
                  <a:pt x="2936284" y="2307933"/>
                  <a:pt x="2934980" y="2298465"/>
                </a:cubicBezTo>
                <a:cubicBezTo>
                  <a:pt x="2933677" y="2288997"/>
                  <a:pt x="2924918" y="2282385"/>
                  <a:pt x="2915451" y="2283688"/>
                </a:cubicBezTo>
                <a:close/>
                <a:moveTo>
                  <a:pt x="2320880" y="2515692"/>
                </a:moveTo>
                <a:cubicBezTo>
                  <a:pt x="2318049" y="2518387"/>
                  <a:pt x="2316248" y="2522162"/>
                  <a:pt x="2316152" y="2526379"/>
                </a:cubicBezTo>
                <a:cubicBezTo>
                  <a:pt x="2315941" y="2534792"/>
                  <a:pt x="2322591" y="2541806"/>
                  <a:pt x="2331024" y="2542017"/>
                </a:cubicBezTo>
                <a:lnTo>
                  <a:pt x="2331408" y="2542017"/>
                </a:lnTo>
                <a:cubicBezTo>
                  <a:pt x="2339668" y="2542017"/>
                  <a:pt x="2346470" y="2535425"/>
                  <a:pt x="2346682" y="2527126"/>
                </a:cubicBezTo>
                <a:cubicBezTo>
                  <a:pt x="2346874" y="2518693"/>
                  <a:pt x="2340224" y="2511698"/>
                  <a:pt x="2331791" y="2511488"/>
                </a:cubicBezTo>
                <a:cubicBezTo>
                  <a:pt x="2327575" y="2511382"/>
                  <a:pt x="2323712" y="2512997"/>
                  <a:pt x="2320880" y="2515692"/>
                </a:cubicBezTo>
                <a:close/>
                <a:moveTo>
                  <a:pt x="7793691" y="379155"/>
                </a:moveTo>
                <a:cubicBezTo>
                  <a:pt x="7780754" y="379519"/>
                  <a:pt x="7770579" y="390329"/>
                  <a:pt x="7770961" y="403264"/>
                </a:cubicBezTo>
                <a:lnTo>
                  <a:pt x="7770942" y="403265"/>
                </a:lnTo>
                <a:cubicBezTo>
                  <a:pt x="7771307" y="415971"/>
                  <a:pt x="7781732" y="426033"/>
                  <a:pt x="7794362" y="426033"/>
                </a:cubicBezTo>
                <a:cubicBezTo>
                  <a:pt x="7794592" y="426033"/>
                  <a:pt x="7794822" y="426033"/>
                  <a:pt x="7795051" y="426014"/>
                </a:cubicBezTo>
                <a:cubicBezTo>
                  <a:pt x="7807988" y="425631"/>
                  <a:pt x="7818185" y="414841"/>
                  <a:pt x="7817801" y="401904"/>
                </a:cubicBezTo>
                <a:cubicBezTo>
                  <a:pt x="7817418" y="388949"/>
                  <a:pt x="7806628" y="378772"/>
                  <a:pt x="7793691" y="379155"/>
                </a:cubicBezTo>
                <a:close/>
                <a:moveTo>
                  <a:pt x="3811469" y="1932887"/>
                </a:moveTo>
                <a:cubicBezTo>
                  <a:pt x="3801158" y="1935684"/>
                  <a:pt x="3795080" y="1946322"/>
                  <a:pt x="3797879" y="1956633"/>
                </a:cubicBezTo>
                <a:cubicBezTo>
                  <a:pt x="3800218" y="1965257"/>
                  <a:pt x="3808037" y="1970911"/>
                  <a:pt x="3816549" y="1970911"/>
                </a:cubicBezTo>
                <a:cubicBezTo>
                  <a:pt x="3818232" y="1970911"/>
                  <a:pt x="3819940" y="1970700"/>
                  <a:pt x="3821643" y="1970240"/>
                </a:cubicBezTo>
                <a:cubicBezTo>
                  <a:pt x="3831954" y="1967423"/>
                  <a:pt x="3838032" y="1956785"/>
                  <a:pt x="3835234" y="1946475"/>
                </a:cubicBezTo>
                <a:cubicBezTo>
                  <a:pt x="3832435" y="1936164"/>
                  <a:pt x="3821777" y="1930069"/>
                  <a:pt x="3811469" y="1932887"/>
                </a:cubicBezTo>
                <a:close/>
                <a:moveTo>
                  <a:pt x="1266850" y="2924097"/>
                </a:moveTo>
                <a:cubicBezTo>
                  <a:pt x="1264339" y="2929100"/>
                  <a:pt x="1266370" y="2935194"/>
                  <a:pt x="1271391" y="2937705"/>
                </a:cubicBezTo>
                <a:cubicBezTo>
                  <a:pt x="1272849" y="2938433"/>
                  <a:pt x="1274401" y="2938778"/>
                  <a:pt x="1275915" y="2938778"/>
                </a:cubicBezTo>
                <a:cubicBezTo>
                  <a:pt x="1279653" y="2938778"/>
                  <a:pt x="1283237" y="2936727"/>
                  <a:pt x="1285017" y="2933163"/>
                </a:cubicBezTo>
                <a:cubicBezTo>
                  <a:pt x="1287530" y="2928142"/>
                  <a:pt x="1285479" y="2922047"/>
                  <a:pt x="1280456" y="2919536"/>
                </a:cubicBezTo>
                <a:cubicBezTo>
                  <a:pt x="1275455" y="2917025"/>
                  <a:pt x="1269341" y="2919075"/>
                  <a:pt x="1266850" y="2924097"/>
                </a:cubicBezTo>
                <a:close/>
                <a:moveTo>
                  <a:pt x="3259834" y="2141290"/>
                </a:moveTo>
                <a:cubicBezTo>
                  <a:pt x="3249925" y="2143417"/>
                  <a:pt x="3243619" y="2153153"/>
                  <a:pt x="3245728" y="2163043"/>
                </a:cubicBezTo>
                <a:cubicBezTo>
                  <a:pt x="3247568" y="2171667"/>
                  <a:pt x="3255177" y="2177570"/>
                  <a:pt x="3263648" y="2177570"/>
                </a:cubicBezTo>
                <a:cubicBezTo>
                  <a:pt x="3264913" y="2177570"/>
                  <a:pt x="3266196" y="2177436"/>
                  <a:pt x="3267480" y="2177168"/>
                </a:cubicBezTo>
                <a:cubicBezTo>
                  <a:pt x="3277388" y="2175060"/>
                  <a:pt x="3283694" y="2165304"/>
                  <a:pt x="3281586" y="2155415"/>
                </a:cubicBezTo>
                <a:cubicBezTo>
                  <a:pt x="3279478" y="2145507"/>
                  <a:pt x="3269742" y="2139182"/>
                  <a:pt x="3259834" y="2141290"/>
                </a:cubicBezTo>
                <a:close/>
                <a:moveTo>
                  <a:pt x="4263484" y="1746370"/>
                </a:moveTo>
                <a:cubicBezTo>
                  <a:pt x="4252577" y="1749187"/>
                  <a:pt x="4246023" y="1760303"/>
                  <a:pt x="4248821" y="1771189"/>
                </a:cubicBezTo>
                <a:cubicBezTo>
                  <a:pt x="4251200" y="1780389"/>
                  <a:pt x="4259477" y="1786482"/>
                  <a:pt x="4268564" y="1786482"/>
                </a:cubicBezTo>
                <a:cubicBezTo>
                  <a:pt x="4270229" y="1786482"/>
                  <a:pt x="4271953" y="1786272"/>
                  <a:pt x="4273658" y="1785832"/>
                </a:cubicBezTo>
                <a:cubicBezTo>
                  <a:pt x="4284544" y="1783033"/>
                  <a:pt x="4291101" y="1771917"/>
                  <a:pt x="4288304" y="1761012"/>
                </a:cubicBezTo>
                <a:cubicBezTo>
                  <a:pt x="4285486" y="1750107"/>
                  <a:pt x="4274368" y="1743552"/>
                  <a:pt x="4263484" y="1746370"/>
                </a:cubicBezTo>
                <a:close/>
                <a:moveTo>
                  <a:pt x="2570840" y="2406384"/>
                </a:moveTo>
                <a:cubicBezTo>
                  <a:pt x="2561852" y="2406730"/>
                  <a:pt x="2554837" y="2414300"/>
                  <a:pt x="2555163" y="2423289"/>
                </a:cubicBezTo>
                <a:cubicBezTo>
                  <a:pt x="2555507" y="2432066"/>
                  <a:pt x="2562714" y="2438966"/>
                  <a:pt x="2571434" y="2438966"/>
                </a:cubicBezTo>
                <a:cubicBezTo>
                  <a:pt x="2571645" y="2438966"/>
                  <a:pt x="2571856" y="2438966"/>
                  <a:pt x="2572067" y="2438947"/>
                </a:cubicBezTo>
                <a:cubicBezTo>
                  <a:pt x="2581055" y="2438621"/>
                  <a:pt x="2588070" y="2431050"/>
                  <a:pt x="2587725" y="2422062"/>
                </a:cubicBezTo>
                <a:cubicBezTo>
                  <a:pt x="2587379" y="2413074"/>
                  <a:pt x="2579828" y="2406059"/>
                  <a:pt x="2570840" y="2406384"/>
                </a:cubicBezTo>
                <a:close/>
                <a:moveTo>
                  <a:pt x="3708015" y="1960753"/>
                </a:moveTo>
                <a:cubicBezTo>
                  <a:pt x="3697665" y="1963493"/>
                  <a:pt x="3691513" y="1974092"/>
                  <a:pt x="3694273" y="1984422"/>
                </a:cubicBezTo>
                <a:cubicBezTo>
                  <a:pt x="3696573" y="1993085"/>
                  <a:pt x="3704392" y="1998815"/>
                  <a:pt x="3712960" y="1998815"/>
                </a:cubicBezTo>
                <a:cubicBezTo>
                  <a:pt x="3714607" y="1998815"/>
                  <a:pt x="3716275" y="1998604"/>
                  <a:pt x="3717942" y="1998164"/>
                </a:cubicBezTo>
                <a:cubicBezTo>
                  <a:pt x="3728272" y="1995423"/>
                  <a:pt x="3734423" y="1984824"/>
                  <a:pt x="3731684" y="1974494"/>
                </a:cubicBezTo>
                <a:cubicBezTo>
                  <a:pt x="3728942" y="1964146"/>
                  <a:pt x="3718345" y="1958012"/>
                  <a:pt x="3708015" y="1960753"/>
                </a:cubicBezTo>
                <a:close/>
                <a:moveTo>
                  <a:pt x="1619145" y="2775338"/>
                </a:moveTo>
                <a:cubicBezTo>
                  <a:pt x="1616406" y="2776836"/>
                  <a:pt x="1614241" y="2779380"/>
                  <a:pt x="1613302" y="2782619"/>
                </a:cubicBezTo>
                <a:cubicBezTo>
                  <a:pt x="1611405" y="2789097"/>
                  <a:pt x="1615123" y="2795862"/>
                  <a:pt x="1621581" y="2797759"/>
                </a:cubicBezTo>
                <a:cubicBezTo>
                  <a:pt x="1622731" y="2798085"/>
                  <a:pt x="1623880" y="2798258"/>
                  <a:pt x="1625011" y="2798258"/>
                </a:cubicBezTo>
                <a:cubicBezTo>
                  <a:pt x="1630301" y="2798258"/>
                  <a:pt x="1635169" y="2794789"/>
                  <a:pt x="1636721" y="2789461"/>
                </a:cubicBezTo>
                <a:cubicBezTo>
                  <a:pt x="1638600" y="2783003"/>
                  <a:pt x="1634901" y="2776217"/>
                  <a:pt x="1628423" y="2774340"/>
                </a:cubicBezTo>
                <a:cubicBezTo>
                  <a:pt x="1625194" y="2773391"/>
                  <a:pt x="1621883" y="2773841"/>
                  <a:pt x="1619145" y="2775338"/>
                </a:cubicBezTo>
                <a:close/>
                <a:moveTo>
                  <a:pt x="441015" y="3234385"/>
                </a:moveTo>
                <a:cubicBezTo>
                  <a:pt x="439520" y="3236013"/>
                  <a:pt x="439615" y="3238562"/>
                  <a:pt x="441245" y="3240057"/>
                </a:cubicBezTo>
                <a:cubicBezTo>
                  <a:pt x="442030" y="3240766"/>
                  <a:pt x="443007" y="3241130"/>
                  <a:pt x="443985" y="3241130"/>
                </a:cubicBezTo>
                <a:cubicBezTo>
                  <a:pt x="445059" y="3241130"/>
                  <a:pt x="446151" y="3240689"/>
                  <a:pt x="446937" y="3239827"/>
                </a:cubicBezTo>
                <a:cubicBezTo>
                  <a:pt x="448451" y="3238198"/>
                  <a:pt x="448336" y="3235649"/>
                  <a:pt x="446706" y="3234136"/>
                </a:cubicBezTo>
                <a:cubicBezTo>
                  <a:pt x="445078" y="3232640"/>
                  <a:pt x="442529" y="3232736"/>
                  <a:pt x="441015" y="3234385"/>
                </a:cubicBezTo>
                <a:close/>
                <a:moveTo>
                  <a:pt x="4720153" y="1563418"/>
                </a:moveTo>
                <a:cubicBezTo>
                  <a:pt x="4708618" y="1566082"/>
                  <a:pt x="4701450" y="1577562"/>
                  <a:pt x="4704113" y="1589080"/>
                </a:cubicBezTo>
                <a:cubicBezTo>
                  <a:pt x="4706393" y="1598989"/>
                  <a:pt x="4715190" y="1605678"/>
                  <a:pt x="4724946" y="1605678"/>
                </a:cubicBezTo>
                <a:cubicBezTo>
                  <a:pt x="4726535" y="1605678"/>
                  <a:pt x="4728147" y="1605505"/>
                  <a:pt x="4729775" y="1605122"/>
                </a:cubicBezTo>
                <a:cubicBezTo>
                  <a:pt x="4741295" y="1602458"/>
                  <a:pt x="4748481" y="1590978"/>
                  <a:pt x="4745817" y="1579459"/>
                </a:cubicBezTo>
                <a:cubicBezTo>
                  <a:pt x="4743153" y="1567941"/>
                  <a:pt x="4731653" y="1560754"/>
                  <a:pt x="4720153" y="1563418"/>
                </a:cubicBezTo>
                <a:close/>
                <a:moveTo>
                  <a:pt x="5180370" y="1383436"/>
                </a:moveTo>
                <a:cubicBezTo>
                  <a:pt x="5168238" y="1385928"/>
                  <a:pt x="5160440" y="1397792"/>
                  <a:pt x="5162929" y="1409923"/>
                </a:cubicBezTo>
                <a:cubicBezTo>
                  <a:pt x="5165116" y="1420522"/>
                  <a:pt x="5174447" y="1427824"/>
                  <a:pt x="5184857" y="1427823"/>
                </a:cubicBezTo>
                <a:cubicBezTo>
                  <a:pt x="5186370" y="1427823"/>
                  <a:pt x="5187883" y="1427670"/>
                  <a:pt x="5189417" y="1427363"/>
                </a:cubicBezTo>
                <a:cubicBezTo>
                  <a:pt x="5201530" y="1424853"/>
                  <a:pt x="5209349" y="1413009"/>
                  <a:pt x="5206857" y="1400877"/>
                </a:cubicBezTo>
                <a:cubicBezTo>
                  <a:pt x="5204344" y="1388745"/>
                  <a:pt x="5192504" y="1380926"/>
                  <a:pt x="5180370" y="1383436"/>
                </a:cubicBezTo>
                <a:close/>
                <a:moveTo>
                  <a:pt x="4158859" y="1773661"/>
                </a:moveTo>
                <a:cubicBezTo>
                  <a:pt x="4147972" y="1776536"/>
                  <a:pt x="4141475" y="1787671"/>
                  <a:pt x="4144351" y="1798557"/>
                </a:cubicBezTo>
                <a:cubicBezTo>
                  <a:pt x="4146748" y="1807699"/>
                  <a:pt x="4155007" y="1813756"/>
                  <a:pt x="4164034" y="1813756"/>
                </a:cubicBezTo>
                <a:cubicBezTo>
                  <a:pt x="4165760" y="1813755"/>
                  <a:pt x="4167503" y="1813544"/>
                  <a:pt x="4169247" y="1813084"/>
                </a:cubicBezTo>
                <a:cubicBezTo>
                  <a:pt x="4180134" y="1810209"/>
                  <a:pt x="4186631" y="1799056"/>
                  <a:pt x="4183756" y="1788170"/>
                </a:cubicBezTo>
                <a:cubicBezTo>
                  <a:pt x="4180900" y="1777302"/>
                  <a:pt x="4169747" y="1770806"/>
                  <a:pt x="4158859" y="1773661"/>
                </a:cubicBezTo>
                <a:close/>
                <a:moveTo>
                  <a:pt x="945332" y="3027265"/>
                </a:moveTo>
                <a:cubicBezTo>
                  <a:pt x="942745" y="3030925"/>
                  <a:pt x="943627" y="3035985"/>
                  <a:pt x="947306" y="3038573"/>
                </a:cubicBezTo>
                <a:cubicBezTo>
                  <a:pt x="948724" y="3039569"/>
                  <a:pt x="950353" y="3040048"/>
                  <a:pt x="951963" y="3040048"/>
                </a:cubicBezTo>
                <a:cubicBezTo>
                  <a:pt x="954512" y="3040048"/>
                  <a:pt x="957022" y="3038840"/>
                  <a:pt x="958594" y="3036598"/>
                </a:cubicBezTo>
                <a:cubicBezTo>
                  <a:pt x="961182" y="3032937"/>
                  <a:pt x="960300" y="3027878"/>
                  <a:pt x="956640" y="3025290"/>
                </a:cubicBezTo>
                <a:cubicBezTo>
                  <a:pt x="952960" y="3022703"/>
                  <a:pt x="947919" y="3023585"/>
                  <a:pt x="945332" y="3027265"/>
                </a:cubicBezTo>
                <a:close/>
                <a:moveTo>
                  <a:pt x="3604368" y="1987718"/>
                </a:moveTo>
                <a:cubicBezTo>
                  <a:pt x="3594000" y="1990344"/>
                  <a:pt x="3587733" y="2000885"/>
                  <a:pt x="3590378" y="2011254"/>
                </a:cubicBezTo>
                <a:cubicBezTo>
                  <a:pt x="3592600" y="2020012"/>
                  <a:pt x="3600477" y="2025838"/>
                  <a:pt x="3609121" y="2025838"/>
                </a:cubicBezTo>
                <a:cubicBezTo>
                  <a:pt x="3610693" y="2025838"/>
                  <a:pt x="3612303" y="2025647"/>
                  <a:pt x="3613893" y="2025244"/>
                </a:cubicBezTo>
                <a:cubicBezTo>
                  <a:pt x="3624261" y="2022599"/>
                  <a:pt x="3630529" y="2012078"/>
                  <a:pt x="3627884" y="2001709"/>
                </a:cubicBezTo>
                <a:cubicBezTo>
                  <a:pt x="3625259" y="1991340"/>
                  <a:pt x="3614718" y="1985074"/>
                  <a:pt x="3604368" y="1987718"/>
                </a:cubicBezTo>
                <a:close/>
                <a:moveTo>
                  <a:pt x="3155728" y="2162047"/>
                </a:moveTo>
                <a:cubicBezTo>
                  <a:pt x="3145780" y="2163886"/>
                  <a:pt x="3139187" y="2173431"/>
                  <a:pt x="3141027" y="2183396"/>
                </a:cubicBezTo>
                <a:cubicBezTo>
                  <a:pt x="3142657" y="2192231"/>
                  <a:pt x="3150362" y="2198403"/>
                  <a:pt x="3159042" y="2198403"/>
                </a:cubicBezTo>
                <a:cubicBezTo>
                  <a:pt x="3160135" y="2198403"/>
                  <a:pt x="3161266" y="2198307"/>
                  <a:pt x="3162397" y="2198097"/>
                </a:cubicBezTo>
                <a:cubicBezTo>
                  <a:pt x="3172345" y="2196276"/>
                  <a:pt x="3178918" y="2186712"/>
                  <a:pt x="3177096" y="2176746"/>
                </a:cubicBezTo>
                <a:cubicBezTo>
                  <a:pt x="3175256" y="2166780"/>
                  <a:pt x="3165694" y="2160206"/>
                  <a:pt x="3155728" y="2162047"/>
                </a:cubicBezTo>
                <a:close/>
                <a:moveTo>
                  <a:pt x="2810905" y="2295878"/>
                </a:moveTo>
                <a:cubicBezTo>
                  <a:pt x="2801379" y="2296778"/>
                  <a:pt x="2794384" y="2305230"/>
                  <a:pt x="2795284" y="2314756"/>
                </a:cubicBezTo>
                <a:cubicBezTo>
                  <a:pt x="2796127" y="2323725"/>
                  <a:pt x="2803679" y="2330433"/>
                  <a:pt x="2812514" y="2330433"/>
                </a:cubicBezTo>
                <a:cubicBezTo>
                  <a:pt x="2813051" y="2330433"/>
                  <a:pt x="2813588" y="2330414"/>
                  <a:pt x="2814144" y="2330356"/>
                </a:cubicBezTo>
                <a:cubicBezTo>
                  <a:pt x="2823669" y="2329475"/>
                  <a:pt x="2830663" y="2321023"/>
                  <a:pt x="2829763" y="2311497"/>
                </a:cubicBezTo>
                <a:cubicBezTo>
                  <a:pt x="2828862" y="2301991"/>
                  <a:pt x="2820410" y="2294996"/>
                  <a:pt x="2810905" y="2295878"/>
                </a:cubicBezTo>
                <a:close/>
                <a:moveTo>
                  <a:pt x="4614208" y="1588640"/>
                </a:moveTo>
                <a:cubicBezTo>
                  <a:pt x="4602727" y="1591457"/>
                  <a:pt x="4595696" y="1603033"/>
                  <a:pt x="4598511" y="1614513"/>
                </a:cubicBezTo>
                <a:cubicBezTo>
                  <a:pt x="4600890" y="1624287"/>
                  <a:pt x="4609646" y="1630842"/>
                  <a:pt x="4619268" y="1630842"/>
                </a:cubicBezTo>
                <a:cubicBezTo>
                  <a:pt x="4620956" y="1630842"/>
                  <a:pt x="4622661" y="1630631"/>
                  <a:pt x="4624385" y="1630209"/>
                </a:cubicBezTo>
                <a:cubicBezTo>
                  <a:pt x="4635864" y="1627411"/>
                  <a:pt x="4642899" y="1615817"/>
                  <a:pt x="4640082" y="1604336"/>
                </a:cubicBezTo>
                <a:cubicBezTo>
                  <a:pt x="4637283" y="1592857"/>
                  <a:pt x="4625687" y="1585823"/>
                  <a:pt x="4614208" y="1588640"/>
                </a:cubicBezTo>
                <a:close/>
                <a:moveTo>
                  <a:pt x="5073333" y="1405669"/>
                </a:moveTo>
                <a:cubicBezTo>
                  <a:pt x="5061202" y="1408237"/>
                  <a:pt x="5053459" y="1420119"/>
                  <a:pt x="5056008" y="1432251"/>
                </a:cubicBezTo>
                <a:cubicBezTo>
                  <a:pt x="5058230" y="1442792"/>
                  <a:pt x="5067544" y="1450036"/>
                  <a:pt x="5077932" y="1450037"/>
                </a:cubicBezTo>
                <a:cubicBezTo>
                  <a:pt x="5079464" y="1450036"/>
                  <a:pt x="5081020" y="1449883"/>
                  <a:pt x="5082590" y="1449557"/>
                </a:cubicBezTo>
                <a:cubicBezTo>
                  <a:pt x="5094703" y="1447008"/>
                  <a:pt x="5102444" y="1435106"/>
                  <a:pt x="5099897" y="1422993"/>
                </a:cubicBezTo>
                <a:cubicBezTo>
                  <a:pt x="5097345" y="1410862"/>
                  <a:pt x="5085444" y="1403120"/>
                  <a:pt x="5073333" y="1405669"/>
                </a:cubicBezTo>
                <a:close/>
                <a:moveTo>
                  <a:pt x="7682341" y="386687"/>
                </a:moveTo>
                <a:cubicBezTo>
                  <a:pt x="7669461" y="388048"/>
                  <a:pt x="7660109" y="399585"/>
                  <a:pt x="7661469" y="412445"/>
                </a:cubicBezTo>
                <a:cubicBezTo>
                  <a:pt x="7662735" y="424500"/>
                  <a:pt x="7672911" y="433450"/>
                  <a:pt x="7684755" y="433450"/>
                </a:cubicBezTo>
                <a:cubicBezTo>
                  <a:pt x="7685579" y="433450"/>
                  <a:pt x="7686403" y="433412"/>
                  <a:pt x="7687228" y="433316"/>
                </a:cubicBezTo>
                <a:cubicBezTo>
                  <a:pt x="7700107" y="431974"/>
                  <a:pt x="7709440" y="420437"/>
                  <a:pt x="7708099" y="407558"/>
                </a:cubicBezTo>
                <a:cubicBezTo>
                  <a:pt x="7706757" y="394679"/>
                  <a:pt x="7695220" y="385345"/>
                  <a:pt x="7682341" y="386687"/>
                </a:cubicBezTo>
                <a:close/>
                <a:moveTo>
                  <a:pt x="73347" y="3356658"/>
                </a:moveTo>
                <a:cubicBezTo>
                  <a:pt x="73001" y="3357042"/>
                  <a:pt x="73040" y="3357655"/>
                  <a:pt x="73443" y="3358000"/>
                </a:cubicBezTo>
                <a:cubicBezTo>
                  <a:pt x="73615" y="3358153"/>
                  <a:pt x="73845" y="3358249"/>
                  <a:pt x="74055" y="3358249"/>
                </a:cubicBezTo>
                <a:cubicBezTo>
                  <a:pt x="74323" y="3358249"/>
                  <a:pt x="74592" y="3358134"/>
                  <a:pt x="74784" y="3357905"/>
                </a:cubicBezTo>
                <a:cubicBezTo>
                  <a:pt x="75129" y="3357521"/>
                  <a:pt x="75090" y="3356908"/>
                  <a:pt x="74688" y="3356562"/>
                </a:cubicBezTo>
                <a:cubicBezTo>
                  <a:pt x="74305" y="3356217"/>
                  <a:pt x="73691" y="3356256"/>
                  <a:pt x="73347" y="3356658"/>
                </a:cubicBezTo>
                <a:close/>
                <a:moveTo>
                  <a:pt x="4054429" y="1801374"/>
                </a:moveTo>
                <a:cubicBezTo>
                  <a:pt x="4043544" y="1804268"/>
                  <a:pt x="4037082" y="1815422"/>
                  <a:pt x="4039978" y="1826308"/>
                </a:cubicBezTo>
                <a:cubicBezTo>
                  <a:pt x="4042409" y="1835431"/>
                  <a:pt x="4050651" y="1841449"/>
                  <a:pt x="4059659" y="1841449"/>
                </a:cubicBezTo>
                <a:cubicBezTo>
                  <a:pt x="4061385" y="1841449"/>
                  <a:pt x="4063166" y="1841219"/>
                  <a:pt x="4064912" y="1840740"/>
                </a:cubicBezTo>
                <a:cubicBezTo>
                  <a:pt x="4075799" y="1837846"/>
                  <a:pt x="4082257" y="1826691"/>
                  <a:pt x="4079363" y="1815805"/>
                </a:cubicBezTo>
                <a:cubicBezTo>
                  <a:pt x="4076468" y="1804919"/>
                  <a:pt x="4065295" y="1798461"/>
                  <a:pt x="4054429" y="1801374"/>
                </a:cubicBezTo>
                <a:close/>
                <a:moveTo>
                  <a:pt x="543435" y="3170104"/>
                </a:moveTo>
                <a:cubicBezTo>
                  <a:pt x="541575" y="3172192"/>
                  <a:pt x="541767" y="3175373"/>
                  <a:pt x="543836" y="3177233"/>
                </a:cubicBezTo>
                <a:cubicBezTo>
                  <a:pt x="544813" y="3178096"/>
                  <a:pt x="546002" y="3178498"/>
                  <a:pt x="547190" y="3178498"/>
                </a:cubicBezTo>
                <a:cubicBezTo>
                  <a:pt x="548590" y="3178497"/>
                  <a:pt x="549969" y="3177942"/>
                  <a:pt x="550966" y="3176812"/>
                </a:cubicBezTo>
                <a:cubicBezTo>
                  <a:pt x="552825" y="3174741"/>
                  <a:pt x="552634" y="3171540"/>
                  <a:pt x="550563" y="3169682"/>
                </a:cubicBezTo>
                <a:cubicBezTo>
                  <a:pt x="548474" y="3167842"/>
                  <a:pt x="545274" y="3168033"/>
                  <a:pt x="543435" y="3170104"/>
                </a:cubicBezTo>
                <a:close/>
                <a:moveTo>
                  <a:pt x="8026331" y="248132"/>
                </a:moveTo>
                <a:cubicBezTo>
                  <a:pt x="8021313" y="251874"/>
                  <a:pt x="8017724" y="257532"/>
                  <a:pt x="8016756" y="264221"/>
                </a:cubicBezTo>
                <a:cubicBezTo>
                  <a:pt x="8014782" y="277580"/>
                  <a:pt x="8024058" y="290018"/>
                  <a:pt x="8037417" y="291973"/>
                </a:cubicBezTo>
                <a:cubicBezTo>
                  <a:pt x="8038624" y="292145"/>
                  <a:pt x="8039813" y="292221"/>
                  <a:pt x="8040982" y="292221"/>
                </a:cubicBezTo>
                <a:cubicBezTo>
                  <a:pt x="8052940" y="292221"/>
                  <a:pt x="8063385" y="283464"/>
                  <a:pt x="8065168" y="271293"/>
                </a:cubicBezTo>
                <a:cubicBezTo>
                  <a:pt x="8067123" y="257916"/>
                  <a:pt x="8057866" y="245497"/>
                  <a:pt x="8044489" y="243542"/>
                </a:cubicBezTo>
                <a:cubicBezTo>
                  <a:pt x="8037800" y="242564"/>
                  <a:pt x="8031351" y="244390"/>
                  <a:pt x="8026331" y="248132"/>
                </a:cubicBezTo>
                <a:close/>
                <a:moveTo>
                  <a:pt x="3500473" y="2013342"/>
                </a:moveTo>
                <a:cubicBezTo>
                  <a:pt x="3490086" y="2015815"/>
                  <a:pt x="3483646" y="2026260"/>
                  <a:pt x="3486138" y="2036648"/>
                </a:cubicBezTo>
                <a:cubicBezTo>
                  <a:pt x="3488245" y="2045540"/>
                  <a:pt x="3496199" y="2051520"/>
                  <a:pt x="3504957" y="2051520"/>
                </a:cubicBezTo>
                <a:cubicBezTo>
                  <a:pt x="3506434" y="2051520"/>
                  <a:pt x="3507948" y="2051348"/>
                  <a:pt x="3509442" y="2051003"/>
                </a:cubicBezTo>
                <a:cubicBezTo>
                  <a:pt x="3519850" y="2048511"/>
                  <a:pt x="3526270" y="2038085"/>
                  <a:pt x="3523797" y="2027679"/>
                </a:cubicBezTo>
                <a:cubicBezTo>
                  <a:pt x="3521306" y="2017271"/>
                  <a:pt x="3510861" y="2010852"/>
                  <a:pt x="3500473" y="2013342"/>
                </a:cubicBezTo>
                <a:close/>
                <a:moveTo>
                  <a:pt x="5941331" y="1060233"/>
                </a:moveTo>
                <a:cubicBezTo>
                  <a:pt x="5929313" y="1065024"/>
                  <a:pt x="5923448" y="1078650"/>
                  <a:pt x="5928220" y="1090686"/>
                </a:cubicBezTo>
                <a:cubicBezTo>
                  <a:pt x="5931880" y="1099866"/>
                  <a:pt x="5940699" y="1105463"/>
                  <a:pt x="5950012" y="1105463"/>
                </a:cubicBezTo>
                <a:cubicBezTo>
                  <a:pt x="5952907" y="1105463"/>
                  <a:pt x="5955838" y="1104926"/>
                  <a:pt x="5958675" y="1103795"/>
                </a:cubicBezTo>
                <a:cubicBezTo>
                  <a:pt x="5970709" y="1099023"/>
                  <a:pt x="5976574" y="1085377"/>
                  <a:pt x="5971783" y="1073342"/>
                </a:cubicBezTo>
                <a:cubicBezTo>
                  <a:pt x="5967012" y="1061306"/>
                  <a:pt x="5953368" y="1055441"/>
                  <a:pt x="5941331" y="1060233"/>
                </a:cubicBezTo>
                <a:close/>
                <a:moveTo>
                  <a:pt x="5839311" y="1099483"/>
                </a:moveTo>
                <a:cubicBezTo>
                  <a:pt x="5827160" y="1103987"/>
                  <a:pt x="5820973" y="1117479"/>
                  <a:pt x="5825476" y="1129611"/>
                </a:cubicBezTo>
                <a:cubicBezTo>
                  <a:pt x="5828963" y="1139078"/>
                  <a:pt x="5837933" y="1144923"/>
                  <a:pt x="5847459" y="1144923"/>
                </a:cubicBezTo>
                <a:cubicBezTo>
                  <a:pt x="5850159" y="1144923"/>
                  <a:pt x="5852920" y="1144445"/>
                  <a:pt x="5855605" y="1143448"/>
                </a:cubicBezTo>
                <a:cubicBezTo>
                  <a:pt x="5867754" y="1138963"/>
                  <a:pt x="5873946" y="1125471"/>
                  <a:pt x="5869441" y="1113320"/>
                </a:cubicBezTo>
                <a:cubicBezTo>
                  <a:pt x="5864937" y="1101189"/>
                  <a:pt x="5851444" y="1094999"/>
                  <a:pt x="5839311" y="1099483"/>
                </a:cubicBezTo>
                <a:close/>
                <a:moveTo>
                  <a:pt x="1396190" y="2832859"/>
                </a:moveTo>
                <a:cubicBezTo>
                  <a:pt x="1393533" y="2833920"/>
                  <a:pt x="1391281" y="2835995"/>
                  <a:pt x="1390064" y="2838831"/>
                </a:cubicBezTo>
                <a:cubicBezTo>
                  <a:pt x="1387630" y="2844504"/>
                  <a:pt x="1390256" y="2851077"/>
                  <a:pt x="1395928" y="2853512"/>
                </a:cubicBezTo>
                <a:cubicBezTo>
                  <a:pt x="1397366" y="2854125"/>
                  <a:pt x="1398861" y="2854412"/>
                  <a:pt x="1400336" y="2854412"/>
                </a:cubicBezTo>
                <a:cubicBezTo>
                  <a:pt x="1404669" y="2854412"/>
                  <a:pt x="1408808" y="2851883"/>
                  <a:pt x="1410608" y="2847647"/>
                </a:cubicBezTo>
                <a:cubicBezTo>
                  <a:pt x="1413062" y="2841974"/>
                  <a:pt x="1410418" y="2835401"/>
                  <a:pt x="1404745" y="2832966"/>
                </a:cubicBezTo>
                <a:cubicBezTo>
                  <a:pt x="1401908" y="2831749"/>
                  <a:pt x="1398846" y="2831797"/>
                  <a:pt x="1396190" y="2832859"/>
                </a:cubicBezTo>
                <a:close/>
                <a:moveTo>
                  <a:pt x="6042598" y="1018740"/>
                </a:moveTo>
                <a:cubicBezTo>
                  <a:pt x="6030659" y="1023761"/>
                  <a:pt x="6025041" y="1037503"/>
                  <a:pt x="6030083" y="1049442"/>
                </a:cubicBezTo>
                <a:cubicBezTo>
                  <a:pt x="6033839" y="1058412"/>
                  <a:pt x="6042540" y="1063797"/>
                  <a:pt x="6051701" y="1063797"/>
                </a:cubicBezTo>
                <a:cubicBezTo>
                  <a:pt x="6054728" y="1063816"/>
                  <a:pt x="6057814" y="1063223"/>
                  <a:pt x="6060783" y="1061958"/>
                </a:cubicBezTo>
                <a:cubicBezTo>
                  <a:pt x="6072706" y="1056955"/>
                  <a:pt x="6078321" y="1043195"/>
                  <a:pt x="6073298" y="1031254"/>
                </a:cubicBezTo>
                <a:cubicBezTo>
                  <a:pt x="6070788" y="1025294"/>
                  <a:pt x="6066094" y="1020910"/>
                  <a:pt x="6060536" y="1018644"/>
                </a:cubicBezTo>
                <a:cubicBezTo>
                  <a:pt x="6054979" y="1016378"/>
                  <a:pt x="6048558" y="1016230"/>
                  <a:pt x="6042598" y="1018740"/>
                </a:cubicBezTo>
                <a:close/>
                <a:moveTo>
                  <a:pt x="2216813" y="2510002"/>
                </a:moveTo>
                <a:cubicBezTo>
                  <a:pt x="2213852" y="2512551"/>
                  <a:pt x="2211864" y="2516231"/>
                  <a:pt x="2211548" y="2520438"/>
                </a:cubicBezTo>
                <a:cubicBezTo>
                  <a:pt x="2210914" y="2528851"/>
                  <a:pt x="2217220" y="2536172"/>
                  <a:pt x="2225634" y="2536804"/>
                </a:cubicBezTo>
                <a:cubicBezTo>
                  <a:pt x="2226018" y="2536843"/>
                  <a:pt x="2226400" y="2536843"/>
                  <a:pt x="2226784" y="2536843"/>
                </a:cubicBezTo>
                <a:cubicBezTo>
                  <a:pt x="2234700" y="2536843"/>
                  <a:pt x="2241388" y="2530729"/>
                  <a:pt x="2242001" y="2522718"/>
                </a:cubicBezTo>
                <a:cubicBezTo>
                  <a:pt x="2242634" y="2514304"/>
                  <a:pt x="2236329" y="2506983"/>
                  <a:pt x="2227915" y="2506351"/>
                </a:cubicBezTo>
                <a:cubicBezTo>
                  <a:pt x="2223708" y="2506035"/>
                  <a:pt x="2219774" y="2507453"/>
                  <a:pt x="2216813" y="2510002"/>
                </a:cubicBezTo>
                <a:close/>
                <a:moveTo>
                  <a:pt x="5736398" y="1135973"/>
                </a:moveTo>
                <a:cubicBezTo>
                  <a:pt x="5724127" y="1140114"/>
                  <a:pt x="5717537" y="1153414"/>
                  <a:pt x="5721675" y="1165680"/>
                </a:cubicBezTo>
                <a:cubicBezTo>
                  <a:pt x="5724972" y="1175473"/>
                  <a:pt x="5734095" y="1181645"/>
                  <a:pt x="5743888" y="1181645"/>
                </a:cubicBezTo>
                <a:cubicBezTo>
                  <a:pt x="5746362" y="1181645"/>
                  <a:pt x="5748890" y="1181242"/>
                  <a:pt x="5751385" y="1180399"/>
                </a:cubicBezTo>
                <a:cubicBezTo>
                  <a:pt x="5763648" y="1176260"/>
                  <a:pt x="5770239" y="1162958"/>
                  <a:pt x="5766102" y="1150692"/>
                </a:cubicBezTo>
                <a:cubicBezTo>
                  <a:pt x="5761961" y="1138427"/>
                  <a:pt x="5748660" y="1131834"/>
                  <a:pt x="5736398" y="1135973"/>
                </a:cubicBezTo>
                <a:close/>
                <a:moveTo>
                  <a:pt x="4508628" y="1615050"/>
                </a:moveTo>
                <a:cubicBezTo>
                  <a:pt x="4497184" y="1617962"/>
                  <a:pt x="4490268" y="1629615"/>
                  <a:pt x="4493178" y="1641057"/>
                </a:cubicBezTo>
                <a:cubicBezTo>
                  <a:pt x="4495653" y="1650755"/>
                  <a:pt x="4504355" y="1657195"/>
                  <a:pt x="4513917" y="1657195"/>
                </a:cubicBezTo>
                <a:cubicBezTo>
                  <a:pt x="4515660" y="1657195"/>
                  <a:pt x="4517442" y="1656965"/>
                  <a:pt x="4519206" y="1656524"/>
                </a:cubicBezTo>
                <a:cubicBezTo>
                  <a:pt x="4530668" y="1653591"/>
                  <a:pt x="4537585" y="1641957"/>
                  <a:pt x="4534672" y="1630497"/>
                </a:cubicBezTo>
                <a:cubicBezTo>
                  <a:pt x="4531740" y="1619036"/>
                  <a:pt x="4520088" y="1612117"/>
                  <a:pt x="4508628" y="1615050"/>
                </a:cubicBezTo>
                <a:close/>
                <a:moveTo>
                  <a:pt x="8268549" y="147299"/>
                </a:moveTo>
                <a:cubicBezTo>
                  <a:pt x="8262785" y="150356"/>
                  <a:pt x="8258190" y="155612"/>
                  <a:pt x="8256130" y="162339"/>
                </a:cubicBezTo>
                <a:cubicBezTo>
                  <a:pt x="8252010" y="175812"/>
                  <a:pt x="8259561" y="190052"/>
                  <a:pt x="8273015" y="194191"/>
                </a:cubicBezTo>
                <a:cubicBezTo>
                  <a:pt x="8275507" y="194958"/>
                  <a:pt x="8278037" y="195322"/>
                  <a:pt x="8280509" y="195322"/>
                </a:cubicBezTo>
                <a:cubicBezTo>
                  <a:pt x="8291413" y="195322"/>
                  <a:pt x="8301494" y="188269"/>
                  <a:pt x="8304868" y="177287"/>
                </a:cubicBezTo>
                <a:cubicBezTo>
                  <a:pt x="8308988" y="163834"/>
                  <a:pt x="8301437" y="149574"/>
                  <a:pt x="8287983" y="145454"/>
                </a:cubicBezTo>
                <a:cubicBezTo>
                  <a:pt x="8281246" y="143384"/>
                  <a:pt x="8274313" y="144242"/>
                  <a:pt x="8268549" y="147299"/>
                </a:cubicBezTo>
                <a:close/>
                <a:moveTo>
                  <a:pt x="6143155" y="975465"/>
                </a:moveTo>
                <a:cubicBezTo>
                  <a:pt x="6131311" y="980678"/>
                  <a:pt x="6125908" y="994515"/>
                  <a:pt x="6131120" y="1006359"/>
                </a:cubicBezTo>
                <a:cubicBezTo>
                  <a:pt x="6134972" y="1015155"/>
                  <a:pt x="6143577" y="1020388"/>
                  <a:pt x="6152584" y="1020387"/>
                </a:cubicBezTo>
                <a:cubicBezTo>
                  <a:pt x="6155747" y="1020387"/>
                  <a:pt x="6158948" y="1019755"/>
                  <a:pt x="6162014" y="1018414"/>
                </a:cubicBezTo>
                <a:cubicBezTo>
                  <a:pt x="6173858" y="1013201"/>
                  <a:pt x="6179262" y="999363"/>
                  <a:pt x="6174049" y="987520"/>
                </a:cubicBezTo>
                <a:cubicBezTo>
                  <a:pt x="6171443" y="981588"/>
                  <a:pt x="6166685" y="977276"/>
                  <a:pt x="6161097" y="975096"/>
                </a:cubicBezTo>
                <a:cubicBezTo>
                  <a:pt x="6155508" y="972916"/>
                  <a:pt x="6149087" y="972868"/>
                  <a:pt x="6143155" y="975465"/>
                </a:cubicBezTo>
                <a:close/>
                <a:moveTo>
                  <a:pt x="1981075" y="2599667"/>
                </a:moveTo>
                <a:cubicBezTo>
                  <a:pt x="1978138" y="2601828"/>
                  <a:pt x="1976024" y="2605111"/>
                  <a:pt x="1975430" y="2609001"/>
                </a:cubicBezTo>
                <a:cubicBezTo>
                  <a:pt x="1974243" y="2616763"/>
                  <a:pt x="1979590" y="2624027"/>
                  <a:pt x="1987370" y="2625215"/>
                </a:cubicBezTo>
                <a:cubicBezTo>
                  <a:pt x="1988100" y="2625330"/>
                  <a:pt x="1988827" y="2625387"/>
                  <a:pt x="1989536" y="2625387"/>
                </a:cubicBezTo>
                <a:cubicBezTo>
                  <a:pt x="1996455" y="2625387"/>
                  <a:pt x="2002530" y="2620327"/>
                  <a:pt x="2003604" y="2613275"/>
                </a:cubicBezTo>
                <a:cubicBezTo>
                  <a:pt x="2004793" y="2605512"/>
                  <a:pt x="1999444" y="2598230"/>
                  <a:pt x="1991664" y="2597061"/>
                </a:cubicBezTo>
                <a:cubicBezTo>
                  <a:pt x="1987773" y="2596467"/>
                  <a:pt x="1984012" y="2597507"/>
                  <a:pt x="1981075" y="2599667"/>
                </a:cubicBezTo>
                <a:close/>
                <a:moveTo>
                  <a:pt x="3950092" y="1829241"/>
                </a:moveTo>
                <a:cubicBezTo>
                  <a:pt x="3939224" y="1832134"/>
                  <a:pt x="3932765" y="1843308"/>
                  <a:pt x="3935680" y="1854175"/>
                </a:cubicBezTo>
                <a:cubicBezTo>
                  <a:pt x="3938114" y="1863297"/>
                  <a:pt x="3946336" y="1869316"/>
                  <a:pt x="3955341" y="1869316"/>
                </a:cubicBezTo>
                <a:cubicBezTo>
                  <a:pt x="3957088" y="1869316"/>
                  <a:pt x="3958852" y="1869085"/>
                  <a:pt x="3960613" y="1868606"/>
                </a:cubicBezTo>
                <a:cubicBezTo>
                  <a:pt x="3971478" y="1865692"/>
                  <a:pt x="3977958" y="1854539"/>
                  <a:pt x="3975044" y="1843653"/>
                </a:cubicBezTo>
                <a:cubicBezTo>
                  <a:pt x="3972131" y="1832786"/>
                  <a:pt x="3960978" y="1826328"/>
                  <a:pt x="3950092" y="1829241"/>
                </a:cubicBezTo>
                <a:close/>
                <a:moveTo>
                  <a:pt x="3051143" y="2179602"/>
                </a:moveTo>
                <a:cubicBezTo>
                  <a:pt x="3041139" y="2181116"/>
                  <a:pt x="3034239" y="2190449"/>
                  <a:pt x="3035753" y="2200472"/>
                </a:cubicBezTo>
                <a:cubicBezTo>
                  <a:pt x="3037113" y="2209557"/>
                  <a:pt x="3044933" y="2216073"/>
                  <a:pt x="3053845" y="2216073"/>
                </a:cubicBezTo>
                <a:cubicBezTo>
                  <a:pt x="3054764" y="2216073"/>
                  <a:pt x="3055685" y="2215997"/>
                  <a:pt x="3056605" y="2215882"/>
                </a:cubicBezTo>
                <a:cubicBezTo>
                  <a:pt x="3066609" y="2214368"/>
                  <a:pt x="3073507" y="2205034"/>
                  <a:pt x="3072013" y="2195011"/>
                </a:cubicBezTo>
                <a:cubicBezTo>
                  <a:pt x="3070499" y="2184988"/>
                  <a:pt x="3061166" y="2178107"/>
                  <a:pt x="3051143" y="2179602"/>
                </a:cubicBezTo>
                <a:close/>
                <a:moveTo>
                  <a:pt x="2466197" y="2407899"/>
                </a:moveTo>
                <a:cubicBezTo>
                  <a:pt x="2457209" y="2407822"/>
                  <a:pt x="2449849" y="2415047"/>
                  <a:pt x="2449773" y="2424055"/>
                </a:cubicBezTo>
                <a:cubicBezTo>
                  <a:pt x="2449697" y="2433043"/>
                  <a:pt x="2456921" y="2440403"/>
                  <a:pt x="2465910" y="2440480"/>
                </a:cubicBezTo>
                <a:lnTo>
                  <a:pt x="2466063" y="2440480"/>
                </a:lnTo>
                <a:cubicBezTo>
                  <a:pt x="2474994" y="2440480"/>
                  <a:pt x="2482258" y="2433293"/>
                  <a:pt x="2482353" y="2424343"/>
                </a:cubicBezTo>
                <a:cubicBezTo>
                  <a:pt x="2482431" y="2415335"/>
                  <a:pt x="2475205" y="2407994"/>
                  <a:pt x="2466197" y="2407899"/>
                </a:cubicBezTo>
                <a:close/>
                <a:moveTo>
                  <a:pt x="5632368" y="1169360"/>
                </a:moveTo>
                <a:cubicBezTo>
                  <a:pt x="5620003" y="1173174"/>
                  <a:pt x="5613068" y="1186302"/>
                  <a:pt x="5616880" y="1198682"/>
                </a:cubicBezTo>
                <a:lnTo>
                  <a:pt x="5616860" y="1198682"/>
                </a:lnTo>
                <a:cubicBezTo>
                  <a:pt x="5619967" y="1208764"/>
                  <a:pt x="5629240" y="1215222"/>
                  <a:pt x="5639248" y="1215222"/>
                </a:cubicBezTo>
                <a:cubicBezTo>
                  <a:pt x="5641544" y="1215222"/>
                  <a:pt x="5643864" y="1214896"/>
                  <a:pt x="5646168" y="1214187"/>
                </a:cubicBezTo>
                <a:cubicBezTo>
                  <a:pt x="5658525" y="1210374"/>
                  <a:pt x="5665485" y="1197245"/>
                  <a:pt x="5661668" y="1184865"/>
                </a:cubicBezTo>
                <a:cubicBezTo>
                  <a:pt x="5657856" y="1172503"/>
                  <a:pt x="5644728" y="1165565"/>
                  <a:pt x="5632368" y="1169360"/>
                </a:cubicBezTo>
                <a:close/>
                <a:moveTo>
                  <a:pt x="6243198" y="930791"/>
                </a:moveTo>
                <a:cubicBezTo>
                  <a:pt x="6231392" y="936137"/>
                  <a:pt x="6226179" y="950032"/>
                  <a:pt x="6231526" y="961838"/>
                </a:cubicBezTo>
                <a:cubicBezTo>
                  <a:pt x="6235455" y="970481"/>
                  <a:pt x="6243964" y="975598"/>
                  <a:pt x="6252896" y="975598"/>
                </a:cubicBezTo>
                <a:cubicBezTo>
                  <a:pt x="6256134" y="975598"/>
                  <a:pt x="6259412" y="974928"/>
                  <a:pt x="6262555" y="973490"/>
                </a:cubicBezTo>
                <a:cubicBezTo>
                  <a:pt x="6274361" y="968143"/>
                  <a:pt x="6279574" y="954249"/>
                  <a:pt x="6274227" y="942462"/>
                </a:cubicBezTo>
                <a:cubicBezTo>
                  <a:pt x="6271554" y="936559"/>
                  <a:pt x="6266743" y="932305"/>
                  <a:pt x="6261127" y="930194"/>
                </a:cubicBezTo>
                <a:cubicBezTo>
                  <a:pt x="6255512" y="928083"/>
                  <a:pt x="6249091" y="928117"/>
                  <a:pt x="6243198" y="930791"/>
                </a:cubicBezTo>
                <a:close/>
                <a:moveTo>
                  <a:pt x="4966273" y="1428743"/>
                </a:moveTo>
                <a:cubicBezTo>
                  <a:pt x="4954202" y="1431446"/>
                  <a:pt x="4946591" y="1443424"/>
                  <a:pt x="4949293" y="1455517"/>
                </a:cubicBezTo>
                <a:cubicBezTo>
                  <a:pt x="4951616" y="1465962"/>
                  <a:pt x="4960869" y="1473054"/>
                  <a:pt x="4971143" y="1473054"/>
                </a:cubicBezTo>
                <a:cubicBezTo>
                  <a:pt x="4972773" y="1473054"/>
                  <a:pt x="4974403" y="1472881"/>
                  <a:pt x="4976050" y="1472517"/>
                </a:cubicBezTo>
                <a:cubicBezTo>
                  <a:pt x="4988143" y="1469814"/>
                  <a:pt x="4995750" y="1457837"/>
                  <a:pt x="4993049" y="1445743"/>
                </a:cubicBezTo>
                <a:cubicBezTo>
                  <a:pt x="4990345" y="1433650"/>
                  <a:pt x="4978368" y="1426041"/>
                  <a:pt x="4966273" y="1428743"/>
                </a:cubicBezTo>
                <a:close/>
                <a:moveTo>
                  <a:pt x="1060189" y="2952845"/>
                </a:moveTo>
                <a:cubicBezTo>
                  <a:pt x="1057468" y="2957100"/>
                  <a:pt x="1058694" y="2962754"/>
                  <a:pt x="1062949" y="2965475"/>
                </a:cubicBezTo>
                <a:cubicBezTo>
                  <a:pt x="1064482" y="2966452"/>
                  <a:pt x="1066188" y="2966932"/>
                  <a:pt x="1067874" y="2966932"/>
                </a:cubicBezTo>
                <a:cubicBezTo>
                  <a:pt x="1070884" y="2966932"/>
                  <a:pt x="1073816" y="2965437"/>
                  <a:pt x="1075560" y="2962715"/>
                </a:cubicBezTo>
                <a:cubicBezTo>
                  <a:pt x="1078300" y="2958480"/>
                  <a:pt x="1077054" y="2952826"/>
                  <a:pt x="1072819" y="2950104"/>
                </a:cubicBezTo>
                <a:cubicBezTo>
                  <a:pt x="1068565" y="2947383"/>
                  <a:pt x="1062911" y="2948609"/>
                  <a:pt x="1060189" y="2952845"/>
                </a:cubicBezTo>
                <a:close/>
                <a:moveTo>
                  <a:pt x="3396234" y="2037146"/>
                </a:moveTo>
                <a:cubicBezTo>
                  <a:pt x="3385788" y="2039408"/>
                  <a:pt x="3379175" y="2049718"/>
                  <a:pt x="3381438" y="2060163"/>
                </a:cubicBezTo>
                <a:lnTo>
                  <a:pt x="3381419" y="2060163"/>
                </a:lnTo>
                <a:cubicBezTo>
                  <a:pt x="3383392" y="2069229"/>
                  <a:pt x="3391423" y="2075419"/>
                  <a:pt x="3400315" y="2075419"/>
                </a:cubicBezTo>
                <a:cubicBezTo>
                  <a:pt x="3401676" y="2075419"/>
                  <a:pt x="3403074" y="2075265"/>
                  <a:pt x="3404455" y="2074978"/>
                </a:cubicBezTo>
                <a:cubicBezTo>
                  <a:pt x="3414901" y="2072697"/>
                  <a:pt x="3421531" y="2062386"/>
                  <a:pt x="3419250" y="2051941"/>
                </a:cubicBezTo>
                <a:cubicBezTo>
                  <a:pt x="3416970" y="2041496"/>
                  <a:pt x="3406659" y="2034865"/>
                  <a:pt x="3396234" y="2037146"/>
                </a:cubicBezTo>
                <a:close/>
                <a:moveTo>
                  <a:pt x="1748778" y="2678542"/>
                </a:moveTo>
                <a:cubicBezTo>
                  <a:pt x="1745882" y="2680291"/>
                  <a:pt x="1743654" y="2683141"/>
                  <a:pt x="1742782" y="2686677"/>
                </a:cubicBezTo>
                <a:cubicBezTo>
                  <a:pt x="1741019" y="2693788"/>
                  <a:pt x="1745350" y="2700956"/>
                  <a:pt x="1752441" y="2702700"/>
                </a:cubicBezTo>
                <a:cubicBezTo>
                  <a:pt x="1753515" y="2702968"/>
                  <a:pt x="1754569" y="2703102"/>
                  <a:pt x="1755623" y="2703102"/>
                </a:cubicBezTo>
                <a:cubicBezTo>
                  <a:pt x="1761564" y="2703102"/>
                  <a:pt x="1766969" y="2699058"/>
                  <a:pt x="1768444" y="2693040"/>
                </a:cubicBezTo>
                <a:cubicBezTo>
                  <a:pt x="1770207" y="2685950"/>
                  <a:pt x="1765876" y="2678781"/>
                  <a:pt x="1758785" y="2677018"/>
                </a:cubicBezTo>
                <a:cubicBezTo>
                  <a:pt x="1755239" y="2676146"/>
                  <a:pt x="1751675" y="2676793"/>
                  <a:pt x="1748778" y="2678542"/>
                </a:cubicBezTo>
                <a:close/>
                <a:moveTo>
                  <a:pt x="4403292" y="1642303"/>
                </a:moveTo>
                <a:cubicBezTo>
                  <a:pt x="4391854" y="1645273"/>
                  <a:pt x="4385009" y="1656984"/>
                  <a:pt x="4388002" y="1668425"/>
                </a:cubicBezTo>
                <a:cubicBezTo>
                  <a:pt x="4390531" y="1678027"/>
                  <a:pt x="4399194" y="1684409"/>
                  <a:pt x="4408699" y="1684409"/>
                </a:cubicBezTo>
                <a:cubicBezTo>
                  <a:pt x="4410502" y="1684409"/>
                  <a:pt x="4412321" y="1684179"/>
                  <a:pt x="4414141" y="1683700"/>
                </a:cubicBezTo>
                <a:cubicBezTo>
                  <a:pt x="4425563" y="1680691"/>
                  <a:pt x="4432406" y="1669000"/>
                  <a:pt x="4429416" y="1657578"/>
                </a:cubicBezTo>
                <a:cubicBezTo>
                  <a:pt x="4426410" y="1646136"/>
                  <a:pt x="4414717" y="1639293"/>
                  <a:pt x="4403292" y="1642303"/>
                </a:cubicBezTo>
                <a:close/>
                <a:moveTo>
                  <a:pt x="6342819" y="885024"/>
                </a:moveTo>
                <a:cubicBezTo>
                  <a:pt x="6331070" y="890485"/>
                  <a:pt x="6325973" y="904419"/>
                  <a:pt x="6331435" y="916167"/>
                </a:cubicBezTo>
                <a:cubicBezTo>
                  <a:pt x="6335402" y="924715"/>
                  <a:pt x="6343854" y="929736"/>
                  <a:pt x="6352709" y="929736"/>
                </a:cubicBezTo>
                <a:cubicBezTo>
                  <a:pt x="6356005" y="929736"/>
                  <a:pt x="6359378" y="929027"/>
                  <a:pt x="6362579" y="927551"/>
                </a:cubicBezTo>
                <a:cubicBezTo>
                  <a:pt x="6374308" y="922089"/>
                  <a:pt x="6379406" y="908156"/>
                  <a:pt x="6373963" y="896407"/>
                </a:cubicBezTo>
                <a:cubicBezTo>
                  <a:pt x="6371231" y="890534"/>
                  <a:pt x="6366378" y="886321"/>
                  <a:pt x="6360741" y="884261"/>
                </a:cubicBezTo>
                <a:cubicBezTo>
                  <a:pt x="6355104" y="882201"/>
                  <a:pt x="6348683" y="882292"/>
                  <a:pt x="6342819" y="885024"/>
                </a:cubicBezTo>
                <a:close/>
                <a:moveTo>
                  <a:pt x="171033" y="3293816"/>
                </a:moveTo>
                <a:cubicBezTo>
                  <a:pt x="170303" y="3294620"/>
                  <a:pt x="170361" y="3295885"/>
                  <a:pt x="171185" y="3296614"/>
                </a:cubicBezTo>
                <a:cubicBezTo>
                  <a:pt x="171570" y="3296958"/>
                  <a:pt x="172030" y="3297131"/>
                  <a:pt x="172509" y="3297132"/>
                </a:cubicBezTo>
                <a:cubicBezTo>
                  <a:pt x="173044" y="3297131"/>
                  <a:pt x="173582" y="3296901"/>
                  <a:pt x="173984" y="3296460"/>
                </a:cubicBezTo>
                <a:cubicBezTo>
                  <a:pt x="174712" y="3295656"/>
                  <a:pt x="174656" y="3294409"/>
                  <a:pt x="173829" y="3293662"/>
                </a:cubicBezTo>
                <a:cubicBezTo>
                  <a:pt x="173025" y="3292934"/>
                  <a:pt x="171780" y="3293010"/>
                  <a:pt x="171033" y="3293816"/>
                </a:cubicBezTo>
                <a:close/>
                <a:moveTo>
                  <a:pt x="2705898" y="2303525"/>
                </a:moveTo>
                <a:cubicBezTo>
                  <a:pt x="2696353" y="2304004"/>
                  <a:pt x="2689013" y="2312130"/>
                  <a:pt x="2689492" y="2321694"/>
                </a:cubicBezTo>
                <a:cubicBezTo>
                  <a:pt x="2689952" y="2330931"/>
                  <a:pt x="2697599" y="2338118"/>
                  <a:pt x="2706760" y="2338118"/>
                </a:cubicBezTo>
                <a:cubicBezTo>
                  <a:pt x="2707047" y="2338118"/>
                  <a:pt x="2707354" y="2338118"/>
                  <a:pt x="2707642" y="2338099"/>
                </a:cubicBezTo>
                <a:cubicBezTo>
                  <a:pt x="2717204" y="2337619"/>
                  <a:pt x="2724546" y="2329493"/>
                  <a:pt x="2724066" y="2319949"/>
                </a:cubicBezTo>
                <a:cubicBezTo>
                  <a:pt x="2723587" y="2310386"/>
                  <a:pt x="2715461" y="2303046"/>
                  <a:pt x="2705898" y="2303525"/>
                </a:cubicBezTo>
                <a:close/>
                <a:moveTo>
                  <a:pt x="3845813" y="1857030"/>
                </a:moveTo>
                <a:cubicBezTo>
                  <a:pt x="3834946" y="1859924"/>
                  <a:pt x="3828448" y="1871079"/>
                  <a:pt x="3831342" y="1881945"/>
                </a:cubicBezTo>
                <a:cubicBezTo>
                  <a:pt x="3833776" y="1891068"/>
                  <a:pt x="3842018" y="1897105"/>
                  <a:pt x="3851028" y="1897105"/>
                </a:cubicBezTo>
                <a:cubicBezTo>
                  <a:pt x="3852769" y="1897105"/>
                  <a:pt x="3854515" y="1896894"/>
                  <a:pt x="3856279" y="1896414"/>
                </a:cubicBezTo>
                <a:cubicBezTo>
                  <a:pt x="3867144" y="1893540"/>
                  <a:pt x="3873640" y="1882367"/>
                  <a:pt x="3870746" y="1871500"/>
                </a:cubicBezTo>
                <a:cubicBezTo>
                  <a:pt x="3867855" y="1860614"/>
                  <a:pt x="3856700" y="1854136"/>
                  <a:pt x="3845813" y="1857030"/>
                </a:cubicBezTo>
                <a:close/>
                <a:moveTo>
                  <a:pt x="5527514" y="1200542"/>
                </a:moveTo>
                <a:cubicBezTo>
                  <a:pt x="5515057" y="1204106"/>
                  <a:pt x="5507867" y="1217101"/>
                  <a:pt x="5511434" y="1229539"/>
                </a:cubicBezTo>
                <a:cubicBezTo>
                  <a:pt x="5514385" y="1239831"/>
                  <a:pt x="5523776" y="1246519"/>
                  <a:pt x="5533952" y="1246519"/>
                </a:cubicBezTo>
                <a:cubicBezTo>
                  <a:pt x="5536099" y="1246519"/>
                  <a:pt x="5538284" y="1246231"/>
                  <a:pt x="5540450" y="1245618"/>
                </a:cubicBezTo>
                <a:cubicBezTo>
                  <a:pt x="5552908" y="1242035"/>
                  <a:pt x="5560093" y="1229041"/>
                  <a:pt x="5556529" y="1216602"/>
                </a:cubicBezTo>
                <a:cubicBezTo>
                  <a:pt x="5552945" y="1204164"/>
                  <a:pt x="5539972" y="1196958"/>
                  <a:pt x="5527514" y="1200542"/>
                </a:cubicBezTo>
                <a:close/>
                <a:moveTo>
                  <a:pt x="7571967" y="402096"/>
                </a:moveTo>
                <a:cubicBezTo>
                  <a:pt x="7559204" y="404319"/>
                  <a:pt x="7550656" y="416451"/>
                  <a:pt x="7552878" y="429215"/>
                </a:cubicBezTo>
                <a:cubicBezTo>
                  <a:pt x="7554853" y="440618"/>
                  <a:pt x="7564742" y="448649"/>
                  <a:pt x="7575935" y="448649"/>
                </a:cubicBezTo>
                <a:cubicBezTo>
                  <a:pt x="7577276" y="448648"/>
                  <a:pt x="7578618" y="448533"/>
                  <a:pt x="7579979" y="448303"/>
                </a:cubicBezTo>
                <a:cubicBezTo>
                  <a:pt x="7592743" y="446100"/>
                  <a:pt x="7601291" y="433968"/>
                  <a:pt x="7599067" y="421203"/>
                </a:cubicBezTo>
                <a:cubicBezTo>
                  <a:pt x="7596863" y="408440"/>
                  <a:pt x="7584732" y="399892"/>
                  <a:pt x="7571967" y="402096"/>
                </a:cubicBezTo>
                <a:close/>
                <a:moveTo>
                  <a:pt x="648040" y="3104501"/>
                </a:moveTo>
                <a:cubicBezTo>
                  <a:pt x="645855" y="3107069"/>
                  <a:pt x="646162" y="3110902"/>
                  <a:pt x="648710" y="3113068"/>
                </a:cubicBezTo>
                <a:cubicBezTo>
                  <a:pt x="649860" y="3114045"/>
                  <a:pt x="651260" y="3114524"/>
                  <a:pt x="652658" y="3114524"/>
                </a:cubicBezTo>
                <a:cubicBezTo>
                  <a:pt x="654365" y="3114524"/>
                  <a:pt x="656070" y="3113796"/>
                  <a:pt x="657276" y="3112377"/>
                </a:cubicBezTo>
                <a:cubicBezTo>
                  <a:pt x="659442" y="3109829"/>
                  <a:pt x="659136" y="3106015"/>
                  <a:pt x="656587" y="3103829"/>
                </a:cubicBezTo>
                <a:cubicBezTo>
                  <a:pt x="654039" y="3101664"/>
                  <a:pt x="650205" y="3101952"/>
                  <a:pt x="648040" y="3104501"/>
                </a:cubicBezTo>
                <a:close/>
                <a:moveTo>
                  <a:pt x="6442134" y="838471"/>
                </a:moveTo>
                <a:cubicBezTo>
                  <a:pt x="6430443" y="843991"/>
                  <a:pt x="6425422" y="857961"/>
                  <a:pt x="6430961" y="869672"/>
                </a:cubicBezTo>
                <a:lnTo>
                  <a:pt x="6430941" y="869672"/>
                </a:lnTo>
                <a:cubicBezTo>
                  <a:pt x="6434947" y="878143"/>
                  <a:pt x="6443361" y="883107"/>
                  <a:pt x="6452157" y="883107"/>
                </a:cubicBezTo>
                <a:cubicBezTo>
                  <a:pt x="6455512" y="883107"/>
                  <a:pt x="6458923" y="882397"/>
                  <a:pt x="6462143" y="880865"/>
                </a:cubicBezTo>
                <a:cubicBezTo>
                  <a:pt x="6473852" y="875326"/>
                  <a:pt x="6478874" y="861354"/>
                  <a:pt x="6473336" y="849644"/>
                </a:cubicBezTo>
                <a:cubicBezTo>
                  <a:pt x="6470576" y="843789"/>
                  <a:pt x="6465698" y="839611"/>
                  <a:pt x="6460049" y="837589"/>
                </a:cubicBezTo>
                <a:cubicBezTo>
                  <a:pt x="6454400" y="835567"/>
                  <a:pt x="6447979" y="835702"/>
                  <a:pt x="6442134" y="838471"/>
                </a:cubicBezTo>
                <a:close/>
                <a:moveTo>
                  <a:pt x="4859486" y="1453696"/>
                </a:moveTo>
                <a:cubicBezTo>
                  <a:pt x="4847450" y="1456629"/>
                  <a:pt x="4840074" y="1468760"/>
                  <a:pt x="4843003" y="1480777"/>
                </a:cubicBezTo>
                <a:cubicBezTo>
                  <a:pt x="4845495" y="1491030"/>
                  <a:pt x="4854674" y="1497911"/>
                  <a:pt x="4864775" y="1497911"/>
                </a:cubicBezTo>
                <a:cubicBezTo>
                  <a:pt x="4866521" y="1497911"/>
                  <a:pt x="4868303" y="1497700"/>
                  <a:pt x="4870082" y="1497279"/>
                </a:cubicBezTo>
                <a:cubicBezTo>
                  <a:pt x="4882120" y="1494346"/>
                  <a:pt x="4889500" y="1482215"/>
                  <a:pt x="4886587" y="1470179"/>
                </a:cubicBezTo>
                <a:cubicBezTo>
                  <a:pt x="4883654" y="1458163"/>
                  <a:pt x="4871521" y="1450765"/>
                  <a:pt x="4859486" y="1453696"/>
                </a:cubicBezTo>
                <a:close/>
                <a:moveTo>
                  <a:pt x="4298152" y="1670074"/>
                </a:moveTo>
                <a:cubicBezTo>
                  <a:pt x="4286730" y="1673120"/>
                  <a:pt x="4279926" y="1684850"/>
                  <a:pt x="4282974" y="1696272"/>
                </a:cubicBezTo>
                <a:cubicBezTo>
                  <a:pt x="4285523" y="1705835"/>
                  <a:pt x="4294187" y="1712160"/>
                  <a:pt x="4303633" y="1712160"/>
                </a:cubicBezTo>
                <a:cubicBezTo>
                  <a:pt x="4305474" y="1712160"/>
                  <a:pt x="4307314" y="1711930"/>
                  <a:pt x="4309174" y="1711432"/>
                </a:cubicBezTo>
                <a:cubicBezTo>
                  <a:pt x="4320575" y="1708404"/>
                  <a:pt x="4327379" y="1696674"/>
                  <a:pt x="4324333" y="1685252"/>
                </a:cubicBezTo>
                <a:cubicBezTo>
                  <a:pt x="4321308" y="1673829"/>
                  <a:pt x="4309575" y="1667045"/>
                  <a:pt x="4298152" y="1670074"/>
                </a:cubicBezTo>
                <a:close/>
                <a:moveTo>
                  <a:pt x="5422045" y="1229884"/>
                </a:moveTo>
                <a:cubicBezTo>
                  <a:pt x="5409531" y="1233257"/>
                  <a:pt x="5402151" y="1246136"/>
                  <a:pt x="5405525" y="1258632"/>
                </a:cubicBezTo>
                <a:cubicBezTo>
                  <a:pt x="5408360" y="1269077"/>
                  <a:pt x="5417811" y="1275958"/>
                  <a:pt x="5428141" y="1275958"/>
                </a:cubicBezTo>
                <a:cubicBezTo>
                  <a:pt x="5430173" y="1275957"/>
                  <a:pt x="5432223" y="1275708"/>
                  <a:pt x="5434273" y="1275152"/>
                </a:cubicBezTo>
                <a:cubicBezTo>
                  <a:pt x="5446768" y="1271760"/>
                  <a:pt x="5454167" y="1258900"/>
                  <a:pt x="5450795" y="1246385"/>
                </a:cubicBezTo>
                <a:cubicBezTo>
                  <a:pt x="5447399" y="1233889"/>
                  <a:pt x="5434541" y="1226511"/>
                  <a:pt x="5422045" y="1229884"/>
                </a:cubicBezTo>
                <a:close/>
                <a:moveTo>
                  <a:pt x="6541295" y="791362"/>
                </a:moveTo>
                <a:cubicBezTo>
                  <a:pt x="6529605" y="796940"/>
                  <a:pt x="6524660" y="810931"/>
                  <a:pt x="6530237" y="822621"/>
                </a:cubicBezTo>
                <a:cubicBezTo>
                  <a:pt x="6534242" y="831054"/>
                  <a:pt x="6542657" y="835980"/>
                  <a:pt x="6551414" y="835980"/>
                </a:cubicBezTo>
                <a:cubicBezTo>
                  <a:pt x="6554788" y="835980"/>
                  <a:pt x="6558219" y="835251"/>
                  <a:pt x="6561496" y="833698"/>
                </a:cubicBezTo>
                <a:cubicBezTo>
                  <a:pt x="6573167" y="828102"/>
                  <a:pt x="6578131" y="814112"/>
                  <a:pt x="6572554" y="802440"/>
                </a:cubicBezTo>
                <a:cubicBezTo>
                  <a:pt x="6569766" y="796595"/>
                  <a:pt x="6564873" y="792431"/>
                  <a:pt x="6559217" y="790426"/>
                </a:cubicBezTo>
                <a:cubicBezTo>
                  <a:pt x="6553561" y="788420"/>
                  <a:pt x="6547141" y="788574"/>
                  <a:pt x="6541295" y="791362"/>
                </a:cubicBezTo>
                <a:close/>
                <a:moveTo>
                  <a:pt x="3741574" y="1884245"/>
                </a:moveTo>
                <a:cubicBezTo>
                  <a:pt x="3730668" y="1887023"/>
                  <a:pt x="3724095" y="1898120"/>
                  <a:pt x="3726874" y="1909025"/>
                </a:cubicBezTo>
                <a:cubicBezTo>
                  <a:pt x="3729231" y="1918245"/>
                  <a:pt x="3737530" y="1924358"/>
                  <a:pt x="3746614" y="1924377"/>
                </a:cubicBezTo>
                <a:cubicBezTo>
                  <a:pt x="3748281" y="1924377"/>
                  <a:pt x="3749987" y="1924166"/>
                  <a:pt x="3751674" y="1923725"/>
                </a:cubicBezTo>
                <a:cubicBezTo>
                  <a:pt x="3762579" y="1920946"/>
                  <a:pt x="3769153" y="1909849"/>
                  <a:pt x="3766373" y="1898945"/>
                </a:cubicBezTo>
                <a:cubicBezTo>
                  <a:pt x="3763575" y="1888020"/>
                  <a:pt x="3752479" y="1881447"/>
                  <a:pt x="3741574" y="1884245"/>
                </a:cubicBezTo>
                <a:close/>
                <a:moveTo>
                  <a:pt x="3291610" y="2058592"/>
                </a:moveTo>
                <a:cubicBezTo>
                  <a:pt x="3281105" y="2060624"/>
                  <a:pt x="3274226" y="2070761"/>
                  <a:pt x="3276239" y="2081264"/>
                </a:cubicBezTo>
                <a:cubicBezTo>
                  <a:pt x="3278021" y="2090521"/>
                  <a:pt x="3286127" y="2096980"/>
                  <a:pt x="3295232" y="2096980"/>
                </a:cubicBezTo>
                <a:cubicBezTo>
                  <a:pt x="3296439" y="2096980"/>
                  <a:pt x="3297666" y="2096865"/>
                  <a:pt x="3298911" y="2096616"/>
                </a:cubicBezTo>
                <a:cubicBezTo>
                  <a:pt x="3309395" y="2094603"/>
                  <a:pt x="3316276" y="2084465"/>
                  <a:pt x="3314262" y="2073963"/>
                </a:cubicBezTo>
                <a:cubicBezTo>
                  <a:pt x="3312251" y="2063460"/>
                  <a:pt x="3302111" y="2056580"/>
                  <a:pt x="3291610" y="2058592"/>
                </a:cubicBezTo>
                <a:close/>
                <a:moveTo>
                  <a:pt x="2946097" y="2193362"/>
                </a:moveTo>
                <a:cubicBezTo>
                  <a:pt x="2936036" y="2194474"/>
                  <a:pt x="2928791" y="2203539"/>
                  <a:pt x="2929902" y="2213601"/>
                </a:cubicBezTo>
                <a:cubicBezTo>
                  <a:pt x="2930937" y="2222972"/>
                  <a:pt x="2938872" y="2229930"/>
                  <a:pt x="2948091" y="2229930"/>
                </a:cubicBezTo>
                <a:cubicBezTo>
                  <a:pt x="2948780" y="2229930"/>
                  <a:pt x="2949450" y="2229891"/>
                  <a:pt x="2950141" y="2229815"/>
                </a:cubicBezTo>
                <a:cubicBezTo>
                  <a:pt x="2960203" y="2228704"/>
                  <a:pt x="2967466" y="2219639"/>
                  <a:pt x="2966354" y="2209577"/>
                </a:cubicBezTo>
                <a:cubicBezTo>
                  <a:pt x="2965224" y="2199514"/>
                  <a:pt x="2956179" y="2192250"/>
                  <a:pt x="2946097" y="2193362"/>
                </a:cubicBezTo>
                <a:close/>
                <a:moveTo>
                  <a:pt x="1531465" y="2742525"/>
                </a:moveTo>
                <a:cubicBezTo>
                  <a:pt x="1525121" y="2740206"/>
                  <a:pt x="1518126" y="2743483"/>
                  <a:pt x="1515807" y="2749808"/>
                </a:cubicBezTo>
                <a:cubicBezTo>
                  <a:pt x="1513508" y="2756133"/>
                  <a:pt x="1516766" y="2763147"/>
                  <a:pt x="1523110" y="2765447"/>
                </a:cubicBezTo>
                <a:cubicBezTo>
                  <a:pt x="1524490" y="2765946"/>
                  <a:pt x="1525889" y="2766194"/>
                  <a:pt x="1527269" y="2766194"/>
                </a:cubicBezTo>
                <a:cubicBezTo>
                  <a:pt x="1532251" y="2766194"/>
                  <a:pt x="1536947" y="2763108"/>
                  <a:pt x="1538748" y="2758164"/>
                </a:cubicBezTo>
                <a:cubicBezTo>
                  <a:pt x="1541048" y="2751840"/>
                  <a:pt x="1537790" y="2744825"/>
                  <a:pt x="1531465" y="2742525"/>
                </a:cubicBezTo>
                <a:close/>
                <a:moveTo>
                  <a:pt x="7462975" y="424366"/>
                </a:moveTo>
                <a:cubicBezTo>
                  <a:pt x="7450364" y="427317"/>
                  <a:pt x="7442544" y="439928"/>
                  <a:pt x="7445477" y="452539"/>
                </a:cubicBezTo>
                <a:cubicBezTo>
                  <a:pt x="7448026" y="463348"/>
                  <a:pt x="7457666" y="470650"/>
                  <a:pt x="7468303" y="470650"/>
                </a:cubicBezTo>
                <a:cubicBezTo>
                  <a:pt x="7470065" y="470650"/>
                  <a:pt x="7471867" y="470439"/>
                  <a:pt x="7473668" y="470017"/>
                </a:cubicBezTo>
                <a:cubicBezTo>
                  <a:pt x="7486279" y="467066"/>
                  <a:pt x="7494099" y="454455"/>
                  <a:pt x="7491147" y="441845"/>
                </a:cubicBezTo>
                <a:cubicBezTo>
                  <a:pt x="7488196" y="429234"/>
                  <a:pt x="7475566" y="421414"/>
                  <a:pt x="7462975" y="424366"/>
                </a:cubicBezTo>
                <a:close/>
                <a:moveTo>
                  <a:pt x="269639" y="3231068"/>
                </a:moveTo>
                <a:cubicBezTo>
                  <a:pt x="268507" y="3232294"/>
                  <a:pt x="268603" y="3234192"/>
                  <a:pt x="269830" y="3235303"/>
                </a:cubicBezTo>
                <a:cubicBezTo>
                  <a:pt x="270406" y="3235840"/>
                  <a:pt x="271133" y="3236090"/>
                  <a:pt x="271842" y="3236090"/>
                </a:cubicBezTo>
                <a:cubicBezTo>
                  <a:pt x="272666" y="3236090"/>
                  <a:pt x="273472" y="3235764"/>
                  <a:pt x="274065" y="3235112"/>
                </a:cubicBezTo>
                <a:cubicBezTo>
                  <a:pt x="275196" y="3233886"/>
                  <a:pt x="275101" y="3231988"/>
                  <a:pt x="273874" y="3230876"/>
                </a:cubicBezTo>
                <a:cubicBezTo>
                  <a:pt x="272647" y="3229765"/>
                  <a:pt x="270750" y="3229841"/>
                  <a:pt x="269639" y="3231068"/>
                </a:cubicBezTo>
                <a:close/>
                <a:moveTo>
                  <a:pt x="6640380" y="743928"/>
                </a:moveTo>
                <a:cubicBezTo>
                  <a:pt x="6628689" y="749505"/>
                  <a:pt x="6623744" y="763496"/>
                  <a:pt x="6629321" y="775187"/>
                </a:cubicBezTo>
                <a:cubicBezTo>
                  <a:pt x="6633346" y="783620"/>
                  <a:pt x="6641760" y="788526"/>
                  <a:pt x="6650499" y="788526"/>
                </a:cubicBezTo>
                <a:cubicBezTo>
                  <a:pt x="6653891" y="788526"/>
                  <a:pt x="6657322" y="787797"/>
                  <a:pt x="6660600" y="786245"/>
                </a:cubicBezTo>
                <a:cubicBezTo>
                  <a:pt x="6672271" y="780668"/>
                  <a:pt x="6677216" y="766659"/>
                  <a:pt x="6671639" y="754986"/>
                </a:cubicBezTo>
                <a:cubicBezTo>
                  <a:pt x="6668850" y="749141"/>
                  <a:pt x="6663959" y="744982"/>
                  <a:pt x="6658302" y="742982"/>
                </a:cubicBezTo>
                <a:cubicBezTo>
                  <a:pt x="6652646" y="740982"/>
                  <a:pt x="6646225" y="741140"/>
                  <a:pt x="6640380" y="743928"/>
                </a:cubicBezTo>
                <a:close/>
                <a:moveTo>
                  <a:pt x="4753252" y="1480394"/>
                </a:moveTo>
                <a:cubicBezTo>
                  <a:pt x="4741254" y="1483479"/>
                  <a:pt x="4734028" y="1495707"/>
                  <a:pt x="4737117" y="1507704"/>
                </a:cubicBezTo>
                <a:cubicBezTo>
                  <a:pt x="4739724" y="1517824"/>
                  <a:pt x="4748827" y="1524531"/>
                  <a:pt x="4758831" y="1524531"/>
                </a:cubicBezTo>
                <a:cubicBezTo>
                  <a:pt x="4760670" y="1524531"/>
                  <a:pt x="4762547" y="1524301"/>
                  <a:pt x="4764427" y="1523842"/>
                </a:cubicBezTo>
                <a:cubicBezTo>
                  <a:pt x="4776423" y="1520737"/>
                  <a:pt x="4783630" y="1508528"/>
                  <a:pt x="4780546" y="1496531"/>
                </a:cubicBezTo>
                <a:cubicBezTo>
                  <a:pt x="4777458" y="1484533"/>
                  <a:pt x="4765230" y="1477308"/>
                  <a:pt x="4753252" y="1480394"/>
                </a:cubicBezTo>
                <a:close/>
                <a:moveTo>
                  <a:pt x="1177713" y="2875379"/>
                </a:moveTo>
                <a:cubicBezTo>
                  <a:pt x="1174913" y="2880228"/>
                  <a:pt x="1176581" y="2886438"/>
                  <a:pt x="1181429" y="2889254"/>
                </a:cubicBezTo>
                <a:cubicBezTo>
                  <a:pt x="1183040" y="2890175"/>
                  <a:pt x="1184784" y="2890615"/>
                  <a:pt x="1186489" y="2890615"/>
                </a:cubicBezTo>
                <a:cubicBezTo>
                  <a:pt x="1190015" y="2890615"/>
                  <a:pt x="1193427" y="2888776"/>
                  <a:pt x="1195305" y="2885517"/>
                </a:cubicBezTo>
                <a:cubicBezTo>
                  <a:pt x="1198104" y="2880669"/>
                  <a:pt x="1196436" y="2874459"/>
                  <a:pt x="1191588" y="2871661"/>
                </a:cubicBezTo>
                <a:cubicBezTo>
                  <a:pt x="1186739" y="2868844"/>
                  <a:pt x="1180510" y="2870511"/>
                  <a:pt x="1177713" y="2875379"/>
                </a:cubicBezTo>
                <a:close/>
                <a:moveTo>
                  <a:pt x="4193166" y="1698150"/>
                </a:moveTo>
                <a:cubicBezTo>
                  <a:pt x="4181741" y="1701217"/>
                  <a:pt x="4174957" y="1712946"/>
                  <a:pt x="4178023" y="1724368"/>
                </a:cubicBezTo>
                <a:cubicBezTo>
                  <a:pt x="4180594" y="1733913"/>
                  <a:pt x="4189236" y="1740218"/>
                  <a:pt x="4198703" y="1740218"/>
                </a:cubicBezTo>
                <a:cubicBezTo>
                  <a:pt x="4200524" y="1740218"/>
                  <a:pt x="4202383" y="1739988"/>
                  <a:pt x="4204243" y="1739490"/>
                </a:cubicBezTo>
                <a:cubicBezTo>
                  <a:pt x="4215666" y="1736423"/>
                  <a:pt x="4222431" y="1724694"/>
                  <a:pt x="4219365" y="1713272"/>
                </a:cubicBezTo>
                <a:cubicBezTo>
                  <a:pt x="4216317" y="1701850"/>
                  <a:pt x="4204568" y="1695084"/>
                  <a:pt x="4193166" y="1698150"/>
                </a:cubicBezTo>
                <a:close/>
                <a:moveTo>
                  <a:pt x="5316060" y="1257903"/>
                </a:moveTo>
                <a:cubicBezTo>
                  <a:pt x="5303529" y="1261161"/>
                  <a:pt x="5295995" y="1273945"/>
                  <a:pt x="5299256" y="1286479"/>
                </a:cubicBezTo>
                <a:cubicBezTo>
                  <a:pt x="5301994" y="1297039"/>
                  <a:pt x="5311499" y="1304053"/>
                  <a:pt x="5321925" y="1304053"/>
                </a:cubicBezTo>
                <a:cubicBezTo>
                  <a:pt x="5323881" y="1304053"/>
                  <a:pt x="5325856" y="1303805"/>
                  <a:pt x="5327847" y="1303287"/>
                </a:cubicBezTo>
                <a:cubicBezTo>
                  <a:pt x="5340364" y="1300048"/>
                  <a:pt x="5347894" y="1287246"/>
                  <a:pt x="5344637" y="1274711"/>
                </a:cubicBezTo>
                <a:cubicBezTo>
                  <a:pt x="5341397" y="1262177"/>
                  <a:pt x="5328594" y="1254646"/>
                  <a:pt x="5316060" y="1257903"/>
                </a:cubicBezTo>
                <a:close/>
                <a:moveTo>
                  <a:pt x="755039" y="3037153"/>
                </a:moveTo>
                <a:cubicBezTo>
                  <a:pt x="752568" y="3040200"/>
                  <a:pt x="753047" y="3044647"/>
                  <a:pt x="756094" y="3047119"/>
                </a:cubicBezTo>
                <a:cubicBezTo>
                  <a:pt x="757398" y="3048173"/>
                  <a:pt x="758969" y="3048691"/>
                  <a:pt x="760540" y="3048691"/>
                </a:cubicBezTo>
                <a:cubicBezTo>
                  <a:pt x="762610" y="3048691"/>
                  <a:pt x="764660" y="3047790"/>
                  <a:pt x="766059" y="3046065"/>
                </a:cubicBezTo>
                <a:cubicBezTo>
                  <a:pt x="768532" y="3043018"/>
                  <a:pt x="768053" y="3038552"/>
                  <a:pt x="765006" y="3036099"/>
                </a:cubicBezTo>
                <a:cubicBezTo>
                  <a:pt x="761959" y="3033627"/>
                  <a:pt x="757494" y="3034106"/>
                  <a:pt x="755039" y="3037153"/>
                </a:cubicBezTo>
                <a:close/>
                <a:moveTo>
                  <a:pt x="3637104" y="1910233"/>
                </a:moveTo>
                <a:cubicBezTo>
                  <a:pt x="3626160" y="1912859"/>
                  <a:pt x="3619433" y="1923879"/>
                  <a:pt x="3622077" y="1934822"/>
                </a:cubicBezTo>
                <a:cubicBezTo>
                  <a:pt x="3624321" y="1944156"/>
                  <a:pt x="3632676" y="1950423"/>
                  <a:pt x="3641876" y="1950423"/>
                </a:cubicBezTo>
                <a:cubicBezTo>
                  <a:pt x="3643447" y="1950423"/>
                  <a:pt x="3645057" y="1950232"/>
                  <a:pt x="3646667" y="1949847"/>
                </a:cubicBezTo>
                <a:cubicBezTo>
                  <a:pt x="3657610" y="1947203"/>
                  <a:pt x="3664337" y="1936202"/>
                  <a:pt x="3661692" y="1925259"/>
                </a:cubicBezTo>
                <a:cubicBezTo>
                  <a:pt x="3659048" y="1914316"/>
                  <a:pt x="3648047" y="1907589"/>
                  <a:pt x="3637104" y="1910233"/>
                </a:cubicBezTo>
                <a:close/>
                <a:moveTo>
                  <a:pt x="6739867" y="696858"/>
                </a:moveTo>
                <a:cubicBezTo>
                  <a:pt x="6728138" y="702340"/>
                  <a:pt x="6723079" y="716292"/>
                  <a:pt x="6728559" y="728021"/>
                </a:cubicBezTo>
                <a:cubicBezTo>
                  <a:pt x="6732546" y="736530"/>
                  <a:pt x="6740997" y="741532"/>
                  <a:pt x="6749814" y="741532"/>
                </a:cubicBezTo>
                <a:cubicBezTo>
                  <a:pt x="6753149" y="741532"/>
                  <a:pt x="6756522" y="740823"/>
                  <a:pt x="6759742" y="739329"/>
                </a:cubicBezTo>
                <a:cubicBezTo>
                  <a:pt x="6771471" y="733828"/>
                  <a:pt x="6776530" y="719875"/>
                  <a:pt x="6771048" y="708146"/>
                </a:cubicBezTo>
                <a:cubicBezTo>
                  <a:pt x="6768299" y="702282"/>
                  <a:pt x="6763436" y="698085"/>
                  <a:pt x="6757794" y="696041"/>
                </a:cubicBezTo>
                <a:cubicBezTo>
                  <a:pt x="6752152" y="693998"/>
                  <a:pt x="6745732" y="694109"/>
                  <a:pt x="6739867" y="696858"/>
                </a:cubicBezTo>
                <a:close/>
                <a:moveTo>
                  <a:pt x="7914756" y="238207"/>
                </a:moveTo>
                <a:cubicBezTo>
                  <a:pt x="7910077" y="242368"/>
                  <a:pt x="7906987" y="248314"/>
                  <a:pt x="7906594" y="255060"/>
                </a:cubicBezTo>
                <a:cubicBezTo>
                  <a:pt x="7905808" y="268552"/>
                  <a:pt x="7916120" y="280129"/>
                  <a:pt x="7929612" y="280914"/>
                </a:cubicBezTo>
                <a:cubicBezTo>
                  <a:pt x="7930091" y="280952"/>
                  <a:pt x="7930570" y="280952"/>
                  <a:pt x="7931050" y="280952"/>
                </a:cubicBezTo>
                <a:cubicBezTo>
                  <a:pt x="7943909" y="280952"/>
                  <a:pt x="7954699" y="270910"/>
                  <a:pt x="7955447" y="257896"/>
                </a:cubicBezTo>
                <a:cubicBezTo>
                  <a:pt x="7956232" y="244404"/>
                  <a:pt x="7945941" y="232847"/>
                  <a:pt x="7932449" y="232062"/>
                </a:cubicBezTo>
                <a:cubicBezTo>
                  <a:pt x="7925702" y="231669"/>
                  <a:pt x="7919435" y="234046"/>
                  <a:pt x="7914756" y="238207"/>
                </a:cubicBezTo>
                <a:close/>
                <a:moveTo>
                  <a:pt x="2349871" y="2408577"/>
                </a:moveTo>
                <a:cubicBezTo>
                  <a:pt x="2346760" y="2411353"/>
                  <a:pt x="2344709" y="2415316"/>
                  <a:pt x="2344460" y="2419801"/>
                </a:cubicBezTo>
                <a:cubicBezTo>
                  <a:pt x="2343941" y="2428789"/>
                  <a:pt x="2350803" y="2436493"/>
                  <a:pt x="2359792" y="2436991"/>
                </a:cubicBezTo>
                <a:cubicBezTo>
                  <a:pt x="2360099" y="2437030"/>
                  <a:pt x="2360424" y="2437030"/>
                  <a:pt x="2360731" y="2437030"/>
                </a:cubicBezTo>
                <a:cubicBezTo>
                  <a:pt x="2369317" y="2437030"/>
                  <a:pt x="2376485" y="2430322"/>
                  <a:pt x="2376983" y="2421659"/>
                </a:cubicBezTo>
                <a:cubicBezTo>
                  <a:pt x="2377501" y="2412671"/>
                  <a:pt x="2370639" y="2404985"/>
                  <a:pt x="2361651" y="2404468"/>
                </a:cubicBezTo>
                <a:cubicBezTo>
                  <a:pt x="2357157" y="2404209"/>
                  <a:pt x="2352983" y="2405800"/>
                  <a:pt x="2349871" y="2408577"/>
                </a:cubicBezTo>
                <a:close/>
                <a:moveTo>
                  <a:pt x="2113191" y="2498992"/>
                </a:moveTo>
                <a:cubicBezTo>
                  <a:pt x="2110100" y="2501382"/>
                  <a:pt x="2107921" y="2504952"/>
                  <a:pt x="2107384" y="2509130"/>
                </a:cubicBezTo>
                <a:cubicBezTo>
                  <a:pt x="2106330" y="2517505"/>
                  <a:pt x="2112233" y="2525153"/>
                  <a:pt x="2120608" y="2526207"/>
                </a:cubicBezTo>
                <a:cubicBezTo>
                  <a:pt x="2121260" y="2526302"/>
                  <a:pt x="2121911" y="2526341"/>
                  <a:pt x="2122562" y="2526341"/>
                </a:cubicBezTo>
                <a:cubicBezTo>
                  <a:pt x="2130133" y="2526341"/>
                  <a:pt x="2136707" y="2520706"/>
                  <a:pt x="2137684" y="2512982"/>
                </a:cubicBezTo>
                <a:cubicBezTo>
                  <a:pt x="2138757" y="2504626"/>
                  <a:pt x="2132836" y="2496980"/>
                  <a:pt x="2124460" y="2495926"/>
                </a:cubicBezTo>
                <a:cubicBezTo>
                  <a:pt x="2120282" y="2495389"/>
                  <a:pt x="2116281" y="2496601"/>
                  <a:pt x="2113191" y="2498992"/>
                </a:cubicBezTo>
                <a:close/>
                <a:moveTo>
                  <a:pt x="7355514" y="452501"/>
                </a:moveTo>
                <a:cubicBezTo>
                  <a:pt x="7343076" y="456084"/>
                  <a:pt x="7335890" y="469078"/>
                  <a:pt x="7339472" y="481517"/>
                </a:cubicBezTo>
                <a:cubicBezTo>
                  <a:pt x="7342444" y="491789"/>
                  <a:pt x="7351816" y="498479"/>
                  <a:pt x="7361992" y="498479"/>
                </a:cubicBezTo>
                <a:cubicBezTo>
                  <a:pt x="7364159" y="498478"/>
                  <a:pt x="7366343" y="498171"/>
                  <a:pt x="7368509" y="497558"/>
                </a:cubicBezTo>
                <a:cubicBezTo>
                  <a:pt x="7380947" y="493955"/>
                  <a:pt x="7388115" y="480981"/>
                  <a:pt x="7384530" y="468522"/>
                </a:cubicBezTo>
                <a:cubicBezTo>
                  <a:pt x="7380947" y="456084"/>
                  <a:pt x="7367953" y="448916"/>
                  <a:pt x="7355514" y="452501"/>
                </a:cubicBezTo>
                <a:close/>
                <a:moveTo>
                  <a:pt x="4647383" y="1508145"/>
                </a:moveTo>
                <a:cubicBezTo>
                  <a:pt x="4635406" y="1511327"/>
                  <a:pt x="4628294" y="1523593"/>
                  <a:pt x="4631477" y="1535571"/>
                </a:cubicBezTo>
                <a:cubicBezTo>
                  <a:pt x="4634141" y="1545614"/>
                  <a:pt x="4643205" y="1552225"/>
                  <a:pt x="4653132" y="1552225"/>
                </a:cubicBezTo>
                <a:cubicBezTo>
                  <a:pt x="4655032" y="1552225"/>
                  <a:pt x="4656985" y="1551996"/>
                  <a:pt x="4658920" y="1551478"/>
                </a:cubicBezTo>
                <a:cubicBezTo>
                  <a:pt x="4670880" y="1548296"/>
                  <a:pt x="4677991" y="1536012"/>
                  <a:pt x="4674809" y="1524033"/>
                </a:cubicBezTo>
                <a:cubicBezTo>
                  <a:pt x="4671626" y="1512074"/>
                  <a:pt x="4659344" y="1504945"/>
                  <a:pt x="4647383" y="1508145"/>
                </a:cubicBezTo>
                <a:close/>
                <a:moveTo>
                  <a:pt x="4088235" y="1726247"/>
                </a:moveTo>
                <a:cubicBezTo>
                  <a:pt x="4076831" y="1729313"/>
                  <a:pt x="4070047" y="1741042"/>
                  <a:pt x="4073093" y="1752446"/>
                </a:cubicBezTo>
                <a:cubicBezTo>
                  <a:pt x="4075663" y="1762028"/>
                  <a:pt x="4084307" y="1768334"/>
                  <a:pt x="4093774" y="1768334"/>
                </a:cubicBezTo>
                <a:cubicBezTo>
                  <a:pt x="4095596" y="1768334"/>
                  <a:pt x="4097454" y="1768103"/>
                  <a:pt x="4099292" y="1767605"/>
                </a:cubicBezTo>
                <a:cubicBezTo>
                  <a:pt x="4110716" y="1764559"/>
                  <a:pt x="4117499" y="1752830"/>
                  <a:pt x="4114453" y="1741407"/>
                </a:cubicBezTo>
                <a:cubicBezTo>
                  <a:pt x="4111386" y="1729984"/>
                  <a:pt x="4099658" y="1723199"/>
                  <a:pt x="4088235" y="1726247"/>
                </a:cubicBezTo>
                <a:close/>
                <a:moveTo>
                  <a:pt x="2600680" y="2306438"/>
                </a:moveTo>
                <a:cubicBezTo>
                  <a:pt x="2591117" y="2306476"/>
                  <a:pt x="2583412" y="2314276"/>
                  <a:pt x="2583469" y="2323840"/>
                </a:cubicBezTo>
                <a:cubicBezTo>
                  <a:pt x="2583527" y="2333365"/>
                  <a:pt x="2591269" y="2341050"/>
                  <a:pt x="2600775" y="2341050"/>
                </a:cubicBezTo>
                <a:lnTo>
                  <a:pt x="2600871" y="2341050"/>
                </a:lnTo>
                <a:cubicBezTo>
                  <a:pt x="2610435" y="2341012"/>
                  <a:pt x="2618139" y="2333212"/>
                  <a:pt x="2618101" y="2323648"/>
                </a:cubicBezTo>
                <a:cubicBezTo>
                  <a:pt x="2618043" y="2314085"/>
                  <a:pt x="2610243" y="2306380"/>
                  <a:pt x="2600680" y="2306438"/>
                </a:cubicBezTo>
                <a:close/>
                <a:moveTo>
                  <a:pt x="3186526" y="2077182"/>
                </a:moveTo>
                <a:cubicBezTo>
                  <a:pt x="3175966" y="2078888"/>
                  <a:pt x="3168779" y="2088815"/>
                  <a:pt x="3170484" y="2099376"/>
                </a:cubicBezTo>
                <a:cubicBezTo>
                  <a:pt x="3172018" y="2108881"/>
                  <a:pt x="3180239" y="2115647"/>
                  <a:pt x="3189574" y="2115647"/>
                </a:cubicBezTo>
                <a:cubicBezTo>
                  <a:pt x="3190609" y="2115647"/>
                  <a:pt x="3191643" y="2115570"/>
                  <a:pt x="3192679" y="2115398"/>
                </a:cubicBezTo>
                <a:cubicBezTo>
                  <a:pt x="3203219" y="2113711"/>
                  <a:pt x="3210406" y="2103784"/>
                  <a:pt x="3208719" y="2093224"/>
                </a:cubicBezTo>
                <a:cubicBezTo>
                  <a:pt x="3207014" y="2082663"/>
                  <a:pt x="3197086" y="2075496"/>
                  <a:pt x="3186526" y="2077182"/>
                </a:cubicBezTo>
                <a:close/>
                <a:moveTo>
                  <a:pt x="6839929" y="650728"/>
                </a:moveTo>
                <a:cubicBezTo>
                  <a:pt x="6828124" y="656075"/>
                  <a:pt x="6822891" y="669969"/>
                  <a:pt x="6828238" y="681756"/>
                </a:cubicBezTo>
                <a:cubicBezTo>
                  <a:pt x="6832167" y="690419"/>
                  <a:pt x="6840695" y="695536"/>
                  <a:pt x="6849608" y="695536"/>
                </a:cubicBezTo>
                <a:cubicBezTo>
                  <a:pt x="6852847" y="695536"/>
                  <a:pt x="6856142" y="694865"/>
                  <a:pt x="6859268" y="693447"/>
                </a:cubicBezTo>
                <a:cubicBezTo>
                  <a:pt x="6871072" y="688099"/>
                  <a:pt x="6876304" y="674205"/>
                  <a:pt x="6870957" y="662399"/>
                </a:cubicBezTo>
                <a:cubicBezTo>
                  <a:pt x="6868284" y="656505"/>
                  <a:pt x="6863473" y="652251"/>
                  <a:pt x="6857858" y="650138"/>
                </a:cubicBezTo>
                <a:cubicBezTo>
                  <a:pt x="6852242" y="648025"/>
                  <a:pt x="6845823" y="648054"/>
                  <a:pt x="6839929" y="650728"/>
                </a:cubicBezTo>
                <a:close/>
                <a:moveTo>
                  <a:pt x="5209713" y="1285175"/>
                </a:moveTo>
                <a:cubicBezTo>
                  <a:pt x="5197177" y="1288376"/>
                  <a:pt x="5189590" y="1301141"/>
                  <a:pt x="5192790" y="1313674"/>
                </a:cubicBezTo>
                <a:cubicBezTo>
                  <a:pt x="5195491" y="1324292"/>
                  <a:pt x="5205018" y="1331345"/>
                  <a:pt x="5215482" y="1331345"/>
                </a:cubicBezTo>
                <a:cubicBezTo>
                  <a:pt x="5217400" y="1331345"/>
                  <a:pt x="5219353" y="1331115"/>
                  <a:pt x="5221289" y="1330617"/>
                </a:cubicBezTo>
                <a:cubicBezTo>
                  <a:pt x="5233842" y="1327416"/>
                  <a:pt x="5241431" y="1314671"/>
                  <a:pt x="5238233" y="1302118"/>
                </a:cubicBezTo>
                <a:cubicBezTo>
                  <a:pt x="5235029" y="1289564"/>
                  <a:pt x="5222266" y="1281975"/>
                  <a:pt x="5209713" y="1285175"/>
                </a:cubicBezTo>
                <a:close/>
                <a:moveTo>
                  <a:pt x="7249664" y="485580"/>
                </a:moveTo>
                <a:cubicBezTo>
                  <a:pt x="7237379" y="489701"/>
                  <a:pt x="7230767" y="503001"/>
                  <a:pt x="7234908" y="515267"/>
                </a:cubicBezTo>
                <a:cubicBezTo>
                  <a:pt x="7238185" y="525079"/>
                  <a:pt x="7247326" y="531270"/>
                  <a:pt x="7257120" y="531270"/>
                </a:cubicBezTo>
                <a:cubicBezTo>
                  <a:pt x="7259592" y="531270"/>
                  <a:pt x="7262122" y="530868"/>
                  <a:pt x="7264594" y="530044"/>
                </a:cubicBezTo>
                <a:cubicBezTo>
                  <a:pt x="7276860" y="525903"/>
                  <a:pt x="7283472" y="512622"/>
                  <a:pt x="7279352" y="500356"/>
                </a:cubicBezTo>
                <a:cubicBezTo>
                  <a:pt x="7275231" y="488071"/>
                  <a:pt x="7261930" y="481459"/>
                  <a:pt x="7249664" y="485580"/>
                </a:cubicBezTo>
                <a:close/>
                <a:moveTo>
                  <a:pt x="6940738" y="606015"/>
                </a:moveTo>
                <a:cubicBezTo>
                  <a:pt x="6928837" y="611170"/>
                  <a:pt x="6923394" y="624969"/>
                  <a:pt x="6928530" y="636852"/>
                </a:cubicBezTo>
                <a:cubicBezTo>
                  <a:pt x="6932363" y="645706"/>
                  <a:pt x="6940988" y="650976"/>
                  <a:pt x="6950052" y="650976"/>
                </a:cubicBezTo>
                <a:cubicBezTo>
                  <a:pt x="6953177" y="650976"/>
                  <a:pt x="6956339" y="650363"/>
                  <a:pt x="6959368" y="649041"/>
                </a:cubicBezTo>
                <a:cubicBezTo>
                  <a:pt x="6971250" y="643905"/>
                  <a:pt x="6976712" y="630105"/>
                  <a:pt x="6971556" y="618223"/>
                </a:cubicBezTo>
                <a:cubicBezTo>
                  <a:pt x="6968988" y="612282"/>
                  <a:pt x="6964255" y="607946"/>
                  <a:pt x="6958677" y="605737"/>
                </a:cubicBezTo>
                <a:cubicBezTo>
                  <a:pt x="6953101" y="603528"/>
                  <a:pt x="6946680" y="603446"/>
                  <a:pt x="6940738" y="606015"/>
                </a:cubicBezTo>
                <a:close/>
                <a:moveTo>
                  <a:pt x="1879283" y="2580612"/>
                </a:moveTo>
                <a:cubicBezTo>
                  <a:pt x="1876226" y="2582601"/>
                  <a:pt x="1873931" y="2585754"/>
                  <a:pt x="1873126" y="2589606"/>
                </a:cubicBezTo>
                <a:cubicBezTo>
                  <a:pt x="1871497" y="2597311"/>
                  <a:pt x="1876423" y="2604861"/>
                  <a:pt x="1884107" y="2606490"/>
                </a:cubicBezTo>
                <a:lnTo>
                  <a:pt x="1884127" y="2606490"/>
                </a:lnTo>
                <a:cubicBezTo>
                  <a:pt x="1885124" y="2606701"/>
                  <a:pt x="1886120" y="2606796"/>
                  <a:pt x="1887098" y="2606796"/>
                </a:cubicBezTo>
                <a:cubicBezTo>
                  <a:pt x="1893690" y="2606796"/>
                  <a:pt x="1899593" y="2602198"/>
                  <a:pt x="1901012" y="2595489"/>
                </a:cubicBezTo>
                <a:cubicBezTo>
                  <a:pt x="1902641" y="2587805"/>
                  <a:pt x="1897716" y="2580234"/>
                  <a:pt x="1890011" y="2578605"/>
                </a:cubicBezTo>
                <a:cubicBezTo>
                  <a:pt x="1886159" y="2577800"/>
                  <a:pt x="1882340" y="2578624"/>
                  <a:pt x="1879283" y="2580612"/>
                </a:cubicBezTo>
                <a:close/>
                <a:moveTo>
                  <a:pt x="3532326" y="1934554"/>
                </a:moveTo>
                <a:cubicBezTo>
                  <a:pt x="3521345" y="1936988"/>
                  <a:pt x="3514407" y="1947874"/>
                  <a:pt x="3516860" y="1958856"/>
                </a:cubicBezTo>
                <a:cubicBezTo>
                  <a:pt x="3518969" y="1968362"/>
                  <a:pt x="3527382" y="1974820"/>
                  <a:pt x="3536715" y="1974820"/>
                </a:cubicBezTo>
                <a:cubicBezTo>
                  <a:pt x="3538191" y="1974820"/>
                  <a:pt x="3539686" y="1974667"/>
                  <a:pt x="3541162" y="1974341"/>
                </a:cubicBezTo>
                <a:cubicBezTo>
                  <a:pt x="3552143" y="1971888"/>
                  <a:pt x="3559081" y="1961002"/>
                  <a:pt x="3556628" y="1950020"/>
                </a:cubicBezTo>
                <a:cubicBezTo>
                  <a:pt x="3554194" y="1939039"/>
                  <a:pt x="3543308" y="1932101"/>
                  <a:pt x="3532326" y="1934554"/>
                </a:cubicBezTo>
                <a:close/>
                <a:moveTo>
                  <a:pt x="7042487" y="563200"/>
                </a:moveTo>
                <a:cubicBezTo>
                  <a:pt x="7030490" y="568087"/>
                  <a:pt x="7024741" y="581770"/>
                  <a:pt x="7029627" y="593768"/>
                </a:cubicBezTo>
                <a:cubicBezTo>
                  <a:pt x="7033326" y="602853"/>
                  <a:pt x="7042104" y="608372"/>
                  <a:pt x="7051342" y="608372"/>
                </a:cubicBezTo>
                <a:cubicBezTo>
                  <a:pt x="7054293" y="608372"/>
                  <a:pt x="7057302" y="607797"/>
                  <a:pt x="7060196" y="606628"/>
                </a:cubicBezTo>
                <a:cubicBezTo>
                  <a:pt x="7072175" y="601741"/>
                  <a:pt x="7077943" y="588056"/>
                  <a:pt x="7073056" y="576059"/>
                </a:cubicBezTo>
                <a:cubicBezTo>
                  <a:pt x="7068170" y="564062"/>
                  <a:pt x="7054485" y="558312"/>
                  <a:pt x="7042487" y="563200"/>
                </a:cubicBezTo>
                <a:close/>
                <a:moveTo>
                  <a:pt x="369222" y="3168091"/>
                </a:moveTo>
                <a:cubicBezTo>
                  <a:pt x="367708" y="3169721"/>
                  <a:pt x="367803" y="3172270"/>
                  <a:pt x="369451" y="3173784"/>
                </a:cubicBezTo>
                <a:cubicBezTo>
                  <a:pt x="370219" y="3174492"/>
                  <a:pt x="371196" y="3174838"/>
                  <a:pt x="372173" y="3174838"/>
                </a:cubicBezTo>
                <a:cubicBezTo>
                  <a:pt x="373245" y="3174838"/>
                  <a:pt x="374338" y="3174416"/>
                  <a:pt x="375124" y="3173554"/>
                </a:cubicBezTo>
                <a:cubicBezTo>
                  <a:pt x="376638" y="3171925"/>
                  <a:pt x="376542" y="3169375"/>
                  <a:pt x="374894" y="3167861"/>
                </a:cubicBezTo>
                <a:cubicBezTo>
                  <a:pt x="373266" y="3166348"/>
                  <a:pt x="370717" y="3166462"/>
                  <a:pt x="369222" y="3168091"/>
                </a:cubicBezTo>
                <a:close/>
                <a:moveTo>
                  <a:pt x="7145367" y="522798"/>
                </a:moveTo>
                <a:cubicBezTo>
                  <a:pt x="7133235" y="527380"/>
                  <a:pt x="7127121" y="540891"/>
                  <a:pt x="7131682" y="553003"/>
                </a:cubicBezTo>
                <a:cubicBezTo>
                  <a:pt x="7135228" y="562414"/>
                  <a:pt x="7144160" y="568202"/>
                  <a:pt x="7153627" y="568202"/>
                </a:cubicBezTo>
                <a:cubicBezTo>
                  <a:pt x="7156387" y="568202"/>
                  <a:pt x="7159166" y="567703"/>
                  <a:pt x="7161888" y="566687"/>
                </a:cubicBezTo>
                <a:cubicBezTo>
                  <a:pt x="7174019" y="562126"/>
                  <a:pt x="7180133" y="548596"/>
                  <a:pt x="7175571" y="536483"/>
                </a:cubicBezTo>
                <a:cubicBezTo>
                  <a:pt x="7171009" y="524371"/>
                  <a:pt x="7157479" y="518237"/>
                  <a:pt x="7145367" y="522798"/>
                </a:cubicBezTo>
                <a:close/>
                <a:moveTo>
                  <a:pt x="2840689" y="2202658"/>
                </a:moveTo>
                <a:cubicBezTo>
                  <a:pt x="2830587" y="2203309"/>
                  <a:pt x="2822922" y="2212010"/>
                  <a:pt x="2823574" y="2222129"/>
                </a:cubicBezTo>
                <a:cubicBezTo>
                  <a:pt x="2824207" y="2231827"/>
                  <a:pt x="2832274" y="2239282"/>
                  <a:pt x="2841858" y="2239282"/>
                </a:cubicBezTo>
                <a:cubicBezTo>
                  <a:pt x="2842260" y="2239282"/>
                  <a:pt x="2842662" y="2239264"/>
                  <a:pt x="2843063" y="2239244"/>
                </a:cubicBezTo>
                <a:cubicBezTo>
                  <a:pt x="2853165" y="2238593"/>
                  <a:pt x="2860830" y="2229853"/>
                  <a:pt x="2860179" y="2219753"/>
                </a:cubicBezTo>
                <a:cubicBezTo>
                  <a:pt x="2859528" y="2209653"/>
                  <a:pt x="2850788" y="2201987"/>
                  <a:pt x="2840689" y="2202658"/>
                </a:cubicBezTo>
                <a:close/>
                <a:moveTo>
                  <a:pt x="4541765" y="1536548"/>
                </a:moveTo>
                <a:cubicBezTo>
                  <a:pt x="4529804" y="1539806"/>
                  <a:pt x="4522750" y="1552129"/>
                  <a:pt x="4525990" y="1564070"/>
                </a:cubicBezTo>
                <a:cubicBezTo>
                  <a:pt x="4528710" y="1574055"/>
                  <a:pt x="4537758" y="1580628"/>
                  <a:pt x="4547630" y="1580628"/>
                </a:cubicBezTo>
                <a:cubicBezTo>
                  <a:pt x="4549564" y="1580628"/>
                  <a:pt x="4551558" y="1580360"/>
                  <a:pt x="4553511" y="1579824"/>
                </a:cubicBezTo>
                <a:cubicBezTo>
                  <a:pt x="4565469" y="1576585"/>
                  <a:pt x="4572524" y="1564262"/>
                  <a:pt x="4569284" y="1552322"/>
                </a:cubicBezTo>
                <a:cubicBezTo>
                  <a:pt x="4566025" y="1540362"/>
                  <a:pt x="4553723" y="1533309"/>
                  <a:pt x="4541765" y="1536548"/>
                </a:cubicBezTo>
                <a:close/>
                <a:moveTo>
                  <a:pt x="3983343" y="1754171"/>
                </a:moveTo>
                <a:cubicBezTo>
                  <a:pt x="3971921" y="1757180"/>
                  <a:pt x="3965098" y="1768890"/>
                  <a:pt x="3968127" y="1780332"/>
                </a:cubicBezTo>
                <a:cubicBezTo>
                  <a:pt x="3970657" y="1789914"/>
                  <a:pt x="3979319" y="1796257"/>
                  <a:pt x="3988807" y="1796257"/>
                </a:cubicBezTo>
                <a:cubicBezTo>
                  <a:pt x="3990605" y="1796257"/>
                  <a:pt x="3992446" y="1796028"/>
                  <a:pt x="3994285" y="1795548"/>
                </a:cubicBezTo>
                <a:cubicBezTo>
                  <a:pt x="4005711" y="1792520"/>
                  <a:pt x="4012533" y="1780810"/>
                  <a:pt x="4009503" y="1769388"/>
                </a:cubicBezTo>
                <a:cubicBezTo>
                  <a:pt x="4006476" y="1757965"/>
                  <a:pt x="3994766" y="1751143"/>
                  <a:pt x="3983343" y="1754171"/>
                </a:cubicBezTo>
                <a:close/>
                <a:moveTo>
                  <a:pt x="864550" y="2967757"/>
                </a:moveTo>
                <a:cubicBezTo>
                  <a:pt x="861829" y="2971321"/>
                  <a:pt x="862538" y="2976419"/>
                  <a:pt x="866103" y="2979121"/>
                </a:cubicBezTo>
                <a:cubicBezTo>
                  <a:pt x="867578" y="2980233"/>
                  <a:pt x="869302" y="2980770"/>
                  <a:pt x="871009" y="2980770"/>
                </a:cubicBezTo>
                <a:cubicBezTo>
                  <a:pt x="873462" y="2980770"/>
                  <a:pt x="875877" y="2979677"/>
                  <a:pt x="877468" y="2977569"/>
                </a:cubicBezTo>
                <a:cubicBezTo>
                  <a:pt x="880170" y="2973985"/>
                  <a:pt x="879480" y="2968906"/>
                  <a:pt x="875915" y="2966204"/>
                </a:cubicBezTo>
                <a:cubicBezTo>
                  <a:pt x="872350" y="2963483"/>
                  <a:pt x="867253" y="2964192"/>
                  <a:pt x="864550" y="2967757"/>
                </a:cubicBezTo>
                <a:close/>
                <a:moveTo>
                  <a:pt x="8159769" y="119145"/>
                </a:moveTo>
                <a:cubicBezTo>
                  <a:pt x="8154228" y="122590"/>
                  <a:pt x="8150002" y="128148"/>
                  <a:pt x="8148402" y="135009"/>
                </a:cubicBezTo>
                <a:cubicBezTo>
                  <a:pt x="8145221" y="148712"/>
                  <a:pt x="8153749" y="162415"/>
                  <a:pt x="8167452" y="165616"/>
                </a:cubicBezTo>
                <a:cubicBezTo>
                  <a:pt x="8169407" y="166057"/>
                  <a:pt x="8171343" y="166287"/>
                  <a:pt x="8173260" y="166287"/>
                </a:cubicBezTo>
                <a:cubicBezTo>
                  <a:pt x="8184836" y="166287"/>
                  <a:pt x="8195318" y="158333"/>
                  <a:pt x="8198060" y="146565"/>
                </a:cubicBezTo>
                <a:cubicBezTo>
                  <a:pt x="8201260" y="132862"/>
                  <a:pt x="8192731" y="119160"/>
                  <a:pt x="8179028" y="115959"/>
                </a:cubicBezTo>
                <a:cubicBezTo>
                  <a:pt x="8172167" y="114368"/>
                  <a:pt x="8165310" y="115700"/>
                  <a:pt x="8159769" y="119145"/>
                </a:cubicBezTo>
                <a:close/>
                <a:moveTo>
                  <a:pt x="5103232" y="1312256"/>
                </a:moveTo>
                <a:cubicBezTo>
                  <a:pt x="5090696" y="1315476"/>
                  <a:pt x="5083107" y="1328240"/>
                  <a:pt x="5086326" y="1340774"/>
                </a:cubicBezTo>
                <a:cubicBezTo>
                  <a:pt x="5089029" y="1351372"/>
                  <a:pt x="5098554" y="1358445"/>
                  <a:pt x="5109017" y="1358444"/>
                </a:cubicBezTo>
                <a:cubicBezTo>
                  <a:pt x="5110935" y="1358444"/>
                  <a:pt x="5112890" y="1358196"/>
                  <a:pt x="5114826" y="1357697"/>
                </a:cubicBezTo>
                <a:cubicBezTo>
                  <a:pt x="5127379" y="1354496"/>
                  <a:pt x="5134951" y="1341733"/>
                  <a:pt x="5131749" y="1329198"/>
                </a:cubicBezTo>
                <a:cubicBezTo>
                  <a:pt x="5128546" y="1316645"/>
                  <a:pt x="5115785" y="1309075"/>
                  <a:pt x="5103232" y="1312256"/>
                </a:cubicBezTo>
                <a:close/>
                <a:moveTo>
                  <a:pt x="1304443" y="2789102"/>
                </a:moveTo>
                <a:cubicBezTo>
                  <a:pt x="1301721" y="2789984"/>
                  <a:pt x="1299334" y="2791905"/>
                  <a:pt x="1297936" y="2794655"/>
                </a:cubicBezTo>
                <a:cubicBezTo>
                  <a:pt x="1295119" y="2800155"/>
                  <a:pt x="1297284" y="2806883"/>
                  <a:pt x="1302786" y="2809700"/>
                </a:cubicBezTo>
                <a:cubicBezTo>
                  <a:pt x="1304414" y="2810524"/>
                  <a:pt x="1306158" y="2810926"/>
                  <a:pt x="1307863" y="2810926"/>
                </a:cubicBezTo>
                <a:cubicBezTo>
                  <a:pt x="1311927" y="2810926"/>
                  <a:pt x="1315856" y="2808703"/>
                  <a:pt x="1317830" y="2804832"/>
                </a:cubicBezTo>
                <a:cubicBezTo>
                  <a:pt x="1320646" y="2799332"/>
                  <a:pt x="1318463" y="2792604"/>
                  <a:pt x="1312962" y="2789787"/>
                </a:cubicBezTo>
                <a:cubicBezTo>
                  <a:pt x="1310221" y="2788378"/>
                  <a:pt x="1307164" y="2788220"/>
                  <a:pt x="1304443" y="2789102"/>
                </a:cubicBezTo>
                <a:close/>
                <a:moveTo>
                  <a:pt x="4436258" y="1565373"/>
                </a:moveTo>
                <a:cubicBezTo>
                  <a:pt x="4424318" y="1568650"/>
                  <a:pt x="4417304" y="1580993"/>
                  <a:pt x="4420580" y="1592933"/>
                </a:cubicBezTo>
                <a:cubicBezTo>
                  <a:pt x="4423304" y="1602880"/>
                  <a:pt x="4432332" y="1609434"/>
                  <a:pt x="4442182" y="1609434"/>
                </a:cubicBezTo>
                <a:cubicBezTo>
                  <a:pt x="4444152" y="1609434"/>
                  <a:pt x="4446148" y="1609165"/>
                  <a:pt x="4448122" y="1608629"/>
                </a:cubicBezTo>
                <a:cubicBezTo>
                  <a:pt x="4460081" y="1605332"/>
                  <a:pt x="4467097" y="1593009"/>
                  <a:pt x="4463819" y="1581069"/>
                </a:cubicBezTo>
                <a:cubicBezTo>
                  <a:pt x="4460540" y="1569129"/>
                  <a:pt x="4448199" y="1562096"/>
                  <a:pt x="4436258" y="1565373"/>
                </a:cubicBezTo>
                <a:close/>
                <a:moveTo>
                  <a:pt x="3878395" y="1781634"/>
                </a:moveTo>
                <a:cubicBezTo>
                  <a:pt x="3866954" y="1784605"/>
                  <a:pt x="3860074" y="1796277"/>
                  <a:pt x="3863042" y="1807719"/>
                </a:cubicBezTo>
                <a:cubicBezTo>
                  <a:pt x="3865535" y="1817358"/>
                  <a:pt x="3874236" y="1823760"/>
                  <a:pt x="3883741" y="1823760"/>
                </a:cubicBezTo>
                <a:cubicBezTo>
                  <a:pt x="3885523" y="1823760"/>
                  <a:pt x="3887326" y="1823549"/>
                  <a:pt x="3889127" y="1823070"/>
                </a:cubicBezTo>
                <a:cubicBezTo>
                  <a:pt x="3900567" y="1820119"/>
                  <a:pt x="3907449" y="1808447"/>
                  <a:pt x="3904479" y="1797005"/>
                </a:cubicBezTo>
                <a:cubicBezTo>
                  <a:pt x="3901527" y="1785564"/>
                  <a:pt x="3889837" y="1778683"/>
                  <a:pt x="3878395" y="1781634"/>
                </a:cubicBezTo>
                <a:close/>
                <a:moveTo>
                  <a:pt x="3081002" y="2092285"/>
                </a:moveTo>
                <a:cubicBezTo>
                  <a:pt x="3070385" y="2093607"/>
                  <a:pt x="3062851" y="2103286"/>
                  <a:pt x="3064175" y="2113903"/>
                </a:cubicBezTo>
                <a:cubicBezTo>
                  <a:pt x="3065401" y="2123678"/>
                  <a:pt x="3073739" y="2130864"/>
                  <a:pt x="3083359" y="2130864"/>
                </a:cubicBezTo>
                <a:cubicBezTo>
                  <a:pt x="3084163" y="2130864"/>
                  <a:pt x="3084968" y="2130807"/>
                  <a:pt x="3085774" y="2130710"/>
                </a:cubicBezTo>
                <a:cubicBezTo>
                  <a:pt x="3096392" y="2129389"/>
                  <a:pt x="3103923" y="2119710"/>
                  <a:pt x="3102602" y="2109112"/>
                </a:cubicBezTo>
                <a:cubicBezTo>
                  <a:pt x="3101279" y="2098494"/>
                  <a:pt x="3091601" y="2090962"/>
                  <a:pt x="3081002" y="2092285"/>
                </a:cubicBezTo>
                <a:close/>
                <a:moveTo>
                  <a:pt x="211" y="3294716"/>
                </a:moveTo>
                <a:cubicBezTo>
                  <a:pt x="-115" y="3295118"/>
                  <a:pt x="-57" y="3295732"/>
                  <a:pt x="346" y="3296057"/>
                </a:cubicBezTo>
                <a:cubicBezTo>
                  <a:pt x="537" y="3296211"/>
                  <a:pt x="748" y="3296287"/>
                  <a:pt x="959" y="3296287"/>
                </a:cubicBezTo>
                <a:cubicBezTo>
                  <a:pt x="1246" y="3296288"/>
                  <a:pt x="1514" y="3296154"/>
                  <a:pt x="1706" y="3295924"/>
                </a:cubicBezTo>
                <a:cubicBezTo>
                  <a:pt x="2032" y="3295520"/>
                  <a:pt x="1974" y="3294908"/>
                  <a:pt x="1572" y="3294582"/>
                </a:cubicBezTo>
                <a:cubicBezTo>
                  <a:pt x="1151" y="3294237"/>
                  <a:pt x="556" y="3294294"/>
                  <a:pt x="211" y="3294716"/>
                </a:cubicBezTo>
                <a:close/>
                <a:moveTo>
                  <a:pt x="3427166" y="1956728"/>
                </a:moveTo>
                <a:cubicBezTo>
                  <a:pt x="3416128" y="1958932"/>
                  <a:pt x="3408959" y="1969646"/>
                  <a:pt x="3411145" y="1980704"/>
                </a:cubicBezTo>
                <a:cubicBezTo>
                  <a:pt x="3413080" y="1990382"/>
                  <a:pt x="3421590" y="1997109"/>
                  <a:pt x="3431114" y="1997109"/>
                </a:cubicBezTo>
                <a:cubicBezTo>
                  <a:pt x="3432437" y="1997109"/>
                  <a:pt x="3433759" y="1996975"/>
                  <a:pt x="3435101" y="1996707"/>
                </a:cubicBezTo>
                <a:cubicBezTo>
                  <a:pt x="3446141" y="1994503"/>
                  <a:pt x="3453308" y="1983789"/>
                  <a:pt x="3451123" y="1972751"/>
                </a:cubicBezTo>
                <a:cubicBezTo>
                  <a:pt x="3448920" y="1961711"/>
                  <a:pt x="3438206" y="1954543"/>
                  <a:pt x="3427166" y="1956728"/>
                </a:cubicBezTo>
                <a:close/>
                <a:moveTo>
                  <a:pt x="1649861" y="2650182"/>
                </a:moveTo>
                <a:cubicBezTo>
                  <a:pt x="1646860" y="2651749"/>
                  <a:pt x="1644455" y="2654460"/>
                  <a:pt x="1643352" y="2657948"/>
                </a:cubicBezTo>
                <a:cubicBezTo>
                  <a:pt x="1641168" y="2664906"/>
                  <a:pt x="1645039" y="2672341"/>
                  <a:pt x="1651996" y="2674527"/>
                </a:cubicBezTo>
                <a:cubicBezTo>
                  <a:pt x="1653318" y="2674929"/>
                  <a:pt x="1654659" y="2675140"/>
                  <a:pt x="1655963" y="2675140"/>
                </a:cubicBezTo>
                <a:cubicBezTo>
                  <a:pt x="1661598" y="2675140"/>
                  <a:pt x="1666810" y="2671518"/>
                  <a:pt x="1668593" y="2665864"/>
                </a:cubicBezTo>
                <a:cubicBezTo>
                  <a:pt x="1670777" y="2658907"/>
                  <a:pt x="1666907" y="2651490"/>
                  <a:pt x="1659949" y="2649286"/>
                </a:cubicBezTo>
                <a:cubicBezTo>
                  <a:pt x="1656461" y="2648194"/>
                  <a:pt x="1652863" y="2648615"/>
                  <a:pt x="1649861" y="2650182"/>
                </a:cubicBezTo>
                <a:close/>
                <a:moveTo>
                  <a:pt x="4996670" y="1339662"/>
                </a:moveTo>
                <a:cubicBezTo>
                  <a:pt x="4984155" y="1342940"/>
                  <a:pt x="4976664" y="1355761"/>
                  <a:pt x="4979939" y="1368276"/>
                </a:cubicBezTo>
                <a:cubicBezTo>
                  <a:pt x="4982700" y="1378817"/>
                  <a:pt x="4992206" y="1385794"/>
                  <a:pt x="5002612" y="1385794"/>
                </a:cubicBezTo>
                <a:cubicBezTo>
                  <a:pt x="5004566" y="1385794"/>
                  <a:pt x="5006578" y="1385545"/>
                  <a:pt x="5008574" y="1385027"/>
                </a:cubicBezTo>
                <a:cubicBezTo>
                  <a:pt x="5021086" y="1381731"/>
                  <a:pt x="5028584" y="1368928"/>
                  <a:pt x="5025306" y="1356394"/>
                </a:cubicBezTo>
                <a:cubicBezTo>
                  <a:pt x="5022028" y="1343879"/>
                  <a:pt x="5009203" y="1336386"/>
                  <a:pt x="4996670" y="1339662"/>
                </a:cubicBezTo>
                <a:close/>
                <a:moveTo>
                  <a:pt x="470222" y="3104366"/>
                </a:moveTo>
                <a:cubicBezTo>
                  <a:pt x="468363" y="3106437"/>
                  <a:pt x="468517" y="3109637"/>
                  <a:pt x="470586" y="3111515"/>
                </a:cubicBezTo>
                <a:cubicBezTo>
                  <a:pt x="471564" y="3112377"/>
                  <a:pt x="472771" y="3112799"/>
                  <a:pt x="473978" y="3112799"/>
                </a:cubicBezTo>
                <a:cubicBezTo>
                  <a:pt x="475359" y="3112799"/>
                  <a:pt x="476720" y="3112244"/>
                  <a:pt x="477716" y="3111132"/>
                </a:cubicBezTo>
                <a:cubicBezTo>
                  <a:pt x="479594" y="3109062"/>
                  <a:pt x="479422" y="3105881"/>
                  <a:pt x="477352" y="3104002"/>
                </a:cubicBezTo>
                <a:cubicBezTo>
                  <a:pt x="475281" y="3102143"/>
                  <a:pt x="472101" y="3102297"/>
                  <a:pt x="470222" y="3104366"/>
                </a:cubicBezTo>
                <a:close/>
                <a:moveTo>
                  <a:pt x="4330871" y="1594313"/>
                </a:moveTo>
                <a:cubicBezTo>
                  <a:pt x="4318929" y="1597609"/>
                  <a:pt x="4311896" y="1609951"/>
                  <a:pt x="4315192" y="1621891"/>
                </a:cubicBezTo>
                <a:cubicBezTo>
                  <a:pt x="4317913" y="1631838"/>
                  <a:pt x="4326938" y="1638374"/>
                  <a:pt x="4336792" y="1638374"/>
                </a:cubicBezTo>
                <a:cubicBezTo>
                  <a:pt x="4338764" y="1638374"/>
                  <a:pt x="4340755" y="1638105"/>
                  <a:pt x="4342750" y="1637569"/>
                </a:cubicBezTo>
                <a:cubicBezTo>
                  <a:pt x="4354693" y="1634291"/>
                  <a:pt x="4361705" y="1621949"/>
                  <a:pt x="4358429" y="1610009"/>
                </a:cubicBezTo>
                <a:cubicBezTo>
                  <a:pt x="4355151" y="1598069"/>
                  <a:pt x="4342809" y="1591036"/>
                  <a:pt x="4330871" y="1594313"/>
                </a:cubicBezTo>
                <a:close/>
                <a:moveTo>
                  <a:pt x="7819910" y="230337"/>
                </a:moveTo>
                <a:cubicBezTo>
                  <a:pt x="7806398" y="230701"/>
                  <a:pt x="7795742" y="241951"/>
                  <a:pt x="7796106" y="255443"/>
                </a:cubicBezTo>
                <a:cubicBezTo>
                  <a:pt x="7796451" y="268725"/>
                  <a:pt x="7807336" y="279266"/>
                  <a:pt x="7820542" y="279266"/>
                </a:cubicBezTo>
                <a:lnTo>
                  <a:pt x="7821213" y="279266"/>
                </a:lnTo>
                <a:cubicBezTo>
                  <a:pt x="7834705" y="278902"/>
                  <a:pt x="7845360" y="267671"/>
                  <a:pt x="7845016" y="254159"/>
                </a:cubicBezTo>
                <a:cubicBezTo>
                  <a:pt x="7844671" y="240648"/>
                  <a:pt x="7833420" y="229992"/>
                  <a:pt x="7819910" y="230337"/>
                </a:cubicBezTo>
                <a:close/>
                <a:moveTo>
                  <a:pt x="3773406" y="1808159"/>
                </a:moveTo>
                <a:cubicBezTo>
                  <a:pt x="3761926" y="1810976"/>
                  <a:pt x="3754913" y="1822572"/>
                  <a:pt x="3757731" y="1834052"/>
                </a:cubicBezTo>
                <a:lnTo>
                  <a:pt x="3757709" y="1834052"/>
                </a:lnTo>
                <a:cubicBezTo>
                  <a:pt x="3760106" y="1843807"/>
                  <a:pt x="3768845" y="1850361"/>
                  <a:pt x="3778485" y="1850361"/>
                </a:cubicBezTo>
                <a:cubicBezTo>
                  <a:pt x="3780173" y="1850361"/>
                  <a:pt x="3781876" y="1850150"/>
                  <a:pt x="3783603" y="1849729"/>
                </a:cubicBezTo>
                <a:cubicBezTo>
                  <a:pt x="3795082" y="1846911"/>
                  <a:pt x="3802115" y="1835316"/>
                  <a:pt x="3799299" y="1823837"/>
                </a:cubicBezTo>
                <a:cubicBezTo>
                  <a:pt x="3796484" y="1812375"/>
                  <a:pt x="3784888" y="1805342"/>
                  <a:pt x="3773406" y="1808159"/>
                </a:cubicBezTo>
                <a:close/>
                <a:moveTo>
                  <a:pt x="2483031" y="2309099"/>
                </a:moveTo>
                <a:cubicBezTo>
                  <a:pt x="2479771" y="2312101"/>
                  <a:pt x="2477658" y="2316346"/>
                  <a:pt x="2477467" y="2321118"/>
                </a:cubicBezTo>
                <a:cubicBezTo>
                  <a:pt x="2477063" y="2330663"/>
                  <a:pt x="2484481" y="2338731"/>
                  <a:pt x="2494044" y="2339134"/>
                </a:cubicBezTo>
                <a:cubicBezTo>
                  <a:pt x="2494293" y="2339134"/>
                  <a:pt x="2494523" y="2339153"/>
                  <a:pt x="2494772" y="2339153"/>
                </a:cubicBezTo>
                <a:cubicBezTo>
                  <a:pt x="2504010" y="2339153"/>
                  <a:pt x="2511676" y="2331870"/>
                  <a:pt x="2512059" y="2322555"/>
                </a:cubicBezTo>
                <a:cubicBezTo>
                  <a:pt x="2512462" y="2312992"/>
                  <a:pt x="2505026" y="2304943"/>
                  <a:pt x="2495481" y="2304541"/>
                </a:cubicBezTo>
                <a:cubicBezTo>
                  <a:pt x="2490699" y="2304339"/>
                  <a:pt x="2486292" y="2306097"/>
                  <a:pt x="2483031" y="2309099"/>
                </a:cubicBezTo>
                <a:close/>
                <a:moveTo>
                  <a:pt x="976686" y="2896116"/>
                </a:moveTo>
                <a:cubicBezTo>
                  <a:pt x="973773" y="2900236"/>
                  <a:pt x="974769" y="2905929"/>
                  <a:pt x="978890" y="2908841"/>
                </a:cubicBezTo>
                <a:cubicBezTo>
                  <a:pt x="980481" y="2909953"/>
                  <a:pt x="982321" y="2910509"/>
                  <a:pt x="984141" y="2910509"/>
                </a:cubicBezTo>
                <a:cubicBezTo>
                  <a:pt x="987016" y="2910509"/>
                  <a:pt x="989833" y="2909148"/>
                  <a:pt x="991616" y="2906637"/>
                </a:cubicBezTo>
                <a:cubicBezTo>
                  <a:pt x="994529" y="2902498"/>
                  <a:pt x="993532" y="2896805"/>
                  <a:pt x="989412" y="2893911"/>
                </a:cubicBezTo>
                <a:cubicBezTo>
                  <a:pt x="985293" y="2890999"/>
                  <a:pt x="979580" y="2891976"/>
                  <a:pt x="976686" y="2896116"/>
                </a:cubicBezTo>
                <a:close/>
                <a:moveTo>
                  <a:pt x="4890286" y="1368296"/>
                </a:moveTo>
                <a:cubicBezTo>
                  <a:pt x="4877809" y="1371745"/>
                  <a:pt x="4870470" y="1384643"/>
                  <a:pt x="4873916" y="1397139"/>
                </a:cubicBezTo>
                <a:cubicBezTo>
                  <a:pt x="4876773" y="1407527"/>
                  <a:pt x="4886220" y="1414350"/>
                  <a:pt x="4896516" y="1414369"/>
                </a:cubicBezTo>
                <a:cubicBezTo>
                  <a:pt x="4898567" y="1414369"/>
                  <a:pt x="4900673" y="1414082"/>
                  <a:pt x="4902744" y="1413507"/>
                </a:cubicBezTo>
                <a:cubicBezTo>
                  <a:pt x="4915238" y="1410076"/>
                  <a:pt x="4922559" y="1397158"/>
                  <a:pt x="4919130" y="1384682"/>
                </a:cubicBezTo>
                <a:cubicBezTo>
                  <a:pt x="4915677" y="1372186"/>
                  <a:pt x="4902762" y="1364865"/>
                  <a:pt x="4890286" y="1368296"/>
                </a:cubicBezTo>
                <a:close/>
                <a:moveTo>
                  <a:pt x="2245444" y="2399459"/>
                </a:moveTo>
                <a:cubicBezTo>
                  <a:pt x="2242198" y="2402077"/>
                  <a:pt x="2239951" y="2405934"/>
                  <a:pt x="2239472" y="2410410"/>
                </a:cubicBezTo>
                <a:cubicBezTo>
                  <a:pt x="2238514" y="2419360"/>
                  <a:pt x="2244991" y="2427371"/>
                  <a:pt x="2253941" y="2428329"/>
                </a:cubicBezTo>
                <a:cubicBezTo>
                  <a:pt x="2254517" y="2428406"/>
                  <a:pt x="2255110" y="2428425"/>
                  <a:pt x="2255686" y="2428425"/>
                </a:cubicBezTo>
                <a:cubicBezTo>
                  <a:pt x="2263908" y="2428425"/>
                  <a:pt x="2270980" y="2422235"/>
                  <a:pt x="2271880" y="2413878"/>
                </a:cubicBezTo>
                <a:cubicBezTo>
                  <a:pt x="2272819" y="2404928"/>
                  <a:pt x="2266342" y="2396898"/>
                  <a:pt x="2257411" y="2395939"/>
                </a:cubicBezTo>
                <a:cubicBezTo>
                  <a:pt x="2252936" y="2395460"/>
                  <a:pt x="2248690" y="2396840"/>
                  <a:pt x="2245444" y="2399459"/>
                </a:cubicBezTo>
                <a:close/>
                <a:moveTo>
                  <a:pt x="2734952" y="2207123"/>
                </a:moveTo>
                <a:cubicBezTo>
                  <a:pt x="2724834" y="2207315"/>
                  <a:pt x="2716784" y="2215671"/>
                  <a:pt x="2716976" y="2225790"/>
                </a:cubicBezTo>
                <a:cubicBezTo>
                  <a:pt x="2717168" y="2235794"/>
                  <a:pt x="2725351" y="2243786"/>
                  <a:pt x="2735316" y="2243786"/>
                </a:cubicBezTo>
                <a:lnTo>
                  <a:pt x="2735662" y="2243786"/>
                </a:lnTo>
                <a:cubicBezTo>
                  <a:pt x="2745781" y="2243595"/>
                  <a:pt x="2753830" y="2235219"/>
                  <a:pt x="2753640" y="2225100"/>
                </a:cubicBezTo>
                <a:cubicBezTo>
                  <a:pt x="2753447" y="2214981"/>
                  <a:pt x="2745090" y="2206912"/>
                  <a:pt x="2734952" y="2207123"/>
                </a:cubicBezTo>
                <a:close/>
                <a:moveTo>
                  <a:pt x="3321585" y="1976277"/>
                </a:moveTo>
                <a:cubicBezTo>
                  <a:pt x="3310488" y="1978155"/>
                  <a:pt x="3303014" y="1988696"/>
                  <a:pt x="3304911" y="1999793"/>
                </a:cubicBezTo>
                <a:cubicBezTo>
                  <a:pt x="3306617" y="2009720"/>
                  <a:pt x="3315221" y="2016735"/>
                  <a:pt x="3324977" y="2016735"/>
                </a:cubicBezTo>
                <a:cubicBezTo>
                  <a:pt x="3326108" y="2016735"/>
                  <a:pt x="3327277" y="2016639"/>
                  <a:pt x="3328426" y="2016447"/>
                </a:cubicBezTo>
                <a:cubicBezTo>
                  <a:pt x="3339524" y="2014550"/>
                  <a:pt x="3346979" y="2004028"/>
                  <a:pt x="3345101" y="1992931"/>
                </a:cubicBezTo>
                <a:cubicBezTo>
                  <a:pt x="3343204" y="1981835"/>
                  <a:pt x="3332681" y="1974379"/>
                  <a:pt x="3321585" y="1976277"/>
                </a:cubicBezTo>
                <a:close/>
                <a:moveTo>
                  <a:pt x="4225495" y="1623156"/>
                </a:moveTo>
                <a:cubicBezTo>
                  <a:pt x="4213558" y="1626415"/>
                  <a:pt x="4206524" y="1638737"/>
                  <a:pt x="4209763" y="1650697"/>
                </a:cubicBezTo>
                <a:cubicBezTo>
                  <a:pt x="4212484" y="1660663"/>
                  <a:pt x="4221531" y="1667217"/>
                  <a:pt x="4231403" y="1667217"/>
                </a:cubicBezTo>
                <a:cubicBezTo>
                  <a:pt x="4233356" y="1667217"/>
                  <a:pt x="4235330" y="1666968"/>
                  <a:pt x="4237304" y="1666431"/>
                </a:cubicBezTo>
                <a:cubicBezTo>
                  <a:pt x="4249245" y="1663174"/>
                  <a:pt x="4256296" y="1650850"/>
                  <a:pt x="4253037" y="1638911"/>
                </a:cubicBezTo>
                <a:cubicBezTo>
                  <a:pt x="4249779" y="1626951"/>
                  <a:pt x="4237455" y="1619898"/>
                  <a:pt x="4225495" y="1623156"/>
                </a:cubicBezTo>
                <a:close/>
                <a:moveTo>
                  <a:pt x="98453" y="3230244"/>
                </a:moveTo>
                <a:cubicBezTo>
                  <a:pt x="97744" y="3231068"/>
                  <a:pt x="97841" y="3232333"/>
                  <a:pt x="98664" y="3233041"/>
                </a:cubicBezTo>
                <a:cubicBezTo>
                  <a:pt x="99048" y="3233349"/>
                  <a:pt x="99507" y="3233502"/>
                  <a:pt x="99948" y="3233502"/>
                </a:cubicBezTo>
                <a:cubicBezTo>
                  <a:pt x="100524" y="3233502"/>
                  <a:pt x="101061" y="3233272"/>
                  <a:pt x="101463" y="3232812"/>
                </a:cubicBezTo>
                <a:cubicBezTo>
                  <a:pt x="102171" y="3231970"/>
                  <a:pt x="102075" y="3230723"/>
                  <a:pt x="101233" y="3230014"/>
                </a:cubicBezTo>
                <a:cubicBezTo>
                  <a:pt x="100408" y="3229304"/>
                  <a:pt x="99162" y="3229420"/>
                  <a:pt x="98453" y="3230244"/>
                </a:cubicBezTo>
                <a:close/>
                <a:moveTo>
                  <a:pt x="2010307" y="2482519"/>
                </a:moveTo>
                <a:cubicBezTo>
                  <a:pt x="2007092" y="2484742"/>
                  <a:pt x="2004725" y="2488192"/>
                  <a:pt x="2003968" y="2492341"/>
                </a:cubicBezTo>
                <a:cubicBezTo>
                  <a:pt x="2002473" y="2500639"/>
                  <a:pt x="2007974" y="2508593"/>
                  <a:pt x="2016271" y="2510108"/>
                </a:cubicBezTo>
                <a:lnTo>
                  <a:pt x="2016253" y="2510108"/>
                </a:lnTo>
                <a:cubicBezTo>
                  <a:pt x="2017191" y="2510260"/>
                  <a:pt x="2018113" y="2510338"/>
                  <a:pt x="2019013" y="2510338"/>
                </a:cubicBezTo>
                <a:cubicBezTo>
                  <a:pt x="2026257" y="2510338"/>
                  <a:pt x="2032678" y="2505182"/>
                  <a:pt x="2034020" y="2497803"/>
                </a:cubicBezTo>
                <a:cubicBezTo>
                  <a:pt x="2035533" y="2489524"/>
                  <a:pt x="2030033" y="2481570"/>
                  <a:pt x="2021735" y="2480057"/>
                </a:cubicBezTo>
                <a:cubicBezTo>
                  <a:pt x="2017585" y="2479300"/>
                  <a:pt x="2013522" y="2480296"/>
                  <a:pt x="2010307" y="2482519"/>
                </a:cubicBezTo>
                <a:close/>
                <a:moveTo>
                  <a:pt x="4784302" y="1398040"/>
                </a:moveTo>
                <a:cubicBezTo>
                  <a:pt x="4771844" y="1401586"/>
                  <a:pt x="4764617" y="1414541"/>
                  <a:pt x="4768163" y="1426999"/>
                </a:cubicBezTo>
                <a:cubicBezTo>
                  <a:pt x="4771080" y="1437310"/>
                  <a:pt x="4780485" y="1444056"/>
                  <a:pt x="4790704" y="1444056"/>
                </a:cubicBezTo>
                <a:cubicBezTo>
                  <a:pt x="4792810" y="1444056"/>
                  <a:pt x="4794976" y="1443768"/>
                  <a:pt x="4797123" y="1443155"/>
                </a:cubicBezTo>
                <a:lnTo>
                  <a:pt x="4797106" y="1443155"/>
                </a:lnTo>
                <a:cubicBezTo>
                  <a:pt x="4809562" y="1439629"/>
                  <a:pt x="4816805" y="1426654"/>
                  <a:pt x="4813259" y="1414196"/>
                </a:cubicBezTo>
                <a:cubicBezTo>
                  <a:pt x="4809733" y="1401739"/>
                  <a:pt x="4796760" y="1394514"/>
                  <a:pt x="4784302" y="1398040"/>
                </a:cubicBezTo>
                <a:close/>
                <a:moveTo>
                  <a:pt x="3668094" y="1833132"/>
                </a:moveTo>
                <a:cubicBezTo>
                  <a:pt x="3656575" y="1835757"/>
                  <a:pt x="3649349" y="1847219"/>
                  <a:pt x="3651995" y="1858755"/>
                </a:cubicBezTo>
                <a:cubicBezTo>
                  <a:pt x="3654255" y="1868683"/>
                  <a:pt x="3663072" y="1875410"/>
                  <a:pt x="3672827" y="1875410"/>
                </a:cubicBezTo>
                <a:cubicBezTo>
                  <a:pt x="3674399" y="1875410"/>
                  <a:pt x="3676009" y="1875238"/>
                  <a:pt x="3677600" y="1874854"/>
                </a:cubicBezTo>
                <a:cubicBezTo>
                  <a:pt x="3689137" y="1872248"/>
                  <a:pt x="3696343" y="1860768"/>
                  <a:pt x="3693718" y="1849249"/>
                </a:cubicBezTo>
                <a:cubicBezTo>
                  <a:pt x="3691092" y="1837713"/>
                  <a:pt x="3679612" y="1830506"/>
                  <a:pt x="3668094" y="1833132"/>
                </a:cubicBezTo>
                <a:close/>
                <a:moveTo>
                  <a:pt x="2975075" y="2103305"/>
                </a:moveTo>
                <a:cubicBezTo>
                  <a:pt x="2964419" y="2104186"/>
                  <a:pt x="2956504" y="2113539"/>
                  <a:pt x="2957386" y="2124194"/>
                </a:cubicBezTo>
                <a:cubicBezTo>
                  <a:pt x="2958209" y="2134295"/>
                  <a:pt x="2966681" y="2141961"/>
                  <a:pt x="2976647" y="2141961"/>
                </a:cubicBezTo>
                <a:cubicBezTo>
                  <a:pt x="2977183" y="2141961"/>
                  <a:pt x="2977720" y="2141942"/>
                  <a:pt x="2978257" y="2141904"/>
                </a:cubicBezTo>
                <a:cubicBezTo>
                  <a:pt x="2988912" y="2141022"/>
                  <a:pt x="2996847" y="2131669"/>
                  <a:pt x="2995965" y="2121013"/>
                </a:cubicBezTo>
                <a:cubicBezTo>
                  <a:pt x="2995084" y="2110357"/>
                  <a:pt x="2985731" y="2102442"/>
                  <a:pt x="2975075" y="2103305"/>
                </a:cubicBezTo>
                <a:close/>
                <a:moveTo>
                  <a:pt x="5759796" y="1015195"/>
                </a:moveTo>
                <a:cubicBezTo>
                  <a:pt x="5747146" y="1019967"/>
                  <a:pt x="5740766" y="1034073"/>
                  <a:pt x="5745536" y="1046721"/>
                </a:cubicBezTo>
                <a:lnTo>
                  <a:pt x="5745519" y="1046721"/>
                </a:lnTo>
                <a:cubicBezTo>
                  <a:pt x="5749197" y="1056515"/>
                  <a:pt x="5758513" y="1062572"/>
                  <a:pt x="5768421" y="1062572"/>
                </a:cubicBezTo>
                <a:cubicBezTo>
                  <a:pt x="5771278" y="1062572"/>
                  <a:pt x="5774189" y="1062054"/>
                  <a:pt x="5777044" y="1060980"/>
                </a:cubicBezTo>
                <a:cubicBezTo>
                  <a:pt x="5789695" y="1056228"/>
                  <a:pt x="5796076" y="1042122"/>
                  <a:pt x="5791323" y="1029473"/>
                </a:cubicBezTo>
                <a:cubicBezTo>
                  <a:pt x="5786572" y="1016824"/>
                  <a:pt x="5772446" y="1010423"/>
                  <a:pt x="5759796" y="1015195"/>
                </a:cubicBezTo>
                <a:close/>
                <a:moveTo>
                  <a:pt x="5862139" y="975120"/>
                </a:moveTo>
                <a:cubicBezTo>
                  <a:pt x="5849605" y="980199"/>
                  <a:pt x="5843587" y="994458"/>
                  <a:pt x="5848665" y="1006992"/>
                </a:cubicBezTo>
                <a:cubicBezTo>
                  <a:pt x="5852516" y="1016498"/>
                  <a:pt x="5861678" y="1022248"/>
                  <a:pt x="5871337" y="1022248"/>
                </a:cubicBezTo>
                <a:cubicBezTo>
                  <a:pt x="5874405" y="1022248"/>
                  <a:pt x="5877529" y="1021673"/>
                  <a:pt x="5880537" y="1020447"/>
                </a:cubicBezTo>
                <a:cubicBezTo>
                  <a:pt x="5893054" y="1015367"/>
                  <a:pt x="5899091" y="1001108"/>
                  <a:pt x="5894009" y="988575"/>
                </a:cubicBezTo>
                <a:cubicBezTo>
                  <a:pt x="5888933" y="976059"/>
                  <a:pt x="5874656" y="970022"/>
                  <a:pt x="5862139" y="975120"/>
                </a:cubicBezTo>
                <a:close/>
                <a:moveTo>
                  <a:pt x="573199" y="3039645"/>
                </a:moveTo>
                <a:cubicBezTo>
                  <a:pt x="570995" y="3042156"/>
                  <a:pt x="571244" y="3045989"/>
                  <a:pt x="573773" y="3048193"/>
                </a:cubicBezTo>
                <a:cubicBezTo>
                  <a:pt x="574924" y="3049209"/>
                  <a:pt x="576341" y="3049707"/>
                  <a:pt x="577760" y="3049707"/>
                </a:cubicBezTo>
                <a:cubicBezTo>
                  <a:pt x="579447" y="3049707"/>
                  <a:pt x="581133" y="3048999"/>
                  <a:pt x="582340" y="3047638"/>
                </a:cubicBezTo>
                <a:cubicBezTo>
                  <a:pt x="584545" y="3045107"/>
                  <a:pt x="584295" y="3041274"/>
                  <a:pt x="581765" y="3039071"/>
                </a:cubicBezTo>
                <a:cubicBezTo>
                  <a:pt x="579236" y="3036867"/>
                  <a:pt x="575421" y="3037115"/>
                  <a:pt x="573199" y="3039645"/>
                </a:cubicBezTo>
                <a:close/>
                <a:moveTo>
                  <a:pt x="1427530" y="2704130"/>
                </a:moveTo>
                <a:cubicBezTo>
                  <a:pt x="1424615" y="2705254"/>
                  <a:pt x="1422127" y="2707491"/>
                  <a:pt x="1420767" y="2710577"/>
                </a:cubicBezTo>
                <a:cubicBezTo>
                  <a:pt x="1418026" y="2716729"/>
                  <a:pt x="1420804" y="2723935"/>
                  <a:pt x="1426957" y="2726676"/>
                </a:cubicBezTo>
                <a:cubicBezTo>
                  <a:pt x="1428567" y="2727384"/>
                  <a:pt x="1430253" y="2727730"/>
                  <a:pt x="1431902" y="2727730"/>
                </a:cubicBezTo>
                <a:cubicBezTo>
                  <a:pt x="1436578" y="2727730"/>
                  <a:pt x="1441043" y="2725027"/>
                  <a:pt x="1443056" y="2720485"/>
                </a:cubicBezTo>
                <a:cubicBezTo>
                  <a:pt x="1445797" y="2714314"/>
                  <a:pt x="1443018" y="2707108"/>
                  <a:pt x="1436865" y="2704367"/>
                </a:cubicBezTo>
                <a:cubicBezTo>
                  <a:pt x="1433790" y="2702997"/>
                  <a:pt x="1430445" y="2703006"/>
                  <a:pt x="1427530" y="2704130"/>
                </a:cubicBezTo>
                <a:close/>
                <a:moveTo>
                  <a:pt x="5656418" y="1052816"/>
                </a:moveTo>
                <a:cubicBezTo>
                  <a:pt x="5643692" y="1057320"/>
                  <a:pt x="5637004" y="1071311"/>
                  <a:pt x="5641508" y="1084036"/>
                </a:cubicBezTo>
                <a:cubicBezTo>
                  <a:pt x="5645073" y="1094079"/>
                  <a:pt x="5654505" y="1100365"/>
                  <a:pt x="5664582" y="1100365"/>
                </a:cubicBezTo>
                <a:cubicBezTo>
                  <a:pt x="5667285" y="1100365"/>
                  <a:pt x="5670046" y="1099905"/>
                  <a:pt x="5672746" y="1098947"/>
                </a:cubicBezTo>
                <a:cubicBezTo>
                  <a:pt x="5685494" y="1094444"/>
                  <a:pt x="5692161" y="1080472"/>
                  <a:pt x="5687639" y="1067726"/>
                </a:cubicBezTo>
                <a:cubicBezTo>
                  <a:pt x="5683133" y="1054982"/>
                  <a:pt x="5669164" y="1048312"/>
                  <a:pt x="5656418" y="1052816"/>
                </a:cubicBezTo>
                <a:close/>
                <a:moveTo>
                  <a:pt x="5963638" y="932650"/>
                </a:moveTo>
                <a:cubicBezTo>
                  <a:pt x="5951218" y="937997"/>
                  <a:pt x="5945490" y="952390"/>
                  <a:pt x="5950817" y="964789"/>
                </a:cubicBezTo>
                <a:cubicBezTo>
                  <a:pt x="5954802" y="974067"/>
                  <a:pt x="5963831" y="979605"/>
                  <a:pt x="5973316" y="979605"/>
                </a:cubicBezTo>
                <a:cubicBezTo>
                  <a:pt x="5976535" y="979605"/>
                  <a:pt x="5979816" y="978973"/>
                  <a:pt x="5982957" y="977611"/>
                </a:cubicBezTo>
                <a:cubicBezTo>
                  <a:pt x="5995375" y="972283"/>
                  <a:pt x="6001105" y="957890"/>
                  <a:pt x="5995778" y="945472"/>
                </a:cubicBezTo>
                <a:cubicBezTo>
                  <a:pt x="5993104" y="939262"/>
                  <a:pt x="5988170" y="934725"/>
                  <a:pt x="5982354" y="932406"/>
                </a:cubicBezTo>
                <a:cubicBezTo>
                  <a:pt x="5976535" y="930087"/>
                  <a:pt x="5969838" y="929986"/>
                  <a:pt x="5963638" y="932650"/>
                </a:cubicBezTo>
                <a:close/>
                <a:moveTo>
                  <a:pt x="4120127" y="1651674"/>
                </a:moveTo>
                <a:cubicBezTo>
                  <a:pt x="4108170" y="1654875"/>
                  <a:pt x="4101056" y="1667160"/>
                  <a:pt x="4104276" y="1679138"/>
                </a:cubicBezTo>
                <a:cubicBezTo>
                  <a:pt x="4106958" y="1689161"/>
                  <a:pt x="4116024" y="1695755"/>
                  <a:pt x="4125913" y="1695755"/>
                </a:cubicBezTo>
                <a:cubicBezTo>
                  <a:pt x="4127848" y="1695755"/>
                  <a:pt x="4129784" y="1695505"/>
                  <a:pt x="4131741" y="1694988"/>
                </a:cubicBezTo>
                <a:cubicBezTo>
                  <a:pt x="4143697" y="1691787"/>
                  <a:pt x="4150791" y="1679483"/>
                  <a:pt x="4147590" y="1667524"/>
                </a:cubicBezTo>
                <a:cubicBezTo>
                  <a:pt x="4144389" y="1655564"/>
                  <a:pt x="4132085" y="1648454"/>
                  <a:pt x="4120127" y="1651674"/>
                </a:cubicBezTo>
                <a:close/>
                <a:moveTo>
                  <a:pt x="5552370" y="1088675"/>
                </a:moveTo>
                <a:cubicBezTo>
                  <a:pt x="5539549" y="1092967"/>
                  <a:pt x="5532648" y="1106843"/>
                  <a:pt x="5536964" y="1119645"/>
                </a:cubicBezTo>
                <a:cubicBezTo>
                  <a:pt x="5540393" y="1129880"/>
                  <a:pt x="5549918" y="1136339"/>
                  <a:pt x="5560153" y="1136339"/>
                </a:cubicBezTo>
                <a:cubicBezTo>
                  <a:pt x="5562739" y="1136339"/>
                  <a:pt x="5565365" y="1135917"/>
                  <a:pt x="5567936" y="1135055"/>
                </a:cubicBezTo>
                <a:cubicBezTo>
                  <a:pt x="5580755" y="1130762"/>
                  <a:pt x="5587654" y="1116886"/>
                  <a:pt x="5583342" y="1104083"/>
                </a:cubicBezTo>
                <a:cubicBezTo>
                  <a:pt x="5579047" y="1091261"/>
                  <a:pt x="5565172" y="1084362"/>
                  <a:pt x="5552370" y="1088675"/>
                </a:cubicBezTo>
                <a:close/>
                <a:moveTo>
                  <a:pt x="6064387" y="888321"/>
                </a:moveTo>
                <a:cubicBezTo>
                  <a:pt x="6052064" y="893859"/>
                  <a:pt x="6046566" y="908329"/>
                  <a:pt x="6052103" y="920671"/>
                </a:cubicBezTo>
                <a:cubicBezTo>
                  <a:pt x="6056182" y="929736"/>
                  <a:pt x="6065097" y="935103"/>
                  <a:pt x="6074429" y="935103"/>
                </a:cubicBezTo>
                <a:cubicBezTo>
                  <a:pt x="6077786" y="935103"/>
                  <a:pt x="6081195" y="934413"/>
                  <a:pt x="6084453" y="932956"/>
                </a:cubicBezTo>
                <a:cubicBezTo>
                  <a:pt x="6096776" y="927418"/>
                  <a:pt x="6102277" y="912929"/>
                  <a:pt x="6096738" y="900605"/>
                </a:cubicBezTo>
                <a:cubicBezTo>
                  <a:pt x="6093968" y="894444"/>
                  <a:pt x="6088962" y="889988"/>
                  <a:pt x="6083107" y="887765"/>
                </a:cubicBezTo>
                <a:cubicBezTo>
                  <a:pt x="6077253" y="885542"/>
                  <a:pt x="6070549" y="885552"/>
                  <a:pt x="6064387" y="888321"/>
                </a:cubicBezTo>
                <a:close/>
                <a:moveTo>
                  <a:pt x="4678566" y="1428263"/>
                </a:moveTo>
                <a:cubicBezTo>
                  <a:pt x="4666129" y="1431829"/>
                  <a:pt x="4658940" y="1444822"/>
                  <a:pt x="4662504" y="1457260"/>
                </a:cubicBezTo>
                <a:cubicBezTo>
                  <a:pt x="4665457" y="1467553"/>
                  <a:pt x="4674847" y="1474241"/>
                  <a:pt x="4685025" y="1474241"/>
                </a:cubicBezTo>
                <a:cubicBezTo>
                  <a:pt x="4687169" y="1474241"/>
                  <a:pt x="4689356" y="1473954"/>
                  <a:pt x="4691521" y="1473322"/>
                </a:cubicBezTo>
                <a:cubicBezTo>
                  <a:pt x="4703960" y="1469756"/>
                  <a:pt x="4711148" y="1456762"/>
                  <a:pt x="4707584" y="1444324"/>
                </a:cubicBezTo>
                <a:cubicBezTo>
                  <a:pt x="4703999" y="1431886"/>
                  <a:pt x="4691022" y="1424680"/>
                  <a:pt x="4678566" y="1428263"/>
                </a:cubicBezTo>
                <a:close/>
                <a:moveTo>
                  <a:pt x="1105382" y="2818842"/>
                </a:moveTo>
                <a:lnTo>
                  <a:pt x="1105383" y="2818846"/>
                </a:lnTo>
                <a:lnTo>
                  <a:pt x="1105401" y="2818842"/>
                </a:lnTo>
                <a:close/>
                <a:moveTo>
                  <a:pt x="1778776" y="2555721"/>
                </a:moveTo>
                <a:cubicBezTo>
                  <a:pt x="1775613" y="2557533"/>
                  <a:pt x="1773140" y="2560551"/>
                  <a:pt x="1772106" y="2564346"/>
                </a:cubicBezTo>
                <a:cubicBezTo>
                  <a:pt x="1770036" y="2571935"/>
                  <a:pt x="1774501" y="2579755"/>
                  <a:pt x="1782091" y="2581843"/>
                </a:cubicBezTo>
                <a:cubicBezTo>
                  <a:pt x="1783336" y="2582169"/>
                  <a:pt x="1784602" y="2582342"/>
                  <a:pt x="1785847" y="2582342"/>
                </a:cubicBezTo>
                <a:cubicBezTo>
                  <a:pt x="1792114" y="2582342"/>
                  <a:pt x="1797844" y="2578164"/>
                  <a:pt x="1799589" y="2571839"/>
                </a:cubicBezTo>
                <a:cubicBezTo>
                  <a:pt x="1801659" y="2564250"/>
                  <a:pt x="1797173" y="2556411"/>
                  <a:pt x="1789585" y="2554341"/>
                </a:cubicBezTo>
                <a:cubicBezTo>
                  <a:pt x="1785791" y="2553306"/>
                  <a:pt x="1781938" y="2553910"/>
                  <a:pt x="1778776" y="2555721"/>
                </a:cubicBezTo>
                <a:close/>
                <a:moveTo>
                  <a:pt x="5447710" y="1122980"/>
                </a:moveTo>
                <a:cubicBezTo>
                  <a:pt x="5434829" y="1127101"/>
                  <a:pt x="5427739" y="1140881"/>
                  <a:pt x="5431876" y="1153741"/>
                </a:cubicBezTo>
                <a:cubicBezTo>
                  <a:pt x="5435211" y="1164128"/>
                  <a:pt x="5444814" y="1170760"/>
                  <a:pt x="5455183" y="1170759"/>
                </a:cubicBezTo>
                <a:cubicBezTo>
                  <a:pt x="5457655" y="1170759"/>
                  <a:pt x="5460167" y="1170377"/>
                  <a:pt x="5462641" y="1169571"/>
                </a:cubicBezTo>
                <a:cubicBezTo>
                  <a:pt x="5475516" y="1165451"/>
                  <a:pt x="5482587" y="1151671"/>
                  <a:pt x="5478469" y="1138811"/>
                </a:cubicBezTo>
                <a:cubicBezTo>
                  <a:pt x="5474348" y="1125951"/>
                  <a:pt x="5460568" y="1118860"/>
                  <a:pt x="5447710" y="1122980"/>
                </a:cubicBezTo>
                <a:close/>
                <a:moveTo>
                  <a:pt x="6164582" y="842476"/>
                </a:moveTo>
                <a:cubicBezTo>
                  <a:pt x="6152316" y="848188"/>
                  <a:pt x="6147008" y="862734"/>
                  <a:pt x="6152699" y="874982"/>
                </a:cubicBezTo>
                <a:cubicBezTo>
                  <a:pt x="6156858" y="883893"/>
                  <a:pt x="6165675" y="889145"/>
                  <a:pt x="6174912" y="889145"/>
                </a:cubicBezTo>
                <a:cubicBezTo>
                  <a:pt x="6178362" y="889145"/>
                  <a:pt x="6181869" y="888416"/>
                  <a:pt x="6185204" y="886864"/>
                </a:cubicBezTo>
                <a:cubicBezTo>
                  <a:pt x="6197451" y="881153"/>
                  <a:pt x="6202779" y="866606"/>
                  <a:pt x="6197067" y="854359"/>
                </a:cubicBezTo>
                <a:cubicBezTo>
                  <a:pt x="6194222" y="848227"/>
                  <a:pt x="6189161" y="843833"/>
                  <a:pt x="6183283" y="841684"/>
                </a:cubicBezTo>
                <a:cubicBezTo>
                  <a:pt x="6177404" y="839535"/>
                  <a:pt x="6170705" y="839631"/>
                  <a:pt x="6164582" y="842476"/>
                </a:cubicBezTo>
                <a:close/>
                <a:moveTo>
                  <a:pt x="1091353" y="2821869"/>
                </a:moveTo>
                <a:cubicBezTo>
                  <a:pt x="1088305" y="2826584"/>
                  <a:pt x="1089647" y="2832870"/>
                  <a:pt x="1094361" y="2835917"/>
                </a:cubicBezTo>
                <a:cubicBezTo>
                  <a:pt x="1096067" y="2837010"/>
                  <a:pt x="1097983" y="2837547"/>
                  <a:pt x="1099862" y="2837547"/>
                </a:cubicBezTo>
                <a:cubicBezTo>
                  <a:pt x="1103198" y="2837547"/>
                  <a:pt x="1106456" y="2835899"/>
                  <a:pt x="1108411" y="2832890"/>
                </a:cubicBezTo>
                <a:lnTo>
                  <a:pt x="1105383" y="2818846"/>
                </a:lnTo>
                <a:close/>
                <a:moveTo>
                  <a:pt x="3215563" y="1992625"/>
                </a:moveTo>
                <a:cubicBezTo>
                  <a:pt x="3204408" y="1994139"/>
                  <a:pt x="3196607" y="2004430"/>
                  <a:pt x="3198141" y="2015585"/>
                </a:cubicBezTo>
                <a:cubicBezTo>
                  <a:pt x="3199540" y="2025780"/>
                  <a:pt x="3208279" y="2033179"/>
                  <a:pt x="3218303" y="2033179"/>
                </a:cubicBezTo>
                <a:cubicBezTo>
                  <a:pt x="3219223" y="2033179"/>
                  <a:pt x="3220163" y="2033122"/>
                  <a:pt x="3221100" y="2033006"/>
                </a:cubicBezTo>
                <a:cubicBezTo>
                  <a:pt x="3232255" y="2031473"/>
                  <a:pt x="3240055" y="2021200"/>
                  <a:pt x="3238523" y="2010046"/>
                </a:cubicBezTo>
                <a:cubicBezTo>
                  <a:pt x="3236989" y="1998891"/>
                  <a:pt x="3226716" y="1991092"/>
                  <a:pt x="3215563" y="1992625"/>
                </a:cubicBezTo>
                <a:close/>
                <a:moveTo>
                  <a:pt x="4014659" y="1679598"/>
                </a:moveTo>
                <a:cubicBezTo>
                  <a:pt x="4002681" y="1682722"/>
                  <a:pt x="3995494" y="1694988"/>
                  <a:pt x="3998638" y="1706966"/>
                </a:cubicBezTo>
                <a:cubicBezTo>
                  <a:pt x="4001262" y="1717047"/>
                  <a:pt x="4010347" y="1723716"/>
                  <a:pt x="4020314" y="1723716"/>
                </a:cubicBezTo>
                <a:cubicBezTo>
                  <a:pt x="4022192" y="1723716"/>
                  <a:pt x="4024088" y="1723486"/>
                  <a:pt x="4025986" y="1722988"/>
                </a:cubicBezTo>
                <a:cubicBezTo>
                  <a:pt x="4037965" y="1719864"/>
                  <a:pt x="4045150" y="1707618"/>
                  <a:pt x="4042027" y="1695620"/>
                </a:cubicBezTo>
                <a:cubicBezTo>
                  <a:pt x="4038884" y="1683642"/>
                  <a:pt x="4026639" y="1676474"/>
                  <a:pt x="4014659" y="1679598"/>
                </a:cubicBezTo>
                <a:close/>
                <a:moveTo>
                  <a:pt x="3562416" y="1856111"/>
                </a:moveTo>
                <a:cubicBezTo>
                  <a:pt x="3550840" y="1858488"/>
                  <a:pt x="3543404" y="1869814"/>
                  <a:pt x="3545780" y="1881390"/>
                </a:cubicBezTo>
                <a:cubicBezTo>
                  <a:pt x="3547869" y="1891509"/>
                  <a:pt x="3556782" y="1898466"/>
                  <a:pt x="3566728" y="1898466"/>
                </a:cubicBezTo>
                <a:cubicBezTo>
                  <a:pt x="3568146" y="1898466"/>
                  <a:pt x="3569603" y="1898332"/>
                  <a:pt x="3571059" y="1898026"/>
                </a:cubicBezTo>
                <a:cubicBezTo>
                  <a:pt x="3582635" y="1895630"/>
                  <a:pt x="3590090" y="1884323"/>
                  <a:pt x="3587695" y="1872746"/>
                </a:cubicBezTo>
                <a:cubicBezTo>
                  <a:pt x="3585318" y="1861171"/>
                  <a:pt x="3573992" y="1853715"/>
                  <a:pt x="3562416" y="1856111"/>
                </a:cubicBezTo>
                <a:close/>
                <a:moveTo>
                  <a:pt x="7707792" y="237677"/>
                </a:moveTo>
                <a:cubicBezTo>
                  <a:pt x="7694357" y="239057"/>
                  <a:pt x="7684583" y="251073"/>
                  <a:pt x="7685962" y="264528"/>
                </a:cubicBezTo>
                <a:cubicBezTo>
                  <a:pt x="7687266" y="277100"/>
                  <a:pt x="7697884" y="286472"/>
                  <a:pt x="7710265" y="286472"/>
                </a:cubicBezTo>
                <a:cubicBezTo>
                  <a:pt x="7711108" y="286472"/>
                  <a:pt x="7711951" y="286434"/>
                  <a:pt x="7712814" y="286338"/>
                </a:cubicBezTo>
                <a:cubicBezTo>
                  <a:pt x="7726248" y="284958"/>
                  <a:pt x="7736022" y="272941"/>
                  <a:pt x="7734644" y="259506"/>
                </a:cubicBezTo>
                <a:cubicBezTo>
                  <a:pt x="7733243" y="246052"/>
                  <a:pt x="7721227" y="236278"/>
                  <a:pt x="7707792" y="237677"/>
                </a:cubicBezTo>
                <a:close/>
                <a:moveTo>
                  <a:pt x="201477" y="3166427"/>
                </a:moveTo>
                <a:lnTo>
                  <a:pt x="197332" y="3168045"/>
                </a:lnTo>
                <a:lnTo>
                  <a:pt x="197500" y="3170525"/>
                </a:lnTo>
                <a:cubicBezTo>
                  <a:pt x="198075" y="3171023"/>
                  <a:pt x="198765" y="3171271"/>
                  <a:pt x="199475" y="3171272"/>
                </a:cubicBezTo>
                <a:cubicBezTo>
                  <a:pt x="200317" y="3171272"/>
                  <a:pt x="201142" y="3170927"/>
                  <a:pt x="201735" y="3170238"/>
                </a:cubicBezTo>
                <a:close/>
                <a:moveTo>
                  <a:pt x="688592" y="2976278"/>
                </a:moveTo>
                <a:lnTo>
                  <a:pt x="678855" y="2980079"/>
                </a:lnTo>
                <a:lnTo>
                  <a:pt x="679145" y="2983509"/>
                </a:lnTo>
                <a:cubicBezTo>
                  <a:pt x="680468" y="2984641"/>
                  <a:pt x="682097" y="2985177"/>
                  <a:pt x="683707" y="2985177"/>
                </a:cubicBezTo>
                <a:cubicBezTo>
                  <a:pt x="685739" y="2985177"/>
                  <a:pt x="687732" y="2984333"/>
                  <a:pt x="689131" y="2982666"/>
                </a:cubicBezTo>
                <a:close/>
                <a:moveTo>
                  <a:pt x="1570383" y="2632064"/>
                </a:moveTo>
                <a:lnTo>
                  <a:pt x="1552933" y="2638876"/>
                </a:lnTo>
                <a:lnTo>
                  <a:pt x="1553505" y="2640163"/>
                </a:lnTo>
                <a:cubicBezTo>
                  <a:pt x="1555076" y="2640757"/>
                  <a:pt x="1556667" y="2641045"/>
                  <a:pt x="1558259" y="2641045"/>
                </a:cubicBezTo>
                <a:cubicBezTo>
                  <a:pt x="1563568" y="2641045"/>
                  <a:pt x="1568588" y="2637806"/>
                  <a:pt x="1570601" y="2632554"/>
                </a:cubicBezTo>
                <a:close/>
                <a:moveTo>
                  <a:pt x="2166890" y="2399213"/>
                </a:moveTo>
                <a:lnTo>
                  <a:pt x="2140641" y="2409459"/>
                </a:lnTo>
                <a:lnTo>
                  <a:pt x="2148629" y="2414357"/>
                </a:lnTo>
                <a:cubicBezTo>
                  <a:pt x="2149510" y="2414492"/>
                  <a:pt x="2150353" y="2414568"/>
                  <a:pt x="2151216" y="2414568"/>
                </a:cubicBezTo>
                <a:cubicBezTo>
                  <a:pt x="2159073" y="2414568"/>
                  <a:pt x="2166011" y="2408838"/>
                  <a:pt x="2167276" y="2400826"/>
                </a:cubicBezTo>
                <a:close/>
                <a:moveTo>
                  <a:pt x="2403226" y="2306957"/>
                </a:moveTo>
                <a:lnTo>
                  <a:pt x="2373360" y="2318615"/>
                </a:lnTo>
                <a:lnTo>
                  <a:pt x="2375662" y="2325987"/>
                </a:lnTo>
                <a:cubicBezTo>
                  <a:pt x="2378501" y="2329388"/>
                  <a:pt x="2382636" y="2331707"/>
                  <a:pt x="2387389" y="2332139"/>
                </a:cubicBezTo>
                <a:lnTo>
                  <a:pt x="2387408" y="2332139"/>
                </a:lnTo>
                <a:cubicBezTo>
                  <a:pt x="2387925" y="2332196"/>
                  <a:pt x="2388443" y="2332196"/>
                  <a:pt x="2388980" y="2332196"/>
                </a:cubicBezTo>
                <a:cubicBezTo>
                  <a:pt x="2397834" y="2332196"/>
                  <a:pt x="2405386" y="2325431"/>
                  <a:pt x="2406190" y="2316442"/>
                </a:cubicBezTo>
                <a:close/>
                <a:moveTo>
                  <a:pt x="2642400" y="2213594"/>
                </a:moveTo>
                <a:lnTo>
                  <a:pt x="2610840" y="2225914"/>
                </a:lnTo>
                <a:lnTo>
                  <a:pt x="2615318" y="2237610"/>
                </a:lnTo>
                <a:cubicBezTo>
                  <a:pt x="2618543" y="2241017"/>
                  <a:pt x="2623066" y="2243192"/>
                  <a:pt x="2628126" y="2243326"/>
                </a:cubicBezTo>
                <a:lnTo>
                  <a:pt x="2628126" y="2243345"/>
                </a:lnTo>
                <a:cubicBezTo>
                  <a:pt x="2628299" y="2243345"/>
                  <a:pt x="2628471" y="2243345"/>
                  <a:pt x="2628642" y="2243345"/>
                </a:cubicBezTo>
                <a:cubicBezTo>
                  <a:pt x="2638532" y="2243345"/>
                  <a:pt x="2646697" y="2235449"/>
                  <a:pt x="2646965" y="2225503"/>
                </a:cubicBezTo>
                <a:close/>
                <a:moveTo>
                  <a:pt x="2884682" y="2119017"/>
                </a:moveTo>
                <a:lnTo>
                  <a:pt x="2851291" y="2132052"/>
                </a:lnTo>
                <a:lnTo>
                  <a:pt x="2856130" y="2142889"/>
                </a:lnTo>
                <a:cubicBezTo>
                  <a:pt x="2859623" y="2146250"/>
                  <a:pt x="2864367" y="2148305"/>
                  <a:pt x="2869551" y="2148305"/>
                </a:cubicBezTo>
                <a:cubicBezTo>
                  <a:pt x="2869781" y="2148305"/>
                  <a:pt x="2870011" y="2148305"/>
                  <a:pt x="2870241" y="2148286"/>
                </a:cubicBezTo>
                <a:cubicBezTo>
                  <a:pt x="2880916" y="2147921"/>
                  <a:pt x="2889273" y="2138952"/>
                  <a:pt x="2888908" y="2128277"/>
                </a:cubicBezTo>
                <a:close/>
                <a:moveTo>
                  <a:pt x="3131081" y="2022833"/>
                </a:moveTo>
                <a:lnTo>
                  <a:pt x="3095529" y="2036712"/>
                </a:lnTo>
                <a:lnTo>
                  <a:pt x="3097496" y="2040603"/>
                </a:lnTo>
                <a:cubicBezTo>
                  <a:pt x="3101136" y="2043882"/>
                  <a:pt x="3105936" y="2045847"/>
                  <a:pt x="3111111" y="2045847"/>
                </a:cubicBezTo>
                <a:cubicBezTo>
                  <a:pt x="3111782" y="2045847"/>
                  <a:pt x="3112453" y="2045827"/>
                  <a:pt x="3113143" y="2045751"/>
                </a:cubicBezTo>
                <a:cubicBezTo>
                  <a:pt x="3124335" y="2044658"/>
                  <a:pt x="3132538" y="2034674"/>
                  <a:pt x="3131427" y="2023481"/>
                </a:cubicBezTo>
                <a:close/>
                <a:moveTo>
                  <a:pt x="3363428" y="1932135"/>
                </a:moveTo>
                <a:lnTo>
                  <a:pt x="3352278" y="1936487"/>
                </a:lnTo>
                <a:lnTo>
                  <a:pt x="3352958" y="1936739"/>
                </a:lnTo>
                <a:cubicBezTo>
                  <a:pt x="3354012" y="1936739"/>
                  <a:pt x="3355066" y="1936663"/>
                  <a:pt x="3356140" y="1936509"/>
                </a:cubicBezTo>
                <a:close/>
                <a:moveTo>
                  <a:pt x="3477222" y="1887715"/>
                </a:moveTo>
                <a:lnTo>
                  <a:pt x="3439606" y="1902398"/>
                </a:lnTo>
                <a:lnTo>
                  <a:pt x="3446478" y="1914163"/>
                </a:lnTo>
                <a:cubicBezTo>
                  <a:pt x="3450237" y="1917273"/>
                  <a:pt x="3455033" y="1919089"/>
                  <a:pt x="3460111" y="1919089"/>
                </a:cubicBezTo>
                <a:cubicBezTo>
                  <a:pt x="3461376" y="1919089"/>
                  <a:pt x="3462641" y="1918973"/>
                  <a:pt x="3463925" y="1918743"/>
                </a:cubicBezTo>
                <a:cubicBezTo>
                  <a:pt x="3475539" y="1916654"/>
                  <a:pt x="3483282" y="1905519"/>
                  <a:pt x="3481193" y="1893905"/>
                </a:cubicBezTo>
                <a:close/>
                <a:moveTo>
                  <a:pt x="3713462" y="1795497"/>
                </a:moveTo>
                <a:lnTo>
                  <a:pt x="3700852" y="1800419"/>
                </a:lnTo>
                <a:lnTo>
                  <a:pt x="3701824" y="1800761"/>
                </a:lnTo>
                <a:cubicBezTo>
                  <a:pt x="3703397" y="1800761"/>
                  <a:pt x="3704967" y="1800608"/>
                  <a:pt x="3706559" y="1800263"/>
                </a:cubicBezTo>
                <a:close/>
                <a:moveTo>
                  <a:pt x="3830129" y="1749955"/>
                </a:moveTo>
                <a:lnTo>
                  <a:pt x="3790428" y="1765452"/>
                </a:lnTo>
                <a:lnTo>
                  <a:pt x="3794610" y="1771997"/>
                </a:lnTo>
                <a:cubicBezTo>
                  <a:pt x="3798484" y="1775027"/>
                  <a:pt x="3803324" y="1776766"/>
                  <a:pt x="3808402" y="1776766"/>
                </a:cubicBezTo>
                <a:cubicBezTo>
                  <a:pt x="3810107" y="1776766"/>
                  <a:pt x="3811833" y="1776574"/>
                  <a:pt x="3813561" y="1776172"/>
                </a:cubicBezTo>
                <a:cubicBezTo>
                  <a:pt x="3819597" y="1774754"/>
                  <a:pt x="3824478" y="1771026"/>
                  <a:pt x="3827496" y="1766146"/>
                </a:cubicBezTo>
                <a:close/>
                <a:moveTo>
                  <a:pt x="3927934" y="1711776"/>
                </a:moveTo>
                <a:lnTo>
                  <a:pt x="3894104" y="1724982"/>
                </a:lnTo>
                <a:lnTo>
                  <a:pt x="3892789" y="1733931"/>
                </a:lnTo>
                <a:cubicBezTo>
                  <a:pt x="3895338" y="1744108"/>
                  <a:pt x="3904478" y="1750894"/>
                  <a:pt x="3914521" y="1750894"/>
                </a:cubicBezTo>
                <a:cubicBezTo>
                  <a:pt x="3916323" y="1750894"/>
                  <a:pt x="3918162" y="1750683"/>
                  <a:pt x="3920002" y="1750203"/>
                </a:cubicBezTo>
                <a:cubicBezTo>
                  <a:pt x="3932020" y="1747194"/>
                  <a:pt x="3939301" y="1734986"/>
                  <a:pt x="3936274" y="1722988"/>
                </a:cubicBezTo>
                <a:close/>
                <a:moveTo>
                  <a:pt x="4169093" y="1617638"/>
                </a:moveTo>
                <a:lnTo>
                  <a:pt x="4154776" y="1623226"/>
                </a:lnTo>
                <a:lnTo>
                  <a:pt x="4156158" y="1623693"/>
                </a:lnTo>
                <a:cubicBezTo>
                  <a:pt x="4158171" y="1623693"/>
                  <a:pt x="4160222" y="1623424"/>
                  <a:pt x="4162253" y="1622887"/>
                </a:cubicBezTo>
                <a:close/>
                <a:moveTo>
                  <a:pt x="4283854" y="1572840"/>
                </a:moveTo>
                <a:lnTo>
                  <a:pt x="4246366" y="1587473"/>
                </a:lnTo>
                <a:lnTo>
                  <a:pt x="4248137" y="1590072"/>
                </a:lnTo>
                <a:cubicBezTo>
                  <a:pt x="4252138" y="1593071"/>
                  <a:pt x="4257063" y="1594772"/>
                  <a:pt x="4262199" y="1594772"/>
                </a:cubicBezTo>
                <a:cubicBezTo>
                  <a:pt x="4264267" y="1594772"/>
                  <a:pt x="4266377" y="1594503"/>
                  <a:pt x="4268465" y="1593909"/>
                </a:cubicBezTo>
                <a:cubicBezTo>
                  <a:pt x="4274704" y="1592184"/>
                  <a:pt x="4279653" y="1588093"/>
                  <a:pt x="4282613" y="1582873"/>
                </a:cubicBezTo>
                <a:close/>
                <a:moveTo>
                  <a:pt x="4388115" y="1532141"/>
                </a:moveTo>
                <a:lnTo>
                  <a:pt x="4345867" y="1548632"/>
                </a:lnTo>
                <a:lnTo>
                  <a:pt x="4354033" y="1560488"/>
                </a:lnTo>
                <a:cubicBezTo>
                  <a:pt x="4358027" y="1563461"/>
                  <a:pt x="4362932" y="1565143"/>
                  <a:pt x="4368049" y="1565143"/>
                </a:cubicBezTo>
                <a:cubicBezTo>
                  <a:pt x="4370157" y="1565143"/>
                  <a:pt x="4372305" y="1564855"/>
                  <a:pt x="4374430" y="1564261"/>
                </a:cubicBezTo>
                <a:cubicBezTo>
                  <a:pt x="4386888" y="1560734"/>
                  <a:pt x="4394151" y="1547779"/>
                  <a:pt x="4390626" y="1535322"/>
                </a:cubicBezTo>
                <a:close/>
                <a:moveTo>
                  <a:pt x="4487081" y="1493509"/>
                </a:moveTo>
                <a:lnTo>
                  <a:pt x="4452504" y="1507006"/>
                </a:lnTo>
                <a:lnTo>
                  <a:pt x="4451247" y="1518034"/>
                </a:lnTo>
                <a:cubicBezTo>
                  <a:pt x="4454197" y="1528326"/>
                  <a:pt x="4463568" y="1535034"/>
                  <a:pt x="4473765" y="1535034"/>
                </a:cubicBezTo>
                <a:cubicBezTo>
                  <a:pt x="4475910" y="1535034"/>
                  <a:pt x="4478077" y="1534746"/>
                  <a:pt x="4480243" y="1534133"/>
                </a:cubicBezTo>
                <a:cubicBezTo>
                  <a:pt x="4492684" y="1530549"/>
                  <a:pt x="4499888" y="1517574"/>
                  <a:pt x="4496323" y="1505136"/>
                </a:cubicBezTo>
                <a:close/>
                <a:moveTo>
                  <a:pt x="4575557" y="1458971"/>
                </a:moveTo>
                <a:lnTo>
                  <a:pt x="4569723" y="1461248"/>
                </a:lnTo>
                <a:lnTo>
                  <a:pt x="4558916" y="1469867"/>
                </a:lnTo>
                <a:cubicBezTo>
                  <a:pt x="4556013" y="1475118"/>
                  <a:pt x="4555113" y="1481476"/>
                  <a:pt x="4556904" y="1487695"/>
                </a:cubicBezTo>
                <a:cubicBezTo>
                  <a:pt x="4559876" y="1497968"/>
                  <a:pt x="4569249" y="1504657"/>
                  <a:pt x="4579422" y="1504657"/>
                </a:cubicBezTo>
                <a:cubicBezTo>
                  <a:pt x="4581570" y="1504657"/>
                  <a:pt x="4583753" y="1504350"/>
                  <a:pt x="4585923" y="1503737"/>
                </a:cubicBezTo>
                <a:cubicBezTo>
                  <a:pt x="4598380" y="1500153"/>
                  <a:pt x="4605547" y="1487159"/>
                  <a:pt x="4601962" y="1474701"/>
                </a:cubicBezTo>
                <a:cubicBezTo>
                  <a:pt x="4600171" y="1468482"/>
                  <a:pt x="4596026" y="1463576"/>
                  <a:pt x="4590775" y="1460675"/>
                </a:cubicBezTo>
                <a:close/>
                <a:moveTo>
                  <a:pt x="4834446" y="1357912"/>
                </a:moveTo>
                <a:lnTo>
                  <a:pt x="4819422" y="1363777"/>
                </a:lnTo>
                <a:lnTo>
                  <a:pt x="4820888" y="1364253"/>
                </a:lnTo>
                <a:cubicBezTo>
                  <a:pt x="4823282" y="1364253"/>
                  <a:pt x="4825718" y="1363908"/>
                  <a:pt x="4828131" y="1363160"/>
                </a:cubicBezTo>
                <a:close/>
                <a:moveTo>
                  <a:pt x="4948595" y="1313353"/>
                </a:moveTo>
                <a:lnTo>
                  <a:pt x="4913084" y="1327215"/>
                </a:lnTo>
                <a:lnTo>
                  <a:pt x="4926470" y="1331576"/>
                </a:lnTo>
                <a:cubicBezTo>
                  <a:pt x="4928864" y="1331576"/>
                  <a:pt x="4931297" y="1331231"/>
                  <a:pt x="4933694" y="1330483"/>
                </a:cubicBezTo>
                <a:cubicBezTo>
                  <a:pt x="4940153" y="1328490"/>
                  <a:pt x="4945189" y="1324073"/>
                  <a:pt x="4948112" y="1318539"/>
                </a:cubicBezTo>
                <a:close/>
                <a:moveTo>
                  <a:pt x="5055259" y="1271716"/>
                </a:moveTo>
                <a:lnTo>
                  <a:pt x="5013145" y="1288156"/>
                </a:lnTo>
                <a:lnTo>
                  <a:pt x="5017742" y="1294670"/>
                </a:lnTo>
                <a:cubicBezTo>
                  <a:pt x="5021884" y="1297705"/>
                  <a:pt x="5026944" y="1299416"/>
                  <a:pt x="5032205" y="1299416"/>
                </a:cubicBezTo>
                <a:cubicBezTo>
                  <a:pt x="5034542" y="1299416"/>
                  <a:pt x="5036919" y="1299091"/>
                  <a:pt x="5039257" y="1298381"/>
                </a:cubicBezTo>
                <a:cubicBezTo>
                  <a:pt x="5045725" y="1296436"/>
                  <a:pt x="5050794" y="1292052"/>
                  <a:pt x="5053760" y="1286538"/>
                </a:cubicBezTo>
                <a:close/>
                <a:moveTo>
                  <a:pt x="5157745" y="1231710"/>
                </a:moveTo>
                <a:lnTo>
                  <a:pt x="5114894" y="1248437"/>
                </a:lnTo>
                <a:lnTo>
                  <a:pt x="5114693" y="1250391"/>
                </a:lnTo>
                <a:cubicBezTo>
                  <a:pt x="5117856" y="1261009"/>
                  <a:pt x="5127588" y="1267889"/>
                  <a:pt x="5138110" y="1267889"/>
                </a:cubicBezTo>
                <a:cubicBezTo>
                  <a:pt x="5140429" y="1267889"/>
                  <a:pt x="5142789" y="1267544"/>
                  <a:pt x="5145127" y="1266855"/>
                </a:cubicBezTo>
                <a:cubicBezTo>
                  <a:pt x="5158082" y="1262983"/>
                  <a:pt x="5165443" y="1249356"/>
                  <a:pt x="5161570" y="1236420"/>
                </a:cubicBezTo>
                <a:close/>
                <a:moveTo>
                  <a:pt x="5257709" y="1192688"/>
                </a:moveTo>
                <a:lnTo>
                  <a:pt x="5221819" y="1206698"/>
                </a:lnTo>
                <a:lnTo>
                  <a:pt x="5220619" y="1218749"/>
                </a:lnTo>
                <a:cubicBezTo>
                  <a:pt x="5223798" y="1229329"/>
                  <a:pt x="5233517" y="1236152"/>
                  <a:pt x="5244039" y="1236152"/>
                </a:cubicBezTo>
                <a:cubicBezTo>
                  <a:pt x="5246379" y="1236152"/>
                  <a:pt x="5248753" y="1235807"/>
                  <a:pt x="5251109" y="1235098"/>
                </a:cubicBezTo>
                <a:cubicBezTo>
                  <a:pt x="5264047" y="1231188"/>
                  <a:pt x="5271369" y="1217542"/>
                  <a:pt x="5267458" y="1204606"/>
                </a:cubicBezTo>
                <a:close/>
                <a:moveTo>
                  <a:pt x="5349812" y="1156735"/>
                </a:moveTo>
                <a:lnTo>
                  <a:pt x="5334516" y="1162706"/>
                </a:lnTo>
                <a:lnTo>
                  <a:pt x="5328119" y="1168012"/>
                </a:lnTo>
                <a:cubicBezTo>
                  <a:pt x="5325194" y="1173548"/>
                  <a:pt x="5324379" y="1180198"/>
                  <a:pt x="5326372" y="1186648"/>
                </a:cubicBezTo>
                <a:cubicBezTo>
                  <a:pt x="5329631" y="1197151"/>
                  <a:pt x="5339309" y="1203896"/>
                  <a:pt x="5349755" y="1203896"/>
                </a:cubicBezTo>
                <a:cubicBezTo>
                  <a:pt x="5352150" y="1203896"/>
                  <a:pt x="5354585" y="1203551"/>
                  <a:pt x="5356980" y="1202804"/>
                </a:cubicBezTo>
                <a:cubicBezTo>
                  <a:pt x="5369897" y="1198818"/>
                  <a:pt x="5377123" y="1185114"/>
                  <a:pt x="5373137" y="1172196"/>
                </a:cubicBezTo>
                <a:cubicBezTo>
                  <a:pt x="5371142" y="1165747"/>
                  <a:pt x="5366720" y="1160712"/>
                  <a:pt x="5361181" y="1157789"/>
                </a:cubicBezTo>
                <a:close/>
                <a:moveTo>
                  <a:pt x="6276902" y="794838"/>
                </a:moveTo>
                <a:lnTo>
                  <a:pt x="6258388" y="802065"/>
                </a:lnTo>
                <a:lnTo>
                  <a:pt x="6251772" y="809410"/>
                </a:lnTo>
                <a:cubicBezTo>
                  <a:pt x="6249681" y="815310"/>
                  <a:pt x="6249839" y="822008"/>
                  <a:pt x="6252742" y="828103"/>
                </a:cubicBezTo>
                <a:cubicBezTo>
                  <a:pt x="6256940" y="836919"/>
                  <a:pt x="6265718" y="842055"/>
                  <a:pt x="6274859" y="842055"/>
                </a:cubicBezTo>
                <a:cubicBezTo>
                  <a:pt x="6278385" y="842055"/>
                  <a:pt x="6281969" y="841289"/>
                  <a:pt x="6285361" y="839660"/>
                </a:cubicBezTo>
                <a:cubicBezTo>
                  <a:pt x="6297570" y="833852"/>
                  <a:pt x="6302744" y="819248"/>
                  <a:pt x="6296918" y="807041"/>
                </a:cubicBezTo>
                <a:cubicBezTo>
                  <a:pt x="6294015" y="800946"/>
                  <a:pt x="6288912" y="796606"/>
                  <a:pt x="6283010" y="794516"/>
                </a:cubicBezTo>
                <a:close/>
                <a:moveTo>
                  <a:pt x="6387967" y="751483"/>
                </a:moveTo>
                <a:lnTo>
                  <a:pt x="6351517" y="765712"/>
                </a:lnTo>
                <a:lnTo>
                  <a:pt x="6352383" y="780343"/>
                </a:lnTo>
                <a:cubicBezTo>
                  <a:pt x="6356618" y="789063"/>
                  <a:pt x="6365338" y="794142"/>
                  <a:pt x="6374423" y="794142"/>
                </a:cubicBezTo>
                <a:cubicBezTo>
                  <a:pt x="6378006" y="794142"/>
                  <a:pt x="6381648" y="793356"/>
                  <a:pt x="6385079" y="791689"/>
                </a:cubicBezTo>
                <a:cubicBezTo>
                  <a:pt x="6397229" y="785786"/>
                  <a:pt x="6402309" y="771143"/>
                  <a:pt x="6396406" y="758993"/>
                </a:cubicBezTo>
                <a:close/>
                <a:moveTo>
                  <a:pt x="6494888" y="709746"/>
                </a:moveTo>
                <a:lnTo>
                  <a:pt x="6451386" y="726727"/>
                </a:lnTo>
                <a:lnTo>
                  <a:pt x="6451716" y="731970"/>
                </a:lnTo>
                <a:cubicBezTo>
                  <a:pt x="6455971" y="740651"/>
                  <a:pt x="6464673" y="745673"/>
                  <a:pt x="6473718" y="745673"/>
                </a:cubicBezTo>
                <a:cubicBezTo>
                  <a:pt x="6477321" y="745673"/>
                  <a:pt x="6481002" y="744868"/>
                  <a:pt x="6484470" y="743182"/>
                </a:cubicBezTo>
                <a:cubicBezTo>
                  <a:pt x="6496601" y="737221"/>
                  <a:pt x="6501604" y="722560"/>
                  <a:pt x="6495663" y="710428"/>
                </a:cubicBezTo>
                <a:close/>
                <a:moveTo>
                  <a:pt x="6595371" y="670522"/>
                </a:moveTo>
                <a:lnTo>
                  <a:pt x="6555470" y="686097"/>
                </a:lnTo>
                <a:lnTo>
                  <a:pt x="6572860" y="696916"/>
                </a:lnTo>
                <a:cubicBezTo>
                  <a:pt x="6576502" y="696916"/>
                  <a:pt x="6580182" y="696092"/>
                  <a:pt x="6583670" y="694387"/>
                </a:cubicBezTo>
                <a:cubicBezTo>
                  <a:pt x="6589726" y="691397"/>
                  <a:pt x="6594000" y="686237"/>
                  <a:pt x="6596012" y="680307"/>
                </a:cubicBezTo>
                <a:close/>
                <a:moveTo>
                  <a:pt x="6694916" y="631663"/>
                </a:moveTo>
                <a:lnTo>
                  <a:pt x="6664653" y="643477"/>
                </a:lnTo>
                <a:lnTo>
                  <a:pt x="6671964" y="648026"/>
                </a:lnTo>
                <a:cubicBezTo>
                  <a:pt x="6675587" y="648026"/>
                  <a:pt x="6679285" y="647220"/>
                  <a:pt x="6682755" y="645496"/>
                </a:cubicBezTo>
                <a:close/>
                <a:moveTo>
                  <a:pt x="7513339" y="312186"/>
                </a:moveTo>
                <a:lnTo>
                  <a:pt x="7487839" y="322140"/>
                </a:lnTo>
                <a:lnTo>
                  <a:pt x="7492546" y="323768"/>
                </a:lnTo>
                <a:cubicBezTo>
                  <a:pt x="7494386" y="323768"/>
                  <a:pt x="7496264" y="323538"/>
                  <a:pt x="7498162" y="323097"/>
                </a:cubicBezTo>
                <a:close/>
                <a:moveTo>
                  <a:pt x="7622722" y="269487"/>
                </a:moveTo>
                <a:lnTo>
                  <a:pt x="7579625" y="286310"/>
                </a:lnTo>
                <a:lnTo>
                  <a:pt x="7585179" y="295947"/>
                </a:lnTo>
                <a:cubicBezTo>
                  <a:pt x="7589480" y="299533"/>
                  <a:pt x="7594985" y="301632"/>
                  <a:pt x="7600831" y="301632"/>
                </a:cubicBezTo>
                <a:cubicBezTo>
                  <a:pt x="7602210" y="301632"/>
                  <a:pt x="7603610" y="301517"/>
                  <a:pt x="7605009" y="301286"/>
                </a:cubicBezTo>
                <a:cubicBezTo>
                  <a:pt x="7618309" y="298968"/>
                  <a:pt x="7627241" y="286319"/>
                  <a:pt x="7624941" y="272999"/>
                </a:cubicBezTo>
                <a:close/>
                <a:moveTo>
                  <a:pt x="8068933" y="95305"/>
                </a:moveTo>
                <a:lnTo>
                  <a:pt x="8046020" y="104249"/>
                </a:lnTo>
                <a:lnTo>
                  <a:pt x="8038892" y="116131"/>
                </a:lnTo>
                <a:cubicBezTo>
                  <a:pt x="8036822" y="130045"/>
                  <a:pt x="8046424" y="143020"/>
                  <a:pt x="8060357" y="145089"/>
                </a:cubicBezTo>
                <a:cubicBezTo>
                  <a:pt x="8061621" y="145282"/>
                  <a:pt x="8062886" y="145378"/>
                  <a:pt x="8064133" y="145378"/>
                </a:cubicBezTo>
                <a:cubicBezTo>
                  <a:pt x="8076551" y="145378"/>
                  <a:pt x="8087437" y="136293"/>
                  <a:pt x="8089315" y="123643"/>
                </a:cubicBezTo>
                <a:cubicBezTo>
                  <a:pt x="8090350" y="116677"/>
                  <a:pt x="8088467" y="109950"/>
                  <a:pt x="8084586" y="104706"/>
                </a:cubicBezTo>
                <a:close/>
                <a:moveTo>
                  <a:pt x="8313080" y="0"/>
                </a:moveTo>
                <a:lnTo>
                  <a:pt x="8275587" y="14636"/>
                </a:lnTo>
                <a:lnTo>
                  <a:pt x="8277303" y="33940"/>
                </a:lnTo>
                <a:cubicBezTo>
                  <a:pt x="8280446" y="39953"/>
                  <a:pt x="8285884" y="44768"/>
                  <a:pt x="8292870" y="46963"/>
                </a:cubicBezTo>
                <a:cubicBezTo>
                  <a:pt x="8295515" y="47788"/>
                  <a:pt x="8298178" y="48190"/>
                  <a:pt x="8300805" y="48190"/>
                </a:cubicBezTo>
                <a:cubicBezTo>
                  <a:pt x="8306449" y="48190"/>
                  <a:pt x="8311882" y="46374"/>
                  <a:pt x="8316350" y="43142"/>
                </a:cubicBezTo>
                <a:lnTo>
                  <a:pt x="8325671" y="30198"/>
                </a:lnTo>
                <a:lnTo>
                  <a:pt x="8314273" y="999"/>
                </a:lnTo>
                <a:close/>
              </a:path>
            </a:pathLst>
          </a:custGeom>
          <a:gradFill>
            <a:gsLst>
              <a:gs pos="0">
                <a:srgbClr val="1E2757"/>
              </a:gs>
              <a:gs pos="82000">
                <a:srgbClr val="FEBE20">
                  <a:alpha val="9803"/>
                </a:srgbClr>
              </a:gs>
              <a:gs pos="100000">
                <a:srgbClr val="FEBE20">
                  <a:alpha val="980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19"/>
          <p:cNvCxnSpPr/>
          <p:nvPr/>
        </p:nvCxnSpPr>
        <p:spPr>
          <a:xfrm flipH="1">
            <a:off x="1080644" y="2047124"/>
            <a:ext cx="217800" cy="872400"/>
          </a:xfrm>
          <a:prstGeom prst="straightConnector1">
            <a:avLst/>
          </a:prstGeom>
          <a:noFill/>
          <a:ln cap="flat" cmpd="sng" w="9525">
            <a:solidFill>
              <a:srgbClr val="4884C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569" y="4366823"/>
            <a:ext cx="1469380" cy="33326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>
            <p:ph type="title"/>
          </p:nvPr>
        </p:nvSpPr>
        <p:spPr>
          <a:xfrm>
            <a:off x="1483048" y="2047124"/>
            <a:ext cx="46479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Manrope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10" type="dt"/>
          </p:nvPr>
        </p:nvSpPr>
        <p:spPr>
          <a:xfrm>
            <a:off x="386954" y="4886864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11" type="ftr"/>
          </p:nvPr>
        </p:nvSpPr>
        <p:spPr>
          <a:xfrm>
            <a:off x="3028950" y="4886864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1" type="body"/>
          </p:nvPr>
        </p:nvSpPr>
        <p:spPr>
          <a:xfrm>
            <a:off x="402428" y="2047124"/>
            <a:ext cx="6783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300"/>
              <a:buNone/>
              <a:defRPr b="1" sz="3300">
                <a:solidFill>
                  <a:srgbClr val="FEBE20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Title and Content">
  <p:cSld name="Title, Sub Title and Conten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>
            <p:ph idx="2" type="pic"/>
          </p:nvPr>
        </p:nvSpPr>
        <p:spPr>
          <a:xfrm>
            <a:off x="6250781" y="1087041"/>
            <a:ext cx="2506200" cy="36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0"/>
          <p:cNvSpPr txBox="1"/>
          <p:nvPr>
            <p:ph type="title"/>
          </p:nvPr>
        </p:nvSpPr>
        <p:spPr>
          <a:xfrm>
            <a:off x="386953" y="239486"/>
            <a:ext cx="71460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1" type="body"/>
          </p:nvPr>
        </p:nvSpPr>
        <p:spPr>
          <a:xfrm>
            <a:off x="386953" y="2151681"/>
            <a:ext cx="3999300" cy="21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6" name="Google Shape;166;p20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68" name="Google Shape;16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>
            <p:ph idx="3" type="body"/>
          </p:nvPr>
        </p:nvSpPr>
        <p:spPr>
          <a:xfrm>
            <a:off x="386951" y="754380"/>
            <a:ext cx="83700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400"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0" name="Google Shape;170;p20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1" name="Google Shape;171;p20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" name="Google Shape;172;p20"/>
          <p:cNvSpPr txBox="1"/>
          <p:nvPr>
            <p:ph idx="4" type="body"/>
          </p:nvPr>
        </p:nvSpPr>
        <p:spPr>
          <a:xfrm>
            <a:off x="4535879" y="1087041"/>
            <a:ext cx="1714800" cy="120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108000" lIns="108000" spcFirstLastPara="1" rIns="108000" wrap="square" tIns="108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5" type="body"/>
          </p:nvPr>
        </p:nvSpPr>
        <p:spPr>
          <a:xfrm>
            <a:off x="4535879" y="2288404"/>
            <a:ext cx="1714800" cy="120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108000" lIns="108000" spcFirstLastPara="1" rIns="108000" wrap="square" tIns="108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4" name="Google Shape;174;p20"/>
          <p:cNvSpPr txBox="1"/>
          <p:nvPr>
            <p:ph idx="6" type="body"/>
          </p:nvPr>
        </p:nvSpPr>
        <p:spPr>
          <a:xfrm>
            <a:off x="4535879" y="3489767"/>
            <a:ext cx="1714800" cy="120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108000" lIns="108000" spcFirstLastPara="1" rIns="108000" wrap="square" tIns="108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5" name="Google Shape;175;p20"/>
          <p:cNvSpPr/>
          <p:nvPr>
            <p:ph idx="7" type="pic"/>
          </p:nvPr>
        </p:nvSpPr>
        <p:spPr>
          <a:xfrm>
            <a:off x="386953" y="1531086"/>
            <a:ext cx="475200" cy="475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/>
        </p:nvSpPr>
        <p:spPr>
          <a:xfrm>
            <a:off x="1952624" y="3540798"/>
            <a:ext cx="4832700" cy="1161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1952624" y="2315030"/>
            <a:ext cx="4832700" cy="1161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1952624" y="1087042"/>
            <a:ext cx="4832700" cy="1161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1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21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21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4" name="Google Shape;18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1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386951" y="1087042"/>
            <a:ext cx="1971600" cy="116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108000" spcFirstLastPara="1" rIns="108000" wrap="square" tIns="70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87" name="Google Shape;187;p21"/>
          <p:cNvCxnSpPr/>
          <p:nvPr/>
        </p:nvCxnSpPr>
        <p:spPr>
          <a:xfrm>
            <a:off x="3856624" y="1400153"/>
            <a:ext cx="0" cy="496200"/>
          </a:xfrm>
          <a:prstGeom prst="straightConnector1">
            <a:avLst/>
          </a:prstGeom>
          <a:noFill/>
          <a:ln cap="flat" cmpd="sng" w="9525">
            <a:solidFill>
              <a:srgbClr val="FEBE2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8" name="Google Shape;188;p21"/>
          <p:cNvCxnSpPr/>
          <p:nvPr/>
        </p:nvCxnSpPr>
        <p:spPr>
          <a:xfrm>
            <a:off x="5354496" y="1400153"/>
            <a:ext cx="0" cy="496200"/>
          </a:xfrm>
          <a:prstGeom prst="straightConnector1">
            <a:avLst/>
          </a:prstGeom>
          <a:noFill/>
          <a:ln cap="flat" cmpd="sng" w="9525">
            <a:solidFill>
              <a:srgbClr val="FEBE2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21"/>
          <p:cNvSpPr/>
          <p:nvPr>
            <p:ph idx="2" type="pic"/>
          </p:nvPr>
        </p:nvSpPr>
        <p:spPr>
          <a:xfrm>
            <a:off x="6876608" y="1087042"/>
            <a:ext cx="2267400" cy="36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1"/>
          <p:cNvSpPr txBox="1"/>
          <p:nvPr>
            <p:ph idx="3" type="body"/>
          </p:nvPr>
        </p:nvSpPr>
        <p:spPr>
          <a:xfrm>
            <a:off x="2437880" y="1087041"/>
            <a:ext cx="13395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35000" spcFirstLastPara="1" rIns="135000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idx="4" type="body"/>
          </p:nvPr>
        </p:nvSpPr>
        <p:spPr>
          <a:xfrm>
            <a:off x="3935753" y="1087041"/>
            <a:ext cx="13395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35000" spcFirstLastPara="1" rIns="135000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5" type="body"/>
          </p:nvPr>
        </p:nvSpPr>
        <p:spPr>
          <a:xfrm>
            <a:off x="5433625" y="1087041"/>
            <a:ext cx="13395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35000" spcFirstLastPara="1" rIns="135000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3" name="Google Shape;193;p21"/>
          <p:cNvSpPr/>
          <p:nvPr>
            <p:ph idx="6" type="pic"/>
          </p:nvPr>
        </p:nvSpPr>
        <p:spPr>
          <a:xfrm>
            <a:off x="1129789" y="1216056"/>
            <a:ext cx="486000" cy="486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94" name="Google Shape;194;p21"/>
          <p:cNvSpPr txBox="1"/>
          <p:nvPr>
            <p:ph idx="7" type="body"/>
          </p:nvPr>
        </p:nvSpPr>
        <p:spPr>
          <a:xfrm>
            <a:off x="386951" y="2315030"/>
            <a:ext cx="1971600" cy="116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108000" spcFirstLastPara="1" rIns="108000" wrap="square" tIns="70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95" name="Google Shape;195;p21"/>
          <p:cNvCxnSpPr/>
          <p:nvPr/>
        </p:nvCxnSpPr>
        <p:spPr>
          <a:xfrm>
            <a:off x="3856624" y="2628141"/>
            <a:ext cx="0" cy="496200"/>
          </a:xfrm>
          <a:prstGeom prst="straightConnector1">
            <a:avLst/>
          </a:prstGeom>
          <a:noFill/>
          <a:ln cap="flat" cmpd="sng" w="9525">
            <a:solidFill>
              <a:srgbClr val="FEBE2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6" name="Google Shape;196;p21"/>
          <p:cNvCxnSpPr/>
          <p:nvPr/>
        </p:nvCxnSpPr>
        <p:spPr>
          <a:xfrm>
            <a:off x="5354496" y="2628141"/>
            <a:ext cx="0" cy="496200"/>
          </a:xfrm>
          <a:prstGeom prst="straightConnector1">
            <a:avLst/>
          </a:prstGeom>
          <a:noFill/>
          <a:ln cap="flat" cmpd="sng" w="9525">
            <a:solidFill>
              <a:srgbClr val="FEBE2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7" name="Google Shape;197;p21"/>
          <p:cNvSpPr txBox="1"/>
          <p:nvPr>
            <p:ph idx="8" type="body"/>
          </p:nvPr>
        </p:nvSpPr>
        <p:spPr>
          <a:xfrm>
            <a:off x="2437880" y="2315030"/>
            <a:ext cx="13395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35000" spcFirstLastPara="1" rIns="135000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8" name="Google Shape;198;p21"/>
          <p:cNvSpPr txBox="1"/>
          <p:nvPr>
            <p:ph idx="9" type="body"/>
          </p:nvPr>
        </p:nvSpPr>
        <p:spPr>
          <a:xfrm>
            <a:off x="3935753" y="2315030"/>
            <a:ext cx="13395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35000" spcFirstLastPara="1" rIns="135000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9" name="Google Shape;199;p21"/>
          <p:cNvSpPr txBox="1"/>
          <p:nvPr>
            <p:ph idx="13" type="body"/>
          </p:nvPr>
        </p:nvSpPr>
        <p:spPr>
          <a:xfrm>
            <a:off x="5433625" y="2315030"/>
            <a:ext cx="13395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35000" spcFirstLastPara="1" rIns="135000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0" name="Google Shape;200;p21"/>
          <p:cNvSpPr/>
          <p:nvPr>
            <p:ph idx="14" type="pic"/>
          </p:nvPr>
        </p:nvSpPr>
        <p:spPr>
          <a:xfrm>
            <a:off x="1129789" y="2444045"/>
            <a:ext cx="486000" cy="486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01" name="Google Shape;201;p21"/>
          <p:cNvSpPr txBox="1"/>
          <p:nvPr>
            <p:ph idx="15" type="body"/>
          </p:nvPr>
        </p:nvSpPr>
        <p:spPr>
          <a:xfrm>
            <a:off x="386951" y="3540939"/>
            <a:ext cx="1971600" cy="116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108000" spcFirstLastPara="1" rIns="108000" wrap="square" tIns="7020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202" name="Google Shape;202;p21"/>
          <p:cNvCxnSpPr/>
          <p:nvPr/>
        </p:nvCxnSpPr>
        <p:spPr>
          <a:xfrm>
            <a:off x="3856624" y="3857603"/>
            <a:ext cx="0" cy="496200"/>
          </a:xfrm>
          <a:prstGeom prst="straightConnector1">
            <a:avLst/>
          </a:prstGeom>
          <a:noFill/>
          <a:ln cap="flat" cmpd="sng" w="9525">
            <a:solidFill>
              <a:srgbClr val="FEBE2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3" name="Google Shape;203;p21"/>
          <p:cNvCxnSpPr/>
          <p:nvPr/>
        </p:nvCxnSpPr>
        <p:spPr>
          <a:xfrm>
            <a:off x="5354496" y="3857603"/>
            <a:ext cx="0" cy="496200"/>
          </a:xfrm>
          <a:prstGeom prst="straightConnector1">
            <a:avLst/>
          </a:prstGeom>
          <a:noFill/>
          <a:ln cap="flat" cmpd="sng" w="9525">
            <a:solidFill>
              <a:srgbClr val="FEBE2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21"/>
          <p:cNvSpPr txBox="1"/>
          <p:nvPr>
            <p:ph idx="16" type="body"/>
          </p:nvPr>
        </p:nvSpPr>
        <p:spPr>
          <a:xfrm>
            <a:off x="2437880" y="3544491"/>
            <a:ext cx="13395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35000" spcFirstLastPara="1" rIns="135000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17" type="body"/>
          </p:nvPr>
        </p:nvSpPr>
        <p:spPr>
          <a:xfrm>
            <a:off x="3935753" y="3544491"/>
            <a:ext cx="13395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35000" spcFirstLastPara="1" rIns="135000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6" name="Google Shape;206;p21"/>
          <p:cNvSpPr txBox="1"/>
          <p:nvPr>
            <p:ph idx="18" type="body"/>
          </p:nvPr>
        </p:nvSpPr>
        <p:spPr>
          <a:xfrm>
            <a:off x="5433625" y="3544491"/>
            <a:ext cx="13395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135000" spcFirstLastPara="1" rIns="135000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7" name="Google Shape;207;p21"/>
          <p:cNvSpPr/>
          <p:nvPr>
            <p:ph idx="19" type="pic"/>
          </p:nvPr>
        </p:nvSpPr>
        <p:spPr>
          <a:xfrm>
            <a:off x="1129789" y="3673506"/>
            <a:ext cx="486000" cy="486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, Sub Title and Content">
  <p:cSld name="2_Title, Sub Title and Conten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/>
          <p:nvPr/>
        </p:nvSpPr>
        <p:spPr>
          <a:xfrm>
            <a:off x="386953" y="2935610"/>
            <a:ext cx="1815300" cy="166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9EC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22"/>
          <p:cNvSpPr/>
          <p:nvPr>
            <p:ph idx="2" type="pic"/>
          </p:nvPr>
        </p:nvSpPr>
        <p:spPr>
          <a:xfrm>
            <a:off x="6236112" y="1087041"/>
            <a:ext cx="2520900" cy="36183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22"/>
          <p:cNvSpPr txBox="1"/>
          <p:nvPr>
            <p:ph type="title"/>
          </p:nvPr>
        </p:nvSpPr>
        <p:spPr>
          <a:xfrm>
            <a:off x="386953" y="239486"/>
            <a:ext cx="71460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14" name="Google Shape;21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386951" y="754380"/>
            <a:ext cx="83700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400"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16" name="Google Shape;216;p22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17" name="Google Shape;217;p22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8" name="Google Shape;218;p22"/>
          <p:cNvSpPr/>
          <p:nvPr>
            <p:ph idx="3" type="pic"/>
          </p:nvPr>
        </p:nvSpPr>
        <p:spPr>
          <a:xfrm>
            <a:off x="1805014" y="3015420"/>
            <a:ext cx="325200" cy="325500"/>
          </a:xfrm>
          <a:prstGeom prst="ellipse">
            <a:avLst/>
          </a:prstGeom>
          <a:solidFill>
            <a:srgbClr val="FEBE20"/>
          </a:solidFill>
          <a:ln>
            <a:noFill/>
          </a:ln>
        </p:spPr>
      </p:sp>
      <p:sp>
        <p:nvSpPr>
          <p:cNvPr id="219" name="Google Shape;219;p22"/>
          <p:cNvSpPr txBox="1"/>
          <p:nvPr>
            <p:ph idx="4" type="body"/>
          </p:nvPr>
        </p:nvSpPr>
        <p:spPr>
          <a:xfrm>
            <a:off x="452438" y="3045449"/>
            <a:ext cx="119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00" lIns="27000" spcFirstLastPara="1" rIns="27000" wrap="square" tIns="54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5" type="body"/>
          </p:nvPr>
        </p:nvSpPr>
        <p:spPr>
          <a:xfrm>
            <a:off x="452438" y="3397150"/>
            <a:ext cx="1677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27000" spcFirstLastPara="1" rIns="27000" wrap="square" tIns="54000">
            <a:noAutofit/>
          </a:bodyPr>
          <a:lstStyle>
            <a:lvl1pPr indent="-2794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 sz="800"/>
            </a:lvl1pPr>
            <a:lvl2pPr indent="-2794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▪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▪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p22"/>
          <p:cNvSpPr/>
          <p:nvPr/>
        </p:nvSpPr>
        <p:spPr>
          <a:xfrm>
            <a:off x="386953" y="1190314"/>
            <a:ext cx="1815300" cy="166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9EC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22"/>
          <p:cNvSpPr/>
          <p:nvPr>
            <p:ph idx="6" type="pic"/>
          </p:nvPr>
        </p:nvSpPr>
        <p:spPr>
          <a:xfrm>
            <a:off x="1805014" y="1270124"/>
            <a:ext cx="325200" cy="325500"/>
          </a:xfrm>
          <a:prstGeom prst="ellipse">
            <a:avLst/>
          </a:prstGeom>
          <a:solidFill>
            <a:srgbClr val="FEBE20"/>
          </a:solidFill>
          <a:ln>
            <a:noFill/>
          </a:ln>
        </p:spPr>
      </p:sp>
      <p:sp>
        <p:nvSpPr>
          <p:cNvPr id="223" name="Google Shape;223;p22"/>
          <p:cNvSpPr txBox="1"/>
          <p:nvPr>
            <p:ph idx="7" type="body"/>
          </p:nvPr>
        </p:nvSpPr>
        <p:spPr>
          <a:xfrm>
            <a:off x="452438" y="1300154"/>
            <a:ext cx="119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00" lIns="27000" spcFirstLastPara="1" rIns="27000" wrap="square" tIns="54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4" name="Google Shape;224;p22"/>
          <p:cNvSpPr txBox="1"/>
          <p:nvPr>
            <p:ph idx="8" type="body"/>
          </p:nvPr>
        </p:nvSpPr>
        <p:spPr>
          <a:xfrm>
            <a:off x="452438" y="1651854"/>
            <a:ext cx="1677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27000" spcFirstLastPara="1" rIns="27000" wrap="square" tIns="54000">
            <a:noAutofit/>
          </a:bodyPr>
          <a:lstStyle>
            <a:lvl1pPr indent="-2794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 sz="800"/>
            </a:lvl1pPr>
            <a:lvl2pPr indent="-2794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▪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▪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5" name="Google Shape;225;p22"/>
          <p:cNvSpPr/>
          <p:nvPr/>
        </p:nvSpPr>
        <p:spPr>
          <a:xfrm>
            <a:off x="2323555" y="2935610"/>
            <a:ext cx="1815300" cy="166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9EC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22"/>
          <p:cNvSpPr/>
          <p:nvPr>
            <p:ph idx="9" type="pic"/>
          </p:nvPr>
        </p:nvSpPr>
        <p:spPr>
          <a:xfrm>
            <a:off x="3741616" y="3015420"/>
            <a:ext cx="325200" cy="325500"/>
          </a:xfrm>
          <a:prstGeom prst="ellipse">
            <a:avLst/>
          </a:prstGeom>
          <a:solidFill>
            <a:srgbClr val="FEBE20"/>
          </a:solidFill>
          <a:ln>
            <a:noFill/>
          </a:ln>
        </p:spPr>
      </p:sp>
      <p:sp>
        <p:nvSpPr>
          <p:cNvPr id="227" name="Google Shape;227;p22"/>
          <p:cNvSpPr txBox="1"/>
          <p:nvPr>
            <p:ph idx="13" type="body"/>
          </p:nvPr>
        </p:nvSpPr>
        <p:spPr>
          <a:xfrm>
            <a:off x="2389039" y="3045449"/>
            <a:ext cx="119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00" lIns="27000" spcFirstLastPara="1" rIns="27000" wrap="square" tIns="54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8" name="Google Shape;228;p22"/>
          <p:cNvSpPr txBox="1"/>
          <p:nvPr>
            <p:ph idx="14" type="body"/>
          </p:nvPr>
        </p:nvSpPr>
        <p:spPr>
          <a:xfrm>
            <a:off x="2389039" y="3397150"/>
            <a:ext cx="1677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27000" spcFirstLastPara="1" rIns="27000" wrap="square" tIns="54000">
            <a:noAutofit/>
          </a:bodyPr>
          <a:lstStyle>
            <a:lvl1pPr indent="-2794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 sz="800"/>
            </a:lvl1pPr>
            <a:lvl2pPr indent="-2794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▪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▪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9" name="Google Shape;229;p22"/>
          <p:cNvSpPr/>
          <p:nvPr/>
        </p:nvSpPr>
        <p:spPr>
          <a:xfrm>
            <a:off x="2323555" y="1190314"/>
            <a:ext cx="1815300" cy="166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9EC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22"/>
          <p:cNvSpPr/>
          <p:nvPr>
            <p:ph idx="15" type="pic"/>
          </p:nvPr>
        </p:nvSpPr>
        <p:spPr>
          <a:xfrm>
            <a:off x="3741616" y="1270124"/>
            <a:ext cx="325200" cy="325500"/>
          </a:xfrm>
          <a:prstGeom prst="ellipse">
            <a:avLst/>
          </a:prstGeom>
          <a:solidFill>
            <a:srgbClr val="FEBE20"/>
          </a:solidFill>
          <a:ln>
            <a:noFill/>
          </a:ln>
        </p:spPr>
      </p:sp>
      <p:sp>
        <p:nvSpPr>
          <p:cNvPr id="231" name="Google Shape;231;p22"/>
          <p:cNvSpPr txBox="1"/>
          <p:nvPr>
            <p:ph idx="16" type="body"/>
          </p:nvPr>
        </p:nvSpPr>
        <p:spPr>
          <a:xfrm>
            <a:off x="2389039" y="1300154"/>
            <a:ext cx="119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00" lIns="27000" spcFirstLastPara="1" rIns="27000" wrap="square" tIns="54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2" name="Google Shape;232;p22"/>
          <p:cNvSpPr txBox="1"/>
          <p:nvPr>
            <p:ph idx="17" type="body"/>
          </p:nvPr>
        </p:nvSpPr>
        <p:spPr>
          <a:xfrm>
            <a:off x="2389039" y="1651854"/>
            <a:ext cx="1677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27000" spcFirstLastPara="1" rIns="27000" wrap="square" tIns="54000">
            <a:noAutofit/>
          </a:bodyPr>
          <a:lstStyle>
            <a:lvl1pPr indent="-2794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 sz="800"/>
            </a:lvl1pPr>
            <a:lvl2pPr indent="-2794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▪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▪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3" name="Google Shape;233;p22"/>
          <p:cNvSpPr/>
          <p:nvPr/>
        </p:nvSpPr>
        <p:spPr>
          <a:xfrm>
            <a:off x="4260157" y="2935610"/>
            <a:ext cx="1815300" cy="166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9EC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22"/>
          <p:cNvSpPr/>
          <p:nvPr>
            <p:ph idx="18" type="pic"/>
          </p:nvPr>
        </p:nvSpPr>
        <p:spPr>
          <a:xfrm>
            <a:off x="5678218" y="3015420"/>
            <a:ext cx="325200" cy="325500"/>
          </a:xfrm>
          <a:prstGeom prst="ellipse">
            <a:avLst/>
          </a:prstGeom>
          <a:solidFill>
            <a:srgbClr val="FEBE20"/>
          </a:solidFill>
          <a:ln>
            <a:noFill/>
          </a:ln>
        </p:spPr>
      </p:sp>
      <p:sp>
        <p:nvSpPr>
          <p:cNvPr id="235" name="Google Shape;235;p22"/>
          <p:cNvSpPr txBox="1"/>
          <p:nvPr>
            <p:ph idx="19" type="body"/>
          </p:nvPr>
        </p:nvSpPr>
        <p:spPr>
          <a:xfrm>
            <a:off x="4325642" y="3045449"/>
            <a:ext cx="119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00" lIns="27000" spcFirstLastPara="1" rIns="27000" wrap="square" tIns="54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6" name="Google Shape;236;p22"/>
          <p:cNvSpPr txBox="1"/>
          <p:nvPr>
            <p:ph idx="20" type="body"/>
          </p:nvPr>
        </p:nvSpPr>
        <p:spPr>
          <a:xfrm>
            <a:off x="4325642" y="3397150"/>
            <a:ext cx="1677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27000" spcFirstLastPara="1" rIns="27000" wrap="square" tIns="54000">
            <a:noAutofit/>
          </a:bodyPr>
          <a:lstStyle>
            <a:lvl1pPr indent="-2794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 sz="800"/>
            </a:lvl1pPr>
            <a:lvl2pPr indent="-2794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▪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▪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7" name="Google Shape;237;p22"/>
          <p:cNvSpPr/>
          <p:nvPr/>
        </p:nvSpPr>
        <p:spPr>
          <a:xfrm>
            <a:off x="4260157" y="1190314"/>
            <a:ext cx="1815300" cy="166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9EC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2"/>
          <p:cNvSpPr/>
          <p:nvPr>
            <p:ph idx="21" type="pic"/>
          </p:nvPr>
        </p:nvSpPr>
        <p:spPr>
          <a:xfrm>
            <a:off x="5678218" y="1270124"/>
            <a:ext cx="325200" cy="325500"/>
          </a:xfrm>
          <a:prstGeom prst="ellipse">
            <a:avLst/>
          </a:prstGeom>
          <a:solidFill>
            <a:srgbClr val="FEBE20"/>
          </a:solidFill>
          <a:ln>
            <a:noFill/>
          </a:ln>
        </p:spPr>
      </p:sp>
      <p:sp>
        <p:nvSpPr>
          <p:cNvPr id="239" name="Google Shape;239;p22"/>
          <p:cNvSpPr txBox="1"/>
          <p:nvPr>
            <p:ph idx="22" type="body"/>
          </p:nvPr>
        </p:nvSpPr>
        <p:spPr>
          <a:xfrm>
            <a:off x="4325642" y="1300154"/>
            <a:ext cx="119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00" lIns="27000" spcFirstLastPara="1" rIns="27000" wrap="square" tIns="54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0" name="Google Shape;240;p22"/>
          <p:cNvSpPr txBox="1"/>
          <p:nvPr>
            <p:ph idx="23" type="body"/>
          </p:nvPr>
        </p:nvSpPr>
        <p:spPr>
          <a:xfrm>
            <a:off x="4325642" y="1651854"/>
            <a:ext cx="1677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27000" spcFirstLastPara="1" rIns="27000" wrap="square" tIns="54000">
            <a:noAutofit/>
          </a:bodyPr>
          <a:lstStyle>
            <a:lvl1pPr indent="-2794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 sz="800"/>
            </a:lvl1pPr>
            <a:lvl2pPr indent="-2794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▪"/>
              <a:defRPr sz="800"/>
            </a:lvl2pPr>
            <a:lvl3pPr indent="-2794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3pPr>
            <a:lvl4pPr indent="-2794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▪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1" name="Google Shape;241;p22"/>
          <p:cNvSpPr/>
          <p:nvPr/>
        </p:nvSpPr>
        <p:spPr>
          <a:xfrm>
            <a:off x="452438" y="1601850"/>
            <a:ext cx="297000" cy="18300"/>
          </a:xfrm>
          <a:prstGeom prst="roundRect">
            <a:avLst>
              <a:gd fmla="val 50000" name="adj"/>
            </a:avLst>
          </a:prstGeom>
          <a:solidFill>
            <a:srgbClr val="FEBE2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2375606" y="1601850"/>
            <a:ext cx="297000" cy="18300"/>
          </a:xfrm>
          <a:prstGeom prst="roundRect">
            <a:avLst>
              <a:gd fmla="val 50000" name="adj"/>
            </a:avLst>
          </a:prstGeom>
          <a:solidFill>
            <a:srgbClr val="FEBE2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4325642" y="1601850"/>
            <a:ext cx="297000" cy="18300"/>
          </a:xfrm>
          <a:prstGeom prst="roundRect">
            <a:avLst>
              <a:gd fmla="val 50000" name="adj"/>
            </a:avLst>
          </a:prstGeom>
          <a:solidFill>
            <a:srgbClr val="FEBE2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52438" y="3349398"/>
            <a:ext cx="297000" cy="18300"/>
          </a:xfrm>
          <a:prstGeom prst="roundRect">
            <a:avLst>
              <a:gd fmla="val 50000" name="adj"/>
            </a:avLst>
          </a:prstGeom>
          <a:solidFill>
            <a:srgbClr val="FEBE2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2389040" y="3349398"/>
            <a:ext cx="297000" cy="18300"/>
          </a:xfrm>
          <a:prstGeom prst="roundRect">
            <a:avLst>
              <a:gd fmla="val 50000" name="adj"/>
            </a:avLst>
          </a:prstGeom>
          <a:solidFill>
            <a:srgbClr val="FEBE2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4325642" y="3349398"/>
            <a:ext cx="297000" cy="18300"/>
          </a:xfrm>
          <a:prstGeom prst="roundRect">
            <a:avLst>
              <a:gd fmla="val 50000" name="adj"/>
            </a:avLst>
          </a:prstGeom>
          <a:solidFill>
            <a:srgbClr val="FEBE2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9" name="Google Shape;249;p23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0" name="Google Shape;250;p23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1" name="Google Shape;251;p23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2" name="Google Shape;25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23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>
  <p:cSld name="Closing slide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model of a city&#10;&#10;Description automatically generated" id="255" name="Google Shape;255;p24"/>
          <p:cNvPicPr preferRelativeResize="0"/>
          <p:nvPr/>
        </p:nvPicPr>
        <p:blipFill rotWithShape="1">
          <a:blip r:embed="rId2">
            <a:alphaModFix/>
          </a:blip>
          <a:srcRect b="16010" l="18236" r="2542" t="4769"/>
          <a:stretch/>
        </p:blipFill>
        <p:spPr>
          <a:xfrm>
            <a:off x="0" y="0"/>
            <a:ext cx="9143998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/>
          <p:nvPr/>
        </p:nvSpPr>
        <p:spPr>
          <a:xfrm flipH="1">
            <a:off x="0" y="3488180"/>
            <a:ext cx="3991445" cy="1655320"/>
          </a:xfrm>
          <a:custGeom>
            <a:rect b="b" l="l" r="r" t="t"/>
            <a:pathLst>
              <a:path extrusionOk="0" h="2207093" w="5321926">
                <a:moveTo>
                  <a:pt x="5321926" y="0"/>
                </a:moveTo>
                <a:lnTo>
                  <a:pt x="0" y="2207093"/>
                </a:lnTo>
                <a:lnTo>
                  <a:pt x="5321926" y="2207093"/>
                </a:lnTo>
                <a:lnTo>
                  <a:pt x="5321926" y="0"/>
                </a:lnTo>
                <a:close/>
              </a:path>
            </a:pathLst>
          </a:custGeom>
          <a:solidFill>
            <a:srgbClr val="FEBE2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1513115" y="0"/>
            <a:ext cx="76308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9000">
                <a:srgbClr val="FFFFFF">
                  <a:alpha val="0"/>
                </a:srgbClr>
              </a:gs>
              <a:gs pos="8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1463348" y="2114306"/>
            <a:ext cx="7694787" cy="3036568"/>
          </a:xfrm>
          <a:custGeom>
            <a:rect b="b" l="l" r="r" t="t"/>
            <a:pathLst>
              <a:path extrusionOk="0" h="4048757" w="10259716">
                <a:moveTo>
                  <a:pt x="10259716" y="0"/>
                </a:moveTo>
                <a:lnTo>
                  <a:pt x="6100671" y="2128624"/>
                </a:lnTo>
                <a:lnTo>
                  <a:pt x="1494395" y="4038925"/>
                </a:lnTo>
                <a:lnTo>
                  <a:pt x="0" y="4048757"/>
                </a:lnTo>
                <a:lnTo>
                  <a:pt x="10259716" y="0"/>
                </a:lnTo>
                <a:close/>
              </a:path>
            </a:pathLst>
          </a:custGeom>
          <a:solidFill>
            <a:srgbClr val="FEBE20">
              <a:alpha val="298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1838325" y="2113712"/>
            <a:ext cx="7296041" cy="3025793"/>
          </a:xfrm>
          <a:custGeom>
            <a:rect b="b" l="l" r="r" t="t"/>
            <a:pathLst>
              <a:path extrusionOk="0" h="3770458" w="9091640">
                <a:moveTo>
                  <a:pt x="9091640" y="0"/>
                </a:moveTo>
                <a:lnTo>
                  <a:pt x="9091640" y="3770458"/>
                </a:lnTo>
                <a:lnTo>
                  <a:pt x="0" y="3770458"/>
                </a:lnTo>
                <a:lnTo>
                  <a:pt x="9091640" y="0"/>
                </a:lnTo>
                <a:close/>
              </a:path>
            </a:pathLst>
          </a:custGeom>
          <a:solidFill>
            <a:srgbClr val="1D214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0" name="Google Shape;260;p24"/>
          <p:cNvPicPr preferRelativeResize="0"/>
          <p:nvPr/>
        </p:nvPicPr>
        <p:blipFill rotWithShape="1">
          <a:blip r:embed="rId3">
            <a:alphaModFix/>
          </a:blip>
          <a:srcRect b="13716" l="0" r="0" t="13709"/>
          <a:stretch/>
        </p:blipFill>
        <p:spPr>
          <a:xfrm>
            <a:off x="1838325" y="2113713"/>
            <a:ext cx="7305675" cy="3029788"/>
          </a:xfrm>
          <a:custGeom>
            <a:rect b="b" l="l" r="r" t="t"/>
            <a:pathLst>
              <a:path extrusionOk="0" h="4039717" w="9740900">
                <a:moveTo>
                  <a:pt x="9740900" y="0"/>
                </a:moveTo>
                <a:lnTo>
                  <a:pt x="9740900" y="4039717"/>
                </a:lnTo>
                <a:lnTo>
                  <a:pt x="0" y="403971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61" name="Google Shape;261;p24"/>
          <p:cNvSpPr/>
          <p:nvPr/>
        </p:nvSpPr>
        <p:spPr>
          <a:xfrm>
            <a:off x="1838325" y="2113712"/>
            <a:ext cx="7296041" cy="3025793"/>
          </a:xfrm>
          <a:custGeom>
            <a:rect b="b" l="l" r="r" t="t"/>
            <a:pathLst>
              <a:path extrusionOk="0" h="3770458" w="9091640">
                <a:moveTo>
                  <a:pt x="9091640" y="0"/>
                </a:moveTo>
                <a:lnTo>
                  <a:pt x="9091640" y="3770458"/>
                </a:lnTo>
                <a:lnTo>
                  <a:pt x="0" y="3770458"/>
                </a:lnTo>
                <a:lnTo>
                  <a:pt x="9091640" y="0"/>
                </a:lnTo>
                <a:close/>
              </a:path>
            </a:pathLst>
          </a:custGeom>
          <a:gradFill>
            <a:gsLst>
              <a:gs pos="0">
                <a:srgbClr val="1D214F">
                  <a:alpha val="72941"/>
                </a:srgbClr>
              </a:gs>
              <a:gs pos="100000">
                <a:srgbClr val="1D214F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132767" y="-28575"/>
            <a:ext cx="1552575" cy="5229225"/>
          </a:xfrm>
          <a:custGeom>
            <a:rect b="b" l="l" r="r" t="t"/>
            <a:pathLst>
              <a:path extrusionOk="0" h="6972300" w="2070100">
                <a:moveTo>
                  <a:pt x="2070100" y="0"/>
                </a:moveTo>
                <a:lnTo>
                  <a:pt x="0" y="850900"/>
                </a:lnTo>
                <a:lnTo>
                  <a:pt x="0" y="6972300"/>
                </a:lnTo>
              </a:path>
            </a:pathLst>
          </a:custGeom>
          <a:noFill/>
          <a:ln cap="flat" cmpd="sng" w="9525">
            <a:solidFill>
              <a:srgbClr val="1E27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3" name="Google Shape;263;p24"/>
          <p:cNvSpPr/>
          <p:nvPr/>
        </p:nvSpPr>
        <p:spPr>
          <a:xfrm flipH="1" rot="9596122">
            <a:off x="2613875" y="3433401"/>
            <a:ext cx="7121448" cy="2712311"/>
          </a:xfrm>
          <a:custGeom>
            <a:rect b="b" l="l" r="r" t="t"/>
            <a:pathLst>
              <a:path extrusionOk="0" h="3613746" w="9488256">
                <a:moveTo>
                  <a:pt x="4324206" y="1456844"/>
                </a:moveTo>
                <a:lnTo>
                  <a:pt x="4328190" y="1453668"/>
                </a:lnTo>
                <a:lnTo>
                  <a:pt x="4317666" y="1457529"/>
                </a:lnTo>
                <a:lnTo>
                  <a:pt x="4318175" y="1457697"/>
                </a:lnTo>
                <a:cubicBezTo>
                  <a:pt x="4320169" y="1457697"/>
                  <a:pt x="4322195" y="1457413"/>
                  <a:pt x="4324206" y="1456844"/>
                </a:cubicBezTo>
                <a:close/>
                <a:moveTo>
                  <a:pt x="2957966" y="1959649"/>
                </a:moveTo>
                <a:cubicBezTo>
                  <a:pt x="2963158" y="1959142"/>
                  <a:pt x="2967656" y="1956573"/>
                  <a:pt x="2970728" y="1952833"/>
                </a:cubicBezTo>
                <a:lnTo>
                  <a:pt x="2971136" y="1951488"/>
                </a:lnTo>
                <a:lnTo>
                  <a:pt x="2952455" y="1958341"/>
                </a:lnTo>
                <a:lnTo>
                  <a:pt x="2956082" y="1959738"/>
                </a:lnTo>
                <a:cubicBezTo>
                  <a:pt x="2956705" y="1959738"/>
                  <a:pt x="2957327" y="1959720"/>
                  <a:pt x="2957966" y="1959649"/>
                </a:cubicBezTo>
                <a:close/>
                <a:moveTo>
                  <a:pt x="3706458" y="1685481"/>
                </a:moveTo>
                <a:lnTo>
                  <a:pt x="3716396" y="1678098"/>
                </a:lnTo>
                <a:lnTo>
                  <a:pt x="3697823" y="1684911"/>
                </a:lnTo>
                <a:lnTo>
                  <a:pt x="3701373" y="1686122"/>
                </a:lnTo>
                <a:cubicBezTo>
                  <a:pt x="3703046" y="1686122"/>
                  <a:pt x="3704751" y="1685927"/>
                  <a:pt x="3706458" y="1685481"/>
                </a:cubicBezTo>
                <a:close/>
                <a:moveTo>
                  <a:pt x="3283373" y="1841829"/>
                </a:moveTo>
                <a:cubicBezTo>
                  <a:pt x="3288760" y="1840860"/>
                  <a:pt x="3293250" y="1837793"/>
                  <a:pt x="3296150" y="1833622"/>
                </a:cubicBezTo>
                <a:lnTo>
                  <a:pt x="3296474" y="1832141"/>
                </a:lnTo>
                <a:lnTo>
                  <a:pt x="3274473" y="1840212"/>
                </a:lnTo>
                <a:lnTo>
                  <a:pt x="3279836" y="1842149"/>
                </a:lnTo>
                <a:cubicBezTo>
                  <a:pt x="3281008" y="1842150"/>
                  <a:pt x="3282182" y="1842043"/>
                  <a:pt x="3283373" y="1841829"/>
                </a:cubicBezTo>
                <a:close/>
                <a:moveTo>
                  <a:pt x="7427349" y="322515"/>
                </a:moveTo>
                <a:cubicBezTo>
                  <a:pt x="7433313" y="322515"/>
                  <a:pt x="7438799" y="320186"/>
                  <a:pt x="7442878" y="316348"/>
                </a:cubicBezTo>
                <a:lnTo>
                  <a:pt x="7445844" y="309992"/>
                </a:lnTo>
                <a:lnTo>
                  <a:pt x="7419888" y="319514"/>
                </a:lnTo>
                <a:lnTo>
                  <a:pt x="7426015" y="322479"/>
                </a:lnTo>
                <a:cubicBezTo>
                  <a:pt x="7426460" y="322515"/>
                  <a:pt x="7426904" y="322515"/>
                  <a:pt x="7427349" y="322515"/>
                </a:cubicBezTo>
                <a:close/>
                <a:moveTo>
                  <a:pt x="1847868" y="2370627"/>
                </a:moveTo>
                <a:cubicBezTo>
                  <a:pt x="1854287" y="2370627"/>
                  <a:pt x="1860082" y="2366253"/>
                  <a:pt x="1861646" y="2359746"/>
                </a:cubicBezTo>
                <a:lnTo>
                  <a:pt x="1861017" y="2358722"/>
                </a:lnTo>
                <a:lnTo>
                  <a:pt x="1841820" y="2365764"/>
                </a:lnTo>
                <a:lnTo>
                  <a:pt x="1844561" y="2370236"/>
                </a:lnTo>
                <a:cubicBezTo>
                  <a:pt x="1845682" y="2370502"/>
                  <a:pt x="1846783" y="2370627"/>
                  <a:pt x="1847868" y="2370627"/>
                </a:cubicBezTo>
                <a:close/>
                <a:moveTo>
                  <a:pt x="8088841" y="83151"/>
                </a:moveTo>
                <a:cubicBezTo>
                  <a:pt x="8092861" y="80673"/>
                  <a:pt x="8096243" y="77051"/>
                  <a:pt x="8098448" y="72473"/>
                </a:cubicBezTo>
                <a:lnTo>
                  <a:pt x="8098555" y="70553"/>
                </a:lnTo>
                <a:lnTo>
                  <a:pt x="8063462" y="83426"/>
                </a:lnTo>
                <a:lnTo>
                  <a:pt x="8064366" y="84438"/>
                </a:lnTo>
                <a:cubicBezTo>
                  <a:pt x="8067922" y="86145"/>
                  <a:pt x="8071692" y="86962"/>
                  <a:pt x="8075407" y="86962"/>
                </a:cubicBezTo>
                <a:cubicBezTo>
                  <a:pt x="8080163" y="86962"/>
                  <a:pt x="8084821" y="85629"/>
                  <a:pt x="8088841" y="83151"/>
                </a:cubicBezTo>
                <a:close/>
                <a:moveTo>
                  <a:pt x="6713828" y="587581"/>
                </a:moveTo>
                <a:cubicBezTo>
                  <a:pt x="6719455" y="585465"/>
                  <a:pt x="6723686" y="581269"/>
                  <a:pt x="6725981" y="576198"/>
                </a:cubicBezTo>
                <a:lnTo>
                  <a:pt x="6726051" y="574040"/>
                </a:lnTo>
                <a:lnTo>
                  <a:pt x="6698944" y="583984"/>
                </a:lnTo>
                <a:lnTo>
                  <a:pt x="6706165" y="588985"/>
                </a:lnTo>
                <a:cubicBezTo>
                  <a:pt x="6708725" y="588985"/>
                  <a:pt x="6711303" y="588522"/>
                  <a:pt x="6713828" y="587581"/>
                </a:cubicBezTo>
                <a:close/>
                <a:moveTo>
                  <a:pt x="441945" y="2888402"/>
                </a:moveTo>
                <a:cubicBezTo>
                  <a:pt x="443225" y="2888402"/>
                  <a:pt x="444505" y="2887868"/>
                  <a:pt x="445429" y="2886856"/>
                </a:cubicBezTo>
                <a:cubicBezTo>
                  <a:pt x="447172" y="2884917"/>
                  <a:pt x="447011" y="2881966"/>
                  <a:pt x="445092" y="2880241"/>
                </a:cubicBezTo>
                <a:cubicBezTo>
                  <a:pt x="443153" y="2878499"/>
                  <a:pt x="440202" y="2878658"/>
                  <a:pt x="438478" y="2880597"/>
                </a:cubicBezTo>
                <a:cubicBezTo>
                  <a:pt x="436735" y="2882516"/>
                  <a:pt x="436896" y="2885467"/>
                  <a:pt x="438816" y="2887210"/>
                </a:cubicBezTo>
                <a:cubicBezTo>
                  <a:pt x="439723" y="2888011"/>
                  <a:pt x="440843" y="2888402"/>
                  <a:pt x="441945" y="2888402"/>
                </a:cubicBezTo>
                <a:close/>
                <a:moveTo>
                  <a:pt x="4422166" y="1428629"/>
                </a:moveTo>
                <a:cubicBezTo>
                  <a:pt x="4427935" y="1426975"/>
                  <a:pt x="4432487" y="1423135"/>
                  <a:pt x="4435183" y="1418266"/>
                </a:cubicBezTo>
                <a:lnTo>
                  <a:pt x="4435640" y="1414251"/>
                </a:lnTo>
                <a:lnTo>
                  <a:pt x="4404573" y="1425648"/>
                </a:lnTo>
                <a:lnTo>
                  <a:pt x="4416140" y="1429482"/>
                </a:lnTo>
                <a:cubicBezTo>
                  <a:pt x="4418129" y="1429482"/>
                  <a:pt x="4420158" y="1429216"/>
                  <a:pt x="4422166" y="1428629"/>
                </a:cubicBezTo>
                <a:close/>
                <a:moveTo>
                  <a:pt x="6809104" y="553588"/>
                </a:moveTo>
                <a:cubicBezTo>
                  <a:pt x="6814794" y="551667"/>
                  <a:pt x="6819171" y="547627"/>
                  <a:pt x="6821650" y="542644"/>
                </a:cubicBezTo>
                <a:lnTo>
                  <a:pt x="6821909" y="538876"/>
                </a:lnTo>
                <a:lnTo>
                  <a:pt x="6789618" y="550721"/>
                </a:lnTo>
                <a:lnTo>
                  <a:pt x="6802171" y="554725"/>
                </a:lnTo>
                <a:cubicBezTo>
                  <a:pt x="6804464" y="554725"/>
                  <a:pt x="6806811" y="554352"/>
                  <a:pt x="6809104" y="553588"/>
                </a:cubicBezTo>
                <a:close/>
                <a:moveTo>
                  <a:pt x="6619493" y="624631"/>
                </a:moveTo>
                <a:cubicBezTo>
                  <a:pt x="6625048" y="622364"/>
                  <a:pt x="6629165" y="618057"/>
                  <a:pt x="6631324" y="612926"/>
                </a:cubicBezTo>
                <a:lnTo>
                  <a:pt x="6631348" y="608781"/>
                </a:lnTo>
                <a:lnTo>
                  <a:pt x="6601555" y="619710"/>
                </a:lnTo>
                <a:lnTo>
                  <a:pt x="6611279" y="626249"/>
                </a:lnTo>
                <a:cubicBezTo>
                  <a:pt x="6614016" y="626249"/>
                  <a:pt x="6616808" y="625716"/>
                  <a:pt x="6619493" y="624631"/>
                </a:cubicBezTo>
                <a:close/>
                <a:moveTo>
                  <a:pt x="3804775" y="1660235"/>
                </a:moveTo>
                <a:cubicBezTo>
                  <a:pt x="3810331" y="1658786"/>
                  <a:pt x="3814776" y="1655221"/>
                  <a:pt x="3817469" y="1650627"/>
                </a:cubicBezTo>
                <a:lnTo>
                  <a:pt x="3818871" y="1640506"/>
                </a:lnTo>
                <a:lnTo>
                  <a:pt x="3784544" y="1653098"/>
                </a:lnTo>
                <a:lnTo>
                  <a:pt x="3786905" y="1656648"/>
                </a:lnTo>
                <a:cubicBezTo>
                  <a:pt x="3790472" y="1659363"/>
                  <a:pt x="3794890" y="1660910"/>
                  <a:pt x="3799513" y="1660910"/>
                </a:cubicBezTo>
                <a:cubicBezTo>
                  <a:pt x="3801256" y="1660910"/>
                  <a:pt x="3803014" y="1660697"/>
                  <a:pt x="3804775" y="1660235"/>
                </a:cubicBezTo>
                <a:close/>
                <a:moveTo>
                  <a:pt x="6905502" y="523452"/>
                </a:moveTo>
                <a:cubicBezTo>
                  <a:pt x="6911271" y="521780"/>
                  <a:pt x="6915818" y="517936"/>
                  <a:pt x="6918507" y="513065"/>
                </a:cubicBezTo>
                <a:lnTo>
                  <a:pt x="6919634" y="503026"/>
                </a:lnTo>
                <a:lnTo>
                  <a:pt x="6883832" y="516160"/>
                </a:lnTo>
                <a:lnTo>
                  <a:pt x="6886505" y="520012"/>
                </a:lnTo>
                <a:cubicBezTo>
                  <a:pt x="6890203" y="522754"/>
                  <a:pt x="6894736" y="524306"/>
                  <a:pt x="6899456" y="524306"/>
                </a:cubicBezTo>
                <a:cubicBezTo>
                  <a:pt x="6901466" y="524306"/>
                  <a:pt x="6903493" y="524021"/>
                  <a:pt x="6905502" y="523452"/>
                </a:cubicBezTo>
                <a:close/>
                <a:moveTo>
                  <a:pt x="2732637" y="2054767"/>
                </a:moveTo>
                <a:cubicBezTo>
                  <a:pt x="2742538" y="2054429"/>
                  <a:pt x="2750290" y="2046108"/>
                  <a:pt x="2749952" y="2036205"/>
                </a:cubicBezTo>
                <a:lnTo>
                  <a:pt x="2748553" y="2033140"/>
                </a:lnTo>
                <a:lnTo>
                  <a:pt x="2717252" y="2044622"/>
                </a:lnTo>
                <a:lnTo>
                  <a:pt x="2719546" y="2049760"/>
                </a:lnTo>
                <a:cubicBezTo>
                  <a:pt x="2722786" y="2052878"/>
                  <a:pt x="2727187" y="2054784"/>
                  <a:pt x="2731996" y="2054785"/>
                </a:cubicBezTo>
                <a:cubicBezTo>
                  <a:pt x="2732210" y="2054785"/>
                  <a:pt x="2732423" y="2054784"/>
                  <a:pt x="2732637" y="2054767"/>
                </a:cubicBezTo>
                <a:close/>
                <a:moveTo>
                  <a:pt x="6525958" y="663976"/>
                </a:moveTo>
                <a:cubicBezTo>
                  <a:pt x="6531469" y="661594"/>
                  <a:pt x="6535492" y="657203"/>
                  <a:pt x="6537539" y="652029"/>
                </a:cubicBezTo>
                <a:lnTo>
                  <a:pt x="6537395" y="643247"/>
                </a:lnTo>
                <a:lnTo>
                  <a:pt x="6502499" y="656047"/>
                </a:lnTo>
                <a:lnTo>
                  <a:pt x="6517317" y="665771"/>
                </a:lnTo>
                <a:cubicBezTo>
                  <a:pt x="6520215" y="665772"/>
                  <a:pt x="6523149" y="665202"/>
                  <a:pt x="6525958" y="663976"/>
                </a:cubicBezTo>
                <a:close/>
                <a:moveTo>
                  <a:pt x="4520128" y="1400645"/>
                </a:moveTo>
                <a:lnTo>
                  <a:pt x="4520112" y="1400645"/>
                </a:lnTo>
                <a:cubicBezTo>
                  <a:pt x="4525890" y="1399009"/>
                  <a:pt x="4530459" y="1395182"/>
                  <a:pt x="4533172" y="1390320"/>
                </a:cubicBezTo>
                <a:lnTo>
                  <a:pt x="4534613" y="1377944"/>
                </a:lnTo>
                <a:lnTo>
                  <a:pt x="4497361" y="1391610"/>
                </a:lnTo>
                <a:lnTo>
                  <a:pt x="4501179" y="1397156"/>
                </a:lnTo>
                <a:cubicBezTo>
                  <a:pt x="4504884" y="1399916"/>
                  <a:pt x="4509435" y="1401480"/>
                  <a:pt x="4514174" y="1401480"/>
                </a:cubicBezTo>
                <a:cubicBezTo>
                  <a:pt x="4516128" y="1401480"/>
                  <a:pt x="4518137" y="1401214"/>
                  <a:pt x="4520128" y="1400645"/>
                </a:cubicBezTo>
                <a:close/>
                <a:moveTo>
                  <a:pt x="2065625" y="2301786"/>
                </a:moveTo>
                <a:cubicBezTo>
                  <a:pt x="2072914" y="2301786"/>
                  <a:pt x="2079350" y="2296471"/>
                  <a:pt x="2080523" y="2289039"/>
                </a:cubicBezTo>
                <a:lnTo>
                  <a:pt x="2078139" y="2279073"/>
                </a:lnTo>
                <a:lnTo>
                  <a:pt x="2051742" y="2288757"/>
                </a:lnTo>
                <a:lnTo>
                  <a:pt x="2053375" y="2295551"/>
                </a:lnTo>
                <a:cubicBezTo>
                  <a:pt x="2055646" y="2298680"/>
                  <a:pt x="2059108" y="2300942"/>
                  <a:pt x="2063224" y="2301590"/>
                </a:cubicBezTo>
                <a:cubicBezTo>
                  <a:pt x="2064042" y="2301715"/>
                  <a:pt x="2064825" y="2301786"/>
                  <a:pt x="2065625" y="2301786"/>
                </a:cubicBezTo>
                <a:close/>
                <a:moveTo>
                  <a:pt x="2508515" y="2142950"/>
                </a:moveTo>
                <a:cubicBezTo>
                  <a:pt x="2517689" y="2142950"/>
                  <a:pt x="2525263" y="2135625"/>
                  <a:pt x="2525511" y="2126398"/>
                </a:cubicBezTo>
                <a:lnTo>
                  <a:pt x="2521668" y="2116370"/>
                </a:lnTo>
                <a:lnTo>
                  <a:pt x="2492159" y="2127195"/>
                </a:lnTo>
                <a:lnTo>
                  <a:pt x="2496154" y="2137629"/>
                </a:lnTo>
                <a:cubicBezTo>
                  <a:pt x="2499145" y="2140789"/>
                  <a:pt x="2503341" y="2142807"/>
                  <a:pt x="2508035" y="2142932"/>
                </a:cubicBezTo>
                <a:lnTo>
                  <a:pt x="2508035" y="2142950"/>
                </a:lnTo>
                <a:cubicBezTo>
                  <a:pt x="2508196" y="2142950"/>
                  <a:pt x="2508355" y="2142950"/>
                  <a:pt x="2508515" y="2142950"/>
                </a:cubicBezTo>
                <a:close/>
                <a:moveTo>
                  <a:pt x="3382758" y="1822610"/>
                </a:moveTo>
                <a:cubicBezTo>
                  <a:pt x="3393496" y="1820388"/>
                  <a:pt x="3400412" y="1809899"/>
                  <a:pt x="3398190" y="1799160"/>
                </a:cubicBezTo>
                <a:lnTo>
                  <a:pt x="3395838" y="1795690"/>
                </a:lnTo>
                <a:lnTo>
                  <a:pt x="3360262" y="1808741"/>
                </a:lnTo>
                <a:lnTo>
                  <a:pt x="3366290" y="1818619"/>
                </a:lnTo>
                <a:cubicBezTo>
                  <a:pt x="3369753" y="1821405"/>
                  <a:pt x="3374126" y="1823019"/>
                  <a:pt x="3378740" y="1823019"/>
                </a:cubicBezTo>
                <a:cubicBezTo>
                  <a:pt x="3380056" y="1823019"/>
                  <a:pt x="3381406" y="1822895"/>
                  <a:pt x="3382758" y="1822610"/>
                </a:cubicBezTo>
                <a:close/>
                <a:moveTo>
                  <a:pt x="2286188" y="2225373"/>
                </a:moveTo>
                <a:cubicBezTo>
                  <a:pt x="2294402" y="2225373"/>
                  <a:pt x="2301409" y="2219097"/>
                  <a:pt x="2302155" y="2210759"/>
                </a:cubicBezTo>
                <a:cubicBezTo>
                  <a:pt x="2302555" y="2206341"/>
                  <a:pt x="2301123" y="2202180"/>
                  <a:pt x="2298488" y="2199027"/>
                </a:cubicBezTo>
                <a:lnTo>
                  <a:pt x="2297604" y="2198565"/>
                </a:lnTo>
                <a:lnTo>
                  <a:pt x="2270381" y="2208552"/>
                </a:lnTo>
                <a:lnTo>
                  <a:pt x="2273835" y="2219613"/>
                </a:lnTo>
                <a:cubicBezTo>
                  <a:pt x="2276468" y="2222768"/>
                  <a:pt x="2280304" y="2224920"/>
                  <a:pt x="2284713" y="2225320"/>
                </a:cubicBezTo>
                <a:lnTo>
                  <a:pt x="2284731" y="2225320"/>
                </a:lnTo>
                <a:cubicBezTo>
                  <a:pt x="2285210" y="2225373"/>
                  <a:pt x="2285691" y="2225373"/>
                  <a:pt x="2286188" y="2225373"/>
                </a:cubicBezTo>
                <a:close/>
                <a:moveTo>
                  <a:pt x="1200163" y="2623833"/>
                </a:moveTo>
                <a:cubicBezTo>
                  <a:pt x="1203720" y="2623833"/>
                  <a:pt x="1207204" y="2622003"/>
                  <a:pt x="1209125" y="2618695"/>
                </a:cubicBezTo>
                <a:cubicBezTo>
                  <a:pt x="1212023" y="2613753"/>
                  <a:pt x="1210369" y="2607406"/>
                  <a:pt x="1205426" y="2604509"/>
                </a:cubicBezTo>
                <a:cubicBezTo>
                  <a:pt x="1202955" y="2603060"/>
                  <a:pt x="1200127" y="2602753"/>
                  <a:pt x="1197557" y="2603426"/>
                </a:cubicBezTo>
                <a:cubicBezTo>
                  <a:pt x="1194985" y="2604099"/>
                  <a:pt x="1192670" y="2605752"/>
                  <a:pt x="1191221" y="2608224"/>
                </a:cubicBezTo>
                <a:cubicBezTo>
                  <a:pt x="1188341" y="2613166"/>
                  <a:pt x="1189995" y="2619514"/>
                  <a:pt x="1194937" y="2622412"/>
                </a:cubicBezTo>
                <a:cubicBezTo>
                  <a:pt x="1196573" y="2623372"/>
                  <a:pt x="1198386" y="2623834"/>
                  <a:pt x="1200163" y="2623833"/>
                </a:cubicBezTo>
                <a:close/>
                <a:moveTo>
                  <a:pt x="804689" y="2769728"/>
                </a:moveTo>
                <a:cubicBezTo>
                  <a:pt x="806894" y="2769728"/>
                  <a:pt x="809081" y="2768750"/>
                  <a:pt x="810574" y="2766901"/>
                </a:cubicBezTo>
                <a:cubicBezTo>
                  <a:pt x="813170" y="2763665"/>
                  <a:pt x="812636" y="2758918"/>
                  <a:pt x="809400" y="2756322"/>
                </a:cubicBezTo>
                <a:cubicBezTo>
                  <a:pt x="806164" y="2753727"/>
                  <a:pt x="801418" y="2754242"/>
                  <a:pt x="798822" y="2757478"/>
                </a:cubicBezTo>
                <a:cubicBezTo>
                  <a:pt x="796226" y="2760732"/>
                  <a:pt x="796741" y="2765461"/>
                  <a:pt x="799978" y="2768075"/>
                </a:cubicBezTo>
                <a:cubicBezTo>
                  <a:pt x="801364" y="2769176"/>
                  <a:pt x="803035" y="2769728"/>
                  <a:pt x="804689" y="2769728"/>
                </a:cubicBezTo>
                <a:close/>
                <a:moveTo>
                  <a:pt x="6433099" y="705170"/>
                </a:moveTo>
                <a:cubicBezTo>
                  <a:pt x="6438574" y="702690"/>
                  <a:pt x="6442526" y="698227"/>
                  <a:pt x="6444488" y="693016"/>
                </a:cubicBezTo>
                <a:lnTo>
                  <a:pt x="6443981" y="677514"/>
                </a:lnTo>
                <a:lnTo>
                  <a:pt x="6404241" y="692092"/>
                </a:lnTo>
                <a:lnTo>
                  <a:pt x="6404314" y="694325"/>
                </a:lnTo>
                <a:cubicBezTo>
                  <a:pt x="6407959" y="702361"/>
                  <a:pt x="6415871" y="707108"/>
                  <a:pt x="6424138" y="707108"/>
                </a:cubicBezTo>
                <a:cubicBezTo>
                  <a:pt x="6427143" y="707108"/>
                  <a:pt x="6430200" y="706486"/>
                  <a:pt x="6433099" y="705170"/>
                </a:cubicBezTo>
                <a:close/>
                <a:moveTo>
                  <a:pt x="885" y="3064999"/>
                </a:moveTo>
                <a:cubicBezTo>
                  <a:pt x="1152" y="3065000"/>
                  <a:pt x="1418" y="3064875"/>
                  <a:pt x="1596" y="3064644"/>
                </a:cubicBezTo>
                <a:cubicBezTo>
                  <a:pt x="1898" y="3064235"/>
                  <a:pt x="1809" y="3063684"/>
                  <a:pt x="1418" y="3063399"/>
                </a:cubicBezTo>
                <a:cubicBezTo>
                  <a:pt x="1027" y="3063097"/>
                  <a:pt x="476" y="3063186"/>
                  <a:pt x="174" y="3063577"/>
                </a:cubicBezTo>
                <a:cubicBezTo>
                  <a:pt x="-111" y="3063968"/>
                  <a:pt x="-40" y="3064519"/>
                  <a:pt x="352" y="3064821"/>
                </a:cubicBezTo>
                <a:cubicBezTo>
                  <a:pt x="511" y="3064946"/>
                  <a:pt x="707" y="3065000"/>
                  <a:pt x="885" y="3064999"/>
                </a:cubicBezTo>
                <a:close/>
                <a:moveTo>
                  <a:pt x="3902879" y="1634260"/>
                </a:moveTo>
                <a:cubicBezTo>
                  <a:pt x="3913971" y="1631291"/>
                  <a:pt x="3920551" y="1619877"/>
                  <a:pt x="3917582" y="1608783"/>
                </a:cubicBezTo>
                <a:lnTo>
                  <a:pt x="3914895" y="1605280"/>
                </a:lnTo>
                <a:lnTo>
                  <a:pt x="3877474" y="1619008"/>
                </a:lnTo>
                <a:lnTo>
                  <a:pt x="3877402" y="1619557"/>
                </a:lnTo>
                <a:cubicBezTo>
                  <a:pt x="3879889" y="1628855"/>
                  <a:pt x="3888300" y="1634971"/>
                  <a:pt x="3897474" y="1634972"/>
                </a:cubicBezTo>
                <a:cubicBezTo>
                  <a:pt x="3899269" y="1634971"/>
                  <a:pt x="3901065" y="1634740"/>
                  <a:pt x="3902879" y="1634260"/>
                </a:cubicBezTo>
                <a:close/>
                <a:moveTo>
                  <a:pt x="7003054" y="497903"/>
                </a:moveTo>
                <a:cubicBezTo>
                  <a:pt x="7014753" y="495165"/>
                  <a:pt x="7022007" y="483467"/>
                  <a:pt x="7019268" y="471769"/>
                </a:cubicBezTo>
                <a:lnTo>
                  <a:pt x="7016260" y="467580"/>
                </a:lnTo>
                <a:lnTo>
                  <a:pt x="6977072" y="481956"/>
                </a:lnTo>
                <a:lnTo>
                  <a:pt x="6984677" y="493850"/>
                </a:lnTo>
                <a:cubicBezTo>
                  <a:pt x="6988441" y="496796"/>
                  <a:pt x="6993143" y="498490"/>
                  <a:pt x="6998076" y="498490"/>
                </a:cubicBezTo>
                <a:cubicBezTo>
                  <a:pt x="6999712" y="498490"/>
                  <a:pt x="7001383" y="498294"/>
                  <a:pt x="7003054" y="497903"/>
                </a:cubicBezTo>
                <a:close/>
                <a:moveTo>
                  <a:pt x="4618108" y="1373141"/>
                </a:moveTo>
                <a:cubicBezTo>
                  <a:pt x="4629700" y="1369958"/>
                  <a:pt x="4636491" y="1357975"/>
                  <a:pt x="4633310" y="1346401"/>
                </a:cubicBezTo>
                <a:lnTo>
                  <a:pt x="4630484" y="1342775"/>
                </a:lnTo>
                <a:lnTo>
                  <a:pt x="4591474" y="1357085"/>
                </a:lnTo>
                <a:lnTo>
                  <a:pt x="4591366" y="1357958"/>
                </a:lnTo>
                <a:cubicBezTo>
                  <a:pt x="4594016" y="1367594"/>
                  <a:pt x="4602781" y="1373923"/>
                  <a:pt x="4612332" y="1373941"/>
                </a:cubicBezTo>
                <a:cubicBezTo>
                  <a:pt x="4614234" y="1373941"/>
                  <a:pt x="4616188" y="1373675"/>
                  <a:pt x="4618108" y="1373141"/>
                </a:cubicBezTo>
                <a:close/>
                <a:moveTo>
                  <a:pt x="1515562" y="2511880"/>
                </a:moveTo>
                <a:cubicBezTo>
                  <a:pt x="1520487" y="2511880"/>
                  <a:pt x="1525144" y="2508875"/>
                  <a:pt x="1527011" y="2504003"/>
                </a:cubicBezTo>
                <a:cubicBezTo>
                  <a:pt x="1529429" y="2497674"/>
                  <a:pt x="1526282" y="2490581"/>
                  <a:pt x="1519953" y="2488145"/>
                </a:cubicBezTo>
                <a:cubicBezTo>
                  <a:pt x="1513624" y="2485727"/>
                  <a:pt x="1506530" y="2488874"/>
                  <a:pt x="1504094" y="2495203"/>
                </a:cubicBezTo>
                <a:cubicBezTo>
                  <a:pt x="1501677" y="2501532"/>
                  <a:pt x="1504841" y="2508626"/>
                  <a:pt x="1511152" y="2511062"/>
                </a:cubicBezTo>
                <a:cubicBezTo>
                  <a:pt x="1512610" y="2511613"/>
                  <a:pt x="1514085" y="2511880"/>
                  <a:pt x="1515562" y="2511880"/>
                </a:cubicBezTo>
                <a:close/>
                <a:moveTo>
                  <a:pt x="3058114" y="1947827"/>
                </a:moveTo>
                <a:cubicBezTo>
                  <a:pt x="3068462" y="1946404"/>
                  <a:pt x="3075699" y="1936874"/>
                  <a:pt x="3074277" y="1926527"/>
                </a:cubicBezTo>
                <a:lnTo>
                  <a:pt x="3068079" y="1915925"/>
                </a:lnTo>
                <a:lnTo>
                  <a:pt x="3038054" y="1926940"/>
                </a:lnTo>
                <a:lnTo>
                  <a:pt x="3036816" y="1931665"/>
                </a:lnTo>
                <a:cubicBezTo>
                  <a:pt x="3038114" y="1941124"/>
                  <a:pt x="3046221" y="1947986"/>
                  <a:pt x="3055519" y="1947987"/>
                </a:cubicBezTo>
                <a:cubicBezTo>
                  <a:pt x="3056373" y="1947987"/>
                  <a:pt x="3057244" y="1947933"/>
                  <a:pt x="3058114" y="1947827"/>
                </a:cubicBezTo>
                <a:close/>
                <a:moveTo>
                  <a:pt x="6340773" y="747733"/>
                </a:moveTo>
                <a:cubicBezTo>
                  <a:pt x="6351653" y="742631"/>
                  <a:pt x="6356347" y="729687"/>
                  <a:pt x="6351261" y="718806"/>
                </a:cubicBezTo>
                <a:lnTo>
                  <a:pt x="6345575" y="713613"/>
                </a:lnTo>
                <a:lnTo>
                  <a:pt x="6311352" y="726168"/>
                </a:lnTo>
                <a:lnTo>
                  <a:pt x="6311846" y="737243"/>
                </a:lnTo>
                <a:cubicBezTo>
                  <a:pt x="6315544" y="745137"/>
                  <a:pt x="6323384" y="749777"/>
                  <a:pt x="6331563" y="749777"/>
                </a:cubicBezTo>
                <a:cubicBezTo>
                  <a:pt x="6334657" y="749777"/>
                  <a:pt x="6337786" y="749120"/>
                  <a:pt x="6340773" y="747733"/>
                </a:cubicBezTo>
                <a:close/>
                <a:moveTo>
                  <a:pt x="348143" y="2946165"/>
                </a:moveTo>
                <a:cubicBezTo>
                  <a:pt x="349157" y="2946165"/>
                  <a:pt x="350188" y="2945739"/>
                  <a:pt x="350917" y="2944921"/>
                </a:cubicBezTo>
                <a:cubicBezTo>
                  <a:pt x="352304" y="2943374"/>
                  <a:pt x="352161" y="2941027"/>
                  <a:pt x="350632" y="2939641"/>
                </a:cubicBezTo>
                <a:cubicBezTo>
                  <a:pt x="349086" y="2938272"/>
                  <a:pt x="346721" y="2938414"/>
                  <a:pt x="345352" y="2939961"/>
                </a:cubicBezTo>
                <a:cubicBezTo>
                  <a:pt x="343983" y="2941490"/>
                  <a:pt x="344108" y="2943855"/>
                  <a:pt x="345654" y="2945223"/>
                </a:cubicBezTo>
                <a:cubicBezTo>
                  <a:pt x="346366" y="2945864"/>
                  <a:pt x="347255" y="2946165"/>
                  <a:pt x="348143" y="2946165"/>
                </a:cubicBezTo>
                <a:close/>
                <a:moveTo>
                  <a:pt x="4000807" y="1607769"/>
                </a:moveTo>
                <a:cubicBezTo>
                  <a:pt x="4011884" y="1604747"/>
                  <a:pt x="4018425" y="1593315"/>
                  <a:pt x="4015401" y="1582239"/>
                </a:cubicBezTo>
                <a:lnTo>
                  <a:pt x="4007069" y="1571468"/>
                </a:lnTo>
                <a:lnTo>
                  <a:pt x="3976602" y="1582644"/>
                </a:lnTo>
                <a:lnTo>
                  <a:pt x="3975257" y="1593173"/>
                </a:lnTo>
                <a:cubicBezTo>
                  <a:pt x="3977781" y="1602418"/>
                  <a:pt x="3986175" y="1608498"/>
                  <a:pt x="3995332" y="1608499"/>
                </a:cubicBezTo>
                <a:cubicBezTo>
                  <a:pt x="3997144" y="1608499"/>
                  <a:pt x="3998975" y="1608267"/>
                  <a:pt x="4000807" y="1607769"/>
                </a:cubicBezTo>
                <a:close/>
                <a:moveTo>
                  <a:pt x="4716284" y="1346721"/>
                </a:moveTo>
                <a:cubicBezTo>
                  <a:pt x="4727891" y="1343664"/>
                  <a:pt x="4734845" y="1331787"/>
                  <a:pt x="4731805" y="1320160"/>
                </a:cubicBezTo>
                <a:lnTo>
                  <a:pt x="4723163" y="1308776"/>
                </a:lnTo>
                <a:lnTo>
                  <a:pt x="4691189" y="1320506"/>
                </a:lnTo>
                <a:lnTo>
                  <a:pt x="4689721" y="1331183"/>
                </a:lnTo>
                <a:cubicBezTo>
                  <a:pt x="4692281" y="1340961"/>
                  <a:pt x="4701099" y="1347433"/>
                  <a:pt x="4710753" y="1347433"/>
                </a:cubicBezTo>
                <a:cubicBezTo>
                  <a:pt x="4712565" y="1347433"/>
                  <a:pt x="4714432" y="1347202"/>
                  <a:pt x="4716284" y="1346721"/>
                </a:cubicBezTo>
                <a:close/>
                <a:moveTo>
                  <a:pt x="3481592" y="1801115"/>
                </a:moveTo>
                <a:cubicBezTo>
                  <a:pt x="3492294" y="1798697"/>
                  <a:pt x="3498979" y="1788048"/>
                  <a:pt x="3496543" y="1777362"/>
                </a:cubicBezTo>
                <a:cubicBezTo>
                  <a:pt x="3495325" y="1772011"/>
                  <a:pt x="3492054" y="1767665"/>
                  <a:pt x="3487751" y="1764960"/>
                </a:cubicBezTo>
                <a:lnTo>
                  <a:pt x="3482190" y="1764013"/>
                </a:lnTo>
                <a:lnTo>
                  <a:pt x="3460230" y="1772069"/>
                </a:lnTo>
                <a:lnTo>
                  <a:pt x="3457838" y="1786181"/>
                </a:lnTo>
                <a:cubicBezTo>
                  <a:pt x="3459936" y="1795391"/>
                  <a:pt x="3468115" y="1801631"/>
                  <a:pt x="3477164" y="1801631"/>
                </a:cubicBezTo>
                <a:cubicBezTo>
                  <a:pt x="3478622" y="1801631"/>
                  <a:pt x="3480115" y="1801471"/>
                  <a:pt x="3481592" y="1801115"/>
                </a:cubicBezTo>
                <a:close/>
                <a:moveTo>
                  <a:pt x="1095464" y="2676815"/>
                </a:moveTo>
                <a:lnTo>
                  <a:pt x="1095446" y="2676815"/>
                </a:lnTo>
                <a:lnTo>
                  <a:pt x="1095446" y="2676820"/>
                </a:lnTo>
                <a:close/>
                <a:moveTo>
                  <a:pt x="8288452" y="41951"/>
                </a:moveTo>
                <a:cubicBezTo>
                  <a:pt x="8292532" y="39542"/>
                  <a:pt x="8296016" y="36009"/>
                  <a:pt x="8298390" y="31510"/>
                </a:cubicBezTo>
                <a:cubicBezTo>
                  <a:pt x="8301804" y="25039"/>
                  <a:pt x="8302275" y="17798"/>
                  <a:pt x="8300275" y="11323"/>
                </a:cubicBezTo>
                <a:lnTo>
                  <a:pt x="8290881" y="0"/>
                </a:lnTo>
                <a:lnTo>
                  <a:pt x="8250807" y="14701"/>
                </a:lnTo>
                <a:lnTo>
                  <a:pt x="8249664" y="26979"/>
                </a:lnTo>
                <a:cubicBezTo>
                  <a:pt x="8251667" y="33457"/>
                  <a:pt x="8256139" y="39173"/>
                  <a:pt x="8262601" y="42586"/>
                </a:cubicBezTo>
                <a:cubicBezTo>
                  <a:pt x="8266548" y="44667"/>
                  <a:pt x="8270779" y="45645"/>
                  <a:pt x="8274940" y="45644"/>
                </a:cubicBezTo>
                <a:cubicBezTo>
                  <a:pt x="8279696" y="45645"/>
                  <a:pt x="8284372" y="44360"/>
                  <a:pt x="8288452" y="41951"/>
                </a:cubicBezTo>
                <a:close/>
                <a:moveTo>
                  <a:pt x="7101675" y="477760"/>
                </a:moveTo>
                <a:cubicBezTo>
                  <a:pt x="7113515" y="475716"/>
                  <a:pt x="7121444" y="464462"/>
                  <a:pt x="7119381" y="452621"/>
                </a:cubicBezTo>
                <a:cubicBezTo>
                  <a:pt x="7118359" y="446700"/>
                  <a:pt x="7115035" y="441758"/>
                  <a:pt x="7110486" y="438551"/>
                </a:cubicBezTo>
                <a:lnTo>
                  <a:pt x="7101133" y="436446"/>
                </a:lnTo>
                <a:lnTo>
                  <a:pt x="7080096" y="444163"/>
                </a:lnTo>
                <a:lnTo>
                  <a:pt x="7076534" y="460052"/>
                </a:lnTo>
                <a:cubicBezTo>
                  <a:pt x="7078367" y="470631"/>
                  <a:pt x="7087539" y="478080"/>
                  <a:pt x="7097923" y="478080"/>
                </a:cubicBezTo>
                <a:cubicBezTo>
                  <a:pt x="7099168" y="478080"/>
                  <a:pt x="7100411" y="477974"/>
                  <a:pt x="7101675" y="477760"/>
                </a:cubicBezTo>
                <a:close/>
                <a:moveTo>
                  <a:pt x="6248803" y="791255"/>
                </a:moveTo>
                <a:cubicBezTo>
                  <a:pt x="6259630" y="786081"/>
                  <a:pt x="6264217" y="773086"/>
                  <a:pt x="6259043" y="762258"/>
                </a:cubicBezTo>
                <a:cubicBezTo>
                  <a:pt x="6256457" y="756836"/>
                  <a:pt x="6251919" y="752977"/>
                  <a:pt x="6246671" y="751122"/>
                </a:cubicBezTo>
                <a:lnTo>
                  <a:pt x="6242764" y="751328"/>
                </a:lnTo>
                <a:lnTo>
                  <a:pt x="6224678" y="757963"/>
                </a:lnTo>
                <a:lnTo>
                  <a:pt x="6218910" y="764371"/>
                </a:lnTo>
                <a:cubicBezTo>
                  <a:pt x="6217053" y="769618"/>
                  <a:pt x="6217201" y="775574"/>
                  <a:pt x="6219787" y="780997"/>
                </a:cubicBezTo>
                <a:cubicBezTo>
                  <a:pt x="6223521" y="788820"/>
                  <a:pt x="6231325" y="793371"/>
                  <a:pt x="6239433" y="793372"/>
                </a:cubicBezTo>
                <a:cubicBezTo>
                  <a:pt x="6242580" y="793371"/>
                  <a:pt x="6245762" y="792695"/>
                  <a:pt x="6248803" y="791255"/>
                </a:cubicBezTo>
                <a:close/>
                <a:moveTo>
                  <a:pt x="4098626" y="1580994"/>
                </a:moveTo>
                <a:cubicBezTo>
                  <a:pt x="4109703" y="1577955"/>
                  <a:pt x="4116208" y="1566505"/>
                  <a:pt x="4113170" y="1555429"/>
                </a:cubicBezTo>
                <a:cubicBezTo>
                  <a:pt x="4111649" y="1549891"/>
                  <a:pt x="4108027" y="1545491"/>
                  <a:pt x="4103400" y="1542855"/>
                </a:cubicBezTo>
                <a:lnTo>
                  <a:pt x="4089749" y="1541137"/>
                </a:lnTo>
                <a:lnTo>
                  <a:pt x="4085038" y="1542866"/>
                </a:lnTo>
                <a:lnTo>
                  <a:pt x="4075032" y="1550652"/>
                </a:lnTo>
                <a:cubicBezTo>
                  <a:pt x="4072398" y="1555282"/>
                  <a:pt x="4071532" y="1560913"/>
                  <a:pt x="4073061" y="1566451"/>
                </a:cubicBezTo>
                <a:cubicBezTo>
                  <a:pt x="4075584" y="1575679"/>
                  <a:pt x="4083957" y="1581741"/>
                  <a:pt x="4093098" y="1581742"/>
                </a:cubicBezTo>
                <a:cubicBezTo>
                  <a:pt x="4094927" y="1581742"/>
                  <a:pt x="4096774" y="1581492"/>
                  <a:pt x="4098626" y="1580994"/>
                </a:cubicBezTo>
                <a:close/>
                <a:moveTo>
                  <a:pt x="7765447" y="238534"/>
                </a:moveTo>
                <a:cubicBezTo>
                  <a:pt x="7769440" y="235625"/>
                  <a:pt x="7772561" y="231443"/>
                  <a:pt x="7774125" y="226349"/>
                </a:cubicBezTo>
                <a:cubicBezTo>
                  <a:pt x="7777947" y="213869"/>
                  <a:pt x="7770943" y="200641"/>
                  <a:pt x="7758462" y="196819"/>
                </a:cubicBezTo>
                <a:lnTo>
                  <a:pt x="7752921" y="197345"/>
                </a:lnTo>
                <a:lnTo>
                  <a:pt x="7736412" y="203401"/>
                </a:lnTo>
                <a:lnTo>
                  <a:pt x="7728913" y="212482"/>
                </a:lnTo>
                <a:cubicBezTo>
                  <a:pt x="7725091" y="224980"/>
                  <a:pt x="7732096" y="238190"/>
                  <a:pt x="7744577" y="242030"/>
                </a:cubicBezTo>
                <a:cubicBezTo>
                  <a:pt x="7746888" y="242742"/>
                  <a:pt x="7749235" y="243079"/>
                  <a:pt x="7751529" y="243079"/>
                </a:cubicBezTo>
                <a:cubicBezTo>
                  <a:pt x="7756586" y="243079"/>
                  <a:pt x="7761453" y="241444"/>
                  <a:pt x="7765447" y="238534"/>
                </a:cubicBezTo>
                <a:close/>
                <a:moveTo>
                  <a:pt x="4814850" y="1321369"/>
                </a:moveTo>
                <a:cubicBezTo>
                  <a:pt x="4826494" y="1318400"/>
                  <a:pt x="4833519" y="1306559"/>
                  <a:pt x="4830548" y="1294931"/>
                </a:cubicBezTo>
                <a:cubicBezTo>
                  <a:pt x="4827577" y="1283286"/>
                  <a:pt x="4815739" y="1276264"/>
                  <a:pt x="4804095" y="1279215"/>
                </a:cubicBezTo>
                <a:cubicBezTo>
                  <a:pt x="4792465" y="1282202"/>
                  <a:pt x="4785425" y="1294042"/>
                  <a:pt x="4788412" y="1305670"/>
                </a:cubicBezTo>
                <a:cubicBezTo>
                  <a:pt x="4790919" y="1315501"/>
                  <a:pt x="4799754" y="1322062"/>
                  <a:pt x="4809461" y="1322062"/>
                </a:cubicBezTo>
                <a:cubicBezTo>
                  <a:pt x="4811239" y="1322062"/>
                  <a:pt x="4813054" y="1321832"/>
                  <a:pt x="4814850" y="1321369"/>
                </a:cubicBezTo>
                <a:close/>
                <a:moveTo>
                  <a:pt x="2832838" y="2048847"/>
                </a:moveTo>
                <a:cubicBezTo>
                  <a:pt x="2842723" y="2048028"/>
                  <a:pt x="2850084" y="2039352"/>
                  <a:pt x="2849266" y="2029467"/>
                </a:cubicBezTo>
                <a:cubicBezTo>
                  <a:pt x="2848449" y="2019581"/>
                  <a:pt x="2839771" y="2012239"/>
                  <a:pt x="2829886" y="2013040"/>
                </a:cubicBezTo>
                <a:cubicBezTo>
                  <a:pt x="2820001" y="2013857"/>
                  <a:pt x="2812660" y="2022533"/>
                  <a:pt x="2813477" y="2032418"/>
                </a:cubicBezTo>
                <a:cubicBezTo>
                  <a:pt x="2814241" y="2041788"/>
                  <a:pt x="2822100" y="2048899"/>
                  <a:pt x="2831345" y="2048899"/>
                </a:cubicBezTo>
                <a:cubicBezTo>
                  <a:pt x="2831842" y="2048899"/>
                  <a:pt x="2832340" y="2048882"/>
                  <a:pt x="2832838" y="2048847"/>
                </a:cubicBezTo>
                <a:close/>
                <a:moveTo>
                  <a:pt x="704275" y="2831118"/>
                </a:moveTo>
                <a:cubicBezTo>
                  <a:pt x="706159" y="2831118"/>
                  <a:pt x="708008" y="2830335"/>
                  <a:pt x="709306" y="2828788"/>
                </a:cubicBezTo>
                <a:cubicBezTo>
                  <a:pt x="711653" y="2825997"/>
                  <a:pt x="711296" y="2821855"/>
                  <a:pt x="708524" y="2819508"/>
                </a:cubicBezTo>
                <a:cubicBezTo>
                  <a:pt x="705750" y="2817179"/>
                  <a:pt x="701590" y="2817535"/>
                  <a:pt x="699261" y="2820308"/>
                </a:cubicBezTo>
                <a:cubicBezTo>
                  <a:pt x="696914" y="2823082"/>
                  <a:pt x="697270" y="2827242"/>
                  <a:pt x="700043" y="2829571"/>
                </a:cubicBezTo>
                <a:cubicBezTo>
                  <a:pt x="701270" y="2830620"/>
                  <a:pt x="702781" y="2831118"/>
                  <a:pt x="704275" y="2831118"/>
                </a:cubicBezTo>
                <a:close/>
                <a:moveTo>
                  <a:pt x="3157676" y="1932465"/>
                </a:moveTo>
                <a:cubicBezTo>
                  <a:pt x="3167971" y="1930706"/>
                  <a:pt x="3174888" y="1920945"/>
                  <a:pt x="3173145" y="1910650"/>
                </a:cubicBezTo>
                <a:cubicBezTo>
                  <a:pt x="3171385" y="1900357"/>
                  <a:pt x="3161623" y="1893441"/>
                  <a:pt x="3151331" y="1895201"/>
                </a:cubicBezTo>
                <a:cubicBezTo>
                  <a:pt x="3141037" y="1896943"/>
                  <a:pt x="3134103" y="1906721"/>
                  <a:pt x="3135862" y="1917015"/>
                </a:cubicBezTo>
                <a:cubicBezTo>
                  <a:pt x="3137445" y="1926225"/>
                  <a:pt x="3145427" y="1932732"/>
                  <a:pt x="3154476" y="1932732"/>
                </a:cubicBezTo>
                <a:cubicBezTo>
                  <a:pt x="3155526" y="1932732"/>
                  <a:pt x="3156610" y="1932643"/>
                  <a:pt x="3157676" y="1932465"/>
                </a:cubicBezTo>
                <a:close/>
                <a:moveTo>
                  <a:pt x="1726686" y="2457424"/>
                </a:moveTo>
                <a:cubicBezTo>
                  <a:pt x="1732500" y="2457424"/>
                  <a:pt x="1737816" y="2453548"/>
                  <a:pt x="1739435" y="2447680"/>
                </a:cubicBezTo>
                <a:cubicBezTo>
                  <a:pt x="1741354" y="2440641"/>
                  <a:pt x="1737193" y="2433369"/>
                  <a:pt x="1730155" y="2431448"/>
                </a:cubicBezTo>
                <a:cubicBezTo>
                  <a:pt x="1723113" y="2429529"/>
                  <a:pt x="1715859" y="2433689"/>
                  <a:pt x="1713939" y="2440730"/>
                </a:cubicBezTo>
                <a:cubicBezTo>
                  <a:pt x="1712019" y="2447769"/>
                  <a:pt x="1716161" y="2455023"/>
                  <a:pt x="1723201" y="2456961"/>
                </a:cubicBezTo>
                <a:cubicBezTo>
                  <a:pt x="1724357" y="2457263"/>
                  <a:pt x="1725531" y="2457424"/>
                  <a:pt x="1726686" y="2457424"/>
                </a:cubicBezTo>
                <a:close/>
                <a:moveTo>
                  <a:pt x="3579926" y="1777807"/>
                </a:moveTo>
                <a:cubicBezTo>
                  <a:pt x="3590574" y="1775194"/>
                  <a:pt x="3597099" y="1764437"/>
                  <a:pt x="3594487" y="1753788"/>
                </a:cubicBezTo>
                <a:cubicBezTo>
                  <a:pt x="3591875" y="1743156"/>
                  <a:pt x="3581118" y="1736631"/>
                  <a:pt x="3570467" y="1739245"/>
                </a:cubicBezTo>
                <a:cubicBezTo>
                  <a:pt x="3559817" y="1741858"/>
                  <a:pt x="3553311" y="1752615"/>
                  <a:pt x="3555926" y="1763264"/>
                </a:cubicBezTo>
                <a:lnTo>
                  <a:pt x="3555905" y="1763264"/>
                </a:lnTo>
                <a:cubicBezTo>
                  <a:pt x="3558129" y="1772314"/>
                  <a:pt x="3566235" y="1778394"/>
                  <a:pt x="3575178" y="1778394"/>
                </a:cubicBezTo>
                <a:cubicBezTo>
                  <a:pt x="3576744" y="1778394"/>
                  <a:pt x="3578324" y="1778198"/>
                  <a:pt x="3579926" y="1777807"/>
                </a:cubicBezTo>
                <a:close/>
                <a:moveTo>
                  <a:pt x="4196375" y="1554149"/>
                </a:moveTo>
                <a:cubicBezTo>
                  <a:pt x="4207468" y="1551090"/>
                  <a:pt x="4213975" y="1539659"/>
                  <a:pt x="4210935" y="1528582"/>
                </a:cubicBezTo>
                <a:cubicBezTo>
                  <a:pt x="4207894" y="1517506"/>
                  <a:pt x="4196446" y="1510981"/>
                  <a:pt x="4185367" y="1514021"/>
                </a:cubicBezTo>
                <a:cubicBezTo>
                  <a:pt x="4174292" y="1517061"/>
                  <a:pt x="4167786" y="1528511"/>
                  <a:pt x="4170825" y="1539588"/>
                </a:cubicBezTo>
                <a:cubicBezTo>
                  <a:pt x="4173351" y="1548815"/>
                  <a:pt x="4181726" y="1554895"/>
                  <a:pt x="4190864" y="1554895"/>
                </a:cubicBezTo>
                <a:cubicBezTo>
                  <a:pt x="4192691" y="1554895"/>
                  <a:pt x="4194543" y="1554646"/>
                  <a:pt x="4196375" y="1554149"/>
                </a:cubicBezTo>
                <a:close/>
                <a:moveTo>
                  <a:pt x="6156868" y="835276"/>
                </a:moveTo>
                <a:cubicBezTo>
                  <a:pt x="6167695" y="830084"/>
                  <a:pt x="6172299" y="817106"/>
                  <a:pt x="6167126" y="806279"/>
                </a:cubicBezTo>
                <a:cubicBezTo>
                  <a:pt x="6164539" y="800856"/>
                  <a:pt x="6160001" y="796994"/>
                  <a:pt x="6154755" y="795134"/>
                </a:cubicBezTo>
                <a:cubicBezTo>
                  <a:pt x="6149507" y="793273"/>
                  <a:pt x="6143552" y="793416"/>
                  <a:pt x="6138129" y="796002"/>
                </a:cubicBezTo>
                <a:cubicBezTo>
                  <a:pt x="6127283" y="801177"/>
                  <a:pt x="6122696" y="814155"/>
                  <a:pt x="6127871" y="825000"/>
                </a:cubicBezTo>
                <a:cubicBezTo>
                  <a:pt x="6131586" y="832823"/>
                  <a:pt x="6139391" y="837392"/>
                  <a:pt x="6147516" y="837392"/>
                </a:cubicBezTo>
                <a:cubicBezTo>
                  <a:pt x="6150646" y="837392"/>
                  <a:pt x="6153828" y="836716"/>
                  <a:pt x="6156868" y="835276"/>
                </a:cubicBezTo>
                <a:close/>
                <a:moveTo>
                  <a:pt x="1090325" y="2694167"/>
                </a:moveTo>
                <a:cubicBezTo>
                  <a:pt x="1093420" y="2694167"/>
                  <a:pt x="1096442" y="2692638"/>
                  <a:pt x="1098256" y="2689847"/>
                </a:cubicBezTo>
                <a:lnTo>
                  <a:pt x="1095446" y="2676820"/>
                </a:lnTo>
                <a:lnTo>
                  <a:pt x="1082432" y="2679624"/>
                </a:lnTo>
                <a:cubicBezTo>
                  <a:pt x="1079604" y="2683998"/>
                  <a:pt x="1080849" y="2689829"/>
                  <a:pt x="1085222" y="2692656"/>
                </a:cubicBezTo>
                <a:cubicBezTo>
                  <a:pt x="1086805" y="2693669"/>
                  <a:pt x="1088582" y="2694167"/>
                  <a:pt x="1090325" y="2694167"/>
                </a:cubicBezTo>
                <a:close/>
                <a:moveTo>
                  <a:pt x="7529329" y="332969"/>
                </a:moveTo>
                <a:cubicBezTo>
                  <a:pt x="7540422" y="332969"/>
                  <a:pt x="7550111" y="324845"/>
                  <a:pt x="7551765" y="313555"/>
                </a:cubicBezTo>
                <a:cubicBezTo>
                  <a:pt x="7553579" y="301145"/>
                  <a:pt x="7544991" y="289624"/>
                  <a:pt x="7532582" y="287811"/>
                </a:cubicBezTo>
                <a:cubicBezTo>
                  <a:pt x="7520172" y="285997"/>
                  <a:pt x="7508652" y="294584"/>
                  <a:pt x="7506855" y="306994"/>
                </a:cubicBezTo>
                <a:cubicBezTo>
                  <a:pt x="7505024" y="319387"/>
                  <a:pt x="7513629" y="330924"/>
                  <a:pt x="7526020" y="332738"/>
                </a:cubicBezTo>
                <a:cubicBezTo>
                  <a:pt x="7527142" y="332898"/>
                  <a:pt x="7528244" y="332969"/>
                  <a:pt x="7529329" y="332969"/>
                </a:cubicBezTo>
                <a:close/>
                <a:moveTo>
                  <a:pt x="255071" y="3003750"/>
                </a:moveTo>
                <a:cubicBezTo>
                  <a:pt x="255853" y="3003751"/>
                  <a:pt x="256617" y="3003431"/>
                  <a:pt x="257168" y="3002792"/>
                </a:cubicBezTo>
                <a:cubicBezTo>
                  <a:pt x="258182" y="3001635"/>
                  <a:pt x="258057" y="2999876"/>
                  <a:pt x="256902" y="2998862"/>
                </a:cubicBezTo>
                <a:cubicBezTo>
                  <a:pt x="255747" y="2997848"/>
                  <a:pt x="253986" y="2997973"/>
                  <a:pt x="252973" y="2999128"/>
                </a:cubicBezTo>
                <a:cubicBezTo>
                  <a:pt x="251960" y="3000285"/>
                  <a:pt x="252084" y="3002044"/>
                  <a:pt x="253239" y="3003058"/>
                </a:cubicBezTo>
                <a:cubicBezTo>
                  <a:pt x="253773" y="3003520"/>
                  <a:pt x="254413" y="3003750"/>
                  <a:pt x="255071" y="3003750"/>
                </a:cubicBezTo>
                <a:close/>
                <a:moveTo>
                  <a:pt x="4913611" y="1296247"/>
                </a:moveTo>
                <a:cubicBezTo>
                  <a:pt x="4925256" y="1293278"/>
                  <a:pt x="4932295" y="1281456"/>
                  <a:pt x="4929329" y="1269810"/>
                </a:cubicBezTo>
                <a:cubicBezTo>
                  <a:pt x="4926357" y="1258165"/>
                  <a:pt x="4914517" y="1251124"/>
                  <a:pt x="4902872" y="1254093"/>
                </a:cubicBezTo>
                <a:cubicBezTo>
                  <a:pt x="4891243" y="1257063"/>
                  <a:pt x="4884205" y="1268904"/>
                  <a:pt x="4887174" y="1280531"/>
                </a:cubicBezTo>
                <a:cubicBezTo>
                  <a:pt x="4889679" y="1290380"/>
                  <a:pt x="4898517" y="1296923"/>
                  <a:pt x="4908224" y="1296923"/>
                </a:cubicBezTo>
                <a:cubicBezTo>
                  <a:pt x="4910004" y="1296923"/>
                  <a:pt x="4911815" y="1296709"/>
                  <a:pt x="4913611" y="1296247"/>
                </a:cubicBezTo>
                <a:close/>
                <a:moveTo>
                  <a:pt x="2607792" y="2143358"/>
                </a:moveTo>
                <a:cubicBezTo>
                  <a:pt x="2617180" y="2143181"/>
                  <a:pt x="2624646" y="2135411"/>
                  <a:pt x="2624469" y="2126025"/>
                </a:cubicBezTo>
                <a:cubicBezTo>
                  <a:pt x="2624291" y="2116637"/>
                  <a:pt x="2616539" y="2109152"/>
                  <a:pt x="2607134" y="2109348"/>
                </a:cubicBezTo>
                <a:cubicBezTo>
                  <a:pt x="2597748" y="2109525"/>
                  <a:pt x="2590280" y="2117278"/>
                  <a:pt x="2590457" y="2126665"/>
                </a:cubicBezTo>
                <a:cubicBezTo>
                  <a:pt x="2590636" y="2135945"/>
                  <a:pt x="2598227" y="2143359"/>
                  <a:pt x="2607472" y="2143359"/>
                </a:cubicBezTo>
                <a:close/>
                <a:moveTo>
                  <a:pt x="7977751" y="175635"/>
                </a:moveTo>
                <a:cubicBezTo>
                  <a:pt x="7981712" y="173074"/>
                  <a:pt x="7984982" y="169350"/>
                  <a:pt x="7986992" y="164691"/>
                </a:cubicBezTo>
                <a:cubicBezTo>
                  <a:pt x="7992343" y="152228"/>
                  <a:pt x="7986583" y="137757"/>
                  <a:pt x="7974102" y="132388"/>
                </a:cubicBezTo>
                <a:cubicBezTo>
                  <a:pt x="7967861" y="129712"/>
                  <a:pt x="7961124" y="129815"/>
                  <a:pt x="7955277" y="132146"/>
                </a:cubicBezTo>
                <a:cubicBezTo>
                  <a:pt x="7949430" y="134477"/>
                  <a:pt x="7944474" y="139037"/>
                  <a:pt x="7941798" y="145278"/>
                </a:cubicBezTo>
                <a:cubicBezTo>
                  <a:pt x="7936429" y="157758"/>
                  <a:pt x="7942189" y="172230"/>
                  <a:pt x="7954670" y="177581"/>
                </a:cubicBezTo>
                <a:cubicBezTo>
                  <a:pt x="7957835" y="178950"/>
                  <a:pt x="7961141" y="179591"/>
                  <a:pt x="7964377" y="179591"/>
                </a:cubicBezTo>
                <a:cubicBezTo>
                  <a:pt x="7969142" y="179591"/>
                  <a:pt x="7973791" y="178195"/>
                  <a:pt x="7977751" y="175635"/>
                </a:cubicBezTo>
                <a:close/>
                <a:moveTo>
                  <a:pt x="3677817" y="1753077"/>
                </a:moveTo>
                <a:cubicBezTo>
                  <a:pt x="3688429" y="1750339"/>
                  <a:pt x="3694813" y="1739512"/>
                  <a:pt x="3692057" y="1728897"/>
                </a:cubicBezTo>
                <a:cubicBezTo>
                  <a:pt x="3689320" y="1718283"/>
                  <a:pt x="3678474" y="1711901"/>
                  <a:pt x="3667861" y="1714638"/>
                </a:cubicBezTo>
                <a:cubicBezTo>
                  <a:pt x="3657247" y="1717395"/>
                  <a:pt x="3650865" y="1728222"/>
                  <a:pt x="3653618" y="1738836"/>
                </a:cubicBezTo>
                <a:cubicBezTo>
                  <a:pt x="3655931" y="1747778"/>
                  <a:pt x="3664003" y="1753717"/>
                  <a:pt x="3672820" y="1753717"/>
                </a:cubicBezTo>
                <a:cubicBezTo>
                  <a:pt x="3674473" y="1753717"/>
                  <a:pt x="3676146" y="1753521"/>
                  <a:pt x="3677817" y="1753077"/>
                </a:cubicBezTo>
                <a:close/>
                <a:moveTo>
                  <a:pt x="4294140" y="1527427"/>
                </a:moveTo>
                <a:cubicBezTo>
                  <a:pt x="4305233" y="1524422"/>
                  <a:pt x="4311777" y="1512991"/>
                  <a:pt x="4308772" y="1501914"/>
                </a:cubicBezTo>
                <a:cubicBezTo>
                  <a:pt x="4305747" y="1490820"/>
                  <a:pt x="4294336" y="1484278"/>
                  <a:pt x="4283242" y="1487282"/>
                </a:cubicBezTo>
                <a:cubicBezTo>
                  <a:pt x="4272147" y="1490304"/>
                  <a:pt x="4265604" y="1501736"/>
                  <a:pt x="4268609" y="1512813"/>
                </a:cubicBezTo>
                <a:cubicBezTo>
                  <a:pt x="4271132" y="1522075"/>
                  <a:pt x="4279525" y="1528173"/>
                  <a:pt x="4288684" y="1528173"/>
                </a:cubicBezTo>
                <a:cubicBezTo>
                  <a:pt x="4290478" y="1528173"/>
                  <a:pt x="4292328" y="1527925"/>
                  <a:pt x="4294140" y="1527427"/>
                </a:cubicBezTo>
                <a:close/>
                <a:moveTo>
                  <a:pt x="1942985" y="2390628"/>
                </a:moveTo>
                <a:cubicBezTo>
                  <a:pt x="1949706" y="2390628"/>
                  <a:pt x="1955662" y="2385845"/>
                  <a:pt x="1956907" y="2379000"/>
                </a:cubicBezTo>
                <a:cubicBezTo>
                  <a:pt x="1958311" y="2371320"/>
                  <a:pt x="1953208" y="2363942"/>
                  <a:pt x="1945510" y="2362537"/>
                </a:cubicBezTo>
                <a:cubicBezTo>
                  <a:pt x="1937811" y="2361133"/>
                  <a:pt x="1930434" y="2366235"/>
                  <a:pt x="1929028" y="2373933"/>
                </a:cubicBezTo>
                <a:cubicBezTo>
                  <a:pt x="1927642" y="2381631"/>
                  <a:pt x="1932745" y="2389010"/>
                  <a:pt x="1940442" y="2390415"/>
                </a:cubicBezTo>
                <a:lnTo>
                  <a:pt x="1940425" y="2390415"/>
                </a:lnTo>
                <a:cubicBezTo>
                  <a:pt x="1941295" y="2390557"/>
                  <a:pt x="1942150" y="2390629"/>
                  <a:pt x="1942985" y="2390628"/>
                </a:cubicBezTo>
                <a:close/>
                <a:moveTo>
                  <a:pt x="6064702" y="879030"/>
                </a:moveTo>
                <a:cubicBezTo>
                  <a:pt x="6075564" y="873892"/>
                  <a:pt x="6080223" y="860931"/>
                  <a:pt x="6075085" y="850068"/>
                </a:cubicBezTo>
                <a:cubicBezTo>
                  <a:pt x="6072525" y="844637"/>
                  <a:pt x="6068000" y="840761"/>
                  <a:pt x="6062760" y="838885"/>
                </a:cubicBezTo>
                <a:cubicBezTo>
                  <a:pt x="6057519" y="837009"/>
                  <a:pt x="6051563" y="837134"/>
                  <a:pt x="6046141" y="839703"/>
                </a:cubicBezTo>
                <a:cubicBezTo>
                  <a:pt x="6035296" y="844824"/>
                  <a:pt x="6030637" y="857784"/>
                  <a:pt x="6035776" y="868647"/>
                </a:cubicBezTo>
                <a:lnTo>
                  <a:pt x="6035758" y="868647"/>
                </a:lnTo>
                <a:cubicBezTo>
                  <a:pt x="6039474" y="876505"/>
                  <a:pt x="6047279" y="881110"/>
                  <a:pt x="6055439" y="881110"/>
                </a:cubicBezTo>
                <a:cubicBezTo>
                  <a:pt x="6058550" y="881110"/>
                  <a:pt x="6061715" y="880452"/>
                  <a:pt x="6064702" y="879030"/>
                </a:cubicBezTo>
                <a:close/>
                <a:moveTo>
                  <a:pt x="1398345" y="2592294"/>
                </a:moveTo>
                <a:cubicBezTo>
                  <a:pt x="1402683" y="2592294"/>
                  <a:pt x="1406826" y="2589787"/>
                  <a:pt x="1408693" y="2585573"/>
                </a:cubicBezTo>
                <a:cubicBezTo>
                  <a:pt x="1411235" y="2579849"/>
                  <a:pt x="1408657" y="2573164"/>
                  <a:pt x="1402950" y="2570621"/>
                </a:cubicBezTo>
                <a:cubicBezTo>
                  <a:pt x="1400097" y="2569351"/>
                  <a:pt x="1396993" y="2569359"/>
                  <a:pt x="1394289" y="2570402"/>
                </a:cubicBezTo>
                <a:cubicBezTo>
                  <a:pt x="1391586" y="2571444"/>
                  <a:pt x="1389278" y="2573520"/>
                  <a:pt x="1388016" y="2576382"/>
                </a:cubicBezTo>
                <a:cubicBezTo>
                  <a:pt x="1385474" y="2582089"/>
                  <a:pt x="1388051" y="2588774"/>
                  <a:pt x="1393758" y="2591316"/>
                </a:cubicBezTo>
                <a:cubicBezTo>
                  <a:pt x="1395252" y="2591973"/>
                  <a:pt x="1396816" y="2592294"/>
                  <a:pt x="1398345" y="2592294"/>
                </a:cubicBezTo>
                <a:close/>
                <a:moveTo>
                  <a:pt x="7201165" y="463857"/>
                </a:moveTo>
                <a:cubicBezTo>
                  <a:pt x="7213112" y="462613"/>
                  <a:pt x="7221771" y="451909"/>
                  <a:pt x="7220526" y="439962"/>
                </a:cubicBezTo>
                <a:cubicBezTo>
                  <a:pt x="7219281" y="428014"/>
                  <a:pt x="7208579" y="419356"/>
                  <a:pt x="7196631" y="420601"/>
                </a:cubicBezTo>
                <a:cubicBezTo>
                  <a:pt x="7184683" y="421863"/>
                  <a:pt x="7176008" y="432566"/>
                  <a:pt x="7177270" y="444495"/>
                </a:cubicBezTo>
                <a:cubicBezTo>
                  <a:pt x="7178444" y="455678"/>
                  <a:pt x="7187884" y="463981"/>
                  <a:pt x="7198872" y="463981"/>
                </a:cubicBezTo>
                <a:cubicBezTo>
                  <a:pt x="7199636" y="463981"/>
                  <a:pt x="7200400" y="463946"/>
                  <a:pt x="7201165" y="463857"/>
                </a:cubicBezTo>
                <a:close/>
                <a:moveTo>
                  <a:pt x="2384328" y="2231827"/>
                </a:moveTo>
                <a:cubicBezTo>
                  <a:pt x="2392898" y="2231827"/>
                  <a:pt x="2400010" y="2225070"/>
                  <a:pt x="2400365" y="2216430"/>
                </a:cubicBezTo>
                <a:cubicBezTo>
                  <a:pt x="2400738" y="2207558"/>
                  <a:pt x="2393840" y="2200092"/>
                  <a:pt x="2384986" y="2199719"/>
                </a:cubicBezTo>
                <a:cubicBezTo>
                  <a:pt x="2376114" y="2199345"/>
                  <a:pt x="2368630" y="2206243"/>
                  <a:pt x="2368274" y="2215097"/>
                </a:cubicBezTo>
                <a:cubicBezTo>
                  <a:pt x="2367900" y="2223951"/>
                  <a:pt x="2374782" y="2231436"/>
                  <a:pt x="2383653" y="2231809"/>
                </a:cubicBezTo>
                <a:cubicBezTo>
                  <a:pt x="2383885" y="2231809"/>
                  <a:pt x="2384097" y="2231827"/>
                  <a:pt x="2384328" y="2231827"/>
                </a:cubicBezTo>
                <a:close/>
                <a:moveTo>
                  <a:pt x="2162537" y="2314641"/>
                </a:moveTo>
                <a:cubicBezTo>
                  <a:pt x="2170164" y="2314641"/>
                  <a:pt x="2176725" y="2308899"/>
                  <a:pt x="2177560" y="2301146"/>
                </a:cubicBezTo>
                <a:cubicBezTo>
                  <a:pt x="2178431" y="2292844"/>
                  <a:pt x="2172423" y="2285394"/>
                  <a:pt x="2164137" y="2284505"/>
                </a:cubicBezTo>
                <a:cubicBezTo>
                  <a:pt x="2155835" y="2283617"/>
                  <a:pt x="2148385" y="2289625"/>
                  <a:pt x="2147496" y="2297929"/>
                </a:cubicBezTo>
                <a:cubicBezTo>
                  <a:pt x="2146607" y="2306232"/>
                  <a:pt x="2152616" y="2313663"/>
                  <a:pt x="2160919" y="2314552"/>
                </a:cubicBezTo>
                <a:cubicBezTo>
                  <a:pt x="2161452" y="2314623"/>
                  <a:pt x="2162004" y="2314641"/>
                  <a:pt x="2162537" y="2314641"/>
                </a:cubicBezTo>
                <a:close/>
                <a:moveTo>
                  <a:pt x="3256635" y="1914153"/>
                </a:moveTo>
                <a:cubicBezTo>
                  <a:pt x="3266875" y="1912109"/>
                  <a:pt x="3273524" y="1902170"/>
                  <a:pt x="3271498" y="1891930"/>
                </a:cubicBezTo>
                <a:cubicBezTo>
                  <a:pt x="3269454" y="1881689"/>
                  <a:pt x="3259514" y="1875039"/>
                  <a:pt x="3249274" y="1877066"/>
                </a:cubicBezTo>
                <a:cubicBezTo>
                  <a:pt x="3239033" y="1879111"/>
                  <a:pt x="3232384" y="1889049"/>
                  <a:pt x="3234411" y="1899308"/>
                </a:cubicBezTo>
                <a:cubicBezTo>
                  <a:pt x="3236207" y="1908286"/>
                  <a:pt x="3244101" y="1914526"/>
                  <a:pt x="3252936" y="1914526"/>
                </a:cubicBezTo>
                <a:cubicBezTo>
                  <a:pt x="3254163" y="1914526"/>
                  <a:pt x="3255390" y="1914402"/>
                  <a:pt x="3256635" y="1914153"/>
                </a:cubicBezTo>
                <a:close/>
                <a:moveTo>
                  <a:pt x="5012460" y="1270894"/>
                </a:moveTo>
                <a:cubicBezTo>
                  <a:pt x="5024072" y="1267890"/>
                  <a:pt x="5031058" y="1256014"/>
                  <a:pt x="5028036" y="1244386"/>
                </a:cubicBezTo>
                <a:cubicBezTo>
                  <a:pt x="5025031" y="1232759"/>
                  <a:pt x="5013154" y="1225772"/>
                  <a:pt x="5001526" y="1228794"/>
                </a:cubicBezTo>
                <a:cubicBezTo>
                  <a:pt x="4989901" y="1231816"/>
                  <a:pt x="4982913" y="1243676"/>
                  <a:pt x="4985938" y="1255302"/>
                </a:cubicBezTo>
                <a:cubicBezTo>
                  <a:pt x="4988477" y="1265099"/>
                  <a:pt x="4997296" y="1271606"/>
                  <a:pt x="5006967" y="1271605"/>
                </a:cubicBezTo>
                <a:cubicBezTo>
                  <a:pt x="5008781" y="1271606"/>
                  <a:pt x="5010613" y="1271375"/>
                  <a:pt x="5012460" y="1270894"/>
                </a:cubicBezTo>
                <a:close/>
                <a:moveTo>
                  <a:pt x="4391923" y="1501131"/>
                </a:moveTo>
                <a:cubicBezTo>
                  <a:pt x="4403018" y="1498180"/>
                  <a:pt x="4409615" y="1486784"/>
                  <a:pt x="4406663" y="1475672"/>
                </a:cubicBezTo>
                <a:cubicBezTo>
                  <a:pt x="4403710" y="1464578"/>
                  <a:pt x="4392316" y="1457965"/>
                  <a:pt x="4381221" y="1460934"/>
                </a:cubicBezTo>
                <a:cubicBezTo>
                  <a:pt x="4370109" y="1463885"/>
                  <a:pt x="4363513" y="1475264"/>
                  <a:pt x="4366466" y="1486375"/>
                </a:cubicBezTo>
                <a:cubicBezTo>
                  <a:pt x="4368936" y="1495692"/>
                  <a:pt x="4377345" y="1501825"/>
                  <a:pt x="4386554" y="1501825"/>
                </a:cubicBezTo>
                <a:cubicBezTo>
                  <a:pt x="4388316" y="1501825"/>
                  <a:pt x="4390128" y="1501612"/>
                  <a:pt x="4391923" y="1501131"/>
                </a:cubicBezTo>
                <a:close/>
                <a:moveTo>
                  <a:pt x="3775368" y="1727546"/>
                </a:moveTo>
                <a:cubicBezTo>
                  <a:pt x="3785966" y="1724737"/>
                  <a:pt x="3792295" y="1713874"/>
                  <a:pt x="3789484" y="1703278"/>
                </a:cubicBezTo>
                <a:cubicBezTo>
                  <a:pt x="3786677" y="1692682"/>
                  <a:pt x="3775814" y="1686353"/>
                  <a:pt x="3765217" y="1689162"/>
                </a:cubicBezTo>
                <a:cubicBezTo>
                  <a:pt x="3754620" y="1691953"/>
                  <a:pt x="3748292" y="1702816"/>
                  <a:pt x="3751102" y="1713430"/>
                </a:cubicBezTo>
                <a:cubicBezTo>
                  <a:pt x="3753449" y="1722320"/>
                  <a:pt x="3761484" y="1728204"/>
                  <a:pt x="3770285" y="1728204"/>
                </a:cubicBezTo>
                <a:cubicBezTo>
                  <a:pt x="3771954" y="1728204"/>
                  <a:pt x="3773662" y="1727991"/>
                  <a:pt x="3775368" y="1727546"/>
                </a:cubicBezTo>
                <a:close/>
                <a:moveTo>
                  <a:pt x="5972340" y="922339"/>
                </a:moveTo>
                <a:cubicBezTo>
                  <a:pt x="5983221" y="917272"/>
                  <a:pt x="5987951" y="904347"/>
                  <a:pt x="5982901" y="893449"/>
                </a:cubicBezTo>
                <a:cubicBezTo>
                  <a:pt x="5980367" y="888000"/>
                  <a:pt x="5975865" y="884092"/>
                  <a:pt x="5970636" y="882181"/>
                </a:cubicBezTo>
                <a:cubicBezTo>
                  <a:pt x="5965407" y="880270"/>
                  <a:pt x="5959451" y="880354"/>
                  <a:pt x="5954010" y="882888"/>
                </a:cubicBezTo>
                <a:cubicBezTo>
                  <a:pt x="5943111" y="887955"/>
                  <a:pt x="5938383" y="900880"/>
                  <a:pt x="5943449" y="911779"/>
                </a:cubicBezTo>
                <a:cubicBezTo>
                  <a:pt x="5947130" y="919709"/>
                  <a:pt x="5954971" y="924366"/>
                  <a:pt x="5963184" y="924365"/>
                </a:cubicBezTo>
                <a:cubicBezTo>
                  <a:pt x="5966242" y="924366"/>
                  <a:pt x="5969371" y="923708"/>
                  <a:pt x="5972340" y="922339"/>
                </a:cubicBezTo>
                <a:close/>
                <a:moveTo>
                  <a:pt x="605991" y="2890980"/>
                </a:moveTo>
                <a:cubicBezTo>
                  <a:pt x="607556" y="2890980"/>
                  <a:pt x="609121" y="2890322"/>
                  <a:pt x="610241" y="2889060"/>
                </a:cubicBezTo>
                <a:cubicBezTo>
                  <a:pt x="612286" y="2886712"/>
                  <a:pt x="612055" y="2883157"/>
                  <a:pt x="609707" y="2881113"/>
                </a:cubicBezTo>
                <a:cubicBezTo>
                  <a:pt x="607361" y="2879068"/>
                  <a:pt x="603823" y="2879299"/>
                  <a:pt x="601760" y="2881645"/>
                </a:cubicBezTo>
                <a:cubicBezTo>
                  <a:pt x="599716" y="2883975"/>
                  <a:pt x="599947" y="2887531"/>
                  <a:pt x="602293" y="2889575"/>
                </a:cubicBezTo>
                <a:cubicBezTo>
                  <a:pt x="603360" y="2890518"/>
                  <a:pt x="604676" y="2890980"/>
                  <a:pt x="605991" y="2890980"/>
                </a:cubicBezTo>
                <a:close/>
                <a:moveTo>
                  <a:pt x="2932577" y="2038463"/>
                </a:moveTo>
                <a:cubicBezTo>
                  <a:pt x="2942428" y="2037236"/>
                  <a:pt x="2949413" y="2028258"/>
                  <a:pt x="2948188" y="2018426"/>
                </a:cubicBezTo>
                <a:cubicBezTo>
                  <a:pt x="2946961" y="2008577"/>
                  <a:pt x="2937983" y="2001589"/>
                  <a:pt x="2928151" y="2002817"/>
                </a:cubicBezTo>
                <a:cubicBezTo>
                  <a:pt x="2918301" y="2004043"/>
                  <a:pt x="2911313" y="2013022"/>
                  <a:pt x="2912541" y="2022871"/>
                </a:cubicBezTo>
                <a:cubicBezTo>
                  <a:pt x="2913679" y="2031939"/>
                  <a:pt x="2921412" y="2038605"/>
                  <a:pt x="2930338" y="2038605"/>
                </a:cubicBezTo>
                <a:cubicBezTo>
                  <a:pt x="2931084" y="2038606"/>
                  <a:pt x="2931830" y="2038553"/>
                  <a:pt x="2932577" y="2038463"/>
                </a:cubicBezTo>
                <a:close/>
                <a:moveTo>
                  <a:pt x="5111188" y="1244795"/>
                </a:moveTo>
                <a:cubicBezTo>
                  <a:pt x="5122780" y="1241648"/>
                  <a:pt x="5129642" y="1229719"/>
                  <a:pt x="5126515" y="1218109"/>
                </a:cubicBezTo>
                <a:cubicBezTo>
                  <a:pt x="5123364" y="1206517"/>
                  <a:pt x="5111437" y="1199673"/>
                  <a:pt x="5099844" y="1202802"/>
                </a:cubicBezTo>
                <a:cubicBezTo>
                  <a:pt x="5088236" y="1205931"/>
                  <a:pt x="5081389" y="1217878"/>
                  <a:pt x="5084519" y="1229470"/>
                </a:cubicBezTo>
                <a:cubicBezTo>
                  <a:pt x="5087150" y="1239159"/>
                  <a:pt x="5095917" y="1245542"/>
                  <a:pt x="5105500" y="1245542"/>
                </a:cubicBezTo>
                <a:cubicBezTo>
                  <a:pt x="5107384" y="1245542"/>
                  <a:pt x="5109287" y="1245311"/>
                  <a:pt x="5111188" y="1244795"/>
                </a:cubicBezTo>
                <a:close/>
                <a:moveTo>
                  <a:pt x="162745" y="3061479"/>
                </a:moveTo>
                <a:cubicBezTo>
                  <a:pt x="163279" y="3061479"/>
                  <a:pt x="163776" y="3061266"/>
                  <a:pt x="164149" y="3060840"/>
                </a:cubicBezTo>
                <a:cubicBezTo>
                  <a:pt x="164807" y="3060057"/>
                  <a:pt x="164717" y="3058901"/>
                  <a:pt x="163936" y="3058243"/>
                </a:cubicBezTo>
                <a:cubicBezTo>
                  <a:pt x="163171" y="3057585"/>
                  <a:pt x="162015" y="3057692"/>
                  <a:pt x="161358" y="3058457"/>
                </a:cubicBezTo>
                <a:cubicBezTo>
                  <a:pt x="160700" y="3059221"/>
                  <a:pt x="160789" y="3060395"/>
                  <a:pt x="161553" y="3061052"/>
                </a:cubicBezTo>
                <a:cubicBezTo>
                  <a:pt x="161910" y="3061337"/>
                  <a:pt x="162335" y="3061479"/>
                  <a:pt x="162745" y="3061479"/>
                </a:cubicBezTo>
                <a:close/>
                <a:moveTo>
                  <a:pt x="5879552" y="964955"/>
                </a:moveTo>
                <a:cubicBezTo>
                  <a:pt x="5890505" y="959995"/>
                  <a:pt x="5895341" y="947106"/>
                  <a:pt x="5890380" y="936171"/>
                </a:cubicBezTo>
                <a:cubicBezTo>
                  <a:pt x="5887900" y="930696"/>
                  <a:pt x="5883437" y="926749"/>
                  <a:pt x="5878228" y="924791"/>
                </a:cubicBezTo>
                <a:cubicBezTo>
                  <a:pt x="5873019" y="922833"/>
                  <a:pt x="5867063" y="922865"/>
                  <a:pt x="5861596" y="925344"/>
                </a:cubicBezTo>
                <a:cubicBezTo>
                  <a:pt x="5850644" y="930304"/>
                  <a:pt x="5845808" y="943194"/>
                  <a:pt x="5850768" y="954146"/>
                </a:cubicBezTo>
                <a:cubicBezTo>
                  <a:pt x="5854413" y="962163"/>
                  <a:pt x="5862306" y="966911"/>
                  <a:pt x="5870592" y="966911"/>
                </a:cubicBezTo>
                <a:cubicBezTo>
                  <a:pt x="5873596" y="966911"/>
                  <a:pt x="5876637" y="966289"/>
                  <a:pt x="5879552" y="964955"/>
                </a:cubicBezTo>
                <a:close/>
                <a:moveTo>
                  <a:pt x="3872778" y="1701625"/>
                </a:moveTo>
                <a:cubicBezTo>
                  <a:pt x="3883375" y="1698798"/>
                  <a:pt x="3889669" y="1687917"/>
                  <a:pt x="3886842" y="1677322"/>
                </a:cubicBezTo>
                <a:cubicBezTo>
                  <a:pt x="3883997" y="1666725"/>
                  <a:pt x="3873118" y="1660431"/>
                  <a:pt x="3862521" y="1663258"/>
                </a:cubicBezTo>
                <a:cubicBezTo>
                  <a:pt x="3851943" y="1666102"/>
                  <a:pt x="3845649" y="1676983"/>
                  <a:pt x="3848474" y="1687562"/>
                </a:cubicBezTo>
                <a:cubicBezTo>
                  <a:pt x="3850859" y="1696451"/>
                  <a:pt x="3858877" y="1702300"/>
                  <a:pt x="3867659" y="1702300"/>
                </a:cubicBezTo>
                <a:cubicBezTo>
                  <a:pt x="3869349" y="1702300"/>
                  <a:pt x="3871073" y="1702087"/>
                  <a:pt x="3872778" y="1701625"/>
                </a:cubicBezTo>
                <a:close/>
                <a:moveTo>
                  <a:pt x="982976" y="2761852"/>
                </a:moveTo>
                <a:cubicBezTo>
                  <a:pt x="985642" y="2761852"/>
                  <a:pt x="988256" y="2760588"/>
                  <a:pt x="989909" y="2758260"/>
                </a:cubicBezTo>
                <a:cubicBezTo>
                  <a:pt x="992612" y="2754420"/>
                  <a:pt x="991687" y="2749139"/>
                  <a:pt x="987865" y="2746454"/>
                </a:cubicBezTo>
                <a:cubicBezTo>
                  <a:pt x="984043" y="2743753"/>
                  <a:pt x="978744" y="2744659"/>
                  <a:pt x="976059" y="2748500"/>
                </a:cubicBezTo>
                <a:cubicBezTo>
                  <a:pt x="973357" y="2752322"/>
                  <a:pt x="974281" y="2757602"/>
                  <a:pt x="978104" y="2760304"/>
                </a:cubicBezTo>
                <a:cubicBezTo>
                  <a:pt x="979580" y="2761335"/>
                  <a:pt x="981287" y="2761851"/>
                  <a:pt x="982976" y="2761852"/>
                </a:cubicBezTo>
                <a:close/>
                <a:moveTo>
                  <a:pt x="4489797" y="1475495"/>
                </a:moveTo>
                <a:cubicBezTo>
                  <a:pt x="4500926" y="1472614"/>
                  <a:pt x="4507612" y="1461289"/>
                  <a:pt x="4504750" y="1450160"/>
                </a:cubicBezTo>
                <a:cubicBezTo>
                  <a:pt x="4501886" y="1439030"/>
                  <a:pt x="4490543" y="1432328"/>
                  <a:pt x="4479432" y="1435190"/>
                </a:cubicBezTo>
                <a:cubicBezTo>
                  <a:pt x="4468302" y="1438052"/>
                  <a:pt x="4461598" y="1449395"/>
                  <a:pt x="4464463" y="1460525"/>
                </a:cubicBezTo>
                <a:cubicBezTo>
                  <a:pt x="4466882" y="1469912"/>
                  <a:pt x="4475326" y="1476134"/>
                  <a:pt x="4484606" y="1476135"/>
                </a:cubicBezTo>
                <a:cubicBezTo>
                  <a:pt x="4486312" y="1476135"/>
                  <a:pt x="4488053" y="1475921"/>
                  <a:pt x="4489797" y="1475495"/>
                </a:cubicBezTo>
                <a:close/>
                <a:moveTo>
                  <a:pt x="3355023" y="1893406"/>
                </a:moveTo>
                <a:cubicBezTo>
                  <a:pt x="3365210" y="1891130"/>
                  <a:pt x="3371645" y="1881031"/>
                  <a:pt x="3369370" y="1870844"/>
                </a:cubicBezTo>
                <a:cubicBezTo>
                  <a:pt x="3367112" y="1860656"/>
                  <a:pt x="3357014" y="1854220"/>
                  <a:pt x="3346826" y="1856496"/>
                </a:cubicBezTo>
                <a:cubicBezTo>
                  <a:pt x="3336639" y="1858754"/>
                  <a:pt x="3330203" y="1868852"/>
                  <a:pt x="3332479" y="1879040"/>
                </a:cubicBezTo>
                <a:cubicBezTo>
                  <a:pt x="3334435" y="1887858"/>
                  <a:pt x="3342240" y="1893849"/>
                  <a:pt x="3350898" y="1893850"/>
                </a:cubicBezTo>
                <a:cubicBezTo>
                  <a:pt x="3352267" y="1893850"/>
                  <a:pt x="3353653" y="1893708"/>
                  <a:pt x="3355023" y="1893406"/>
                </a:cubicBezTo>
                <a:close/>
                <a:moveTo>
                  <a:pt x="5209684" y="1217398"/>
                </a:moveTo>
                <a:cubicBezTo>
                  <a:pt x="5221241" y="1214074"/>
                  <a:pt x="5227906" y="1202019"/>
                  <a:pt x="5224600" y="1190480"/>
                </a:cubicBezTo>
                <a:cubicBezTo>
                  <a:pt x="5221275" y="1178942"/>
                  <a:pt x="5209240" y="1172258"/>
                  <a:pt x="5197683" y="1175582"/>
                </a:cubicBezTo>
                <a:cubicBezTo>
                  <a:pt x="5186127" y="1178889"/>
                  <a:pt x="5179458" y="1190943"/>
                  <a:pt x="5182767" y="1202481"/>
                </a:cubicBezTo>
                <a:cubicBezTo>
                  <a:pt x="5185504" y="1212029"/>
                  <a:pt x="5194216" y="1218234"/>
                  <a:pt x="5203656" y="1218234"/>
                </a:cubicBezTo>
                <a:cubicBezTo>
                  <a:pt x="5205647" y="1218233"/>
                  <a:pt x="5207675" y="1217966"/>
                  <a:pt x="5209684" y="1217398"/>
                </a:cubicBezTo>
                <a:close/>
                <a:moveTo>
                  <a:pt x="5786283" y="1006629"/>
                </a:moveTo>
                <a:cubicBezTo>
                  <a:pt x="5797271" y="1001794"/>
                  <a:pt x="5802285" y="988957"/>
                  <a:pt x="5797449" y="977970"/>
                </a:cubicBezTo>
                <a:cubicBezTo>
                  <a:pt x="5795032" y="972467"/>
                  <a:pt x="5790618" y="968467"/>
                  <a:pt x="5785433" y="966445"/>
                </a:cubicBezTo>
                <a:cubicBezTo>
                  <a:pt x="5780248" y="964422"/>
                  <a:pt x="5774293" y="964378"/>
                  <a:pt x="5768790" y="966787"/>
                </a:cubicBezTo>
                <a:cubicBezTo>
                  <a:pt x="5757802" y="971623"/>
                  <a:pt x="5752790" y="984459"/>
                  <a:pt x="5757625" y="995446"/>
                </a:cubicBezTo>
                <a:cubicBezTo>
                  <a:pt x="5761199" y="1003606"/>
                  <a:pt x="5769181" y="1008460"/>
                  <a:pt x="5777537" y="1008460"/>
                </a:cubicBezTo>
                <a:cubicBezTo>
                  <a:pt x="5780470" y="1008460"/>
                  <a:pt x="5783440" y="1007873"/>
                  <a:pt x="5786283" y="1006629"/>
                </a:cubicBezTo>
                <a:close/>
                <a:moveTo>
                  <a:pt x="8182216" y="129369"/>
                </a:moveTo>
                <a:cubicBezTo>
                  <a:pt x="8186197" y="126965"/>
                  <a:pt x="8189565" y="123445"/>
                  <a:pt x="8191805" y="118983"/>
                </a:cubicBezTo>
                <a:cubicBezTo>
                  <a:pt x="8198135" y="106377"/>
                  <a:pt x="8193049" y="91016"/>
                  <a:pt x="8180445" y="84687"/>
                </a:cubicBezTo>
                <a:cubicBezTo>
                  <a:pt x="8174143" y="81522"/>
                  <a:pt x="8167150" y="81215"/>
                  <a:pt x="8160944" y="83276"/>
                </a:cubicBezTo>
                <a:cubicBezTo>
                  <a:pt x="8154737" y="85336"/>
                  <a:pt x="8149314" y="89763"/>
                  <a:pt x="8146149" y="96065"/>
                </a:cubicBezTo>
                <a:cubicBezTo>
                  <a:pt x="8139819" y="108671"/>
                  <a:pt x="8144922" y="124014"/>
                  <a:pt x="8157527" y="130343"/>
                </a:cubicBezTo>
                <a:cubicBezTo>
                  <a:pt x="8161208" y="132192"/>
                  <a:pt x="8165119" y="133063"/>
                  <a:pt x="8168959" y="133063"/>
                </a:cubicBezTo>
                <a:cubicBezTo>
                  <a:pt x="8173645" y="133063"/>
                  <a:pt x="8178236" y="131774"/>
                  <a:pt x="8182216" y="129369"/>
                </a:cubicBezTo>
                <a:close/>
                <a:moveTo>
                  <a:pt x="3970138" y="1675543"/>
                </a:moveTo>
                <a:cubicBezTo>
                  <a:pt x="3980734" y="1672698"/>
                  <a:pt x="3987011" y="1661817"/>
                  <a:pt x="3984165" y="1651222"/>
                </a:cubicBezTo>
                <a:cubicBezTo>
                  <a:pt x="3981337" y="1640625"/>
                  <a:pt x="3970439" y="1634349"/>
                  <a:pt x="3959861" y="1637194"/>
                </a:cubicBezTo>
                <a:cubicBezTo>
                  <a:pt x="3949263" y="1640039"/>
                  <a:pt x="3942969" y="1650920"/>
                  <a:pt x="3945814" y="1661515"/>
                </a:cubicBezTo>
                <a:cubicBezTo>
                  <a:pt x="3948199" y="1670369"/>
                  <a:pt x="3956216" y="1676219"/>
                  <a:pt x="3964997" y="1676219"/>
                </a:cubicBezTo>
                <a:cubicBezTo>
                  <a:pt x="3966687" y="1676219"/>
                  <a:pt x="3968413" y="1676005"/>
                  <a:pt x="3970138" y="1675543"/>
                </a:cubicBezTo>
                <a:close/>
                <a:moveTo>
                  <a:pt x="2707425" y="2139146"/>
                </a:moveTo>
                <a:cubicBezTo>
                  <a:pt x="2716796" y="2138541"/>
                  <a:pt x="2723906" y="2130434"/>
                  <a:pt x="2723302" y="2121064"/>
                </a:cubicBezTo>
                <a:cubicBezTo>
                  <a:pt x="2722698" y="2111694"/>
                  <a:pt x="2714590" y="2104583"/>
                  <a:pt x="2705222" y="2105205"/>
                </a:cubicBezTo>
                <a:cubicBezTo>
                  <a:pt x="2695851" y="2105810"/>
                  <a:pt x="2688740" y="2113881"/>
                  <a:pt x="2689345" y="2123268"/>
                </a:cubicBezTo>
                <a:cubicBezTo>
                  <a:pt x="2689932" y="2132265"/>
                  <a:pt x="2697416" y="2139180"/>
                  <a:pt x="2706306" y="2139181"/>
                </a:cubicBezTo>
                <a:cubicBezTo>
                  <a:pt x="2706679" y="2139181"/>
                  <a:pt x="2707052" y="2139163"/>
                  <a:pt x="2707425" y="2139146"/>
                </a:cubicBezTo>
                <a:close/>
                <a:moveTo>
                  <a:pt x="1606198" y="2543508"/>
                </a:moveTo>
                <a:cubicBezTo>
                  <a:pt x="1611426" y="2543509"/>
                  <a:pt x="1616261" y="2540148"/>
                  <a:pt x="1617914" y="2534903"/>
                </a:cubicBezTo>
                <a:cubicBezTo>
                  <a:pt x="1619941" y="2528450"/>
                  <a:pt x="1616350" y="2521569"/>
                  <a:pt x="1609896" y="2519525"/>
                </a:cubicBezTo>
                <a:cubicBezTo>
                  <a:pt x="1603424" y="2517498"/>
                  <a:pt x="1596545" y="2521089"/>
                  <a:pt x="1594499" y="2527561"/>
                </a:cubicBezTo>
                <a:cubicBezTo>
                  <a:pt x="1592473" y="2534015"/>
                  <a:pt x="1596064" y="2540913"/>
                  <a:pt x="1602518" y="2542940"/>
                </a:cubicBezTo>
                <a:cubicBezTo>
                  <a:pt x="1603744" y="2543313"/>
                  <a:pt x="1604989" y="2543508"/>
                  <a:pt x="1606198" y="2543508"/>
                </a:cubicBezTo>
                <a:close/>
                <a:moveTo>
                  <a:pt x="4587811" y="1450853"/>
                </a:moveTo>
                <a:cubicBezTo>
                  <a:pt x="4598977" y="1448132"/>
                  <a:pt x="4605823" y="1436879"/>
                  <a:pt x="4603120" y="1425714"/>
                </a:cubicBezTo>
                <a:cubicBezTo>
                  <a:pt x="4600399" y="1414567"/>
                  <a:pt x="4589145" y="1407704"/>
                  <a:pt x="4577980" y="1410423"/>
                </a:cubicBezTo>
                <a:cubicBezTo>
                  <a:pt x="4566815" y="1413144"/>
                  <a:pt x="4559973" y="1424398"/>
                  <a:pt x="4562689" y="1435545"/>
                </a:cubicBezTo>
                <a:cubicBezTo>
                  <a:pt x="4565001" y="1445057"/>
                  <a:pt x="4573516" y="1451440"/>
                  <a:pt x="4582887" y="1451440"/>
                </a:cubicBezTo>
                <a:cubicBezTo>
                  <a:pt x="4584506" y="1451440"/>
                  <a:pt x="4586160" y="1451244"/>
                  <a:pt x="4587811" y="1450853"/>
                </a:cubicBezTo>
                <a:close/>
                <a:moveTo>
                  <a:pt x="5692376" y="1047023"/>
                </a:moveTo>
                <a:cubicBezTo>
                  <a:pt x="5703436" y="1042382"/>
                  <a:pt x="5708645" y="1029618"/>
                  <a:pt x="5703986" y="1018541"/>
                </a:cubicBezTo>
                <a:cubicBezTo>
                  <a:pt x="5701657" y="1013011"/>
                  <a:pt x="5697303" y="1008945"/>
                  <a:pt x="5692147" y="1006842"/>
                </a:cubicBezTo>
                <a:cubicBezTo>
                  <a:pt x="5686993" y="1004740"/>
                  <a:pt x="5681036" y="1004603"/>
                  <a:pt x="5675507" y="1006931"/>
                </a:cubicBezTo>
                <a:cubicBezTo>
                  <a:pt x="5664431" y="1011590"/>
                  <a:pt x="5659220" y="1024337"/>
                  <a:pt x="5663898" y="1035413"/>
                </a:cubicBezTo>
                <a:cubicBezTo>
                  <a:pt x="5667381" y="1043734"/>
                  <a:pt x="5675453" y="1048729"/>
                  <a:pt x="5683952" y="1048729"/>
                </a:cubicBezTo>
                <a:cubicBezTo>
                  <a:pt x="5686759" y="1048747"/>
                  <a:pt x="5689622" y="1048196"/>
                  <a:pt x="5692376" y="1047023"/>
                </a:cubicBezTo>
                <a:close/>
                <a:moveTo>
                  <a:pt x="5307755" y="1188241"/>
                </a:moveTo>
                <a:cubicBezTo>
                  <a:pt x="5319217" y="1184703"/>
                  <a:pt x="5325674" y="1172524"/>
                  <a:pt x="5322134" y="1161038"/>
                </a:cubicBezTo>
                <a:cubicBezTo>
                  <a:pt x="5318596" y="1149572"/>
                  <a:pt x="5306419" y="1143135"/>
                  <a:pt x="5294952" y="1146655"/>
                </a:cubicBezTo>
                <a:cubicBezTo>
                  <a:pt x="5283482" y="1150194"/>
                  <a:pt x="5277049" y="1162372"/>
                  <a:pt x="5280585" y="1173857"/>
                </a:cubicBezTo>
                <a:lnTo>
                  <a:pt x="5280567" y="1173857"/>
                </a:lnTo>
                <a:cubicBezTo>
                  <a:pt x="5283449" y="1183209"/>
                  <a:pt x="5292050" y="1189200"/>
                  <a:pt x="5301335" y="1189200"/>
                </a:cubicBezTo>
                <a:cubicBezTo>
                  <a:pt x="5303465" y="1189200"/>
                  <a:pt x="5305617" y="1188898"/>
                  <a:pt x="5307755" y="1188241"/>
                </a:cubicBezTo>
                <a:close/>
                <a:moveTo>
                  <a:pt x="7301189" y="457083"/>
                </a:moveTo>
                <a:cubicBezTo>
                  <a:pt x="7313190" y="456728"/>
                  <a:pt x="7322648" y="446718"/>
                  <a:pt x="7322292" y="434717"/>
                </a:cubicBezTo>
                <a:cubicBezTo>
                  <a:pt x="7321937" y="422699"/>
                  <a:pt x="7311927" y="413258"/>
                  <a:pt x="7299926" y="413613"/>
                </a:cubicBezTo>
                <a:cubicBezTo>
                  <a:pt x="7287925" y="413951"/>
                  <a:pt x="7278486" y="423979"/>
                  <a:pt x="7278841" y="435979"/>
                </a:cubicBezTo>
                <a:lnTo>
                  <a:pt x="7278823" y="435979"/>
                </a:lnTo>
                <a:cubicBezTo>
                  <a:pt x="7279162" y="447766"/>
                  <a:pt x="7288833" y="457101"/>
                  <a:pt x="7300549" y="457101"/>
                </a:cubicBezTo>
                <a:cubicBezTo>
                  <a:pt x="7300762" y="457101"/>
                  <a:pt x="7300976" y="457101"/>
                  <a:pt x="7301189" y="457083"/>
                </a:cubicBezTo>
                <a:close/>
                <a:moveTo>
                  <a:pt x="3031749" y="2024258"/>
                </a:moveTo>
                <a:cubicBezTo>
                  <a:pt x="3041527" y="2022694"/>
                  <a:pt x="3048195" y="2013484"/>
                  <a:pt x="3046629" y="2003688"/>
                </a:cubicBezTo>
                <a:cubicBezTo>
                  <a:pt x="3045047" y="1993891"/>
                  <a:pt x="3035838" y="1987242"/>
                  <a:pt x="3026041" y="1988806"/>
                </a:cubicBezTo>
                <a:cubicBezTo>
                  <a:pt x="3016245" y="1990390"/>
                  <a:pt x="3009577" y="1999598"/>
                  <a:pt x="3011160" y="2009395"/>
                </a:cubicBezTo>
                <a:cubicBezTo>
                  <a:pt x="3012583" y="2018213"/>
                  <a:pt x="3020209" y="2024489"/>
                  <a:pt x="3028869" y="2024489"/>
                </a:cubicBezTo>
                <a:cubicBezTo>
                  <a:pt x="3029828" y="2024489"/>
                  <a:pt x="3030788" y="2024418"/>
                  <a:pt x="3031749" y="2024258"/>
                </a:cubicBezTo>
                <a:close/>
                <a:moveTo>
                  <a:pt x="509718" y="2949508"/>
                </a:moveTo>
                <a:cubicBezTo>
                  <a:pt x="510998" y="2949508"/>
                  <a:pt x="512261" y="2948993"/>
                  <a:pt x="513185" y="2947961"/>
                </a:cubicBezTo>
                <a:cubicBezTo>
                  <a:pt x="514927" y="2946041"/>
                  <a:pt x="514768" y="2943089"/>
                  <a:pt x="512847" y="2941348"/>
                </a:cubicBezTo>
                <a:cubicBezTo>
                  <a:pt x="510927" y="2939622"/>
                  <a:pt x="507976" y="2939765"/>
                  <a:pt x="506234" y="2941685"/>
                </a:cubicBezTo>
                <a:cubicBezTo>
                  <a:pt x="504509" y="2943605"/>
                  <a:pt x="504651" y="2946575"/>
                  <a:pt x="506571" y="2948316"/>
                </a:cubicBezTo>
                <a:cubicBezTo>
                  <a:pt x="507479" y="2949116"/>
                  <a:pt x="508598" y="2949508"/>
                  <a:pt x="509718" y="2949508"/>
                </a:cubicBezTo>
                <a:close/>
                <a:moveTo>
                  <a:pt x="3452896" y="1870683"/>
                </a:moveTo>
                <a:cubicBezTo>
                  <a:pt x="3463047" y="1868230"/>
                  <a:pt x="3469288" y="1858025"/>
                  <a:pt x="3466834" y="1847874"/>
                </a:cubicBezTo>
                <a:cubicBezTo>
                  <a:pt x="3464381" y="1837722"/>
                  <a:pt x="3454175" y="1831481"/>
                  <a:pt x="3444024" y="1833935"/>
                </a:cubicBezTo>
                <a:cubicBezTo>
                  <a:pt x="3433872" y="1836370"/>
                  <a:pt x="3427632" y="1846593"/>
                  <a:pt x="3430085" y="1856744"/>
                </a:cubicBezTo>
                <a:cubicBezTo>
                  <a:pt x="3432166" y="1865404"/>
                  <a:pt x="3439917" y="1871217"/>
                  <a:pt x="3448451" y="1871217"/>
                </a:cubicBezTo>
                <a:cubicBezTo>
                  <a:pt x="3449909" y="1871217"/>
                  <a:pt x="3451402" y="1871040"/>
                  <a:pt x="3452896" y="1870683"/>
                </a:cubicBezTo>
                <a:close/>
                <a:moveTo>
                  <a:pt x="5597655" y="1085834"/>
                </a:moveTo>
                <a:cubicBezTo>
                  <a:pt x="5608818" y="1081407"/>
                  <a:pt x="5614259" y="1068749"/>
                  <a:pt x="5609814" y="1057583"/>
                </a:cubicBezTo>
                <a:cubicBezTo>
                  <a:pt x="5605388" y="1046418"/>
                  <a:pt x="5592731" y="1040978"/>
                  <a:pt x="5581565" y="1045423"/>
                </a:cubicBezTo>
                <a:cubicBezTo>
                  <a:pt x="5570417" y="1049868"/>
                  <a:pt x="5564976" y="1062508"/>
                  <a:pt x="5569403" y="1073673"/>
                </a:cubicBezTo>
                <a:cubicBezTo>
                  <a:pt x="5572798" y="1082189"/>
                  <a:pt x="5580979" y="1087381"/>
                  <a:pt x="5589618" y="1087381"/>
                </a:cubicBezTo>
                <a:cubicBezTo>
                  <a:pt x="5592304" y="1087381"/>
                  <a:pt x="5595023" y="1086884"/>
                  <a:pt x="5597655" y="1085834"/>
                </a:cubicBezTo>
                <a:close/>
                <a:moveTo>
                  <a:pt x="5405361" y="1156896"/>
                </a:moveTo>
                <a:cubicBezTo>
                  <a:pt x="5416736" y="1153056"/>
                  <a:pt x="5422851" y="1140717"/>
                  <a:pt x="5419012" y="1129339"/>
                </a:cubicBezTo>
                <a:cubicBezTo>
                  <a:pt x="5415171" y="1117960"/>
                  <a:pt x="5402832" y="1111844"/>
                  <a:pt x="5391457" y="1115684"/>
                </a:cubicBezTo>
                <a:cubicBezTo>
                  <a:pt x="5380074" y="1119525"/>
                  <a:pt x="5373961" y="1131864"/>
                  <a:pt x="5377799" y="1143242"/>
                </a:cubicBezTo>
                <a:cubicBezTo>
                  <a:pt x="5380858" y="1152327"/>
                  <a:pt x="5389321" y="1158051"/>
                  <a:pt x="5398405" y="1158052"/>
                </a:cubicBezTo>
                <a:cubicBezTo>
                  <a:pt x="5400701" y="1158052"/>
                  <a:pt x="5403046" y="1157679"/>
                  <a:pt x="5405361" y="1156896"/>
                </a:cubicBezTo>
                <a:close/>
                <a:moveTo>
                  <a:pt x="1283279" y="2669472"/>
                </a:moveTo>
                <a:cubicBezTo>
                  <a:pt x="1287049" y="2669472"/>
                  <a:pt x="1290694" y="2667410"/>
                  <a:pt x="1292525" y="2663818"/>
                </a:cubicBezTo>
                <a:cubicBezTo>
                  <a:pt x="1295138" y="2658716"/>
                  <a:pt x="1293113" y="2652476"/>
                  <a:pt x="1288009" y="2649862"/>
                </a:cubicBezTo>
                <a:cubicBezTo>
                  <a:pt x="1285467" y="2648555"/>
                  <a:pt x="1282631" y="2648409"/>
                  <a:pt x="1280107" y="2649226"/>
                </a:cubicBezTo>
                <a:cubicBezTo>
                  <a:pt x="1277582" y="2650045"/>
                  <a:pt x="1275368" y="2651827"/>
                  <a:pt x="1274070" y="2654379"/>
                </a:cubicBezTo>
                <a:cubicBezTo>
                  <a:pt x="1271458" y="2659481"/>
                  <a:pt x="1273466" y="2665721"/>
                  <a:pt x="1278569" y="2668335"/>
                </a:cubicBezTo>
                <a:cubicBezTo>
                  <a:pt x="1280080" y="2669099"/>
                  <a:pt x="1281698" y="2669472"/>
                  <a:pt x="1283279" y="2669472"/>
                </a:cubicBezTo>
                <a:close/>
                <a:moveTo>
                  <a:pt x="5502041" y="1122618"/>
                </a:moveTo>
                <a:cubicBezTo>
                  <a:pt x="5513311" y="1118458"/>
                  <a:pt x="5519055" y="1105942"/>
                  <a:pt x="5514876" y="1094670"/>
                </a:cubicBezTo>
                <a:cubicBezTo>
                  <a:pt x="5510698" y="1083417"/>
                  <a:pt x="5498181" y="1077674"/>
                  <a:pt x="5486925" y="1081834"/>
                </a:cubicBezTo>
                <a:cubicBezTo>
                  <a:pt x="5475655" y="1086012"/>
                  <a:pt x="5469914" y="1098528"/>
                  <a:pt x="5474091" y="1109782"/>
                </a:cubicBezTo>
                <a:cubicBezTo>
                  <a:pt x="5477326" y="1118565"/>
                  <a:pt x="5485647" y="1123987"/>
                  <a:pt x="5494484" y="1123987"/>
                </a:cubicBezTo>
                <a:cubicBezTo>
                  <a:pt x="5496989" y="1123987"/>
                  <a:pt x="5499549" y="1123543"/>
                  <a:pt x="5502041" y="1122618"/>
                </a:cubicBezTo>
                <a:close/>
                <a:moveTo>
                  <a:pt x="4067478" y="1649515"/>
                </a:moveTo>
                <a:cubicBezTo>
                  <a:pt x="4078054" y="1646706"/>
                  <a:pt x="4084366" y="1635825"/>
                  <a:pt x="4081540" y="1625228"/>
                </a:cubicBezTo>
                <a:cubicBezTo>
                  <a:pt x="4078733" y="1614632"/>
                  <a:pt x="4067850" y="1608339"/>
                  <a:pt x="4057253" y="1611148"/>
                </a:cubicBezTo>
                <a:cubicBezTo>
                  <a:pt x="4046657" y="1613975"/>
                  <a:pt x="4040345" y="1624855"/>
                  <a:pt x="4043172" y="1635452"/>
                </a:cubicBezTo>
                <a:cubicBezTo>
                  <a:pt x="4045538" y="1644323"/>
                  <a:pt x="4053575" y="1650190"/>
                  <a:pt x="4062337" y="1650190"/>
                </a:cubicBezTo>
                <a:cubicBezTo>
                  <a:pt x="4064045" y="1650190"/>
                  <a:pt x="4065752" y="1649977"/>
                  <a:pt x="4067478" y="1649515"/>
                </a:cubicBezTo>
                <a:close/>
                <a:moveTo>
                  <a:pt x="2482752" y="2233587"/>
                </a:moveTo>
                <a:cubicBezTo>
                  <a:pt x="2491625" y="2233551"/>
                  <a:pt x="2498771" y="2226316"/>
                  <a:pt x="2498736" y="2217443"/>
                </a:cubicBezTo>
                <a:cubicBezTo>
                  <a:pt x="2498683" y="2208572"/>
                  <a:pt x="2491446" y="2201425"/>
                  <a:pt x="2482575" y="2201478"/>
                </a:cubicBezTo>
                <a:cubicBezTo>
                  <a:pt x="2473703" y="2201514"/>
                  <a:pt x="2466556" y="2208750"/>
                  <a:pt x="2466609" y="2217622"/>
                </a:cubicBezTo>
                <a:cubicBezTo>
                  <a:pt x="2466662" y="2226457"/>
                  <a:pt x="2473845" y="2233587"/>
                  <a:pt x="2482664" y="2233587"/>
                </a:cubicBezTo>
                <a:close/>
                <a:moveTo>
                  <a:pt x="70916" y="3119722"/>
                </a:moveTo>
                <a:cubicBezTo>
                  <a:pt x="71183" y="3119723"/>
                  <a:pt x="71431" y="3119599"/>
                  <a:pt x="71609" y="3119385"/>
                </a:cubicBezTo>
                <a:cubicBezTo>
                  <a:pt x="71912" y="3119011"/>
                  <a:pt x="71858" y="3118442"/>
                  <a:pt x="71485" y="3118140"/>
                </a:cubicBezTo>
                <a:cubicBezTo>
                  <a:pt x="71094" y="3117821"/>
                  <a:pt x="70542" y="3117874"/>
                  <a:pt x="70222" y="3118265"/>
                </a:cubicBezTo>
                <a:cubicBezTo>
                  <a:pt x="69920" y="3118638"/>
                  <a:pt x="69974" y="3119208"/>
                  <a:pt x="70347" y="3119509"/>
                </a:cubicBezTo>
                <a:cubicBezTo>
                  <a:pt x="70524" y="3119652"/>
                  <a:pt x="70720" y="3119723"/>
                  <a:pt x="70916" y="3119722"/>
                </a:cubicBezTo>
                <a:close/>
                <a:moveTo>
                  <a:pt x="4686112" y="1427883"/>
                </a:moveTo>
                <a:cubicBezTo>
                  <a:pt x="4697330" y="1425376"/>
                  <a:pt x="4704387" y="1414264"/>
                  <a:pt x="4701881" y="1403045"/>
                </a:cubicBezTo>
                <a:cubicBezTo>
                  <a:pt x="4699374" y="1391827"/>
                  <a:pt x="4688262" y="1384769"/>
                  <a:pt x="4677043" y="1387276"/>
                </a:cubicBezTo>
                <a:cubicBezTo>
                  <a:pt x="4665845" y="1389782"/>
                  <a:pt x="4658784" y="1400894"/>
                  <a:pt x="4661291" y="1412112"/>
                </a:cubicBezTo>
                <a:cubicBezTo>
                  <a:pt x="4663446" y="1421802"/>
                  <a:pt x="4672030" y="1428381"/>
                  <a:pt x="4681560" y="1428380"/>
                </a:cubicBezTo>
                <a:cubicBezTo>
                  <a:pt x="4683072" y="1428381"/>
                  <a:pt x="4684585" y="1428220"/>
                  <a:pt x="4686112" y="1427883"/>
                </a:cubicBezTo>
                <a:close/>
                <a:moveTo>
                  <a:pt x="1820613" y="2480109"/>
                </a:moveTo>
                <a:cubicBezTo>
                  <a:pt x="1826728" y="2480109"/>
                  <a:pt x="1832204" y="2475842"/>
                  <a:pt x="1833521" y="2469619"/>
                </a:cubicBezTo>
                <a:cubicBezTo>
                  <a:pt x="1835031" y="2462491"/>
                  <a:pt x="1830463" y="2455468"/>
                  <a:pt x="1823316" y="2453957"/>
                </a:cubicBezTo>
                <a:cubicBezTo>
                  <a:pt x="1816168" y="2452463"/>
                  <a:pt x="1809146" y="2457014"/>
                  <a:pt x="1807652" y="2464162"/>
                </a:cubicBezTo>
                <a:cubicBezTo>
                  <a:pt x="1806141" y="2471309"/>
                  <a:pt x="1810710" y="2478314"/>
                  <a:pt x="1817839" y="2479824"/>
                </a:cubicBezTo>
                <a:lnTo>
                  <a:pt x="1817858" y="2479825"/>
                </a:lnTo>
                <a:cubicBezTo>
                  <a:pt x="1818782" y="2480020"/>
                  <a:pt x="1819706" y="2480109"/>
                  <a:pt x="1820613" y="2480109"/>
                </a:cubicBezTo>
                <a:close/>
                <a:moveTo>
                  <a:pt x="3550306" y="1846451"/>
                </a:moveTo>
                <a:cubicBezTo>
                  <a:pt x="3560423" y="1843873"/>
                  <a:pt x="3566521" y="1833579"/>
                  <a:pt x="3563943" y="1823463"/>
                </a:cubicBezTo>
                <a:cubicBezTo>
                  <a:pt x="3561347" y="1813329"/>
                  <a:pt x="3551053" y="1807231"/>
                  <a:pt x="3540937" y="1809827"/>
                </a:cubicBezTo>
                <a:cubicBezTo>
                  <a:pt x="3530820" y="1812404"/>
                  <a:pt x="3524723" y="1822698"/>
                  <a:pt x="3527301" y="1832814"/>
                </a:cubicBezTo>
                <a:cubicBezTo>
                  <a:pt x="3529487" y="1841366"/>
                  <a:pt x="3537186" y="1847038"/>
                  <a:pt x="3545613" y="1847055"/>
                </a:cubicBezTo>
                <a:cubicBezTo>
                  <a:pt x="3547159" y="1847055"/>
                  <a:pt x="3548741" y="1846860"/>
                  <a:pt x="3550306" y="1846451"/>
                </a:cubicBezTo>
                <a:close/>
                <a:moveTo>
                  <a:pt x="878027" y="2827029"/>
                </a:moveTo>
                <a:cubicBezTo>
                  <a:pt x="880303" y="2827030"/>
                  <a:pt x="882543" y="2826016"/>
                  <a:pt x="884018" y="2824060"/>
                </a:cubicBezTo>
                <a:cubicBezTo>
                  <a:pt x="886526" y="2820735"/>
                  <a:pt x="885886" y="2816024"/>
                  <a:pt x="882579" y="2813517"/>
                </a:cubicBezTo>
                <a:cubicBezTo>
                  <a:pt x="879271" y="2810993"/>
                  <a:pt x="874542" y="2811651"/>
                  <a:pt x="872035" y="2814958"/>
                </a:cubicBezTo>
                <a:cubicBezTo>
                  <a:pt x="869511" y="2818264"/>
                  <a:pt x="870169" y="2822993"/>
                  <a:pt x="873476" y="2825500"/>
                </a:cubicBezTo>
                <a:cubicBezTo>
                  <a:pt x="874844" y="2826532"/>
                  <a:pt x="876445" y="2827029"/>
                  <a:pt x="878027" y="2827029"/>
                </a:cubicBezTo>
                <a:close/>
                <a:moveTo>
                  <a:pt x="7644121" y="346888"/>
                </a:moveTo>
                <a:cubicBezTo>
                  <a:pt x="7648055" y="343783"/>
                  <a:pt x="7650989" y="339361"/>
                  <a:pt x="7652181" y="334089"/>
                </a:cubicBezTo>
                <a:cubicBezTo>
                  <a:pt x="7654954" y="321858"/>
                  <a:pt x="7647273" y="309715"/>
                  <a:pt x="7635059" y="306941"/>
                </a:cubicBezTo>
                <a:cubicBezTo>
                  <a:pt x="7622827" y="304168"/>
                  <a:pt x="7610666" y="311848"/>
                  <a:pt x="7607911" y="324080"/>
                </a:cubicBezTo>
                <a:cubicBezTo>
                  <a:pt x="7605138" y="336294"/>
                  <a:pt x="7612800" y="348455"/>
                  <a:pt x="7625032" y="351228"/>
                </a:cubicBezTo>
                <a:lnTo>
                  <a:pt x="7625050" y="351229"/>
                </a:lnTo>
                <a:cubicBezTo>
                  <a:pt x="7626721" y="351601"/>
                  <a:pt x="7628410" y="351779"/>
                  <a:pt x="7630064" y="351779"/>
                </a:cubicBezTo>
                <a:cubicBezTo>
                  <a:pt x="7635255" y="351778"/>
                  <a:pt x="7640188" y="349992"/>
                  <a:pt x="7644121" y="346888"/>
                </a:cubicBezTo>
                <a:close/>
                <a:moveTo>
                  <a:pt x="4164851" y="1623789"/>
                </a:moveTo>
                <a:cubicBezTo>
                  <a:pt x="4175447" y="1620997"/>
                  <a:pt x="4181796" y="1610152"/>
                  <a:pt x="4179021" y="1599556"/>
                </a:cubicBezTo>
                <a:cubicBezTo>
                  <a:pt x="4176233" y="1588942"/>
                  <a:pt x="4165386" y="1582595"/>
                  <a:pt x="4154787" y="1585386"/>
                </a:cubicBezTo>
                <a:cubicBezTo>
                  <a:pt x="4144176" y="1588142"/>
                  <a:pt x="4137827" y="1599006"/>
                  <a:pt x="4140602" y="1609619"/>
                </a:cubicBezTo>
                <a:cubicBezTo>
                  <a:pt x="4142950" y="1618526"/>
                  <a:pt x="4150985" y="1624446"/>
                  <a:pt x="4159803" y="1624446"/>
                </a:cubicBezTo>
                <a:cubicBezTo>
                  <a:pt x="4161475" y="1624446"/>
                  <a:pt x="4163163" y="1624232"/>
                  <a:pt x="4164851" y="1623789"/>
                </a:cubicBezTo>
                <a:close/>
                <a:moveTo>
                  <a:pt x="2259984" y="2322623"/>
                </a:moveTo>
                <a:cubicBezTo>
                  <a:pt x="2267948" y="2322623"/>
                  <a:pt x="2274598" y="2316401"/>
                  <a:pt x="2275060" y="2308365"/>
                </a:cubicBezTo>
                <a:cubicBezTo>
                  <a:pt x="2275541" y="2300026"/>
                  <a:pt x="2269175" y="2292897"/>
                  <a:pt x="2260837" y="2292417"/>
                </a:cubicBezTo>
                <a:cubicBezTo>
                  <a:pt x="2252499" y="2291937"/>
                  <a:pt x="2245351" y="2298320"/>
                  <a:pt x="2244890" y="2306641"/>
                </a:cubicBezTo>
                <a:cubicBezTo>
                  <a:pt x="2244409" y="2314979"/>
                  <a:pt x="2250774" y="2322126"/>
                  <a:pt x="2259112" y="2322588"/>
                </a:cubicBezTo>
                <a:cubicBezTo>
                  <a:pt x="2259397" y="2322624"/>
                  <a:pt x="2259699" y="2322623"/>
                  <a:pt x="2259984" y="2322623"/>
                </a:cubicBezTo>
                <a:close/>
                <a:moveTo>
                  <a:pt x="2039044" y="2405474"/>
                </a:moveTo>
                <a:cubicBezTo>
                  <a:pt x="2046068" y="2405474"/>
                  <a:pt x="2052165" y="2400246"/>
                  <a:pt x="2053072" y="2393081"/>
                </a:cubicBezTo>
                <a:cubicBezTo>
                  <a:pt x="2054068" y="2385330"/>
                  <a:pt x="2048574" y="2378236"/>
                  <a:pt x="2040805" y="2377258"/>
                </a:cubicBezTo>
                <a:cubicBezTo>
                  <a:pt x="2033052" y="2376263"/>
                  <a:pt x="2025959" y="2381756"/>
                  <a:pt x="2024963" y="2389508"/>
                </a:cubicBezTo>
                <a:cubicBezTo>
                  <a:pt x="2023986" y="2397277"/>
                  <a:pt x="2029462" y="2404371"/>
                  <a:pt x="2037231" y="2405349"/>
                </a:cubicBezTo>
                <a:cubicBezTo>
                  <a:pt x="2037836" y="2405438"/>
                  <a:pt x="2038440" y="2405474"/>
                  <a:pt x="2039044" y="2405474"/>
                </a:cubicBezTo>
                <a:close/>
                <a:moveTo>
                  <a:pt x="3130296" y="2006835"/>
                </a:moveTo>
                <a:cubicBezTo>
                  <a:pt x="3140021" y="2004968"/>
                  <a:pt x="3146405" y="1995563"/>
                  <a:pt x="3144537" y="1985820"/>
                </a:cubicBezTo>
                <a:cubicBezTo>
                  <a:pt x="3142671" y="1976077"/>
                  <a:pt x="3133265" y="1969695"/>
                  <a:pt x="3123523" y="1971562"/>
                </a:cubicBezTo>
                <a:cubicBezTo>
                  <a:pt x="3113780" y="1973446"/>
                  <a:pt x="3107398" y="1982850"/>
                  <a:pt x="3109265" y="1992593"/>
                </a:cubicBezTo>
                <a:cubicBezTo>
                  <a:pt x="3110918" y="2001181"/>
                  <a:pt x="3118437" y="2007173"/>
                  <a:pt x="3126884" y="2007173"/>
                </a:cubicBezTo>
                <a:cubicBezTo>
                  <a:pt x="3128003" y="2007173"/>
                  <a:pt x="3129141" y="2007066"/>
                  <a:pt x="3130296" y="2006835"/>
                </a:cubicBezTo>
                <a:close/>
                <a:moveTo>
                  <a:pt x="7862551" y="271974"/>
                </a:moveTo>
                <a:cubicBezTo>
                  <a:pt x="7866455" y="269299"/>
                  <a:pt x="7869598" y="265427"/>
                  <a:pt x="7871358" y="260645"/>
                </a:cubicBezTo>
                <a:cubicBezTo>
                  <a:pt x="7875874" y="248378"/>
                  <a:pt x="7869598" y="234795"/>
                  <a:pt x="7857348" y="230279"/>
                </a:cubicBezTo>
                <a:cubicBezTo>
                  <a:pt x="7845081" y="225780"/>
                  <a:pt x="7831498" y="232057"/>
                  <a:pt x="7826982" y="244306"/>
                </a:cubicBezTo>
                <a:cubicBezTo>
                  <a:pt x="7822466" y="256556"/>
                  <a:pt x="7828742" y="270157"/>
                  <a:pt x="7840992" y="274672"/>
                </a:cubicBezTo>
                <a:cubicBezTo>
                  <a:pt x="7843694" y="275650"/>
                  <a:pt x="7846450" y="276130"/>
                  <a:pt x="7849170" y="276130"/>
                </a:cubicBezTo>
                <a:cubicBezTo>
                  <a:pt x="7853979" y="276130"/>
                  <a:pt x="7858647" y="274650"/>
                  <a:pt x="7862551" y="271974"/>
                </a:cubicBezTo>
                <a:close/>
                <a:moveTo>
                  <a:pt x="3647344" y="1821116"/>
                </a:moveTo>
                <a:cubicBezTo>
                  <a:pt x="3657424" y="1818449"/>
                  <a:pt x="3663450" y="1808084"/>
                  <a:pt x="3660765" y="1798004"/>
                </a:cubicBezTo>
                <a:cubicBezTo>
                  <a:pt x="3658083" y="1787905"/>
                  <a:pt x="3647735" y="1781896"/>
                  <a:pt x="3637636" y="1784581"/>
                </a:cubicBezTo>
                <a:cubicBezTo>
                  <a:pt x="3627555" y="1787265"/>
                  <a:pt x="3621527" y="1797612"/>
                  <a:pt x="3624212" y="1807693"/>
                </a:cubicBezTo>
                <a:cubicBezTo>
                  <a:pt x="3626470" y="1816156"/>
                  <a:pt x="3634115" y="1821756"/>
                  <a:pt x="3642473" y="1821756"/>
                </a:cubicBezTo>
                <a:cubicBezTo>
                  <a:pt x="3644089" y="1821756"/>
                  <a:pt x="3645708" y="1821561"/>
                  <a:pt x="3647344" y="1821116"/>
                </a:cubicBezTo>
                <a:close/>
                <a:moveTo>
                  <a:pt x="415276" y="3007059"/>
                </a:moveTo>
                <a:cubicBezTo>
                  <a:pt x="416272" y="3007059"/>
                  <a:pt x="417286" y="3006667"/>
                  <a:pt x="418015" y="3005868"/>
                </a:cubicBezTo>
                <a:cubicBezTo>
                  <a:pt x="419420" y="3004356"/>
                  <a:pt x="419330" y="3001992"/>
                  <a:pt x="417801" y="3000587"/>
                </a:cubicBezTo>
                <a:cubicBezTo>
                  <a:pt x="416290" y="2999183"/>
                  <a:pt x="413925" y="2999289"/>
                  <a:pt x="412539" y="3000800"/>
                </a:cubicBezTo>
                <a:cubicBezTo>
                  <a:pt x="411134" y="3002312"/>
                  <a:pt x="411223" y="3004676"/>
                  <a:pt x="412752" y="3006081"/>
                </a:cubicBezTo>
                <a:cubicBezTo>
                  <a:pt x="413464" y="3006738"/>
                  <a:pt x="414370" y="3007059"/>
                  <a:pt x="415276" y="3007059"/>
                </a:cubicBezTo>
                <a:close/>
                <a:moveTo>
                  <a:pt x="2806756" y="2130398"/>
                </a:moveTo>
                <a:cubicBezTo>
                  <a:pt x="2816090" y="2129367"/>
                  <a:pt x="2822828" y="2120958"/>
                  <a:pt x="2821797" y="2111624"/>
                </a:cubicBezTo>
                <a:cubicBezTo>
                  <a:pt x="2820748" y="2102289"/>
                  <a:pt x="2812357" y="2095551"/>
                  <a:pt x="2803004" y="2096583"/>
                </a:cubicBezTo>
                <a:cubicBezTo>
                  <a:pt x="2793672" y="2097614"/>
                  <a:pt x="2786951" y="2106023"/>
                  <a:pt x="2787982" y="2115357"/>
                </a:cubicBezTo>
                <a:cubicBezTo>
                  <a:pt x="2788941" y="2124051"/>
                  <a:pt x="2796302" y="2130505"/>
                  <a:pt x="2804854" y="2130505"/>
                </a:cubicBezTo>
                <a:cubicBezTo>
                  <a:pt x="2805494" y="2130505"/>
                  <a:pt x="2806116" y="2130469"/>
                  <a:pt x="2806756" y="2130398"/>
                </a:cubicBezTo>
                <a:close/>
                <a:moveTo>
                  <a:pt x="4784945" y="1406584"/>
                </a:moveTo>
                <a:cubicBezTo>
                  <a:pt x="4796182" y="1404219"/>
                  <a:pt x="4803363" y="1393178"/>
                  <a:pt x="4801000" y="1381942"/>
                </a:cubicBezTo>
                <a:cubicBezTo>
                  <a:pt x="4798633" y="1370688"/>
                  <a:pt x="4787594" y="1363505"/>
                  <a:pt x="4776358" y="1365870"/>
                </a:cubicBezTo>
                <a:cubicBezTo>
                  <a:pt x="4765105" y="1368252"/>
                  <a:pt x="4757921" y="1379275"/>
                  <a:pt x="4760286" y="1390530"/>
                </a:cubicBezTo>
                <a:cubicBezTo>
                  <a:pt x="4762349" y="1400308"/>
                  <a:pt x="4770988" y="1407028"/>
                  <a:pt x="4780625" y="1407028"/>
                </a:cubicBezTo>
                <a:cubicBezTo>
                  <a:pt x="4782046" y="1407028"/>
                  <a:pt x="4783489" y="1406885"/>
                  <a:pt x="4784945" y="1406584"/>
                </a:cubicBezTo>
                <a:close/>
                <a:moveTo>
                  <a:pt x="4262315" y="1598578"/>
                </a:moveTo>
                <a:cubicBezTo>
                  <a:pt x="4272949" y="1595858"/>
                  <a:pt x="4279365" y="1585066"/>
                  <a:pt x="4276663" y="1574435"/>
                </a:cubicBezTo>
                <a:cubicBezTo>
                  <a:pt x="4273944" y="1563802"/>
                  <a:pt x="4263133" y="1557384"/>
                  <a:pt x="4252503" y="1560105"/>
                </a:cubicBezTo>
                <a:cubicBezTo>
                  <a:pt x="4241887" y="1562807"/>
                  <a:pt x="4235470" y="1573617"/>
                  <a:pt x="4238171" y="1584231"/>
                </a:cubicBezTo>
                <a:cubicBezTo>
                  <a:pt x="4240466" y="1593227"/>
                  <a:pt x="4248540" y="1599201"/>
                  <a:pt x="4257409" y="1599201"/>
                </a:cubicBezTo>
                <a:cubicBezTo>
                  <a:pt x="4259026" y="1599201"/>
                  <a:pt x="4260679" y="1598987"/>
                  <a:pt x="4262315" y="1598578"/>
                </a:cubicBezTo>
                <a:close/>
                <a:moveTo>
                  <a:pt x="3744131" y="1795319"/>
                </a:moveTo>
                <a:cubicBezTo>
                  <a:pt x="3754212" y="1792616"/>
                  <a:pt x="3760222" y="1782269"/>
                  <a:pt x="3757519" y="1772170"/>
                </a:cubicBezTo>
                <a:cubicBezTo>
                  <a:pt x="3754816" y="1762090"/>
                  <a:pt x="3744469" y="1756099"/>
                  <a:pt x="3734372" y="1758801"/>
                </a:cubicBezTo>
                <a:cubicBezTo>
                  <a:pt x="3724289" y="1761485"/>
                  <a:pt x="3718297" y="1771851"/>
                  <a:pt x="3721002" y="1781932"/>
                </a:cubicBezTo>
                <a:cubicBezTo>
                  <a:pt x="3723259" y="1790394"/>
                  <a:pt x="3730887" y="1795977"/>
                  <a:pt x="3739240" y="1795977"/>
                </a:cubicBezTo>
                <a:cubicBezTo>
                  <a:pt x="3740861" y="1795977"/>
                  <a:pt x="3742498" y="1795763"/>
                  <a:pt x="3744131" y="1795319"/>
                </a:cubicBezTo>
                <a:close/>
                <a:moveTo>
                  <a:pt x="3228206" y="1986762"/>
                </a:moveTo>
                <a:cubicBezTo>
                  <a:pt x="3237895" y="1984646"/>
                  <a:pt x="3244046" y="1975081"/>
                  <a:pt x="3241930" y="1965392"/>
                </a:cubicBezTo>
                <a:cubicBezTo>
                  <a:pt x="3239814" y="1955702"/>
                  <a:pt x="3230250" y="1949551"/>
                  <a:pt x="3220578" y="1951667"/>
                </a:cubicBezTo>
                <a:cubicBezTo>
                  <a:pt x="3210889" y="1953765"/>
                  <a:pt x="3204754" y="1963330"/>
                  <a:pt x="3206853" y="1973019"/>
                </a:cubicBezTo>
                <a:lnTo>
                  <a:pt x="3206835" y="1973019"/>
                </a:lnTo>
                <a:cubicBezTo>
                  <a:pt x="3208666" y="1981429"/>
                  <a:pt x="3216116" y="1987171"/>
                  <a:pt x="3224365" y="1987171"/>
                </a:cubicBezTo>
                <a:cubicBezTo>
                  <a:pt x="3225626" y="1987171"/>
                  <a:pt x="3226925" y="1987029"/>
                  <a:pt x="3228206" y="1986762"/>
                </a:cubicBezTo>
                <a:close/>
                <a:moveTo>
                  <a:pt x="7735652" y="333307"/>
                </a:moveTo>
                <a:lnTo>
                  <a:pt x="7735635" y="333307"/>
                </a:lnTo>
                <a:lnTo>
                  <a:pt x="7735636" y="333309"/>
                </a:lnTo>
                <a:close/>
                <a:moveTo>
                  <a:pt x="1170686" y="2743396"/>
                </a:moveTo>
                <a:cubicBezTo>
                  <a:pt x="1173957" y="2743397"/>
                  <a:pt x="1177121" y="2741690"/>
                  <a:pt x="1178864" y="2738667"/>
                </a:cubicBezTo>
                <a:cubicBezTo>
                  <a:pt x="1181461" y="2734169"/>
                  <a:pt x="1179913" y="2728409"/>
                  <a:pt x="1175415" y="2725813"/>
                </a:cubicBezTo>
                <a:cubicBezTo>
                  <a:pt x="1170917" y="2723200"/>
                  <a:pt x="1165139" y="2724747"/>
                  <a:pt x="1162544" y="2729262"/>
                </a:cubicBezTo>
                <a:cubicBezTo>
                  <a:pt x="1159947" y="2733761"/>
                  <a:pt x="1161494" y="2739521"/>
                  <a:pt x="1165992" y="2742134"/>
                </a:cubicBezTo>
                <a:cubicBezTo>
                  <a:pt x="1167487" y="2742988"/>
                  <a:pt x="1169104" y="2743396"/>
                  <a:pt x="1170686" y="2743396"/>
                </a:cubicBezTo>
                <a:close/>
                <a:moveTo>
                  <a:pt x="1486814" y="2627976"/>
                </a:moveTo>
                <a:cubicBezTo>
                  <a:pt x="1491435" y="2627976"/>
                  <a:pt x="1495792" y="2625114"/>
                  <a:pt x="1497463" y="2620527"/>
                </a:cubicBezTo>
                <a:cubicBezTo>
                  <a:pt x="1499596" y="2614660"/>
                  <a:pt x="1496574" y="2608153"/>
                  <a:pt x="1490707" y="2606019"/>
                </a:cubicBezTo>
                <a:cubicBezTo>
                  <a:pt x="1484822" y="2603868"/>
                  <a:pt x="1478333" y="2606908"/>
                  <a:pt x="1476181" y="2612775"/>
                </a:cubicBezTo>
                <a:cubicBezTo>
                  <a:pt x="1474049" y="2618643"/>
                  <a:pt x="1477070" y="2625150"/>
                  <a:pt x="1482956" y="2627283"/>
                </a:cubicBezTo>
                <a:cubicBezTo>
                  <a:pt x="1484236" y="2627746"/>
                  <a:pt x="1485533" y="2627976"/>
                  <a:pt x="1486814" y="2627976"/>
                </a:cubicBezTo>
                <a:close/>
                <a:moveTo>
                  <a:pt x="4359886" y="1574167"/>
                </a:moveTo>
                <a:cubicBezTo>
                  <a:pt x="4370535" y="1571572"/>
                  <a:pt x="4377060" y="1560816"/>
                  <a:pt x="4374448" y="1550167"/>
                </a:cubicBezTo>
                <a:cubicBezTo>
                  <a:pt x="4371852" y="1539517"/>
                  <a:pt x="4361095" y="1532992"/>
                  <a:pt x="4350445" y="1535605"/>
                </a:cubicBezTo>
                <a:cubicBezTo>
                  <a:pt x="4339795" y="1538219"/>
                  <a:pt x="4333272" y="1548957"/>
                  <a:pt x="4335883" y="1559607"/>
                </a:cubicBezTo>
                <a:cubicBezTo>
                  <a:pt x="4338092" y="1568674"/>
                  <a:pt x="4346214" y="1574755"/>
                  <a:pt x="4355139" y="1574755"/>
                </a:cubicBezTo>
                <a:cubicBezTo>
                  <a:pt x="4356706" y="1574755"/>
                  <a:pt x="4358287" y="1574559"/>
                  <a:pt x="4359886" y="1574167"/>
                </a:cubicBezTo>
                <a:close/>
                <a:moveTo>
                  <a:pt x="7402476" y="458292"/>
                </a:moveTo>
                <a:cubicBezTo>
                  <a:pt x="7413961" y="458292"/>
                  <a:pt x="7423561" y="449314"/>
                  <a:pt x="7424183" y="437722"/>
                </a:cubicBezTo>
                <a:cubicBezTo>
                  <a:pt x="7424823" y="425721"/>
                  <a:pt x="7415631" y="415463"/>
                  <a:pt x="7403631" y="414822"/>
                </a:cubicBezTo>
                <a:cubicBezTo>
                  <a:pt x="7391648" y="414183"/>
                  <a:pt x="7381390" y="423374"/>
                  <a:pt x="7380749" y="435375"/>
                </a:cubicBezTo>
                <a:cubicBezTo>
                  <a:pt x="7380092" y="447358"/>
                  <a:pt x="7389301" y="457616"/>
                  <a:pt x="7401302" y="458257"/>
                </a:cubicBezTo>
                <a:cubicBezTo>
                  <a:pt x="7401694" y="458274"/>
                  <a:pt x="7402084" y="458292"/>
                  <a:pt x="7402476" y="458292"/>
                </a:cubicBezTo>
                <a:close/>
                <a:moveTo>
                  <a:pt x="775550" y="2890037"/>
                </a:moveTo>
                <a:cubicBezTo>
                  <a:pt x="777469" y="2890037"/>
                  <a:pt x="779372" y="2889201"/>
                  <a:pt x="780670" y="2887601"/>
                </a:cubicBezTo>
                <a:cubicBezTo>
                  <a:pt x="782963" y="2884774"/>
                  <a:pt x="782518" y="2880632"/>
                  <a:pt x="779692" y="2878356"/>
                </a:cubicBezTo>
                <a:cubicBezTo>
                  <a:pt x="776866" y="2876063"/>
                  <a:pt x="772723" y="2876508"/>
                  <a:pt x="770447" y="2879334"/>
                </a:cubicBezTo>
                <a:cubicBezTo>
                  <a:pt x="768154" y="2882160"/>
                  <a:pt x="768599" y="2886286"/>
                  <a:pt x="771425" y="2888579"/>
                </a:cubicBezTo>
                <a:cubicBezTo>
                  <a:pt x="772634" y="2889557"/>
                  <a:pt x="774092" y="2890037"/>
                  <a:pt x="775550" y="2890037"/>
                </a:cubicBezTo>
                <a:close/>
                <a:moveTo>
                  <a:pt x="4884045" y="1385995"/>
                </a:moveTo>
                <a:cubicBezTo>
                  <a:pt x="4895281" y="1383667"/>
                  <a:pt x="4902535" y="1372679"/>
                  <a:pt x="4900223" y="1361426"/>
                </a:cubicBezTo>
                <a:cubicBezTo>
                  <a:pt x="4897892" y="1350171"/>
                  <a:pt x="4886908" y="1342917"/>
                  <a:pt x="4875651" y="1345246"/>
                </a:cubicBezTo>
                <a:cubicBezTo>
                  <a:pt x="4864397" y="1347558"/>
                  <a:pt x="4857163" y="1358563"/>
                  <a:pt x="4859472" y="1369817"/>
                </a:cubicBezTo>
                <a:cubicBezTo>
                  <a:pt x="4861501" y="1379649"/>
                  <a:pt x="4870157" y="1386422"/>
                  <a:pt x="4879814" y="1386422"/>
                </a:cubicBezTo>
                <a:cubicBezTo>
                  <a:pt x="4881218" y="1386422"/>
                  <a:pt x="4882621" y="1386280"/>
                  <a:pt x="4884045" y="1385995"/>
                </a:cubicBezTo>
                <a:close/>
                <a:moveTo>
                  <a:pt x="6688795" y="724104"/>
                </a:moveTo>
                <a:cubicBezTo>
                  <a:pt x="6699550" y="720087"/>
                  <a:pt x="6705009" y="708086"/>
                  <a:pt x="6700973" y="697330"/>
                </a:cubicBezTo>
                <a:cubicBezTo>
                  <a:pt x="6696954" y="686574"/>
                  <a:pt x="6684972" y="681116"/>
                  <a:pt x="6674198" y="685151"/>
                </a:cubicBezTo>
                <a:cubicBezTo>
                  <a:pt x="6663441" y="689187"/>
                  <a:pt x="6657983" y="701170"/>
                  <a:pt x="6662018" y="711926"/>
                </a:cubicBezTo>
                <a:cubicBezTo>
                  <a:pt x="6665148" y="720282"/>
                  <a:pt x="6673078" y="725439"/>
                  <a:pt x="6681504" y="725439"/>
                </a:cubicBezTo>
                <a:cubicBezTo>
                  <a:pt x="6683922" y="725439"/>
                  <a:pt x="6686394" y="725012"/>
                  <a:pt x="6688795" y="724104"/>
                </a:cubicBezTo>
                <a:close/>
                <a:moveTo>
                  <a:pt x="2581799" y="2230849"/>
                </a:moveTo>
                <a:cubicBezTo>
                  <a:pt x="2590670" y="2230404"/>
                  <a:pt x="2597480" y="2222866"/>
                  <a:pt x="2597035" y="2214012"/>
                </a:cubicBezTo>
                <a:cubicBezTo>
                  <a:pt x="2596592" y="2205141"/>
                  <a:pt x="2589053" y="2198332"/>
                  <a:pt x="2580182" y="2198775"/>
                </a:cubicBezTo>
                <a:cubicBezTo>
                  <a:pt x="2571327" y="2199221"/>
                  <a:pt x="2564518" y="2206758"/>
                  <a:pt x="2564962" y="2215630"/>
                </a:cubicBezTo>
                <a:cubicBezTo>
                  <a:pt x="2565389" y="2224199"/>
                  <a:pt x="2572483" y="2230867"/>
                  <a:pt x="2580981" y="2230867"/>
                </a:cubicBezTo>
                <a:cubicBezTo>
                  <a:pt x="2581247" y="2230867"/>
                  <a:pt x="2581532" y="2230867"/>
                  <a:pt x="2581799" y="2230849"/>
                </a:cubicBezTo>
                <a:close/>
                <a:moveTo>
                  <a:pt x="3840885" y="1769469"/>
                </a:moveTo>
                <a:cubicBezTo>
                  <a:pt x="3850984" y="1766784"/>
                  <a:pt x="3856976" y="1756436"/>
                  <a:pt x="3854291" y="1746338"/>
                </a:cubicBezTo>
                <a:cubicBezTo>
                  <a:pt x="3851605" y="1736239"/>
                  <a:pt x="3841240" y="1730248"/>
                  <a:pt x="3831161" y="1732951"/>
                </a:cubicBezTo>
                <a:cubicBezTo>
                  <a:pt x="3821063" y="1735635"/>
                  <a:pt x="3815068" y="1745983"/>
                  <a:pt x="3817755" y="1756081"/>
                </a:cubicBezTo>
                <a:cubicBezTo>
                  <a:pt x="3820010" y="1764543"/>
                  <a:pt x="3827656" y="1770126"/>
                  <a:pt x="3836013" y="1770126"/>
                </a:cubicBezTo>
                <a:cubicBezTo>
                  <a:pt x="3837614" y="1770126"/>
                  <a:pt x="3839265" y="1769913"/>
                  <a:pt x="3840885" y="1769469"/>
                </a:cubicBezTo>
                <a:close/>
                <a:moveTo>
                  <a:pt x="6783609" y="690432"/>
                </a:moveTo>
                <a:cubicBezTo>
                  <a:pt x="6794508" y="686787"/>
                  <a:pt x="6800374" y="675000"/>
                  <a:pt x="6796730" y="664101"/>
                </a:cubicBezTo>
                <a:cubicBezTo>
                  <a:pt x="6793085" y="653202"/>
                  <a:pt x="6781298" y="647335"/>
                  <a:pt x="6770399" y="650980"/>
                </a:cubicBezTo>
                <a:cubicBezTo>
                  <a:pt x="6759501" y="654625"/>
                  <a:pt x="6753633" y="666412"/>
                  <a:pt x="6757279" y="677311"/>
                </a:cubicBezTo>
                <a:cubicBezTo>
                  <a:pt x="6760194" y="686022"/>
                  <a:pt x="6768301" y="691516"/>
                  <a:pt x="6776995" y="691516"/>
                </a:cubicBezTo>
                <a:cubicBezTo>
                  <a:pt x="6779200" y="691516"/>
                  <a:pt x="6781422" y="691160"/>
                  <a:pt x="6783609" y="690432"/>
                </a:cubicBezTo>
                <a:close/>
                <a:moveTo>
                  <a:pt x="8072073" y="218269"/>
                </a:moveTo>
                <a:cubicBezTo>
                  <a:pt x="8075971" y="215829"/>
                  <a:pt x="8079229" y="212268"/>
                  <a:pt x="8081309" y="207788"/>
                </a:cubicBezTo>
                <a:cubicBezTo>
                  <a:pt x="8087034" y="195467"/>
                  <a:pt x="8081700" y="180853"/>
                  <a:pt x="8069380" y="175128"/>
                </a:cubicBezTo>
                <a:cubicBezTo>
                  <a:pt x="8063219" y="172266"/>
                  <a:pt x="8056481" y="172168"/>
                  <a:pt x="8050567" y="174326"/>
                </a:cubicBezTo>
                <a:cubicBezTo>
                  <a:pt x="8044654" y="176484"/>
                  <a:pt x="8039565" y="180897"/>
                  <a:pt x="8036702" y="187058"/>
                </a:cubicBezTo>
                <a:cubicBezTo>
                  <a:pt x="8030977" y="199378"/>
                  <a:pt x="8036328" y="214011"/>
                  <a:pt x="8048649" y="219735"/>
                </a:cubicBezTo>
                <a:cubicBezTo>
                  <a:pt x="8052010" y="221282"/>
                  <a:pt x="8055529" y="222029"/>
                  <a:pt x="8058996" y="222029"/>
                </a:cubicBezTo>
                <a:cubicBezTo>
                  <a:pt x="8063637" y="222029"/>
                  <a:pt x="8068175" y="220709"/>
                  <a:pt x="8072073" y="218269"/>
                </a:cubicBezTo>
                <a:close/>
                <a:moveTo>
                  <a:pt x="6594868" y="760711"/>
                </a:moveTo>
                <a:cubicBezTo>
                  <a:pt x="6605518" y="756409"/>
                  <a:pt x="6610674" y="744284"/>
                  <a:pt x="6606371" y="733634"/>
                </a:cubicBezTo>
                <a:cubicBezTo>
                  <a:pt x="6602069" y="722985"/>
                  <a:pt x="6589961" y="717829"/>
                  <a:pt x="6579294" y="722131"/>
                </a:cubicBezTo>
                <a:cubicBezTo>
                  <a:pt x="6568627" y="726434"/>
                  <a:pt x="6563489" y="738559"/>
                  <a:pt x="6567774" y="749208"/>
                </a:cubicBezTo>
                <a:lnTo>
                  <a:pt x="6567791" y="749208"/>
                </a:lnTo>
                <a:cubicBezTo>
                  <a:pt x="6571062" y="757298"/>
                  <a:pt x="6578867" y="762223"/>
                  <a:pt x="6587099" y="762223"/>
                </a:cubicBezTo>
                <a:cubicBezTo>
                  <a:pt x="6589694" y="762223"/>
                  <a:pt x="6592326" y="761743"/>
                  <a:pt x="6594868" y="760711"/>
                </a:cubicBezTo>
                <a:close/>
                <a:moveTo>
                  <a:pt x="322204" y="3063880"/>
                </a:moveTo>
                <a:cubicBezTo>
                  <a:pt x="322968" y="3063879"/>
                  <a:pt x="323715" y="3063577"/>
                  <a:pt x="324266" y="3062972"/>
                </a:cubicBezTo>
                <a:cubicBezTo>
                  <a:pt x="325316" y="3061835"/>
                  <a:pt x="325227" y="3060074"/>
                  <a:pt x="324089" y="3059044"/>
                </a:cubicBezTo>
                <a:cubicBezTo>
                  <a:pt x="322950" y="3058012"/>
                  <a:pt x="321190" y="3058083"/>
                  <a:pt x="320160" y="3059221"/>
                </a:cubicBezTo>
                <a:cubicBezTo>
                  <a:pt x="319110" y="3060359"/>
                  <a:pt x="319199" y="3062119"/>
                  <a:pt x="320337" y="3063150"/>
                </a:cubicBezTo>
                <a:cubicBezTo>
                  <a:pt x="320871" y="3063648"/>
                  <a:pt x="321546" y="3063879"/>
                  <a:pt x="322204" y="3063880"/>
                </a:cubicBezTo>
                <a:close/>
                <a:moveTo>
                  <a:pt x="2905519" y="2117473"/>
                </a:moveTo>
                <a:cubicBezTo>
                  <a:pt x="2914799" y="2116068"/>
                  <a:pt x="2921198" y="2107410"/>
                  <a:pt x="2919811" y="2098112"/>
                </a:cubicBezTo>
                <a:cubicBezTo>
                  <a:pt x="2918408" y="2088814"/>
                  <a:pt x="2909750" y="2082430"/>
                  <a:pt x="2900451" y="2083817"/>
                </a:cubicBezTo>
                <a:cubicBezTo>
                  <a:pt x="2891171" y="2085222"/>
                  <a:pt x="2884770" y="2093880"/>
                  <a:pt x="2886175" y="2103178"/>
                </a:cubicBezTo>
                <a:cubicBezTo>
                  <a:pt x="2887437" y="2111606"/>
                  <a:pt x="2894691" y="2117650"/>
                  <a:pt x="2902958" y="2117650"/>
                </a:cubicBezTo>
                <a:cubicBezTo>
                  <a:pt x="2903811" y="2117650"/>
                  <a:pt x="2904665" y="2117580"/>
                  <a:pt x="2905519" y="2117473"/>
                </a:cubicBezTo>
                <a:close/>
                <a:moveTo>
                  <a:pt x="6879509" y="660456"/>
                </a:moveTo>
                <a:cubicBezTo>
                  <a:pt x="6890549" y="657274"/>
                  <a:pt x="6896914" y="645753"/>
                  <a:pt x="6893732" y="634713"/>
                </a:cubicBezTo>
                <a:cubicBezTo>
                  <a:pt x="6890531" y="623673"/>
                  <a:pt x="6879011" y="617307"/>
                  <a:pt x="6867969" y="620507"/>
                </a:cubicBezTo>
                <a:cubicBezTo>
                  <a:pt x="6856929" y="623689"/>
                  <a:pt x="6850564" y="635229"/>
                  <a:pt x="6853764" y="646251"/>
                </a:cubicBezTo>
                <a:cubicBezTo>
                  <a:pt x="6856397" y="655372"/>
                  <a:pt x="6864699" y="661292"/>
                  <a:pt x="6873730" y="661292"/>
                </a:cubicBezTo>
                <a:cubicBezTo>
                  <a:pt x="6875650" y="661292"/>
                  <a:pt x="6877588" y="661026"/>
                  <a:pt x="6879509" y="660456"/>
                </a:cubicBezTo>
                <a:close/>
                <a:moveTo>
                  <a:pt x="3325598" y="1964521"/>
                </a:moveTo>
                <a:cubicBezTo>
                  <a:pt x="3335252" y="1962209"/>
                  <a:pt x="3341208" y="1952538"/>
                  <a:pt x="3338914" y="1942884"/>
                </a:cubicBezTo>
                <a:cubicBezTo>
                  <a:pt x="3336604" y="1933230"/>
                  <a:pt x="3326914" y="1927275"/>
                  <a:pt x="3317278" y="1929585"/>
                </a:cubicBezTo>
                <a:cubicBezTo>
                  <a:pt x="3307642" y="1931879"/>
                  <a:pt x="3301668" y="1941568"/>
                  <a:pt x="3303979" y="1951205"/>
                </a:cubicBezTo>
                <a:cubicBezTo>
                  <a:pt x="3305934" y="1959453"/>
                  <a:pt x="3313313" y="1965001"/>
                  <a:pt x="3321438" y="1965001"/>
                </a:cubicBezTo>
                <a:cubicBezTo>
                  <a:pt x="3322806" y="1965001"/>
                  <a:pt x="3324211" y="1964841"/>
                  <a:pt x="3325598" y="1964521"/>
                </a:cubicBezTo>
                <a:close/>
                <a:moveTo>
                  <a:pt x="6501636" y="799452"/>
                </a:moveTo>
                <a:cubicBezTo>
                  <a:pt x="6512214" y="794936"/>
                  <a:pt x="6517121" y="782722"/>
                  <a:pt x="6512606" y="772144"/>
                </a:cubicBezTo>
                <a:cubicBezTo>
                  <a:pt x="6510357" y="766863"/>
                  <a:pt x="6506174" y="762997"/>
                  <a:pt x="6501233" y="761012"/>
                </a:cubicBezTo>
                <a:cubicBezTo>
                  <a:pt x="6496293" y="759027"/>
                  <a:pt x="6490595" y="758925"/>
                  <a:pt x="6485314" y="761173"/>
                </a:cubicBezTo>
                <a:cubicBezTo>
                  <a:pt x="6474754" y="765690"/>
                  <a:pt x="6469847" y="777904"/>
                  <a:pt x="6474345" y="788482"/>
                </a:cubicBezTo>
                <a:cubicBezTo>
                  <a:pt x="6477722" y="796376"/>
                  <a:pt x="6485403" y="801123"/>
                  <a:pt x="6493476" y="801123"/>
                </a:cubicBezTo>
                <a:cubicBezTo>
                  <a:pt x="6496214" y="801123"/>
                  <a:pt x="6498969" y="800572"/>
                  <a:pt x="6501636" y="799452"/>
                </a:cubicBezTo>
                <a:close/>
                <a:moveTo>
                  <a:pt x="4457652" y="1550896"/>
                </a:moveTo>
                <a:cubicBezTo>
                  <a:pt x="4468339" y="1548424"/>
                  <a:pt x="4475006" y="1537774"/>
                  <a:pt x="4472534" y="1527089"/>
                </a:cubicBezTo>
                <a:cubicBezTo>
                  <a:pt x="4470062" y="1516404"/>
                  <a:pt x="4459395" y="1509737"/>
                  <a:pt x="4448726" y="1512209"/>
                </a:cubicBezTo>
                <a:cubicBezTo>
                  <a:pt x="4438026" y="1514680"/>
                  <a:pt x="4431377" y="1525329"/>
                  <a:pt x="4433847" y="1536014"/>
                </a:cubicBezTo>
                <a:cubicBezTo>
                  <a:pt x="4435961" y="1545206"/>
                  <a:pt x="4444123" y="1551411"/>
                  <a:pt x="4453173" y="1551411"/>
                </a:cubicBezTo>
                <a:cubicBezTo>
                  <a:pt x="4454647" y="1551411"/>
                  <a:pt x="4456142" y="1551251"/>
                  <a:pt x="4457652" y="1550896"/>
                </a:cubicBezTo>
                <a:close/>
                <a:moveTo>
                  <a:pt x="3937673" y="1743814"/>
                </a:moveTo>
                <a:cubicBezTo>
                  <a:pt x="3947772" y="1741147"/>
                  <a:pt x="3953799" y="1730800"/>
                  <a:pt x="3951133" y="1720701"/>
                </a:cubicBezTo>
                <a:cubicBezTo>
                  <a:pt x="3948483" y="1710620"/>
                  <a:pt x="3938136" y="1704594"/>
                  <a:pt x="3928036" y="1707242"/>
                </a:cubicBezTo>
                <a:cubicBezTo>
                  <a:pt x="3917937" y="1709909"/>
                  <a:pt x="3911910" y="1720239"/>
                  <a:pt x="3914578" y="1730337"/>
                </a:cubicBezTo>
                <a:cubicBezTo>
                  <a:pt x="3916801" y="1738818"/>
                  <a:pt x="3924464" y="1744436"/>
                  <a:pt x="3932837" y="1744436"/>
                </a:cubicBezTo>
                <a:cubicBezTo>
                  <a:pt x="3934438" y="1744436"/>
                  <a:pt x="3936055" y="1744241"/>
                  <a:pt x="3937673" y="1743814"/>
                </a:cubicBezTo>
                <a:close/>
                <a:moveTo>
                  <a:pt x="2357696" y="2325824"/>
                </a:moveTo>
                <a:cubicBezTo>
                  <a:pt x="2365981" y="2325824"/>
                  <a:pt x="2372720" y="2319156"/>
                  <a:pt x="2372808" y="2310854"/>
                </a:cubicBezTo>
                <a:cubicBezTo>
                  <a:pt x="2372880" y="2302497"/>
                  <a:pt x="2366176" y="2295688"/>
                  <a:pt x="2357820" y="2295599"/>
                </a:cubicBezTo>
                <a:cubicBezTo>
                  <a:pt x="2349482" y="2295529"/>
                  <a:pt x="2342655" y="2302231"/>
                  <a:pt x="2342585" y="2310587"/>
                </a:cubicBezTo>
                <a:cubicBezTo>
                  <a:pt x="2342513" y="2318925"/>
                  <a:pt x="2349216" y="2325752"/>
                  <a:pt x="2357555" y="2325824"/>
                </a:cubicBezTo>
                <a:close/>
                <a:moveTo>
                  <a:pt x="6409025" y="839828"/>
                </a:moveTo>
                <a:cubicBezTo>
                  <a:pt x="6419515" y="835152"/>
                  <a:pt x="6424244" y="822867"/>
                  <a:pt x="6419587" y="812377"/>
                </a:cubicBezTo>
                <a:cubicBezTo>
                  <a:pt x="6417248" y="807124"/>
                  <a:pt x="6413008" y="803315"/>
                  <a:pt x="6408041" y="801401"/>
                </a:cubicBezTo>
                <a:cubicBezTo>
                  <a:pt x="6403074" y="799487"/>
                  <a:pt x="6397381" y="799470"/>
                  <a:pt x="6392135" y="801799"/>
                </a:cubicBezTo>
                <a:cubicBezTo>
                  <a:pt x="6381628" y="806475"/>
                  <a:pt x="6376899" y="818759"/>
                  <a:pt x="6381575" y="829267"/>
                </a:cubicBezTo>
                <a:cubicBezTo>
                  <a:pt x="6385006" y="837019"/>
                  <a:pt x="6392616" y="841623"/>
                  <a:pt x="6400581" y="841623"/>
                </a:cubicBezTo>
                <a:cubicBezTo>
                  <a:pt x="6403407" y="841623"/>
                  <a:pt x="6406269" y="841037"/>
                  <a:pt x="6409025" y="839828"/>
                </a:cubicBezTo>
                <a:close/>
                <a:moveTo>
                  <a:pt x="1698648" y="2569448"/>
                </a:moveTo>
                <a:cubicBezTo>
                  <a:pt x="1704160" y="2569448"/>
                  <a:pt x="1709173" y="2565697"/>
                  <a:pt x="1710542" y="2560114"/>
                </a:cubicBezTo>
                <a:cubicBezTo>
                  <a:pt x="1712178" y="2553536"/>
                  <a:pt x="1708161" y="2546887"/>
                  <a:pt x="1701582" y="2545251"/>
                </a:cubicBezTo>
                <a:cubicBezTo>
                  <a:pt x="1695003" y="2543633"/>
                  <a:pt x="1688355" y="2547651"/>
                  <a:pt x="1686736" y="2554212"/>
                </a:cubicBezTo>
                <a:cubicBezTo>
                  <a:pt x="1685101" y="2560807"/>
                  <a:pt x="1689119" y="2567457"/>
                  <a:pt x="1695697" y="2569075"/>
                </a:cubicBezTo>
                <a:cubicBezTo>
                  <a:pt x="1696693" y="2569323"/>
                  <a:pt x="1697672" y="2569448"/>
                  <a:pt x="1698648" y="2569448"/>
                </a:cubicBezTo>
                <a:close/>
                <a:moveTo>
                  <a:pt x="4983339" y="1365496"/>
                </a:moveTo>
                <a:cubicBezTo>
                  <a:pt x="4994578" y="1363167"/>
                  <a:pt x="5001794" y="1352144"/>
                  <a:pt x="4999466" y="1340908"/>
                </a:cubicBezTo>
                <a:cubicBezTo>
                  <a:pt x="4997116" y="1329654"/>
                  <a:pt x="4986097" y="1322436"/>
                  <a:pt x="4974859" y="1324764"/>
                </a:cubicBezTo>
                <a:cubicBezTo>
                  <a:pt x="4963605" y="1327112"/>
                  <a:pt x="4956387" y="1338135"/>
                  <a:pt x="4958733" y="1349372"/>
                </a:cubicBezTo>
                <a:cubicBezTo>
                  <a:pt x="4960780" y="1359202"/>
                  <a:pt x="4969418" y="1365941"/>
                  <a:pt x="4979072" y="1365941"/>
                </a:cubicBezTo>
                <a:cubicBezTo>
                  <a:pt x="4980477" y="1365941"/>
                  <a:pt x="4981900" y="1365798"/>
                  <a:pt x="4983339" y="1365496"/>
                </a:cubicBezTo>
                <a:close/>
                <a:moveTo>
                  <a:pt x="6976528" y="634926"/>
                </a:moveTo>
                <a:cubicBezTo>
                  <a:pt x="6987711" y="632276"/>
                  <a:pt x="6994627" y="621076"/>
                  <a:pt x="6991996" y="609893"/>
                </a:cubicBezTo>
                <a:cubicBezTo>
                  <a:pt x="6989346" y="598710"/>
                  <a:pt x="6978146" y="591795"/>
                  <a:pt x="6966963" y="594443"/>
                </a:cubicBezTo>
                <a:cubicBezTo>
                  <a:pt x="6955780" y="597074"/>
                  <a:pt x="6948864" y="608293"/>
                  <a:pt x="6951513" y="619476"/>
                </a:cubicBezTo>
                <a:lnTo>
                  <a:pt x="6951495" y="619476"/>
                </a:lnTo>
                <a:cubicBezTo>
                  <a:pt x="6953753" y="629041"/>
                  <a:pt x="6962287" y="635495"/>
                  <a:pt x="6971710" y="635495"/>
                </a:cubicBezTo>
                <a:cubicBezTo>
                  <a:pt x="6973309" y="635495"/>
                  <a:pt x="6974910" y="635317"/>
                  <a:pt x="6976528" y="634926"/>
                </a:cubicBezTo>
                <a:close/>
                <a:moveTo>
                  <a:pt x="3422492" y="1940625"/>
                </a:moveTo>
                <a:cubicBezTo>
                  <a:pt x="3432111" y="1938172"/>
                  <a:pt x="3437925" y="1928412"/>
                  <a:pt x="3435472" y="1918793"/>
                </a:cubicBezTo>
                <a:cubicBezTo>
                  <a:pt x="3433036" y="1909175"/>
                  <a:pt x="3423258" y="1903361"/>
                  <a:pt x="3413657" y="1905815"/>
                </a:cubicBezTo>
                <a:cubicBezTo>
                  <a:pt x="3404038" y="1908251"/>
                  <a:pt x="3398225" y="1918029"/>
                  <a:pt x="3400678" y="1927648"/>
                </a:cubicBezTo>
                <a:cubicBezTo>
                  <a:pt x="3402741" y="1935772"/>
                  <a:pt x="3410048" y="1941177"/>
                  <a:pt x="3418066" y="1941177"/>
                </a:cubicBezTo>
                <a:cubicBezTo>
                  <a:pt x="3419525" y="1941177"/>
                  <a:pt x="3421018" y="1940999"/>
                  <a:pt x="3422492" y="1940625"/>
                </a:cubicBezTo>
                <a:close/>
                <a:moveTo>
                  <a:pt x="4034531" y="1718532"/>
                </a:moveTo>
                <a:cubicBezTo>
                  <a:pt x="4044630" y="1715936"/>
                  <a:pt x="4050712" y="1705624"/>
                  <a:pt x="4048116" y="1695508"/>
                </a:cubicBezTo>
                <a:cubicBezTo>
                  <a:pt x="4045503" y="1685392"/>
                  <a:pt x="4035190" y="1679312"/>
                  <a:pt x="4025093" y="1681925"/>
                </a:cubicBezTo>
                <a:cubicBezTo>
                  <a:pt x="4014975" y="1684539"/>
                  <a:pt x="4008894" y="1694851"/>
                  <a:pt x="4011491" y="1704949"/>
                </a:cubicBezTo>
                <a:cubicBezTo>
                  <a:pt x="4013696" y="1713483"/>
                  <a:pt x="4021375" y="1719136"/>
                  <a:pt x="4029805" y="1719136"/>
                </a:cubicBezTo>
                <a:cubicBezTo>
                  <a:pt x="4031351" y="1719136"/>
                  <a:pt x="4032949" y="1718940"/>
                  <a:pt x="4034531" y="1718532"/>
                </a:cubicBezTo>
                <a:close/>
                <a:moveTo>
                  <a:pt x="6316842" y="881413"/>
                </a:moveTo>
                <a:cubicBezTo>
                  <a:pt x="6327296" y="876629"/>
                  <a:pt x="6331900" y="864291"/>
                  <a:pt x="6327118" y="853856"/>
                </a:cubicBezTo>
                <a:cubicBezTo>
                  <a:pt x="6324727" y="848628"/>
                  <a:pt x="6320446" y="844864"/>
                  <a:pt x="6315457" y="843004"/>
                </a:cubicBezTo>
                <a:cubicBezTo>
                  <a:pt x="6310468" y="841143"/>
                  <a:pt x="6304770" y="841188"/>
                  <a:pt x="6299543" y="843579"/>
                </a:cubicBezTo>
                <a:cubicBezTo>
                  <a:pt x="6289106" y="848344"/>
                  <a:pt x="6284502" y="860700"/>
                  <a:pt x="6289285" y="871137"/>
                </a:cubicBezTo>
                <a:cubicBezTo>
                  <a:pt x="6292770" y="878782"/>
                  <a:pt x="6300325" y="883297"/>
                  <a:pt x="6308202" y="883297"/>
                </a:cubicBezTo>
                <a:cubicBezTo>
                  <a:pt x="6311099" y="883297"/>
                  <a:pt x="6314034" y="882693"/>
                  <a:pt x="6316842" y="881413"/>
                </a:cubicBezTo>
                <a:close/>
                <a:moveTo>
                  <a:pt x="2135727" y="2415216"/>
                </a:moveTo>
                <a:cubicBezTo>
                  <a:pt x="2143070" y="2415216"/>
                  <a:pt x="2149274" y="2409544"/>
                  <a:pt x="2149843" y="2402113"/>
                </a:cubicBezTo>
                <a:cubicBezTo>
                  <a:pt x="2150430" y="2394308"/>
                  <a:pt x="2144580" y="2387516"/>
                  <a:pt x="2136776" y="2386930"/>
                </a:cubicBezTo>
                <a:cubicBezTo>
                  <a:pt x="2128970" y="2386343"/>
                  <a:pt x="2122179" y="2392192"/>
                  <a:pt x="2121592" y="2399997"/>
                </a:cubicBezTo>
                <a:cubicBezTo>
                  <a:pt x="2121004" y="2407802"/>
                  <a:pt x="2126854" y="2414593"/>
                  <a:pt x="2134660" y="2415180"/>
                </a:cubicBezTo>
                <a:cubicBezTo>
                  <a:pt x="2135015" y="2415216"/>
                  <a:pt x="2135371" y="2415216"/>
                  <a:pt x="2135727" y="2415216"/>
                </a:cubicBezTo>
                <a:close/>
                <a:moveTo>
                  <a:pt x="675472" y="2951108"/>
                </a:moveTo>
                <a:cubicBezTo>
                  <a:pt x="677055" y="2951108"/>
                  <a:pt x="678637" y="2950432"/>
                  <a:pt x="679756" y="2949117"/>
                </a:cubicBezTo>
                <a:cubicBezTo>
                  <a:pt x="681765" y="2946753"/>
                  <a:pt x="681481" y="2943214"/>
                  <a:pt x="679117" y="2941187"/>
                </a:cubicBezTo>
                <a:cubicBezTo>
                  <a:pt x="676753" y="2939178"/>
                  <a:pt x="673196" y="2939445"/>
                  <a:pt x="671188" y="2941809"/>
                </a:cubicBezTo>
                <a:cubicBezTo>
                  <a:pt x="669160" y="2944192"/>
                  <a:pt x="669446" y="2947748"/>
                  <a:pt x="671809" y="2949757"/>
                </a:cubicBezTo>
                <a:cubicBezTo>
                  <a:pt x="672876" y="2950664"/>
                  <a:pt x="674175" y="2951108"/>
                  <a:pt x="675472" y="2951108"/>
                </a:cubicBezTo>
                <a:close/>
                <a:moveTo>
                  <a:pt x="1915641" y="2497355"/>
                </a:moveTo>
                <a:cubicBezTo>
                  <a:pt x="1922060" y="2497355"/>
                  <a:pt x="1927695" y="2492661"/>
                  <a:pt x="1928691" y="2486119"/>
                </a:cubicBezTo>
                <a:cubicBezTo>
                  <a:pt x="1929794" y="2478918"/>
                  <a:pt x="1924832" y="2472163"/>
                  <a:pt x="1917614" y="2471078"/>
                </a:cubicBezTo>
                <a:cubicBezTo>
                  <a:pt x="1910397" y="2469975"/>
                  <a:pt x="1903658" y="2474936"/>
                  <a:pt x="1902555" y="2482154"/>
                </a:cubicBezTo>
                <a:cubicBezTo>
                  <a:pt x="1901454" y="2489354"/>
                  <a:pt x="1906414" y="2496093"/>
                  <a:pt x="1913632" y="2497195"/>
                </a:cubicBezTo>
                <a:cubicBezTo>
                  <a:pt x="1914308" y="2497302"/>
                  <a:pt x="1914983" y="2497355"/>
                  <a:pt x="1915641" y="2497355"/>
                </a:cubicBezTo>
                <a:close/>
                <a:moveTo>
                  <a:pt x="4555648" y="1529152"/>
                </a:moveTo>
                <a:cubicBezTo>
                  <a:pt x="4566371" y="1526893"/>
                  <a:pt x="4573233" y="1516369"/>
                  <a:pt x="4570974" y="1505630"/>
                </a:cubicBezTo>
                <a:cubicBezTo>
                  <a:pt x="4568719" y="1494910"/>
                  <a:pt x="4558173" y="1488046"/>
                  <a:pt x="4547453" y="1490305"/>
                </a:cubicBezTo>
                <a:cubicBezTo>
                  <a:pt x="4536716" y="1492563"/>
                  <a:pt x="4529851" y="1503088"/>
                  <a:pt x="4532129" y="1513826"/>
                </a:cubicBezTo>
                <a:cubicBezTo>
                  <a:pt x="4534083" y="1523160"/>
                  <a:pt x="4542334" y="1529578"/>
                  <a:pt x="4551525" y="1529578"/>
                </a:cubicBezTo>
                <a:cubicBezTo>
                  <a:pt x="4552876" y="1529578"/>
                  <a:pt x="4554264" y="1529436"/>
                  <a:pt x="4555648" y="1529152"/>
                </a:cubicBezTo>
                <a:close/>
                <a:moveTo>
                  <a:pt x="3003657" y="2100974"/>
                </a:moveTo>
                <a:cubicBezTo>
                  <a:pt x="3012886" y="2099285"/>
                  <a:pt x="3018983" y="2090413"/>
                  <a:pt x="3017294" y="2081168"/>
                </a:cubicBezTo>
                <a:cubicBezTo>
                  <a:pt x="3015587" y="2071923"/>
                  <a:pt x="3006716" y="2065825"/>
                  <a:pt x="2997471" y="2067532"/>
                </a:cubicBezTo>
                <a:cubicBezTo>
                  <a:pt x="2988243" y="2069238"/>
                  <a:pt x="2982127" y="2078092"/>
                  <a:pt x="2983833" y="2087337"/>
                </a:cubicBezTo>
                <a:cubicBezTo>
                  <a:pt x="2985345" y="2095533"/>
                  <a:pt x="2992493" y="2101259"/>
                  <a:pt x="3000546" y="2101259"/>
                </a:cubicBezTo>
                <a:cubicBezTo>
                  <a:pt x="3001559" y="2101259"/>
                  <a:pt x="3002609" y="2101169"/>
                  <a:pt x="3003657" y="2100974"/>
                </a:cubicBezTo>
                <a:close/>
                <a:moveTo>
                  <a:pt x="1060651" y="2814192"/>
                </a:moveTo>
                <a:cubicBezTo>
                  <a:pt x="1063443" y="2814192"/>
                  <a:pt x="1066163" y="2812806"/>
                  <a:pt x="1067781" y="2810281"/>
                </a:cubicBezTo>
                <a:cubicBezTo>
                  <a:pt x="1070323" y="2806352"/>
                  <a:pt x="1069167" y="2801107"/>
                  <a:pt x="1065239" y="2798582"/>
                </a:cubicBezTo>
                <a:cubicBezTo>
                  <a:pt x="1061292" y="2796058"/>
                  <a:pt x="1056048" y="2797195"/>
                  <a:pt x="1053523" y="2801125"/>
                </a:cubicBezTo>
                <a:cubicBezTo>
                  <a:pt x="1050998" y="2805072"/>
                  <a:pt x="1052135" y="2810317"/>
                  <a:pt x="1056082" y="2812841"/>
                </a:cubicBezTo>
                <a:cubicBezTo>
                  <a:pt x="1057504" y="2813748"/>
                  <a:pt x="1059087" y="2814192"/>
                  <a:pt x="1060651" y="2814192"/>
                </a:cubicBezTo>
                <a:close/>
                <a:moveTo>
                  <a:pt x="230056" y="3120506"/>
                </a:moveTo>
                <a:cubicBezTo>
                  <a:pt x="230553" y="3120505"/>
                  <a:pt x="231052" y="3120292"/>
                  <a:pt x="231424" y="3119883"/>
                </a:cubicBezTo>
                <a:cubicBezTo>
                  <a:pt x="232100" y="3119137"/>
                  <a:pt x="232047" y="3117980"/>
                  <a:pt x="231282" y="3117287"/>
                </a:cubicBezTo>
                <a:cubicBezTo>
                  <a:pt x="230535" y="3116612"/>
                  <a:pt x="229380" y="3116683"/>
                  <a:pt x="228686" y="3117430"/>
                </a:cubicBezTo>
                <a:cubicBezTo>
                  <a:pt x="228010" y="3118176"/>
                  <a:pt x="228064" y="3119349"/>
                  <a:pt x="228828" y="3120026"/>
                </a:cubicBezTo>
                <a:cubicBezTo>
                  <a:pt x="229185" y="3120345"/>
                  <a:pt x="229611" y="3120506"/>
                  <a:pt x="230056" y="3120506"/>
                </a:cubicBezTo>
                <a:close/>
                <a:moveTo>
                  <a:pt x="3519015" y="1915505"/>
                </a:moveTo>
                <a:cubicBezTo>
                  <a:pt x="3528597" y="1912962"/>
                  <a:pt x="3534304" y="1903130"/>
                  <a:pt x="3531762" y="1893547"/>
                </a:cubicBezTo>
                <a:cubicBezTo>
                  <a:pt x="3529220" y="1883947"/>
                  <a:pt x="3519388" y="1878258"/>
                  <a:pt x="3509806" y="1880799"/>
                </a:cubicBezTo>
                <a:cubicBezTo>
                  <a:pt x="3500204" y="1883342"/>
                  <a:pt x="3494497" y="1893174"/>
                  <a:pt x="3497058" y="1902757"/>
                </a:cubicBezTo>
                <a:cubicBezTo>
                  <a:pt x="3499191" y="1910793"/>
                  <a:pt x="3506445" y="1916109"/>
                  <a:pt x="3514393" y="1916109"/>
                </a:cubicBezTo>
                <a:cubicBezTo>
                  <a:pt x="3515921" y="1916109"/>
                  <a:pt x="3517469" y="1915913"/>
                  <a:pt x="3519015" y="1915505"/>
                </a:cubicBezTo>
                <a:close/>
                <a:moveTo>
                  <a:pt x="2680597" y="2223666"/>
                </a:moveTo>
                <a:cubicBezTo>
                  <a:pt x="2689433" y="2222849"/>
                  <a:pt x="2695922" y="2215008"/>
                  <a:pt x="2695086" y="2206171"/>
                </a:cubicBezTo>
                <a:cubicBezTo>
                  <a:pt x="2694250" y="2197353"/>
                  <a:pt x="2686411" y="2190864"/>
                  <a:pt x="2677592" y="2191682"/>
                </a:cubicBezTo>
                <a:cubicBezTo>
                  <a:pt x="2668755" y="2192517"/>
                  <a:pt x="2662267" y="2200358"/>
                  <a:pt x="2663102" y="2209195"/>
                </a:cubicBezTo>
                <a:cubicBezTo>
                  <a:pt x="2663884" y="2217515"/>
                  <a:pt x="2670889" y="2223737"/>
                  <a:pt x="2679086" y="2223737"/>
                </a:cubicBezTo>
                <a:cubicBezTo>
                  <a:pt x="2679583" y="2223738"/>
                  <a:pt x="2680081" y="2223720"/>
                  <a:pt x="2680597" y="2223666"/>
                </a:cubicBezTo>
                <a:close/>
                <a:moveTo>
                  <a:pt x="6224943" y="923797"/>
                </a:moveTo>
                <a:cubicBezTo>
                  <a:pt x="6235362" y="918961"/>
                  <a:pt x="6239877" y="906588"/>
                  <a:pt x="6235041" y="896169"/>
                </a:cubicBezTo>
                <a:cubicBezTo>
                  <a:pt x="6232624" y="890960"/>
                  <a:pt x="6228321" y="887227"/>
                  <a:pt x="6223321" y="885400"/>
                </a:cubicBezTo>
                <a:cubicBezTo>
                  <a:pt x="6218321" y="883573"/>
                  <a:pt x="6212622" y="883653"/>
                  <a:pt x="6207413" y="886071"/>
                </a:cubicBezTo>
                <a:cubicBezTo>
                  <a:pt x="6196995" y="890907"/>
                  <a:pt x="6192478" y="903281"/>
                  <a:pt x="6197315" y="913699"/>
                </a:cubicBezTo>
                <a:cubicBezTo>
                  <a:pt x="6200835" y="921273"/>
                  <a:pt x="6208355" y="925735"/>
                  <a:pt x="6216196" y="925735"/>
                </a:cubicBezTo>
                <a:cubicBezTo>
                  <a:pt x="6219129" y="925735"/>
                  <a:pt x="6222098" y="925113"/>
                  <a:pt x="6224943" y="923797"/>
                </a:cubicBezTo>
                <a:close/>
                <a:moveTo>
                  <a:pt x="5082634" y="1344375"/>
                </a:moveTo>
                <a:cubicBezTo>
                  <a:pt x="5093852" y="1341922"/>
                  <a:pt x="5100965" y="1330828"/>
                  <a:pt x="5098509" y="1319609"/>
                </a:cubicBezTo>
                <a:cubicBezTo>
                  <a:pt x="5096058" y="1308391"/>
                  <a:pt x="5084961" y="1301279"/>
                  <a:pt x="5073744" y="1303733"/>
                </a:cubicBezTo>
                <a:cubicBezTo>
                  <a:pt x="5062526" y="1306186"/>
                  <a:pt x="5055414" y="1317280"/>
                  <a:pt x="5057868" y="1328499"/>
                </a:cubicBezTo>
                <a:cubicBezTo>
                  <a:pt x="5060003" y="1338223"/>
                  <a:pt x="5068607" y="1344855"/>
                  <a:pt x="5078173" y="1344855"/>
                </a:cubicBezTo>
                <a:cubicBezTo>
                  <a:pt x="5079647" y="1344855"/>
                  <a:pt x="5081142" y="1344713"/>
                  <a:pt x="5082634" y="1344375"/>
                </a:cubicBezTo>
                <a:close/>
                <a:moveTo>
                  <a:pt x="4131517" y="1693909"/>
                </a:moveTo>
                <a:cubicBezTo>
                  <a:pt x="4141634" y="1691384"/>
                  <a:pt x="4147801" y="1681126"/>
                  <a:pt x="4145277" y="1670991"/>
                </a:cubicBezTo>
                <a:cubicBezTo>
                  <a:pt x="4142733" y="1660857"/>
                  <a:pt x="4132475" y="1654706"/>
                  <a:pt x="4122363" y="1657230"/>
                </a:cubicBezTo>
                <a:cubicBezTo>
                  <a:pt x="4112225" y="1659755"/>
                  <a:pt x="4106056" y="1670013"/>
                  <a:pt x="4108582" y="1680148"/>
                </a:cubicBezTo>
                <a:cubicBezTo>
                  <a:pt x="4110732" y="1688735"/>
                  <a:pt x="4118451" y="1694477"/>
                  <a:pt x="4126911" y="1694477"/>
                </a:cubicBezTo>
                <a:cubicBezTo>
                  <a:pt x="4128423" y="1694477"/>
                  <a:pt x="4129972" y="1694299"/>
                  <a:pt x="4131517" y="1693909"/>
                </a:cubicBezTo>
                <a:close/>
                <a:moveTo>
                  <a:pt x="7074614" y="614604"/>
                </a:moveTo>
                <a:cubicBezTo>
                  <a:pt x="7085922" y="612613"/>
                  <a:pt x="7093460" y="601821"/>
                  <a:pt x="7091469" y="590514"/>
                </a:cubicBezTo>
                <a:cubicBezTo>
                  <a:pt x="7089459" y="579189"/>
                  <a:pt x="7078668" y="571650"/>
                  <a:pt x="7067361" y="573642"/>
                </a:cubicBezTo>
                <a:cubicBezTo>
                  <a:pt x="7056053" y="575651"/>
                  <a:pt x="7048497" y="586443"/>
                  <a:pt x="7050506" y="597750"/>
                </a:cubicBezTo>
                <a:cubicBezTo>
                  <a:pt x="7052283" y="607831"/>
                  <a:pt x="7061067" y="614925"/>
                  <a:pt x="7070969" y="614924"/>
                </a:cubicBezTo>
                <a:cubicBezTo>
                  <a:pt x="7072160" y="614925"/>
                  <a:pt x="7073388" y="614836"/>
                  <a:pt x="7074614" y="614604"/>
                </a:cubicBezTo>
                <a:close/>
                <a:moveTo>
                  <a:pt x="1369063" y="2709812"/>
                </a:moveTo>
                <a:cubicBezTo>
                  <a:pt x="1373082" y="2709813"/>
                  <a:pt x="1376922" y="2707466"/>
                  <a:pt x="1378593" y="2703537"/>
                </a:cubicBezTo>
                <a:cubicBezTo>
                  <a:pt x="1380868" y="2698274"/>
                  <a:pt x="1378416" y="2692176"/>
                  <a:pt x="1373153" y="2689918"/>
                </a:cubicBezTo>
                <a:cubicBezTo>
                  <a:pt x="1370522" y="2688789"/>
                  <a:pt x="1367682" y="2688833"/>
                  <a:pt x="1365217" y="2689819"/>
                </a:cubicBezTo>
                <a:cubicBezTo>
                  <a:pt x="1362753" y="2690802"/>
                  <a:pt x="1360663" y="2692727"/>
                  <a:pt x="1359535" y="2695358"/>
                </a:cubicBezTo>
                <a:cubicBezTo>
                  <a:pt x="1357277" y="2700621"/>
                  <a:pt x="1359713" y="2706719"/>
                  <a:pt x="1364974" y="2708977"/>
                </a:cubicBezTo>
                <a:cubicBezTo>
                  <a:pt x="1366308" y="2709546"/>
                  <a:pt x="1367695" y="2709812"/>
                  <a:pt x="1369063" y="2709812"/>
                </a:cubicBezTo>
                <a:close/>
                <a:moveTo>
                  <a:pt x="8275280" y="176435"/>
                </a:moveTo>
                <a:cubicBezTo>
                  <a:pt x="8279255" y="174043"/>
                  <a:pt x="8282629" y="170540"/>
                  <a:pt x="8284878" y="166096"/>
                </a:cubicBezTo>
                <a:cubicBezTo>
                  <a:pt x="8291243" y="153492"/>
                  <a:pt x="8286194" y="138130"/>
                  <a:pt x="8273606" y="131765"/>
                </a:cubicBezTo>
                <a:cubicBezTo>
                  <a:pt x="8267312" y="128583"/>
                  <a:pt x="8260325" y="128255"/>
                  <a:pt x="8254116" y="130295"/>
                </a:cubicBezTo>
                <a:cubicBezTo>
                  <a:pt x="8247906" y="132335"/>
                  <a:pt x="8242475" y="136743"/>
                  <a:pt x="8239293" y="143037"/>
                </a:cubicBezTo>
                <a:cubicBezTo>
                  <a:pt x="8232910" y="155625"/>
                  <a:pt x="8237960" y="170986"/>
                  <a:pt x="8250548" y="177351"/>
                </a:cubicBezTo>
                <a:cubicBezTo>
                  <a:pt x="8254244" y="179218"/>
                  <a:pt x="8258192" y="180106"/>
                  <a:pt x="8262068" y="180106"/>
                </a:cubicBezTo>
                <a:cubicBezTo>
                  <a:pt x="8266725" y="180107"/>
                  <a:pt x="8271303" y="178827"/>
                  <a:pt x="8275280" y="176435"/>
                </a:cubicBezTo>
                <a:close/>
                <a:moveTo>
                  <a:pt x="7742653" y="373347"/>
                </a:moveTo>
                <a:cubicBezTo>
                  <a:pt x="7746502" y="370518"/>
                  <a:pt x="7749493" y="366456"/>
                  <a:pt x="7750960" y="361522"/>
                </a:cubicBezTo>
                <a:cubicBezTo>
                  <a:pt x="7752738" y="355513"/>
                  <a:pt x="7751911" y="349348"/>
                  <a:pt x="7749138" y="344242"/>
                </a:cubicBezTo>
                <a:lnTo>
                  <a:pt x="7735636" y="333309"/>
                </a:lnTo>
                <a:lnTo>
                  <a:pt x="7718371" y="335114"/>
                </a:lnTo>
                <a:cubicBezTo>
                  <a:pt x="7713264" y="337886"/>
                  <a:pt x="7709214" y="342606"/>
                  <a:pt x="7707436" y="348614"/>
                </a:cubicBezTo>
                <a:cubicBezTo>
                  <a:pt x="7703864" y="360633"/>
                  <a:pt x="7710726" y="373256"/>
                  <a:pt x="7722745" y="376830"/>
                </a:cubicBezTo>
                <a:cubicBezTo>
                  <a:pt x="7724897" y="377470"/>
                  <a:pt x="7727065" y="377773"/>
                  <a:pt x="7729199" y="377773"/>
                </a:cubicBezTo>
                <a:cubicBezTo>
                  <a:pt x="7734096" y="377773"/>
                  <a:pt x="7738804" y="376177"/>
                  <a:pt x="7742653" y="373347"/>
                </a:cubicBezTo>
                <a:close/>
                <a:moveTo>
                  <a:pt x="3615215" y="1889600"/>
                </a:moveTo>
                <a:cubicBezTo>
                  <a:pt x="3624779" y="1886987"/>
                  <a:pt x="3630418" y="1877119"/>
                  <a:pt x="3627822" y="1867554"/>
                </a:cubicBezTo>
                <a:cubicBezTo>
                  <a:pt x="3625225" y="1857990"/>
                  <a:pt x="3615339" y="1852336"/>
                  <a:pt x="3605776" y="1854950"/>
                </a:cubicBezTo>
                <a:cubicBezTo>
                  <a:pt x="3596211" y="1857545"/>
                  <a:pt x="3590573" y="1867413"/>
                  <a:pt x="3593169" y="1876978"/>
                </a:cubicBezTo>
                <a:cubicBezTo>
                  <a:pt x="3595339" y="1884978"/>
                  <a:pt x="3602593" y="1890222"/>
                  <a:pt x="3610488" y="1890223"/>
                </a:cubicBezTo>
                <a:cubicBezTo>
                  <a:pt x="3612050" y="1890223"/>
                  <a:pt x="3613634" y="1890027"/>
                  <a:pt x="3615215" y="1889600"/>
                </a:cubicBezTo>
                <a:close/>
                <a:moveTo>
                  <a:pt x="6133025" y="966555"/>
                </a:moveTo>
                <a:cubicBezTo>
                  <a:pt x="6143462" y="961738"/>
                  <a:pt x="6148014" y="949381"/>
                  <a:pt x="6143178" y="938946"/>
                </a:cubicBezTo>
                <a:cubicBezTo>
                  <a:pt x="6140769" y="933727"/>
                  <a:pt x="6136476" y="929985"/>
                  <a:pt x="6131479" y="928149"/>
                </a:cubicBezTo>
                <a:cubicBezTo>
                  <a:pt x="6126483" y="926314"/>
                  <a:pt x="6120786" y="926384"/>
                  <a:pt x="6115567" y="928793"/>
                </a:cubicBezTo>
                <a:cubicBezTo>
                  <a:pt x="6105148" y="933611"/>
                  <a:pt x="6100597" y="945985"/>
                  <a:pt x="6105432" y="956404"/>
                </a:cubicBezTo>
                <a:cubicBezTo>
                  <a:pt x="6108935" y="964013"/>
                  <a:pt x="6116456" y="968476"/>
                  <a:pt x="6124314" y="968476"/>
                </a:cubicBezTo>
                <a:cubicBezTo>
                  <a:pt x="6127230" y="968476"/>
                  <a:pt x="6130199" y="967871"/>
                  <a:pt x="6133025" y="966555"/>
                </a:cubicBezTo>
                <a:close/>
                <a:moveTo>
                  <a:pt x="4653967" y="1509684"/>
                </a:moveTo>
                <a:cubicBezTo>
                  <a:pt x="4664758" y="1507710"/>
                  <a:pt x="4671889" y="1497345"/>
                  <a:pt x="4669896" y="1486571"/>
                </a:cubicBezTo>
                <a:cubicBezTo>
                  <a:pt x="4667923" y="1475779"/>
                  <a:pt x="4657561" y="1468650"/>
                  <a:pt x="4646785" y="1470641"/>
                </a:cubicBezTo>
                <a:cubicBezTo>
                  <a:pt x="4635995" y="1472615"/>
                  <a:pt x="4628864" y="1482962"/>
                  <a:pt x="4630855" y="1493753"/>
                </a:cubicBezTo>
                <a:cubicBezTo>
                  <a:pt x="4632615" y="1503319"/>
                  <a:pt x="4640955" y="1510022"/>
                  <a:pt x="4650358" y="1510021"/>
                </a:cubicBezTo>
                <a:cubicBezTo>
                  <a:pt x="4651549" y="1510022"/>
                  <a:pt x="4652760" y="1509915"/>
                  <a:pt x="4653967" y="1509684"/>
                </a:cubicBezTo>
                <a:close/>
                <a:moveTo>
                  <a:pt x="3101139" y="2081559"/>
                </a:moveTo>
                <a:cubicBezTo>
                  <a:pt x="3110331" y="2079604"/>
                  <a:pt x="3116180" y="2070554"/>
                  <a:pt x="3114224" y="2061380"/>
                </a:cubicBezTo>
                <a:cubicBezTo>
                  <a:pt x="3112269" y="2052189"/>
                  <a:pt x="3103238" y="2046321"/>
                  <a:pt x="3094045" y="2048277"/>
                </a:cubicBezTo>
                <a:cubicBezTo>
                  <a:pt x="3084855" y="2050250"/>
                  <a:pt x="3079004" y="2059283"/>
                  <a:pt x="3080960" y="2068456"/>
                </a:cubicBezTo>
                <a:cubicBezTo>
                  <a:pt x="3082668" y="2076456"/>
                  <a:pt x="3089726" y="2081933"/>
                  <a:pt x="3097584" y="2081932"/>
                </a:cubicBezTo>
                <a:cubicBezTo>
                  <a:pt x="3098758" y="2081933"/>
                  <a:pt x="3099947" y="2081808"/>
                  <a:pt x="3101139" y="2081559"/>
                </a:cubicBezTo>
                <a:close/>
                <a:moveTo>
                  <a:pt x="7503940" y="468142"/>
                </a:moveTo>
                <a:cubicBezTo>
                  <a:pt x="7514625" y="468141"/>
                  <a:pt x="7523940" y="460266"/>
                  <a:pt x="7525452" y="449385"/>
                </a:cubicBezTo>
                <a:cubicBezTo>
                  <a:pt x="7527106" y="437491"/>
                  <a:pt x="7518803" y="426503"/>
                  <a:pt x="7506909" y="424850"/>
                </a:cubicBezTo>
                <a:cubicBezTo>
                  <a:pt x="7494997" y="423197"/>
                  <a:pt x="7484009" y="431500"/>
                  <a:pt x="7482374" y="443411"/>
                </a:cubicBezTo>
                <a:cubicBezTo>
                  <a:pt x="7480721" y="455305"/>
                  <a:pt x="7489023" y="466293"/>
                  <a:pt x="7500918" y="467928"/>
                </a:cubicBezTo>
                <a:cubicBezTo>
                  <a:pt x="7501930" y="468071"/>
                  <a:pt x="7502945" y="468141"/>
                  <a:pt x="7503940" y="468142"/>
                </a:cubicBezTo>
                <a:close/>
                <a:moveTo>
                  <a:pt x="4228625" y="1670191"/>
                </a:moveTo>
                <a:cubicBezTo>
                  <a:pt x="4238778" y="1667773"/>
                  <a:pt x="4245054" y="1657586"/>
                  <a:pt x="4242633" y="1647416"/>
                </a:cubicBezTo>
                <a:cubicBezTo>
                  <a:pt x="4240215" y="1637264"/>
                  <a:pt x="4230012" y="1630988"/>
                  <a:pt x="4219859" y="1633406"/>
                </a:cubicBezTo>
                <a:cubicBezTo>
                  <a:pt x="4209689" y="1635842"/>
                  <a:pt x="4203433" y="1646029"/>
                  <a:pt x="4205848" y="1656200"/>
                </a:cubicBezTo>
                <a:cubicBezTo>
                  <a:pt x="4207911" y="1664875"/>
                  <a:pt x="4215664" y="1670707"/>
                  <a:pt x="4224215" y="1670706"/>
                </a:cubicBezTo>
                <a:cubicBezTo>
                  <a:pt x="4225674" y="1670707"/>
                  <a:pt x="4227147" y="1670547"/>
                  <a:pt x="4228625" y="1670191"/>
                </a:cubicBezTo>
                <a:close/>
                <a:moveTo>
                  <a:pt x="577634" y="3010454"/>
                </a:moveTo>
                <a:cubicBezTo>
                  <a:pt x="578931" y="3010454"/>
                  <a:pt x="580211" y="3009938"/>
                  <a:pt x="581136" y="3008889"/>
                </a:cubicBezTo>
                <a:cubicBezTo>
                  <a:pt x="582860" y="3006969"/>
                  <a:pt x="582683" y="3004000"/>
                  <a:pt x="580762" y="3002276"/>
                </a:cubicBezTo>
                <a:cubicBezTo>
                  <a:pt x="578824" y="3000569"/>
                  <a:pt x="575855" y="3000747"/>
                  <a:pt x="574149" y="3002667"/>
                </a:cubicBezTo>
                <a:cubicBezTo>
                  <a:pt x="572425" y="3004605"/>
                  <a:pt x="572602" y="3007556"/>
                  <a:pt x="574522" y="3009280"/>
                </a:cubicBezTo>
                <a:cubicBezTo>
                  <a:pt x="575429" y="3010081"/>
                  <a:pt x="576531" y="3010454"/>
                  <a:pt x="577634" y="3010454"/>
                </a:cubicBezTo>
                <a:close/>
                <a:moveTo>
                  <a:pt x="5181771" y="1321832"/>
                </a:moveTo>
                <a:cubicBezTo>
                  <a:pt x="5192952" y="1319183"/>
                  <a:pt x="5199851" y="1307964"/>
                  <a:pt x="5197200" y="1296799"/>
                </a:cubicBezTo>
                <a:cubicBezTo>
                  <a:pt x="5194553" y="1285616"/>
                  <a:pt x="5183335" y="1278700"/>
                  <a:pt x="5172150" y="1281367"/>
                </a:cubicBezTo>
                <a:cubicBezTo>
                  <a:pt x="5160988" y="1284016"/>
                  <a:pt x="5154072" y="1295216"/>
                  <a:pt x="5156720" y="1306399"/>
                </a:cubicBezTo>
                <a:cubicBezTo>
                  <a:pt x="5158994" y="1315965"/>
                  <a:pt x="5167528" y="1322401"/>
                  <a:pt x="5176952" y="1322400"/>
                </a:cubicBezTo>
                <a:cubicBezTo>
                  <a:pt x="5178533" y="1322400"/>
                  <a:pt x="5180152" y="1322222"/>
                  <a:pt x="5181771" y="1321832"/>
                </a:cubicBezTo>
                <a:close/>
                <a:moveTo>
                  <a:pt x="6040842" y="1008870"/>
                </a:moveTo>
                <a:cubicBezTo>
                  <a:pt x="6051296" y="1004123"/>
                  <a:pt x="6055919" y="991784"/>
                  <a:pt x="6051154" y="981330"/>
                </a:cubicBezTo>
                <a:cubicBezTo>
                  <a:pt x="6048781" y="976103"/>
                  <a:pt x="6044510" y="972334"/>
                  <a:pt x="6039525" y="970467"/>
                </a:cubicBezTo>
                <a:cubicBezTo>
                  <a:pt x="6034540" y="968600"/>
                  <a:pt x="6028842" y="968635"/>
                  <a:pt x="6023614" y="971018"/>
                </a:cubicBezTo>
                <a:cubicBezTo>
                  <a:pt x="6013142" y="975765"/>
                  <a:pt x="6008538" y="988104"/>
                  <a:pt x="6013303" y="998558"/>
                </a:cubicBezTo>
                <a:cubicBezTo>
                  <a:pt x="6016788" y="1006220"/>
                  <a:pt x="6024344" y="1010754"/>
                  <a:pt x="6032237" y="1010754"/>
                </a:cubicBezTo>
                <a:cubicBezTo>
                  <a:pt x="6035118" y="1010754"/>
                  <a:pt x="6038050" y="1010150"/>
                  <a:pt x="6040842" y="1008870"/>
                </a:cubicBezTo>
                <a:close/>
                <a:moveTo>
                  <a:pt x="3711258" y="1863537"/>
                </a:moveTo>
                <a:cubicBezTo>
                  <a:pt x="3720822" y="1860959"/>
                  <a:pt x="3726494" y="1851091"/>
                  <a:pt x="3723916" y="1841526"/>
                </a:cubicBezTo>
                <a:cubicBezTo>
                  <a:pt x="3721319" y="1831944"/>
                  <a:pt x="3711471" y="1826272"/>
                  <a:pt x="3701887" y="1828867"/>
                </a:cubicBezTo>
                <a:cubicBezTo>
                  <a:pt x="3692325" y="1831446"/>
                  <a:pt x="3686652" y="1841313"/>
                  <a:pt x="3689247" y="1850896"/>
                </a:cubicBezTo>
                <a:cubicBezTo>
                  <a:pt x="3691399" y="1858897"/>
                  <a:pt x="3698652" y="1864159"/>
                  <a:pt x="3706564" y="1864159"/>
                </a:cubicBezTo>
                <a:cubicBezTo>
                  <a:pt x="3708109" y="1864160"/>
                  <a:pt x="3709691" y="1863963"/>
                  <a:pt x="3711258" y="1863537"/>
                </a:cubicBezTo>
                <a:close/>
                <a:moveTo>
                  <a:pt x="2456031" y="2324401"/>
                </a:moveTo>
                <a:cubicBezTo>
                  <a:pt x="2464370" y="2324099"/>
                  <a:pt x="2470877" y="2317077"/>
                  <a:pt x="2470556" y="2308738"/>
                </a:cubicBezTo>
                <a:cubicBezTo>
                  <a:pt x="2470236" y="2300400"/>
                  <a:pt x="2463232" y="2293893"/>
                  <a:pt x="2454894" y="2294195"/>
                </a:cubicBezTo>
                <a:cubicBezTo>
                  <a:pt x="2446555" y="2294515"/>
                  <a:pt x="2440049" y="2301538"/>
                  <a:pt x="2440351" y="2309876"/>
                </a:cubicBezTo>
                <a:cubicBezTo>
                  <a:pt x="2440671" y="2318018"/>
                  <a:pt x="2447356" y="2324419"/>
                  <a:pt x="2455444" y="2324419"/>
                </a:cubicBezTo>
                <a:cubicBezTo>
                  <a:pt x="2455640" y="2324419"/>
                  <a:pt x="2455836" y="2324419"/>
                  <a:pt x="2456031" y="2324401"/>
                </a:cubicBezTo>
                <a:close/>
                <a:moveTo>
                  <a:pt x="138725" y="3177202"/>
                </a:moveTo>
                <a:cubicBezTo>
                  <a:pt x="138973" y="3177202"/>
                  <a:pt x="139223" y="3177095"/>
                  <a:pt x="139400" y="3176883"/>
                </a:cubicBezTo>
                <a:cubicBezTo>
                  <a:pt x="139721" y="3176527"/>
                  <a:pt x="139685" y="3175958"/>
                  <a:pt x="139311" y="3175638"/>
                </a:cubicBezTo>
                <a:cubicBezTo>
                  <a:pt x="138956" y="3175317"/>
                  <a:pt x="138387" y="3175353"/>
                  <a:pt x="138067" y="3175726"/>
                </a:cubicBezTo>
                <a:cubicBezTo>
                  <a:pt x="137747" y="3176082"/>
                  <a:pt x="137782" y="3176651"/>
                  <a:pt x="138156" y="3176971"/>
                </a:cubicBezTo>
                <a:cubicBezTo>
                  <a:pt x="138316" y="3177113"/>
                  <a:pt x="138529" y="3177202"/>
                  <a:pt x="138725" y="3177202"/>
                </a:cubicBezTo>
                <a:close/>
                <a:moveTo>
                  <a:pt x="7958102" y="309945"/>
                </a:moveTo>
                <a:cubicBezTo>
                  <a:pt x="7961933" y="307439"/>
                  <a:pt x="7965080" y="303794"/>
                  <a:pt x="7966973" y="299242"/>
                </a:cubicBezTo>
                <a:cubicBezTo>
                  <a:pt x="7971987" y="287188"/>
                  <a:pt x="7966262" y="273339"/>
                  <a:pt x="7954208" y="268343"/>
                </a:cubicBezTo>
                <a:cubicBezTo>
                  <a:pt x="7948173" y="265837"/>
                  <a:pt x="7941696" y="266014"/>
                  <a:pt x="7936102" y="268326"/>
                </a:cubicBezTo>
                <a:cubicBezTo>
                  <a:pt x="7930509" y="270637"/>
                  <a:pt x="7925797" y="275081"/>
                  <a:pt x="7923290" y="281109"/>
                </a:cubicBezTo>
                <a:cubicBezTo>
                  <a:pt x="7918277" y="293162"/>
                  <a:pt x="7924001" y="307012"/>
                  <a:pt x="7936072" y="312008"/>
                </a:cubicBezTo>
                <a:cubicBezTo>
                  <a:pt x="7939024" y="313253"/>
                  <a:pt x="7942100" y="313822"/>
                  <a:pt x="7945123" y="313821"/>
                </a:cubicBezTo>
                <a:cubicBezTo>
                  <a:pt x="7949755" y="313821"/>
                  <a:pt x="7954271" y="312452"/>
                  <a:pt x="7958102" y="309945"/>
                </a:cubicBezTo>
                <a:close/>
                <a:moveTo>
                  <a:pt x="2778985" y="2212199"/>
                </a:moveTo>
                <a:cubicBezTo>
                  <a:pt x="2787767" y="2210972"/>
                  <a:pt x="2793902" y="2202865"/>
                  <a:pt x="2792692" y="2194081"/>
                </a:cubicBezTo>
                <a:cubicBezTo>
                  <a:pt x="2791483" y="2185299"/>
                  <a:pt x="2783358" y="2179166"/>
                  <a:pt x="2774575" y="2180374"/>
                </a:cubicBezTo>
                <a:cubicBezTo>
                  <a:pt x="2765793" y="2181584"/>
                  <a:pt x="2759659" y="2189691"/>
                  <a:pt x="2760868" y="2198491"/>
                </a:cubicBezTo>
                <a:cubicBezTo>
                  <a:pt x="2761989" y="2206528"/>
                  <a:pt x="2768869" y="2212341"/>
                  <a:pt x="2776762" y="2212341"/>
                </a:cubicBezTo>
                <a:cubicBezTo>
                  <a:pt x="2777491" y="2212341"/>
                  <a:pt x="2778238" y="2212305"/>
                  <a:pt x="2778985" y="2212199"/>
                </a:cubicBezTo>
                <a:close/>
                <a:moveTo>
                  <a:pt x="953125" y="2882020"/>
                </a:moveTo>
                <a:cubicBezTo>
                  <a:pt x="955490" y="2882019"/>
                  <a:pt x="957818" y="2880899"/>
                  <a:pt x="959276" y="2878819"/>
                </a:cubicBezTo>
                <a:cubicBezTo>
                  <a:pt x="961677" y="2875423"/>
                  <a:pt x="960859" y="2870730"/>
                  <a:pt x="957463" y="2868329"/>
                </a:cubicBezTo>
                <a:cubicBezTo>
                  <a:pt x="954049" y="2865929"/>
                  <a:pt x="949373" y="2866747"/>
                  <a:pt x="946974" y="2870161"/>
                </a:cubicBezTo>
                <a:cubicBezTo>
                  <a:pt x="944573" y="2873556"/>
                  <a:pt x="945391" y="2878251"/>
                  <a:pt x="948805" y="2880651"/>
                </a:cubicBezTo>
                <a:cubicBezTo>
                  <a:pt x="950121" y="2881575"/>
                  <a:pt x="951631" y="2882019"/>
                  <a:pt x="953125" y="2882020"/>
                </a:cubicBezTo>
                <a:close/>
                <a:moveTo>
                  <a:pt x="7173554" y="600346"/>
                </a:moveTo>
                <a:cubicBezTo>
                  <a:pt x="7184968" y="599102"/>
                  <a:pt x="7193217" y="588807"/>
                  <a:pt x="7191954" y="577393"/>
                </a:cubicBezTo>
                <a:cubicBezTo>
                  <a:pt x="7190692" y="565980"/>
                  <a:pt x="7180416" y="557748"/>
                  <a:pt x="7169003" y="558992"/>
                </a:cubicBezTo>
                <a:cubicBezTo>
                  <a:pt x="7157588" y="560255"/>
                  <a:pt x="7149339" y="570531"/>
                  <a:pt x="7150602" y="581962"/>
                </a:cubicBezTo>
                <a:cubicBezTo>
                  <a:pt x="7151775" y="592595"/>
                  <a:pt x="7160789" y="600488"/>
                  <a:pt x="7171261" y="600488"/>
                </a:cubicBezTo>
                <a:cubicBezTo>
                  <a:pt x="7172025" y="600488"/>
                  <a:pt x="7172790" y="600434"/>
                  <a:pt x="7173554" y="600346"/>
                </a:cubicBezTo>
                <a:close/>
                <a:moveTo>
                  <a:pt x="5948303" y="1050543"/>
                </a:moveTo>
                <a:cubicBezTo>
                  <a:pt x="5958793" y="1045868"/>
                  <a:pt x="5963522" y="1033583"/>
                  <a:pt x="5958863" y="1023093"/>
                </a:cubicBezTo>
                <a:cubicBezTo>
                  <a:pt x="5956526" y="1017839"/>
                  <a:pt x="5952281" y="1014030"/>
                  <a:pt x="5947309" y="1012119"/>
                </a:cubicBezTo>
                <a:cubicBezTo>
                  <a:pt x="5942338" y="1010208"/>
                  <a:pt x="5936641" y="1010194"/>
                  <a:pt x="5931396" y="1012532"/>
                </a:cubicBezTo>
                <a:cubicBezTo>
                  <a:pt x="5920905" y="1017207"/>
                  <a:pt x="5916176" y="1029493"/>
                  <a:pt x="5920852" y="1040001"/>
                </a:cubicBezTo>
                <a:cubicBezTo>
                  <a:pt x="5924284" y="1047753"/>
                  <a:pt x="5931894" y="1052339"/>
                  <a:pt x="5939858" y="1052339"/>
                </a:cubicBezTo>
                <a:cubicBezTo>
                  <a:pt x="5942685" y="1052339"/>
                  <a:pt x="5945564" y="1051770"/>
                  <a:pt x="5948303" y="1050543"/>
                </a:cubicBezTo>
                <a:close/>
                <a:moveTo>
                  <a:pt x="3198034" y="2059745"/>
                </a:moveTo>
                <a:cubicBezTo>
                  <a:pt x="3207173" y="2057576"/>
                  <a:pt x="3212826" y="2048420"/>
                  <a:pt x="3210676" y="2039281"/>
                </a:cubicBezTo>
                <a:cubicBezTo>
                  <a:pt x="3208506" y="2030143"/>
                  <a:pt x="3199351" y="2024471"/>
                  <a:pt x="3190211" y="2026640"/>
                </a:cubicBezTo>
                <a:cubicBezTo>
                  <a:pt x="3181074" y="2028791"/>
                  <a:pt x="3175403" y="2037965"/>
                  <a:pt x="3177572" y="2047104"/>
                </a:cubicBezTo>
                <a:cubicBezTo>
                  <a:pt x="3179419" y="2054926"/>
                  <a:pt x="3186389" y="2060208"/>
                  <a:pt x="3194105" y="2060207"/>
                </a:cubicBezTo>
                <a:cubicBezTo>
                  <a:pt x="3195403" y="2060207"/>
                  <a:pt x="3196718" y="2060046"/>
                  <a:pt x="3198034" y="2059745"/>
                </a:cubicBezTo>
                <a:close/>
                <a:moveTo>
                  <a:pt x="5280549" y="1297208"/>
                </a:moveTo>
                <a:cubicBezTo>
                  <a:pt x="5291662" y="1294292"/>
                  <a:pt x="5298294" y="1282931"/>
                  <a:pt x="5295393" y="1271820"/>
                </a:cubicBezTo>
                <a:cubicBezTo>
                  <a:pt x="5292479" y="1260708"/>
                  <a:pt x="5281100" y="1254058"/>
                  <a:pt x="5269988" y="1256974"/>
                </a:cubicBezTo>
                <a:cubicBezTo>
                  <a:pt x="5258875" y="1259890"/>
                  <a:pt x="5252227" y="1271250"/>
                  <a:pt x="5255141" y="1282363"/>
                </a:cubicBezTo>
                <a:cubicBezTo>
                  <a:pt x="5257596" y="1291714"/>
                  <a:pt x="5266024" y="1297901"/>
                  <a:pt x="5275253" y="1297901"/>
                </a:cubicBezTo>
                <a:cubicBezTo>
                  <a:pt x="5276993" y="1297901"/>
                  <a:pt x="5278772" y="1297670"/>
                  <a:pt x="5280549" y="1297208"/>
                </a:cubicBezTo>
                <a:close/>
                <a:moveTo>
                  <a:pt x="3807352" y="1837757"/>
                </a:moveTo>
                <a:cubicBezTo>
                  <a:pt x="3816935" y="1835215"/>
                  <a:pt x="3822642" y="1825383"/>
                  <a:pt x="3820099" y="1815800"/>
                </a:cubicBezTo>
                <a:cubicBezTo>
                  <a:pt x="3817559" y="1806217"/>
                  <a:pt x="3807708" y="1800510"/>
                  <a:pt x="3798125" y="1803053"/>
                </a:cubicBezTo>
                <a:cubicBezTo>
                  <a:pt x="3788543" y="1805595"/>
                  <a:pt x="3782855" y="1815445"/>
                  <a:pt x="3785396" y="1825028"/>
                </a:cubicBezTo>
                <a:cubicBezTo>
                  <a:pt x="3787531" y="1833064"/>
                  <a:pt x="3794801" y="1838379"/>
                  <a:pt x="3802730" y="1838380"/>
                </a:cubicBezTo>
                <a:cubicBezTo>
                  <a:pt x="3804260" y="1838379"/>
                  <a:pt x="3805805" y="1838166"/>
                  <a:pt x="3807352" y="1837757"/>
                </a:cubicBezTo>
                <a:close/>
                <a:moveTo>
                  <a:pt x="4325965" y="1647701"/>
                </a:moveTo>
                <a:cubicBezTo>
                  <a:pt x="4336152" y="1645407"/>
                  <a:pt x="4342552" y="1635309"/>
                  <a:pt x="4340277" y="1625121"/>
                </a:cubicBezTo>
                <a:cubicBezTo>
                  <a:pt x="4338001" y="1614935"/>
                  <a:pt x="4327901" y="1608516"/>
                  <a:pt x="4317714" y="1610792"/>
                </a:cubicBezTo>
                <a:cubicBezTo>
                  <a:pt x="4307529" y="1613067"/>
                  <a:pt x="4301111" y="1623166"/>
                  <a:pt x="4303387" y="1633371"/>
                </a:cubicBezTo>
                <a:cubicBezTo>
                  <a:pt x="4305340" y="1642171"/>
                  <a:pt x="4313147" y="1648146"/>
                  <a:pt x="4321822" y="1648145"/>
                </a:cubicBezTo>
                <a:cubicBezTo>
                  <a:pt x="4323175" y="1648145"/>
                  <a:pt x="4324559" y="1648002"/>
                  <a:pt x="4325965" y="1647701"/>
                </a:cubicBezTo>
                <a:close/>
                <a:moveTo>
                  <a:pt x="4752871" y="1492545"/>
                </a:moveTo>
                <a:cubicBezTo>
                  <a:pt x="4763699" y="1490749"/>
                  <a:pt x="4771005" y="1480526"/>
                  <a:pt x="4769229" y="1469717"/>
                </a:cubicBezTo>
                <a:cubicBezTo>
                  <a:pt x="4767432" y="1458889"/>
                  <a:pt x="4757208" y="1451582"/>
                  <a:pt x="4746382" y="1453378"/>
                </a:cubicBezTo>
                <a:cubicBezTo>
                  <a:pt x="4735572" y="1455156"/>
                  <a:pt x="4728250" y="1465397"/>
                  <a:pt x="4730043" y="1476206"/>
                </a:cubicBezTo>
                <a:cubicBezTo>
                  <a:pt x="4731662" y="1485931"/>
                  <a:pt x="4740070" y="1492811"/>
                  <a:pt x="4749601" y="1492811"/>
                </a:cubicBezTo>
                <a:cubicBezTo>
                  <a:pt x="4750686" y="1492812"/>
                  <a:pt x="4751784" y="1492723"/>
                  <a:pt x="4752871" y="1492545"/>
                </a:cubicBezTo>
                <a:close/>
                <a:moveTo>
                  <a:pt x="1577486" y="2657721"/>
                </a:moveTo>
                <a:cubicBezTo>
                  <a:pt x="1582393" y="2657720"/>
                  <a:pt x="1586909" y="2654502"/>
                  <a:pt x="1588348" y="2649559"/>
                </a:cubicBezTo>
                <a:cubicBezTo>
                  <a:pt x="1590091" y="2643569"/>
                  <a:pt x="1586659" y="2637274"/>
                  <a:pt x="1580651" y="2635532"/>
                </a:cubicBezTo>
                <a:cubicBezTo>
                  <a:pt x="1574659" y="2633772"/>
                  <a:pt x="1568365" y="2637203"/>
                  <a:pt x="1566623" y="2643212"/>
                </a:cubicBezTo>
                <a:cubicBezTo>
                  <a:pt x="1564863" y="2649223"/>
                  <a:pt x="1568312" y="2655498"/>
                  <a:pt x="1574303" y="2657258"/>
                </a:cubicBezTo>
                <a:cubicBezTo>
                  <a:pt x="1575370" y="2657560"/>
                  <a:pt x="1576436" y="2657721"/>
                  <a:pt x="1577486" y="2657721"/>
                </a:cubicBezTo>
                <a:close/>
                <a:moveTo>
                  <a:pt x="2232782" y="2420016"/>
                </a:moveTo>
                <a:cubicBezTo>
                  <a:pt x="2240444" y="2420016"/>
                  <a:pt x="2246755" y="2413900"/>
                  <a:pt x="2246951" y="2406202"/>
                </a:cubicBezTo>
                <a:cubicBezTo>
                  <a:pt x="2247129" y="2398379"/>
                  <a:pt x="2240960" y="2391890"/>
                  <a:pt x="2233137" y="2391695"/>
                </a:cubicBezTo>
                <a:cubicBezTo>
                  <a:pt x="2225315" y="2391499"/>
                  <a:pt x="2218806" y="2397686"/>
                  <a:pt x="2218629" y="2405509"/>
                </a:cubicBezTo>
                <a:cubicBezTo>
                  <a:pt x="2218434" y="2413313"/>
                  <a:pt x="2224603" y="2419820"/>
                  <a:pt x="2232425" y="2420016"/>
                </a:cubicBezTo>
                <a:close/>
                <a:moveTo>
                  <a:pt x="5855320" y="1091310"/>
                </a:moveTo>
                <a:cubicBezTo>
                  <a:pt x="5865862" y="1086758"/>
                  <a:pt x="5870716" y="1074527"/>
                  <a:pt x="5866164" y="1063984"/>
                </a:cubicBezTo>
                <a:cubicBezTo>
                  <a:pt x="5863898" y="1058704"/>
                  <a:pt x="5859702" y="1054850"/>
                  <a:pt x="5854755" y="1052886"/>
                </a:cubicBezTo>
                <a:cubicBezTo>
                  <a:pt x="5849808" y="1050921"/>
                  <a:pt x="5844110" y="1050845"/>
                  <a:pt x="5838838" y="1053121"/>
                </a:cubicBezTo>
                <a:cubicBezTo>
                  <a:pt x="5828278" y="1057654"/>
                  <a:pt x="5823424" y="1069905"/>
                  <a:pt x="5827958" y="1080447"/>
                </a:cubicBezTo>
                <a:cubicBezTo>
                  <a:pt x="5831354" y="1088323"/>
                  <a:pt x="5839033" y="1093017"/>
                  <a:pt x="5847088" y="1093017"/>
                </a:cubicBezTo>
                <a:cubicBezTo>
                  <a:pt x="5849825" y="1093017"/>
                  <a:pt x="5852617" y="1092466"/>
                  <a:pt x="5855320" y="1091310"/>
                </a:cubicBezTo>
                <a:close/>
                <a:moveTo>
                  <a:pt x="5378830" y="1269829"/>
                </a:moveTo>
                <a:cubicBezTo>
                  <a:pt x="5389835" y="1266557"/>
                  <a:pt x="5396092" y="1254965"/>
                  <a:pt x="5392824" y="1243960"/>
                </a:cubicBezTo>
                <a:cubicBezTo>
                  <a:pt x="5389535" y="1232937"/>
                  <a:pt x="5377941" y="1226679"/>
                  <a:pt x="5366938" y="1229968"/>
                </a:cubicBezTo>
                <a:cubicBezTo>
                  <a:pt x="5355930" y="1233257"/>
                  <a:pt x="5349656" y="1244831"/>
                  <a:pt x="5352945" y="1255854"/>
                </a:cubicBezTo>
                <a:cubicBezTo>
                  <a:pt x="5355648" y="1264868"/>
                  <a:pt x="5363914" y="1270717"/>
                  <a:pt x="5372874" y="1270718"/>
                </a:cubicBezTo>
                <a:cubicBezTo>
                  <a:pt x="5374830" y="1270718"/>
                  <a:pt x="5376839" y="1270432"/>
                  <a:pt x="5378830" y="1269829"/>
                </a:cubicBezTo>
                <a:close/>
                <a:moveTo>
                  <a:pt x="3903572" y="1812494"/>
                </a:moveTo>
                <a:cubicBezTo>
                  <a:pt x="3913173" y="1810005"/>
                  <a:pt x="3918931" y="1800208"/>
                  <a:pt x="3916444" y="1790608"/>
                </a:cubicBezTo>
                <a:cubicBezTo>
                  <a:pt x="3913972" y="1781007"/>
                  <a:pt x="3904159" y="1775247"/>
                  <a:pt x="3894559" y="1777736"/>
                </a:cubicBezTo>
                <a:cubicBezTo>
                  <a:pt x="3884958" y="1780225"/>
                  <a:pt x="3879197" y="1790021"/>
                  <a:pt x="3881686" y="1799622"/>
                </a:cubicBezTo>
                <a:cubicBezTo>
                  <a:pt x="3883785" y="1807711"/>
                  <a:pt x="3891075" y="1813080"/>
                  <a:pt x="3899057" y="1813080"/>
                </a:cubicBezTo>
                <a:cubicBezTo>
                  <a:pt x="3900549" y="1813080"/>
                  <a:pt x="3902062" y="1812884"/>
                  <a:pt x="3903572" y="1812494"/>
                </a:cubicBezTo>
                <a:close/>
                <a:moveTo>
                  <a:pt x="5761731" y="1130904"/>
                </a:moveTo>
                <a:cubicBezTo>
                  <a:pt x="5772345" y="1126495"/>
                  <a:pt x="5777394" y="1114334"/>
                  <a:pt x="5772985" y="1103720"/>
                </a:cubicBezTo>
                <a:cubicBezTo>
                  <a:pt x="5770790" y="1098413"/>
                  <a:pt x="5766647" y="1094497"/>
                  <a:pt x="5761729" y="1092459"/>
                </a:cubicBezTo>
                <a:cubicBezTo>
                  <a:pt x="5756811" y="1090422"/>
                  <a:pt x="5751117" y="1090262"/>
                  <a:pt x="5745819" y="1092467"/>
                </a:cubicBezTo>
                <a:cubicBezTo>
                  <a:pt x="5735206" y="1096857"/>
                  <a:pt x="5730156" y="1109018"/>
                  <a:pt x="5734548" y="1119632"/>
                </a:cubicBezTo>
                <a:cubicBezTo>
                  <a:pt x="5737872" y="1127650"/>
                  <a:pt x="5745606" y="1132486"/>
                  <a:pt x="5753784" y="1132486"/>
                </a:cubicBezTo>
                <a:cubicBezTo>
                  <a:pt x="5756432" y="1132486"/>
                  <a:pt x="5759136" y="1131970"/>
                  <a:pt x="5761731" y="1130904"/>
                </a:cubicBezTo>
                <a:close/>
                <a:moveTo>
                  <a:pt x="3294396" y="2036063"/>
                </a:moveTo>
                <a:cubicBezTo>
                  <a:pt x="3303499" y="2033751"/>
                  <a:pt x="3308992" y="2024507"/>
                  <a:pt x="3306682" y="2015404"/>
                </a:cubicBezTo>
                <a:cubicBezTo>
                  <a:pt x="3304369" y="2006284"/>
                  <a:pt x="3295108" y="2000790"/>
                  <a:pt x="3286004" y="2003101"/>
                </a:cubicBezTo>
                <a:cubicBezTo>
                  <a:pt x="3276902" y="2005413"/>
                  <a:pt x="3271407" y="2014675"/>
                  <a:pt x="3273720" y="2023778"/>
                </a:cubicBezTo>
                <a:cubicBezTo>
                  <a:pt x="3275676" y="2031476"/>
                  <a:pt x="3282590" y="2036596"/>
                  <a:pt x="3290181" y="2036596"/>
                </a:cubicBezTo>
                <a:cubicBezTo>
                  <a:pt x="3291569" y="2036596"/>
                  <a:pt x="3292992" y="2036437"/>
                  <a:pt x="3294396" y="2036063"/>
                </a:cubicBezTo>
                <a:close/>
                <a:moveTo>
                  <a:pt x="481894" y="3068555"/>
                </a:moveTo>
                <a:cubicBezTo>
                  <a:pt x="482890" y="3068555"/>
                  <a:pt x="483903" y="3068146"/>
                  <a:pt x="484632" y="3067346"/>
                </a:cubicBezTo>
                <a:cubicBezTo>
                  <a:pt x="486037" y="3065836"/>
                  <a:pt x="485930" y="3063470"/>
                  <a:pt x="484418" y="3062066"/>
                </a:cubicBezTo>
                <a:cubicBezTo>
                  <a:pt x="482908" y="3060680"/>
                  <a:pt x="480543" y="3060769"/>
                  <a:pt x="479138" y="3062298"/>
                </a:cubicBezTo>
                <a:cubicBezTo>
                  <a:pt x="477752" y="3063808"/>
                  <a:pt x="477841" y="3066173"/>
                  <a:pt x="479352" y="3067560"/>
                </a:cubicBezTo>
                <a:cubicBezTo>
                  <a:pt x="480080" y="3068217"/>
                  <a:pt x="480987" y="3068556"/>
                  <a:pt x="481894" y="3068555"/>
                </a:cubicBezTo>
                <a:close/>
                <a:moveTo>
                  <a:pt x="2011505" y="2509249"/>
                </a:moveTo>
                <a:cubicBezTo>
                  <a:pt x="2018226" y="2509250"/>
                  <a:pt x="2023986" y="2504129"/>
                  <a:pt x="2024644" y="2497302"/>
                </a:cubicBezTo>
                <a:cubicBezTo>
                  <a:pt x="2025337" y="2490030"/>
                  <a:pt x="2020021" y="2483576"/>
                  <a:pt x="2012749" y="2482882"/>
                </a:cubicBezTo>
                <a:cubicBezTo>
                  <a:pt x="2005477" y="2482172"/>
                  <a:pt x="1999024" y="2487506"/>
                  <a:pt x="1998330" y="2494759"/>
                </a:cubicBezTo>
                <a:cubicBezTo>
                  <a:pt x="1997620" y="2502031"/>
                  <a:pt x="2002954" y="2508485"/>
                  <a:pt x="2010207" y="2509195"/>
                </a:cubicBezTo>
                <a:cubicBezTo>
                  <a:pt x="2010651" y="2509231"/>
                  <a:pt x="2011078" y="2509250"/>
                  <a:pt x="2011505" y="2509249"/>
                </a:cubicBezTo>
                <a:close/>
                <a:moveTo>
                  <a:pt x="1792503" y="2589645"/>
                </a:moveTo>
                <a:cubicBezTo>
                  <a:pt x="1798299" y="2589645"/>
                  <a:pt x="1803473" y="2585503"/>
                  <a:pt x="1804557" y="2579582"/>
                </a:cubicBezTo>
                <a:cubicBezTo>
                  <a:pt x="1805785" y="2572915"/>
                  <a:pt x="1801375" y="2566532"/>
                  <a:pt x="1794708" y="2565306"/>
                </a:cubicBezTo>
                <a:cubicBezTo>
                  <a:pt x="1788041" y="2564079"/>
                  <a:pt x="1781641" y="2568488"/>
                  <a:pt x="1780432" y="2575155"/>
                </a:cubicBezTo>
                <a:cubicBezTo>
                  <a:pt x="1779204" y="2581804"/>
                  <a:pt x="1783614" y="2588205"/>
                  <a:pt x="1790280" y="2589432"/>
                </a:cubicBezTo>
                <a:cubicBezTo>
                  <a:pt x="1791028" y="2589573"/>
                  <a:pt x="1791774" y="2589645"/>
                  <a:pt x="1792503" y="2589645"/>
                </a:cubicBezTo>
                <a:close/>
                <a:moveTo>
                  <a:pt x="5476080" y="1238964"/>
                </a:moveTo>
                <a:cubicBezTo>
                  <a:pt x="5486980" y="1235302"/>
                  <a:pt x="5492847" y="1223514"/>
                  <a:pt x="5489182" y="1212616"/>
                </a:cubicBezTo>
                <a:cubicBezTo>
                  <a:pt x="5485539" y="1201735"/>
                  <a:pt x="5473735" y="1195868"/>
                  <a:pt x="5462853" y="1199512"/>
                </a:cubicBezTo>
                <a:cubicBezTo>
                  <a:pt x="5451955" y="1203175"/>
                  <a:pt x="5446088" y="1214962"/>
                  <a:pt x="5449750" y="1225861"/>
                </a:cubicBezTo>
                <a:cubicBezTo>
                  <a:pt x="5452666" y="1234555"/>
                  <a:pt x="5460773" y="1240049"/>
                  <a:pt x="5469467" y="1240049"/>
                </a:cubicBezTo>
                <a:cubicBezTo>
                  <a:pt x="5471655" y="1240049"/>
                  <a:pt x="5473894" y="1239693"/>
                  <a:pt x="5476080" y="1238964"/>
                </a:cubicBezTo>
                <a:close/>
                <a:moveTo>
                  <a:pt x="1253642" y="2788075"/>
                </a:moveTo>
                <a:cubicBezTo>
                  <a:pt x="1257110" y="2788075"/>
                  <a:pt x="1260434" y="2786173"/>
                  <a:pt x="1262087" y="2782867"/>
                </a:cubicBezTo>
                <a:cubicBezTo>
                  <a:pt x="1264417" y="2778208"/>
                  <a:pt x="1262514" y="2772555"/>
                  <a:pt x="1257856" y="2770225"/>
                </a:cubicBezTo>
                <a:cubicBezTo>
                  <a:pt x="1253216" y="2767896"/>
                  <a:pt x="1247544" y="2769798"/>
                  <a:pt x="1245232" y="2774456"/>
                </a:cubicBezTo>
                <a:cubicBezTo>
                  <a:pt x="1242904" y="2779097"/>
                  <a:pt x="1244787" y="2784750"/>
                  <a:pt x="1249446" y="2787080"/>
                </a:cubicBezTo>
                <a:cubicBezTo>
                  <a:pt x="1250799" y="2787755"/>
                  <a:pt x="1252238" y="2788075"/>
                  <a:pt x="1253642" y="2788075"/>
                </a:cubicBezTo>
                <a:close/>
                <a:moveTo>
                  <a:pt x="5667398" y="1168968"/>
                </a:moveTo>
                <a:cubicBezTo>
                  <a:pt x="5678101" y="1164773"/>
                  <a:pt x="5683364" y="1152701"/>
                  <a:pt x="5679167" y="1142016"/>
                </a:cubicBezTo>
                <a:cubicBezTo>
                  <a:pt x="5674955" y="1131313"/>
                  <a:pt x="5662885" y="1126050"/>
                  <a:pt x="5652197" y="1130264"/>
                </a:cubicBezTo>
                <a:cubicBezTo>
                  <a:pt x="5641494" y="1134460"/>
                  <a:pt x="5636233" y="1146532"/>
                  <a:pt x="5640446" y="1157217"/>
                </a:cubicBezTo>
                <a:cubicBezTo>
                  <a:pt x="5643663" y="1165413"/>
                  <a:pt x="5651506" y="1170426"/>
                  <a:pt x="5659806" y="1170426"/>
                </a:cubicBezTo>
                <a:cubicBezTo>
                  <a:pt x="5662331" y="1170426"/>
                  <a:pt x="5664909" y="1169964"/>
                  <a:pt x="5667398" y="1168968"/>
                </a:cubicBezTo>
                <a:close/>
                <a:moveTo>
                  <a:pt x="5572212" y="1205148"/>
                </a:moveTo>
                <a:cubicBezTo>
                  <a:pt x="5583006" y="1201201"/>
                  <a:pt x="5588534" y="1189254"/>
                  <a:pt x="5584586" y="1178462"/>
                </a:cubicBezTo>
                <a:cubicBezTo>
                  <a:pt x="5580622" y="1167671"/>
                  <a:pt x="5568672" y="1162141"/>
                  <a:pt x="5557900" y="1166088"/>
                </a:cubicBezTo>
                <a:cubicBezTo>
                  <a:pt x="5547128" y="1170053"/>
                  <a:pt x="5541579" y="1182000"/>
                  <a:pt x="5545546" y="1192775"/>
                </a:cubicBezTo>
                <a:lnTo>
                  <a:pt x="5545525" y="1192775"/>
                </a:lnTo>
                <a:cubicBezTo>
                  <a:pt x="5548618" y="1201201"/>
                  <a:pt x="5556587" y="1206428"/>
                  <a:pt x="5565067" y="1206428"/>
                </a:cubicBezTo>
                <a:cubicBezTo>
                  <a:pt x="5567430" y="1206428"/>
                  <a:pt x="5569864" y="1206020"/>
                  <a:pt x="5572212" y="1205148"/>
                </a:cubicBezTo>
                <a:close/>
                <a:moveTo>
                  <a:pt x="4423569" y="1626757"/>
                </a:moveTo>
                <a:cubicBezTo>
                  <a:pt x="4433792" y="1624677"/>
                  <a:pt x="4440388" y="1614685"/>
                  <a:pt x="4438293" y="1604463"/>
                </a:cubicBezTo>
                <a:cubicBezTo>
                  <a:pt x="4436193" y="1594222"/>
                  <a:pt x="4426220" y="1587626"/>
                  <a:pt x="4415979" y="1589724"/>
                </a:cubicBezTo>
                <a:cubicBezTo>
                  <a:pt x="4405757" y="1591821"/>
                  <a:pt x="4399160" y="1601795"/>
                  <a:pt x="4401257" y="1612036"/>
                </a:cubicBezTo>
                <a:cubicBezTo>
                  <a:pt x="4403087" y="1620979"/>
                  <a:pt x="4410962" y="1627148"/>
                  <a:pt x="4419747" y="1627148"/>
                </a:cubicBezTo>
                <a:cubicBezTo>
                  <a:pt x="4421008" y="1627148"/>
                  <a:pt x="4422290" y="1627024"/>
                  <a:pt x="4423569" y="1626757"/>
                </a:cubicBezTo>
                <a:close/>
                <a:moveTo>
                  <a:pt x="2876733" y="2196785"/>
                </a:moveTo>
                <a:cubicBezTo>
                  <a:pt x="2885464" y="2195256"/>
                  <a:pt x="2891312" y="2186917"/>
                  <a:pt x="2889766" y="2178187"/>
                </a:cubicBezTo>
                <a:cubicBezTo>
                  <a:pt x="2888219" y="2169458"/>
                  <a:pt x="2879898" y="2163609"/>
                  <a:pt x="2871151" y="2165156"/>
                </a:cubicBezTo>
                <a:cubicBezTo>
                  <a:pt x="2862404" y="2166685"/>
                  <a:pt x="2856572" y="2175023"/>
                  <a:pt x="2858119" y="2183753"/>
                </a:cubicBezTo>
                <a:lnTo>
                  <a:pt x="2858137" y="2183753"/>
                </a:lnTo>
                <a:cubicBezTo>
                  <a:pt x="2859505" y="2191540"/>
                  <a:pt x="2866279" y="2197034"/>
                  <a:pt x="2873924" y="2197034"/>
                </a:cubicBezTo>
                <a:cubicBezTo>
                  <a:pt x="2874849" y="2197034"/>
                  <a:pt x="2875791" y="2196945"/>
                  <a:pt x="2876733" y="2196785"/>
                </a:cubicBezTo>
                <a:close/>
                <a:moveTo>
                  <a:pt x="3390314" y="2011031"/>
                </a:moveTo>
                <a:cubicBezTo>
                  <a:pt x="3399398" y="2008595"/>
                  <a:pt x="3404785" y="1999279"/>
                  <a:pt x="3402368" y="1990211"/>
                </a:cubicBezTo>
                <a:cubicBezTo>
                  <a:pt x="3399931" y="1981126"/>
                  <a:pt x="3390615" y="1975739"/>
                  <a:pt x="3381531" y="1978157"/>
                </a:cubicBezTo>
                <a:cubicBezTo>
                  <a:pt x="3372465" y="1980575"/>
                  <a:pt x="3367076" y="1989909"/>
                  <a:pt x="3369494" y="1998977"/>
                </a:cubicBezTo>
                <a:cubicBezTo>
                  <a:pt x="3371520" y="2006586"/>
                  <a:pt x="3378401" y="2011599"/>
                  <a:pt x="3385921" y="2011599"/>
                </a:cubicBezTo>
                <a:cubicBezTo>
                  <a:pt x="3387380" y="2011599"/>
                  <a:pt x="3388855" y="2011422"/>
                  <a:pt x="3390314" y="2011031"/>
                </a:cubicBezTo>
                <a:close/>
                <a:moveTo>
                  <a:pt x="3999933" y="1787958"/>
                </a:moveTo>
                <a:cubicBezTo>
                  <a:pt x="4009569" y="1785559"/>
                  <a:pt x="4015419" y="1775815"/>
                  <a:pt x="4013020" y="1766197"/>
                </a:cubicBezTo>
                <a:cubicBezTo>
                  <a:pt x="4010619" y="1756561"/>
                  <a:pt x="4000857" y="1750711"/>
                  <a:pt x="3991240" y="1753112"/>
                </a:cubicBezTo>
                <a:cubicBezTo>
                  <a:pt x="3981623" y="1755512"/>
                  <a:pt x="3975774" y="1765273"/>
                  <a:pt x="3978173" y="1774891"/>
                </a:cubicBezTo>
                <a:cubicBezTo>
                  <a:pt x="3980198" y="1783051"/>
                  <a:pt x="3987521" y="1788492"/>
                  <a:pt x="3995577" y="1788491"/>
                </a:cubicBezTo>
                <a:cubicBezTo>
                  <a:pt x="3997019" y="1788492"/>
                  <a:pt x="3998475" y="1788332"/>
                  <a:pt x="3999933" y="1787958"/>
                </a:cubicBezTo>
                <a:close/>
                <a:moveTo>
                  <a:pt x="2554295" y="2318588"/>
                </a:moveTo>
                <a:cubicBezTo>
                  <a:pt x="2562598" y="2317913"/>
                  <a:pt x="2568803" y="2310622"/>
                  <a:pt x="2568127" y="2302302"/>
                </a:cubicBezTo>
                <a:cubicBezTo>
                  <a:pt x="2567452" y="2293982"/>
                  <a:pt x="2560163" y="2287777"/>
                  <a:pt x="2551841" y="2288470"/>
                </a:cubicBezTo>
                <a:cubicBezTo>
                  <a:pt x="2543522" y="2289128"/>
                  <a:pt x="2537317" y="2296435"/>
                  <a:pt x="2537991" y="2304756"/>
                </a:cubicBezTo>
                <a:cubicBezTo>
                  <a:pt x="2538632" y="2312650"/>
                  <a:pt x="2545246" y="2318641"/>
                  <a:pt x="2553051" y="2318641"/>
                </a:cubicBezTo>
                <a:cubicBezTo>
                  <a:pt x="2553460" y="2318641"/>
                  <a:pt x="2553869" y="2318623"/>
                  <a:pt x="2554295" y="2318588"/>
                </a:cubicBezTo>
                <a:close/>
                <a:moveTo>
                  <a:pt x="4852148" y="1476650"/>
                </a:moveTo>
                <a:cubicBezTo>
                  <a:pt x="4862978" y="1474961"/>
                  <a:pt x="4870388" y="1464828"/>
                  <a:pt x="4868719" y="1453982"/>
                </a:cubicBezTo>
                <a:cubicBezTo>
                  <a:pt x="4867030" y="1443155"/>
                  <a:pt x="4856877" y="1435742"/>
                  <a:pt x="4846034" y="1437431"/>
                </a:cubicBezTo>
                <a:cubicBezTo>
                  <a:pt x="4835204" y="1439119"/>
                  <a:pt x="4827792" y="1449271"/>
                  <a:pt x="4829479" y="1460099"/>
                </a:cubicBezTo>
                <a:cubicBezTo>
                  <a:pt x="4831010" y="1469895"/>
                  <a:pt x="4839453" y="1476900"/>
                  <a:pt x="4849072" y="1476899"/>
                </a:cubicBezTo>
                <a:cubicBezTo>
                  <a:pt x="4850087" y="1476900"/>
                  <a:pt x="4851117" y="1476811"/>
                  <a:pt x="4852148" y="1476650"/>
                </a:cubicBezTo>
                <a:close/>
                <a:moveTo>
                  <a:pt x="8152673" y="266529"/>
                </a:moveTo>
                <a:cubicBezTo>
                  <a:pt x="8161812" y="266529"/>
                  <a:pt x="8170595" y="261409"/>
                  <a:pt x="8174845" y="252627"/>
                </a:cubicBezTo>
                <a:cubicBezTo>
                  <a:pt x="8180746" y="240394"/>
                  <a:pt x="8175608" y="225692"/>
                  <a:pt x="8163376" y="219789"/>
                </a:cubicBezTo>
                <a:cubicBezTo>
                  <a:pt x="8157261" y="216829"/>
                  <a:pt x="8150527" y="216633"/>
                  <a:pt x="8144586" y="218706"/>
                </a:cubicBezTo>
                <a:cubicBezTo>
                  <a:pt x="8138642" y="220780"/>
                  <a:pt x="8133491" y="225123"/>
                  <a:pt x="8130540" y="231238"/>
                </a:cubicBezTo>
                <a:cubicBezTo>
                  <a:pt x="8124637" y="243470"/>
                  <a:pt x="8129757" y="258173"/>
                  <a:pt x="8142006" y="264076"/>
                </a:cubicBezTo>
                <a:cubicBezTo>
                  <a:pt x="8145455" y="265729"/>
                  <a:pt x="8149101" y="266529"/>
                  <a:pt x="8152673" y="266529"/>
                </a:cubicBezTo>
                <a:close/>
                <a:moveTo>
                  <a:pt x="848266" y="2947196"/>
                </a:moveTo>
                <a:cubicBezTo>
                  <a:pt x="850238" y="2947196"/>
                  <a:pt x="852195" y="2946307"/>
                  <a:pt x="853492" y="2944600"/>
                </a:cubicBezTo>
                <a:cubicBezTo>
                  <a:pt x="855697" y="2941720"/>
                  <a:pt x="855145" y="2937596"/>
                  <a:pt x="852248" y="2935391"/>
                </a:cubicBezTo>
                <a:cubicBezTo>
                  <a:pt x="849350" y="2933187"/>
                  <a:pt x="845226" y="2933737"/>
                  <a:pt x="843039" y="2936635"/>
                </a:cubicBezTo>
                <a:cubicBezTo>
                  <a:pt x="840834" y="2939516"/>
                  <a:pt x="841386" y="2943640"/>
                  <a:pt x="844283" y="2945845"/>
                </a:cubicBezTo>
                <a:cubicBezTo>
                  <a:pt x="845474" y="2946752"/>
                  <a:pt x="846861" y="2947196"/>
                  <a:pt x="848266" y="2947196"/>
                </a:cubicBezTo>
                <a:close/>
                <a:moveTo>
                  <a:pt x="7273045" y="593021"/>
                </a:moveTo>
                <a:cubicBezTo>
                  <a:pt x="7284530" y="592612"/>
                  <a:pt x="7293508" y="582976"/>
                  <a:pt x="7293099" y="571491"/>
                </a:cubicBezTo>
                <a:cubicBezTo>
                  <a:pt x="7292690" y="560024"/>
                  <a:pt x="7283036" y="551045"/>
                  <a:pt x="7271569" y="551454"/>
                </a:cubicBezTo>
                <a:cubicBezTo>
                  <a:pt x="7260101" y="551863"/>
                  <a:pt x="7251123" y="561499"/>
                  <a:pt x="7251532" y="572984"/>
                </a:cubicBezTo>
                <a:lnTo>
                  <a:pt x="7251514" y="572984"/>
                </a:lnTo>
                <a:cubicBezTo>
                  <a:pt x="7251923" y="584220"/>
                  <a:pt x="7261151" y="593039"/>
                  <a:pt x="7272298" y="593038"/>
                </a:cubicBezTo>
                <a:cubicBezTo>
                  <a:pt x="7272546" y="593039"/>
                  <a:pt x="7272796" y="593039"/>
                  <a:pt x="7273045" y="593021"/>
                </a:cubicBezTo>
                <a:close/>
                <a:moveTo>
                  <a:pt x="6645875" y="824930"/>
                </a:moveTo>
                <a:lnTo>
                  <a:pt x="6645876" y="824929"/>
                </a:lnTo>
                <a:lnTo>
                  <a:pt x="6645859" y="824929"/>
                </a:lnTo>
                <a:close/>
                <a:moveTo>
                  <a:pt x="3485929" y="1985055"/>
                </a:moveTo>
                <a:cubicBezTo>
                  <a:pt x="3494977" y="1982567"/>
                  <a:pt x="3500294" y="1973197"/>
                  <a:pt x="3497804" y="1964148"/>
                </a:cubicBezTo>
                <a:cubicBezTo>
                  <a:pt x="3495316" y="1955080"/>
                  <a:pt x="3485947" y="1949764"/>
                  <a:pt x="3476896" y="1952253"/>
                </a:cubicBezTo>
                <a:cubicBezTo>
                  <a:pt x="3467846" y="1954743"/>
                  <a:pt x="3462513" y="1964112"/>
                  <a:pt x="3465003" y="1973178"/>
                </a:cubicBezTo>
                <a:cubicBezTo>
                  <a:pt x="3467082" y="1980717"/>
                  <a:pt x="3473945" y="1985660"/>
                  <a:pt x="3481394" y="1985659"/>
                </a:cubicBezTo>
                <a:cubicBezTo>
                  <a:pt x="3482906" y="1985660"/>
                  <a:pt x="3484418" y="1985464"/>
                  <a:pt x="3485929" y="1985055"/>
                </a:cubicBezTo>
                <a:close/>
                <a:moveTo>
                  <a:pt x="4521442" y="1607894"/>
                </a:moveTo>
                <a:cubicBezTo>
                  <a:pt x="4531721" y="1606062"/>
                  <a:pt x="4538563" y="1596249"/>
                  <a:pt x="4536735" y="1585972"/>
                </a:cubicBezTo>
                <a:cubicBezTo>
                  <a:pt x="4534902" y="1575696"/>
                  <a:pt x="4525090" y="1568851"/>
                  <a:pt x="4514812" y="1570683"/>
                </a:cubicBezTo>
                <a:cubicBezTo>
                  <a:pt x="4504537" y="1572514"/>
                  <a:pt x="4497693" y="1582328"/>
                  <a:pt x="4499521" y="1592603"/>
                </a:cubicBezTo>
                <a:cubicBezTo>
                  <a:pt x="4501140" y="1601760"/>
                  <a:pt x="4509122" y="1608196"/>
                  <a:pt x="4518100" y="1608196"/>
                </a:cubicBezTo>
                <a:cubicBezTo>
                  <a:pt x="4519203" y="1608196"/>
                  <a:pt x="4520322" y="1608107"/>
                  <a:pt x="4521442" y="1607894"/>
                </a:cubicBezTo>
                <a:close/>
                <a:moveTo>
                  <a:pt x="4096526" y="1764420"/>
                </a:moveTo>
                <a:cubicBezTo>
                  <a:pt x="4106163" y="1762126"/>
                  <a:pt x="4112135" y="1752437"/>
                  <a:pt x="4109844" y="1742800"/>
                </a:cubicBezTo>
                <a:cubicBezTo>
                  <a:pt x="4107549" y="1733146"/>
                  <a:pt x="4097877" y="1727172"/>
                  <a:pt x="4088223" y="1729466"/>
                </a:cubicBezTo>
                <a:cubicBezTo>
                  <a:pt x="4078569" y="1731760"/>
                  <a:pt x="4072613" y="1741431"/>
                  <a:pt x="4074907" y="1751085"/>
                </a:cubicBezTo>
                <a:cubicBezTo>
                  <a:pt x="4076861" y="1759353"/>
                  <a:pt x="4084244" y="1764899"/>
                  <a:pt x="4092366" y="1764899"/>
                </a:cubicBezTo>
                <a:cubicBezTo>
                  <a:pt x="4093735" y="1764900"/>
                  <a:pt x="4095121" y="1764739"/>
                  <a:pt x="4096526" y="1764420"/>
                </a:cubicBezTo>
                <a:close/>
                <a:moveTo>
                  <a:pt x="388199" y="3125163"/>
                </a:moveTo>
                <a:cubicBezTo>
                  <a:pt x="388946" y="3125163"/>
                  <a:pt x="389675" y="3124879"/>
                  <a:pt x="390226" y="3124292"/>
                </a:cubicBezTo>
                <a:cubicBezTo>
                  <a:pt x="391275" y="3123172"/>
                  <a:pt x="391239" y="3121412"/>
                  <a:pt x="390120" y="3120345"/>
                </a:cubicBezTo>
                <a:cubicBezTo>
                  <a:pt x="388999" y="3119296"/>
                  <a:pt x="387222" y="3119350"/>
                  <a:pt x="386172" y="3120470"/>
                </a:cubicBezTo>
                <a:cubicBezTo>
                  <a:pt x="385124" y="3121589"/>
                  <a:pt x="385159" y="3123349"/>
                  <a:pt x="386296" y="3124399"/>
                </a:cubicBezTo>
                <a:cubicBezTo>
                  <a:pt x="386830" y="3124914"/>
                  <a:pt x="387506" y="3125163"/>
                  <a:pt x="388199" y="3125163"/>
                </a:cubicBezTo>
                <a:close/>
                <a:moveTo>
                  <a:pt x="2973771" y="2178099"/>
                </a:moveTo>
                <a:cubicBezTo>
                  <a:pt x="2982464" y="2176285"/>
                  <a:pt x="2988030" y="2167787"/>
                  <a:pt x="2986234" y="2159093"/>
                </a:cubicBezTo>
                <a:cubicBezTo>
                  <a:pt x="2984420" y="2150417"/>
                  <a:pt x="2975921" y="2144834"/>
                  <a:pt x="2967228" y="2146648"/>
                </a:cubicBezTo>
                <a:cubicBezTo>
                  <a:pt x="2958551" y="2148462"/>
                  <a:pt x="2952969" y="2156960"/>
                  <a:pt x="2954783" y="2165654"/>
                </a:cubicBezTo>
                <a:cubicBezTo>
                  <a:pt x="2956365" y="2173227"/>
                  <a:pt x="2963050" y="2178437"/>
                  <a:pt x="2970481" y="2178437"/>
                </a:cubicBezTo>
                <a:cubicBezTo>
                  <a:pt x="2971566" y="2178437"/>
                  <a:pt x="2972668" y="2178330"/>
                  <a:pt x="2973771" y="2178099"/>
                </a:cubicBezTo>
                <a:close/>
                <a:moveTo>
                  <a:pt x="3581294" y="1958565"/>
                </a:moveTo>
                <a:cubicBezTo>
                  <a:pt x="3590343" y="1956041"/>
                  <a:pt x="3595643" y="1946670"/>
                  <a:pt x="3593115" y="1937622"/>
                </a:cubicBezTo>
                <a:cubicBezTo>
                  <a:pt x="3590592" y="1928572"/>
                  <a:pt x="3581202" y="1923274"/>
                  <a:pt x="3572156" y="1925798"/>
                </a:cubicBezTo>
                <a:cubicBezTo>
                  <a:pt x="3563104" y="1928323"/>
                  <a:pt x="3557827" y="1937710"/>
                  <a:pt x="3560349" y="1946760"/>
                </a:cubicBezTo>
                <a:cubicBezTo>
                  <a:pt x="3562449" y="1954263"/>
                  <a:pt x="3569274" y="1959205"/>
                  <a:pt x="3576725" y="1959205"/>
                </a:cubicBezTo>
                <a:cubicBezTo>
                  <a:pt x="3578235" y="1959205"/>
                  <a:pt x="3579765" y="1958992"/>
                  <a:pt x="3581294" y="1958565"/>
                </a:cubicBezTo>
                <a:close/>
                <a:moveTo>
                  <a:pt x="2330299" y="2420052"/>
                </a:moveTo>
                <a:cubicBezTo>
                  <a:pt x="2338122" y="2419874"/>
                  <a:pt x="2344308" y="2413385"/>
                  <a:pt x="2344113" y="2405562"/>
                </a:cubicBezTo>
                <a:cubicBezTo>
                  <a:pt x="2343935" y="2397739"/>
                  <a:pt x="2337445" y="2391552"/>
                  <a:pt x="2329623" y="2391748"/>
                </a:cubicBezTo>
                <a:cubicBezTo>
                  <a:pt x="2321818" y="2391925"/>
                  <a:pt x="2315614" y="2398415"/>
                  <a:pt x="2315809" y="2406238"/>
                </a:cubicBezTo>
                <a:cubicBezTo>
                  <a:pt x="2315987" y="2413936"/>
                  <a:pt x="2322281" y="2420070"/>
                  <a:pt x="2329961" y="2420070"/>
                </a:cubicBezTo>
                <a:cubicBezTo>
                  <a:pt x="2330068" y="2420069"/>
                  <a:pt x="2330174" y="2420070"/>
                  <a:pt x="2330299" y="2420052"/>
                </a:cubicBezTo>
                <a:close/>
                <a:moveTo>
                  <a:pt x="7617787" y="481214"/>
                </a:moveTo>
                <a:cubicBezTo>
                  <a:pt x="7621570" y="478196"/>
                  <a:pt x="7624374" y="473902"/>
                  <a:pt x="7625477" y="468800"/>
                </a:cubicBezTo>
                <a:cubicBezTo>
                  <a:pt x="7628001" y="457065"/>
                  <a:pt x="7620533" y="445491"/>
                  <a:pt x="7608800" y="442949"/>
                </a:cubicBezTo>
                <a:cubicBezTo>
                  <a:pt x="7597048" y="440424"/>
                  <a:pt x="7585491" y="447891"/>
                  <a:pt x="7582950" y="459643"/>
                </a:cubicBezTo>
                <a:cubicBezTo>
                  <a:pt x="7580424" y="471378"/>
                  <a:pt x="7587891" y="482952"/>
                  <a:pt x="7599643" y="485476"/>
                </a:cubicBezTo>
                <a:lnTo>
                  <a:pt x="7599626" y="485476"/>
                </a:lnTo>
                <a:cubicBezTo>
                  <a:pt x="7601173" y="485814"/>
                  <a:pt x="7602719" y="485974"/>
                  <a:pt x="7604230" y="485974"/>
                </a:cubicBezTo>
                <a:cubicBezTo>
                  <a:pt x="7609244" y="485974"/>
                  <a:pt x="7614005" y="484231"/>
                  <a:pt x="7617787" y="481214"/>
                </a:cubicBezTo>
                <a:close/>
                <a:moveTo>
                  <a:pt x="4951693" y="1461272"/>
                </a:moveTo>
                <a:cubicBezTo>
                  <a:pt x="4962537" y="1459583"/>
                  <a:pt x="4969953" y="1449448"/>
                  <a:pt x="4968281" y="1438603"/>
                </a:cubicBezTo>
                <a:cubicBezTo>
                  <a:pt x="4966591" y="1427776"/>
                  <a:pt x="4956457" y="1420362"/>
                  <a:pt x="4945612" y="1422033"/>
                </a:cubicBezTo>
                <a:cubicBezTo>
                  <a:pt x="4934784" y="1423722"/>
                  <a:pt x="4927354" y="1433857"/>
                  <a:pt x="4929041" y="1444701"/>
                </a:cubicBezTo>
                <a:cubicBezTo>
                  <a:pt x="4930553" y="1454498"/>
                  <a:pt x="4939016" y="1461521"/>
                  <a:pt x="4948634" y="1461520"/>
                </a:cubicBezTo>
                <a:cubicBezTo>
                  <a:pt x="4949648" y="1461520"/>
                  <a:pt x="4950662" y="1461432"/>
                  <a:pt x="4951693" y="1461272"/>
                </a:cubicBezTo>
                <a:close/>
                <a:moveTo>
                  <a:pt x="1457495" y="2744001"/>
                </a:moveTo>
                <a:cubicBezTo>
                  <a:pt x="1461799" y="2744002"/>
                  <a:pt x="1465816" y="2741299"/>
                  <a:pt x="1467292" y="2737014"/>
                </a:cubicBezTo>
                <a:cubicBezTo>
                  <a:pt x="1469177" y="2731610"/>
                  <a:pt x="1466295" y="2725708"/>
                  <a:pt x="1460892" y="2723823"/>
                </a:cubicBezTo>
                <a:cubicBezTo>
                  <a:pt x="1455486" y="2721938"/>
                  <a:pt x="1449567" y="2724818"/>
                  <a:pt x="1447699" y="2730241"/>
                </a:cubicBezTo>
                <a:cubicBezTo>
                  <a:pt x="1445814" y="2735645"/>
                  <a:pt x="1448695" y="2741549"/>
                  <a:pt x="1454101" y="2743432"/>
                </a:cubicBezTo>
                <a:cubicBezTo>
                  <a:pt x="1455219" y="2743806"/>
                  <a:pt x="1456376" y="2744001"/>
                  <a:pt x="1457495" y="2744001"/>
                </a:cubicBezTo>
                <a:close/>
                <a:moveTo>
                  <a:pt x="4193317" y="1742142"/>
                </a:moveTo>
                <a:cubicBezTo>
                  <a:pt x="4202986" y="1739991"/>
                  <a:pt x="4209103" y="1730407"/>
                  <a:pt x="4206951" y="1720736"/>
                </a:cubicBezTo>
                <a:cubicBezTo>
                  <a:pt x="4204801" y="1711047"/>
                  <a:pt x="4195201" y="1704931"/>
                  <a:pt x="4185528" y="1707100"/>
                </a:cubicBezTo>
                <a:cubicBezTo>
                  <a:pt x="4175839" y="1709234"/>
                  <a:pt x="4169740" y="1718834"/>
                  <a:pt x="4171891" y="1728506"/>
                </a:cubicBezTo>
                <a:cubicBezTo>
                  <a:pt x="4173740" y="1736880"/>
                  <a:pt x="4181173" y="1742586"/>
                  <a:pt x="4189407" y="1742586"/>
                </a:cubicBezTo>
                <a:cubicBezTo>
                  <a:pt x="4190703" y="1742586"/>
                  <a:pt x="4192000" y="1742445"/>
                  <a:pt x="4193317" y="1742142"/>
                </a:cubicBezTo>
                <a:close/>
                <a:moveTo>
                  <a:pt x="3676606" y="1932234"/>
                </a:moveTo>
                <a:cubicBezTo>
                  <a:pt x="3685655" y="1929781"/>
                  <a:pt x="3690990" y="1920412"/>
                  <a:pt x="3688518" y="1911362"/>
                </a:cubicBezTo>
                <a:cubicBezTo>
                  <a:pt x="3686048" y="1902295"/>
                  <a:pt x="3676695" y="1896961"/>
                  <a:pt x="3667628" y="1899432"/>
                </a:cubicBezTo>
                <a:cubicBezTo>
                  <a:pt x="3658561" y="1901904"/>
                  <a:pt x="3653226" y="1911256"/>
                  <a:pt x="3655715" y="1920323"/>
                </a:cubicBezTo>
                <a:cubicBezTo>
                  <a:pt x="3657780" y="1927878"/>
                  <a:pt x="3664623" y="1932856"/>
                  <a:pt x="3672112" y="1932857"/>
                </a:cubicBezTo>
                <a:cubicBezTo>
                  <a:pt x="3673584" y="1932857"/>
                  <a:pt x="3675096" y="1932661"/>
                  <a:pt x="3676606" y="1932234"/>
                </a:cubicBezTo>
                <a:close/>
                <a:moveTo>
                  <a:pt x="1140746" y="2862729"/>
                </a:moveTo>
                <a:cubicBezTo>
                  <a:pt x="1143680" y="2862728"/>
                  <a:pt x="1146542" y="2861182"/>
                  <a:pt x="1148106" y="2858444"/>
                </a:cubicBezTo>
                <a:cubicBezTo>
                  <a:pt x="1150417" y="2854372"/>
                  <a:pt x="1149013" y="2849199"/>
                  <a:pt x="1144941" y="2846888"/>
                </a:cubicBezTo>
                <a:cubicBezTo>
                  <a:pt x="1140870" y="2844576"/>
                  <a:pt x="1135697" y="2845981"/>
                  <a:pt x="1133385" y="2850052"/>
                </a:cubicBezTo>
                <a:cubicBezTo>
                  <a:pt x="1131074" y="2854124"/>
                  <a:pt x="1132478" y="2859298"/>
                  <a:pt x="1136550" y="2861626"/>
                </a:cubicBezTo>
                <a:cubicBezTo>
                  <a:pt x="1137883" y="2862373"/>
                  <a:pt x="1139323" y="2862729"/>
                  <a:pt x="1140746" y="2862729"/>
                </a:cubicBezTo>
                <a:close/>
                <a:moveTo>
                  <a:pt x="7839599" y="405492"/>
                </a:moveTo>
                <a:cubicBezTo>
                  <a:pt x="7843365" y="402876"/>
                  <a:pt x="7846379" y="399098"/>
                  <a:pt x="7848032" y="394449"/>
                </a:cubicBezTo>
                <a:cubicBezTo>
                  <a:pt x="7852210" y="382626"/>
                  <a:pt x="7846042" y="369647"/>
                  <a:pt x="7834218" y="365469"/>
                </a:cubicBezTo>
                <a:cubicBezTo>
                  <a:pt x="7822414" y="361291"/>
                  <a:pt x="7809435" y="367460"/>
                  <a:pt x="7805239" y="379283"/>
                </a:cubicBezTo>
                <a:cubicBezTo>
                  <a:pt x="7801043" y="391089"/>
                  <a:pt x="7807248" y="404067"/>
                  <a:pt x="7819053" y="408262"/>
                </a:cubicBezTo>
                <a:cubicBezTo>
                  <a:pt x="7821561" y="409152"/>
                  <a:pt x="7824121" y="409560"/>
                  <a:pt x="7826645" y="409561"/>
                </a:cubicBezTo>
                <a:cubicBezTo>
                  <a:pt x="7831312" y="409560"/>
                  <a:pt x="7835832" y="408107"/>
                  <a:pt x="7839599" y="405492"/>
                </a:cubicBezTo>
                <a:close/>
                <a:moveTo>
                  <a:pt x="2652169" y="2308507"/>
                </a:moveTo>
                <a:cubicBezTo>
                  <a:pt x="2660453" y="2307494"/>
                  <a:pt x="2666338" y="2299937"/>
                  <a:pt x="2665307" y="2291653"/>
                </a:cubicBezTo>
                <a:cubicBezTo>
                  <a:pt x="2664294" y="2283368"/>
                  <a:pt x="2656756" y="2277483"/>
                  <a:pt x="2648470" y="2278514"/>
                </a:cubicBezTo>
                <a:cubicBezTo>
                  <a:pt x="2640186" y="2279528"/>
                  <a:pt x="2634301" y="2287083"/>
                  <a:pt x="2635314" y="2295368"/>
                </a:cubicBezTo>
                <a:cubicBezTo>
                  <a:pt x="2636256" y="2303013"/>
                  <a:pt x="2642781" y="2308631"/>
                  <a:pt x="2650301" y="2308631"/>
                </a:cubicBezTo>
                <a:cubicBezTo>
                  <a:pt x="2650906" y="2308632"/>
                  <a:pt x="2651547" y="2308596"/>
                  <a:pt x="2652169" y="2308507"/>
                </a:cubicBezTo>
                <a:close/>
                <a:moveTo>
                  <a:pt x="3070186" y="2156728"/>
                </a:moveTo>
                <a:cubicBezTo>
                  <a:pt x="3078826" y="2154702"/>
                  <a:pt x="3084177" y="2146062"/>
                  <a:pt x="3082150" y="2137421"/>
                </a:cubicBezTo>
                <a:cubicBezTo>
                  <a:pt x="3080124" y="2128781"/>
                  <a:pt x="3071484" y="2123429"/>
                  <a:pt x="3062861" y="2125456"/>
                </a:cubicBezTo>
                <a:cubicBezTo>
                  <a:pt x="3054220" y="2127465"/>
                  <a:pt x="3048868" y="2136106"/>
                  <a:pt x="3050877" y="2144746"/>
                </a:cubicBezTo>
                <a:cubicBezTo>
                  <a:pt x="3052620" y="2152159"/>
                  <a:pt x="3059216" y="2157156"/>
                  <a:pt x="3066505" y="2157156"/>
                </a:cubicBezTo>
                <a:cubicBezTo>
                  <a:pt x="3067714" y="2157155"/>
                  <a:pt x="3068941" y="2157013"/>
                  <a:pt x="3070186" y="2156728"/>
                </a:cubicBezTo>
                <a:close/>
                <a:moveTo>
                  <a:pt x="745983" y="3009992"/>
                </a:moveTo>
                <a:cubicBezTo>
                  <a:pt x="747618" y="3009992"/>
                  <a:pt x="749254" y="3009280"/>
                  <a:pt x="750357" y="3007911"/>
                </a:cubicBezTo>
                <a:cubicBezTo>
                  <a:pt x="752330" y="3005511"/>
                  <a:pt x="751957" y="3001955"/>
                  <a:pt x="749556" y="3000000"/>
                </a:cubicBezTo>
                <a:cubicBezTo>
                  <a:pt x="747138" y="2998026"/>
                  <a:pt x="743600" y="2998400"/>
                  <a:pt x="741627" y="3000800"/>
                </a:cubicBezTo>
                <a:cubicBezTo>
                  <a:pt x="739671" y="3003219"/>
                  <a:pt x="740027" y="3006756"/>
                  <a:pt x="742445" y="3008730"/>
                </a:cubicBezTo>
                <a:cubicBezTo>
                  <a:pt x="743476" y="3009583"/>
                  <a:pt x="744738" y="3009992"/>
                  <a:pt x="745983" y="3009992"/>
                </a:cubicBezTo>
                <a:close/>
                <a:moveTo>
                  <a:pt x="4619708" y="1591982"/>
                </a:moveTo>
                <a:cubicBezTo>
                  <a:pt x="4630038" y="1590471"/>
                  <a:pt x="4637202" y="1580870"/>
                  <a:pt x="4635707" y="1570541"/>
                </a:cubicBezTo>
                <a:cubicBezTo>
                  <a:pt x="4634195" y="1560211"/>
                  <a:pt x="4624597" y="1553063"/>
                  <a:pt x="4614268" y="1554557"/>
                </a:cubicBezTo>
                <a:cubicBezTo>
                  <a:pt x="4603937" y="1556068"/>
                  <a:pt x="4596790" y="1565651"/>
                  <a:pt x="4598285" y="1575998"/>
                </a:cubicBezTo>
                <a:cubicBezTo>
                  <a:pt x="4599654" y="1585403"/>
                  <a:pt x="4607742" y="1592177"/>
                  <a:pt x="4616969" y="1592177"/>
                </a:cubicBezTo>
                <a:cubicBezTo>
                  <a:pt x="4617876" y="1592177"/>
                  <a:pt x="4618783" y="1592107"/>
                  <a:pt x="4619708" y="1591982"/>
                </a:cubicBezTo>
                <a:close/>
                <a:moveTo>
                  <a:pt x="2107849" y="2515951"/>
                </a:moveTo>
                <a:cubicBezTo>
                  <a:pt x="2114889" y="2515952"/>
                  <a:pt x="2120738" y="2510404"/>
                  <a:pt x="2121040" y="2503311"/>
                </a:cubicBezTo>
                <a:cubicBezTo>
                  <a:pt x="2121361" y="2496022"/>
                  <a:pt x="2115707" y="2489852"/>
                  <a:pt x="2108417" y="2489532"/>
                </a:cubicBezTo>
                <a:cubicBezTo>
                  <a:pt x="2101128" y="2489230"/>
                  <a:pt x="2094959" y="2494866"/>
                  <a:pt x="2094639" y="2502173"/>
                </a:cubicBezTo>
                <a:cubicBezTo>
                  <a:pt x="2094319" y="2509463"/>
                  <a:pt x="2099972" y="2515631"/>
                  <a:pt x="2107261" y="2515934"/>
                </a:cubicBezTo>
                <a:lnTo>
                  <a:pt x="2107261" y="2515951"/>
                </a:lnTo>
                <a:cubicBezTo>
                  <a:pt x="2107458" y="2515951"/>
                  <a:pt x="2107654" y="2515951"/>
                  <a:pt x="2107849" y="2515951"/>
                </a:cubicBezTo>
                <a:close/>
                <a:moveTo>
                  <a:pt x="295944" y="3181131"/>
                </a:moveTo>
                <a:cubicBezTo>
                  <a:pt x="296442" y="3181132"/>
                  <a:pt x="296922" y="3180936"/>
                  <a:pt x="297296" y="3180545"/>
                </a:cubicBezTo>
                <a:cubicBezTo>
                  <a:pt x="297989" y="3179816"/>
                  <a:pt x="297952" y="3178642"/>
                  <a:pt x="297206" y="3177949"/>
                </a:cubicBezTo>
                <a:cubicBezTo>
                  <a:pt x="296460" y="3177256"/>
                  <a:pt x="295304" y="3177291"/>
                  <a:pt x="294610" y="3178037"/>
                </a:cubicBezTo>
                <a:cubicBezTo>
                  <a:pt x="293917" y="3178767"/>
                  <a:pt x="293954" y="3179940"/>
                  <a:pt x="294699" y="3180634"/>
                </a:cubicBezTo>
                <a:cubicBezTo>
                  <a:pt x="295055" y="3180972"/>
                  <a:pt x="295500" y="3181131"/>
                  <a:pt x="295944" y="3181131"/>
                </a:cubicBezTo>
                <a:close/>
                <a:moveTo>
                  <a:pt x="3772043" y="1906526"/>
                </a:moveTo>
                <a:cubicBezTo>
                  <a:pt x="3781128" y="1904108"/>
                  <a:pt x="3786533" y="1894810"/>
                  <a:pt x="3784116" y="1885725"/>
                </a:cubicBezTo>
                <a:cubicBezTo>
                  <a:pt x="3781715" y="1876639"/>
                  <a:pt x="3772401" y="1871235"/>
                  <a:pt x="3763315" y="1873653"/>
                </a:cubicBezTo>
                <a:cubicBezTo>
                  <a:pt x="3754247" y="1876052"/>
                  <a:pt x="3748825" y="1885369"/>
                  <a:pt x="3751242" y="1894454"/>
                </a:cubicBezTo>
                <a:cubicBezTo>
                  <a:pt x="3753270" y="1902063"/>
                  <a:pt x="3760151" y="1907095"/>
                  <a:pt x="3767671" y="1907095"/>
                </a:cubicBezTo>
                <a:cubicBezTo>
                  <a:pt x="3769109" y="1907095"/>
                  <a:pt x="3770585" y="1906917"/>
                  <a:pt x="3772043" y="1906526"/>
                </a:cubicBezTo>
                <a:close/>
                <a:moveTo>
                  <a:pt x="8368685" y="223024"/>
                </a:moveTo>
                <a:cubicBezTo>
                  <a:pt x="8372688" y="220584"/>
                  <a:pt x="8376065" y="217016"/>
                  <a:pt x="8378288" y="212499"/>
                </a:cubicBezTo>
                <a:lnTo>
                  <a:pt x="8379207" y="198259"/>
                </a:lnTo>
                <a:lnTo>
                  <a:pt x="8375647" y="188555"/>
                </a:lnTo>
                <a:lnTo>
                  <a:pt x="8366643" y="178311"/>
                </a:lnTo>
                <a:cubicBezTo>
                  <a:pt x="8360313" y="175190"/>
                  <a:pt x="8353317" y="174938"/>
                  <a:pt x="8347126" y="177046"/>
                </a:cubicBezTo>
                <a:cubicBezTo>
                  <a:pt x="8340934" y="179155"/>
                  <a:pt x="8335547" y="183626"/>
                  <a:pt x="8332436" y="189956"/>
                </a:cubicBezTo>
                <a:cubicBezTo>
                  <a:pt x="8326214" y="202596"/>
                  <a:pt x="8331423" y="217922"/>
                  <a:pt x="8344082" y="224145"/>
                </a:cubicBezTo>
                <a:cubicBezTo>
                  <a:pt x="8347709" y="225923"/>
                  <a:pt x="8351567" y="226776"/>
                  <a:pt x="8355336" y="226776"/>
                </a:cubicBezTo>
                <a:cubicBezTo>
                  <a:pt x="8360057" y="226775"/>
                  <a:pt x="8364684" y="225464"/>
                  <a:pt x="8368685" y="223024"/>
                </a:cubicBezTo>
                <a:close/>
                <a:moveTo>
                  <a:pt x="1669882" y="2681473"/>
                </a:moveTo>
                <a:cubicBezTo>
                  <a:pt x="1675056" y="2681473"/>
                  <a:pt x="1679731" y="2677900"/>
                  <a:pt x="1680905" y="2672619"/>
                </a:cubicBezTo>
                <a:cubicBezTo>
                  <a:pt x="1682275" y="2666503"/>
                  <a:pt x="1678435" y="2660476"/>
                  <a:pt x="1672337" y="2659107"/>
                </a:cubicBezTo>
                <a:cubicBezTo>
                  <a:pt x="1666238" y="2657738"/>
                  <a:pt x="1660175" y="2661596"/>
                  <a:pt x="1658823" y="2667695"/>
                </a:cubicBezTo>
                <a:cubicBezTo>
                  <a:pt x="1657456" y="2673792"/>
                  <a:pt x="1661296" y="2679837"/>
                  <a:pt x="1667411" y="2681206"/>
                </a:cubicBezTo>
                <a:cubicBezTo>
                  <a:pt x="1668230" y="2681383"/>
                  <a:pt x="1669065" y="2681473"/>
                  <a:pt x="1669882" y="2681473"/>
                </a:cubicBezTo>
                <a:close/>
                <a:moveTo>
                  <a:pt x="3166015" y="2133243"/>
                </a:moveTo>
                <a:cubicBezTo>
                  <a:pt x="3174601" y="2131038"/>
                  <a:pt x="3179793" y="2122308"/>
                  <a:pt x="3177606" y="2113704"/>
                </a:cubicBezTo>
                <a:cubicBezTo>
                  <a:pt x="3175418" y="2105117"/>
                  <a:pt x="3166672" y="2099925"/>
                  <a:pt x="3158066" y="2102112"/>
                </a:cubicBezTo>
                <a:cubicBezTo>
                  <a:pt x="3149480" y="2104299"/>
                  <a:pt x="3144288" y="2113046"/>
                  <a:pt x="3146475" y="2121633"/>
                </a:cubicBezTo>
                <a:cubicBezTo>
                  <a:pt x="3148324" y="2128904"/>
                  <a:pt x="3154867" y="2133741"/>
                  <a:pt x="3162031" y="2133741"/>
                </a:cubicBezTo>
                <a:cubicBezTo>
                  <a:pt x="3163348" y="2133741"/>
                  <a:pt x="3164681" y="2133581"/>
                  <a:pt x="3166015" y="2133243"/>
                </a:cubicBezTo>
                <a:close/>
                <a:moveTo>
                  <a:pt x="4290387" y="1721500"/>
                </a:moveTo>
                <a:cubicBezTo>
                  <a:pt x="4300095" y="1719527"/>
                  <a:pt x="4306371" y="1710051"/>
                  <a:pt x="4304415" y="1700327"/>
                </a:cubicBezTo>
                <a:cubicBezTo>
                  <a:pt x="4302441" y="1690619"/>
                  <a:pt x="4292966" y="1684343"/>
                  <a:pt x="4283241" y="1686299"/>
                </a:cubicBezTo>
                <a:cubicBezTo>
                  <a:pt x="4273516" y="1688272"/>
                  <a:pt x="4267240" y="1697748"/>
                  <a:pt x="4269212" y="1707473"/>
                </a:cubicBezTo>
                <a:cubicBezTo>
                  <a:pt x="4270936" y="1715989"/>
                  <a:pt x="4278424" y="1721857"/>
                  <a:pt x="4286797" y="1721857"/>
                </a:cubicBezTo>
                <a:cubicBezTo>
                  <a:pt x="4287987" y="1721857"/>
                  <a:pt x="4289180" y="1721750"/>
                  <a:pt x="4290387" y="1721500"/>
                </a:cubicBezTo>
                <a:close/>
                <a:moveTo>
                  <a:pt x="1887407" y="2604170"/>
                </a:moveTo>
                <a:cubicBezTo>
                  <a:pt x="1893505" y="2604170"/>
                  <a:pt x="1898785" y="2599619"/>
                  <a:pt x="1899550" y="2593414"/>
                </a:cubicBezTo>
                <a:cubicBezTo>
                  <a:pt x="1900385" y="2586693"/>
                  <a:pt x="1895603" y="2580560"/>
                  <a:pt x="1888883" y="2579742"/>
                </a:cubicBezTo>
                <a:cubicBezTo>
                  <a:pt x="1882163" y="2578906"/>
                  <a:pt x="1876029" y="2583689"/>
                  <a:pt x="1875211" y="2590409"/>
                </a:cubicBezTo>
                <a:cubicBezTo>
                  <a:pt x="1874375" y="2597130"/>
                  <a:pt x="1879158" y="2603245"/>
                  <a:pt x="1885878" y="2604082"/>
                </a:cubicBezTo>
                <a:cubicBezTo>
                  <a:pt x="1886394" y="2604170"/>
                  <a:pt x="1886892" y="2604170"/>
                  <a:pt x="1887407" y="2604170"/>
                </a:cubicBezTo>
                <a:close/>
                <a:moveTo>
                  <a:pt x="5051362" y="1445377"/>
                </a:moveTo>
                <a:cubicBezTo>
                  <a:pt x="5062170" y="1443599"/>
                  <a:pt x="5069496" y="1433377"/>
                  <a:pt x="5067698" y="1422567"/>
                </a:cubicBezTo>
                <a:cubicBezTo>
                  <a:pt x="5065921" y="1411739"/>
                  <a:pt x="5055700" y="1404414"/>
                  <a:pt x="5044889" y="1406210"/>
                </a:cubicBezTo>
                <a:lnTo>
                  <a:pt x="5044872" y="1406210"/>
                </a:lnTo>
                <a:cubicBezTo>
                  <a:pt x="5034064" y="1408006"/>
                  <a:pt x="5026737" y="1418229"/>
                  <a:pt x="5028534" y="1429038"/>
                </a:cubicBezTo>
                <a:cubicBezTo>
                  <a:pt x="5030150" y="1438763"/>
                  <a:pt x="5038561" y="1445662"/>
                  <a:pt x="5048091" y="1445663"/>
                </a:cubicBezTo>
                <a:cubicBezTo>
                  <a:pt x="5049175" y="1445662"/>
                  <a:pt x="5050260" y="1445572"/>
                  <a:pt x="5051362" y="1445377"/>
                </a:cubicBezTo>
                <a:close/>
                <a:moveTo>
                  <a:pt x="7373656" y="593483"/>
                </a:moveTo>
                <a:cubicBezTo>
                  <a:pt x="7384696" y="593483"/>
                  <a:pt x="7393888" y="584790"/>
                  <a:pt x="7394422" y="573642"/>
                </a:cubicBezTo>
                <a:cubicBezTo>
                  <a:pt x="7394937" y="562156"/>
                  <a:pt x="7386065" y="552432"/>
                  <a:pt x="7374580" y="551898"/>
                </a:cubicBezTo>
                <a:cubicBezTo>
                  <a:pt x="7363112" y="551383"/>
                  <a:pt x="7353388" y="560255"/>
                  <a:pt x="7352854" y="571739"/>
                </a:cubicBezTo>
                <a:cubicBezTo>
                  <a:pt x="7352321" y="583207"/>
                  <a:pt x="7361192" y="592932"/>
                  <a:pt x="7372678" y="593466"/>
                </a:cubicBezTo>
                <a:cubicBezTo>
                  <a:pt x="7372997" y="593483"/>
                  <a:pt x="7373318" y="593483"/>
                  <a:pt x="7373656" y="593483"/>
                </a:cubicBezTo>
                <a:close/>
                <a:moveTo>
                  <a:pt x="3867694" y="1881618"/>
                </a:moveTo>
                <a:cubicBezTo>
                  <a:pt x="3876797" y="1879306"/>
                  <a:pt x="3882290" y="1870044"/>
                  <a:pt x="3879962" y="1860941"/>
                </a:cubicBezTo>
                <a:cubicBezTo>
                  <a:pt x="3877651" y="1851838"/>
                  <a:pt x="3868387" y="1846345"/>
                  <a:pt x="3859285" y="1848656"/>
                </a:cubicBezTo>
                <a:cubicBezTo>
                  <a:pt x="3850180" y="1850985"/>
                  <a:pt x="3844670" y="1860248"/>
                  <a:pt x="3847000" y="1869350"/>
                </a:cubicBezTo>
                <a:cubicBezTo>
                  <a:pt x="3848972" y="1877030"/>
                  <a:pt x="3855887" y="1882151"/>
                  <a:pt x="3863479" y="1882151"/>
                </a:cubicBezTo>
                <a:cubicBezTo>
                  <a:pt x="3864866" y="1882151"/>
                  <a:pt x="3866271" y="1881991"/>
                  <a:pt x="3867694" y="1881618"/>
                </a:cubicBezTo>
                <a:close/>
                <a:moveTo>
                  <a:pt x="2749527" y="2294390"/>
                </a:moveTo>
                <a:cubicBezTo>
                  <a:pt x="2757757" y="2293022"/>
                  <a:pt x="2763339" y="2285234"/>
                  <a:pt x="2761971" y="2277003"/>
                </a:cubicBezTo>
                <a:cubicBezTo>
                  <a:pt x="2760603" y="2268771"/>
                  <a:pt x="2752815" y="2263207"/>
                  <a:pt x="2744583" y="2264576"/>
                </a:cubicBezTo>
                <a:cubicBezTo>
                  <a:pt x="2736351" y="2265926"/>
                  <a:pt x="2730787" y="2273713"/>
                  <a:pt x="2732156" y="2281945"/>
                </a:cubicBezTo>
                <a:cubicBezTo>
                  <a:pt x="2733383" y="2289341"/>
                  <a:pt x="2739783" y="2294586"/>
                  <a:pt x="2747055" y="2294586"/>
                </a:cubicBezTo>
                <a:cubicBezTo>
                  <a:pt x="2747872" y="2294586"/>
                  <a:pt x="2748690" y="2294533"/>
                  <a:pt x="2749527" y="2294390"/>
                </a:cubicBezTo>
                <a:close/>
                <a:moveTo>
                  <a:pt x="3261345" y="2108175"/>
                </a:moveTo>
                <a:cubicBezTo>
                  <a:pt x="3269895" y="2105845"/>
                  <a:pt x="3274963" y="2097028"/>
                  <a:pt x="3272652" y="2088475"/>
                </a:cubicBezTo>
                <a:cubicBezTo>
                  <a:pt x="3270341" y="2079906"/>
                  <a:pt x="3261522" y="2074839"/>
                  <a:pt x="3252970" y="2077150"/>
                </a:cubicBezTo>
                <a:cubicBezTo>
                  <a:pt x="3244401" y="2079480"/>
                  <a:pt x="3239334" y="2088298"/>
                  <a:pt x="3241646" y="2096850"/>
                </a:cubicBezTo>
                <a:cubicBezTo>
                  <a:pt x="3243583" y="2104014"/>
                  <a:pt x="3250072" y="2108725"/>
                  <a:pt x="3257149" y="2108725"/>
                </a:cubicBezTo>
                <a:cubicBezTo>
                  <a:pt x="3258535" y="2108725"/>
                  <a:pt x="3259940" y="2108548"/>
                  <a:pt x="3261345" y="2108175"/>
                </a:cubicBezTo>
                <a:close/>
                <a:moveTo>
                  <a:pt x="8052481" y="351045"/>
                </a:moveTo>
                <a:cubicBezTo>
                  <a:pt x="8056259" y="348646"/>
                  <a:pt x="8059397" y="345148"/>
                  <a:pt x="8061362" y="340757"/>
                </a:cubicBezTo>
                <a:cubicBezTo>
                  <a:pt x="8066695" y="328826"/>
                  <a:pt x="8061343" y="314853"/>
                  <a:pt x="8049432" y="309519"/>
                </a:cubicBezTo>
                <a:cubicBezTo>
                  <a:pt x="8043467" y="306853"/>
                  <a:pt x="8036991" y="306857"/>
                  <a:pt x="8031340" y="309017"/>
                </a:cubicBezTo>
                <a:cubicBezTo>
                  <a:pt x="8025687" y="311177"/>
                  <a:pt x="8020860" y="315492"/>
                  <a:pt x="8018193" y="321448"/>
                </a:cubicBezTo>
                <a:cubicBezTo>
                  <a:pt x="8012860" y="333378"/>
                  <a:pt x="8018212" y="347353"/>
                  <a:pt x="8030124" y="352686"/>
                </a:cubicBezTo>
                <a:cubicBezTo>
                  <a:pt x="8033253" y="354091"/>
                  <a:pt x="8036542" y="354748"/>
                  <a:pt x="8039760" y="354748"/>
                </a:cubicBezTo>
                <a:cubicBezTo>
                  <a:pt x="8044285" y="354748"/>
                  <a:pt x="8048703" y="353446"/>
                  <a:pt x="8052481" y="351045"/>
                </a:cubicBezTo>
                <a:close/>
                <a:moveTo>
                  <a:pt x="6659780" y="862105"/>
                </a:moveTo>
                <a:cubicBezTo>
                  <a:pt x="6670037" y="858264"/>
                  <a:pt x="6675265" y="846833"/>
                  <a:pt x="6671424" y="836557"/>
                </a:cubicBezTo>
                <a:cubicBezTo>
                  <a:pt x="6669505" y="831428"/>
                  <a:pt x="6665682" y="827561"/>
                  <a:pt x="6661055" y="825456"/>
                </a:cubicBezTo>
                <a:lnTo>
                  <a:pt x="6645875" y="824930"/>
                </a:lnTo>
                <a:lnTo>
                  <a:pt x="6634760" y="835284"/>
                </a:lnTo>
                <a:cubicBezTo>
                  <a:pt x="6632653" y="839908"/>
                  <a:pt x="6632311" y="845339"/>
                  <a:pt x="6634231" y="850478"/>
                </a:cubicBezTo>
                <a:cubicBezTo>
                  <a:pt x="6637217" y="858443"/>
                  <a:pt x="6644774" y="863367"/>
                  <a:pt x="6652828" y="863367"/>
                </a:cubicBezTo>
                <a:cubicBezTo>
                  <a:pt x="6655139" y="863367"/>
                  <a:pt x="6657486" y="862958"/>
                  <a:pt x="6659780" y="862105"/>
                </a:cubicBezTo>
                <a:close/>
                <a:moveTo>
                  <a:pt x="2428029" y="2415501"/>
                </a:moveTo>
                <a:cubicBezTo>
                  <a:pt x="2435816" y="2414966"/>
                  <a:pt x="2441719" y="2408211"/>
                  <a:pt x="2441168" y="2400406"/>
                </a:cubicBezTo>
                <a:cubicBezTo>
                  <a:pt x="2440634" y="2392602"/>
                  <a:pt x="2433860" y="2386699"/>
                  <a:pt x="2426056" y="2387250"/>
                </a:cubicBezTo>
                <a:cubicBezTo>
                  <a:pt x="2418250" y="2387783"/>
                  <a:pt x="2412366" y="2394557"/>
                  <a:pt x="2412918" y="2402362"/>
                </a:cubicBezTo>
                <a:cubicBezTo>
                  <a:pt x="2413433" y="2409829"/>
                  <a:pt x="2419656" y="2415553"/>
                  <a:pt x="2427033" y="2415553"/>
                </a:cubicBezTo>
                <a:cubicBezTo>
                  <a:pt x="2427354" y="2415553"/>
                  <a:pt x="2427691" y="2415536"/>
                  <a:pt x="2428029" y="2415501"/>
                </a:cubicBezTo>
                <a:close/>
                <a:moveTo>
                  <a:pt x="6754079" y="828574"/>
                </a:moveTo>
                <a:cubicBezTo>
                  <a:pt x="6764480" y="825071"/>
                  <a:pt x="6770079" y="813818"/>
                  <a:pt x="6766577" y="803435"/>
                </a:cubicBezTo>
                <a:cubicBezTo>
                  <a:pt x="6763074" y="793034"/>
                  <a:pt x="6751820" y="787451"/>
                  <a:pt x="6741420" y="790936"/>
                </a:cubicBezTo>
                <a:cubicBezTo>
                  <a:pt x="6731037" y="794439"/>
                  <a:pt x="6725436" y="805692"/>
                  <a:pt x="6728939" y="816076"/>
                </a:cubicBezTo>
                <a:cubicBezTo>
                  <a:pt x="6731730" y="824378"/>
                  <a:pt x="6739465" y="829605"/>
                  <a:pt x="6747749" y="829605"/>
                </a:cubicBezTo>
                <a:cubicBezTo>
                  <a:pt x="6749848" y="829605"/>
                  <a:pt x="6751981" y="829285"/>
                  <a:pt x="6754079" y="828574"/>
                </a:cubicBezTo>
                <a:close/>
                <a:moveTo>
                  <a:pt x="6566298" y="898427"/>
                </a:moveTo>
                <a:cubicBezTo>
                  <a:pt x="6576467" y="894338"/>
                  <a:pt x="6581410" y="882782"/>
                  <a:pt x="6577321" y="872612"/>
                </a:cubicBezTo>
                <a:cubicBezTo>
                  <a:pt x="6573249" y="862425"/>
                  <a:pt x="6561692" y="857482"/>
                  <a:pt x="6551505" y="861572"/>
                </a:cubicBezTo>
                <a:cubicBezTo>
                  <a:pt x="6541336" y="865643"/>
                  <a:pt x="6536393" y="877199"/>
                  <a:pt x="6540482" y="887387"/>
                </a:cubicBezTo>
                <a:cubicBezTo>
                  <a:pt x="6543577" y="895139"/>
                  <a:pt x="6551044" y="899850"/>
                  <a:pt x="6558902" y="899850"/>
                </a:cubicBezTo>
                <a:cubicBezTo>
                  <a:pt x="6561373" y="899849"/>
                  <a:pt x="6563879" y="899388"/>
                  <a:pt x="6566298" y="898427"/>
                </a:cubicBezTo>
                <a:close/>
                <a:moveTo>
                  <a:pt x="646242" y="3070671"/>
                </a:moveTo>
                <a:cubicBezTo>
                  <a:pt x="647558" y="3070671"/>
                  <a:pt x="648856" y="3070120"/>
                  <a:pt x="649799" y="3069052"/>
                </a:cubicBezTo>
                <a:cubicBezTo>
                  <a:pt x="651487" y="3067098"/>
                  <a:pt x="651256" y="3064146"/>
                  <a:pt x="649300" y="3062439"/>
                </a:cubicBezTo>
                <a:cubicBezTo>
                  <a:pt x="647344" y="3060751"/>
                  <a:pt x="644393" y="3060981"/>
                  <a:pt x="642704" y="3062937"/>
                </a:cubicBezTo>
                <a:cubicBezTo>
                  <a:pt x="641015" y="3064893"/>
                  <a:pt x="641229" y="3067844"/>
                  <a:pt x="643184" y="3069533"/>
                </a:cubicBezTo>
                <a:cubicBezTo>
                  <a:pt x="644073" y="3070297"/>
                  <a:pt x="645158" y="3070671"/>
                  <a:pt x="646242" y="3070671"/>
                </a:cubicBezTo>
                <a:close/>
                <a:moveTo>
                  <a:pt x="4718523" y="1579092"/>
                </a:moveTo>
                <a:cubicBezTo>
                  <a:pt x="4728888" y="1577865"/>
                  <a:pt x="4736303" y="1568478"/>
                  <a:pt x="4735056" y="1558095"/>
                </a:cubicBezTo>
                <a:cubicBezTo>
                  <a:pt x="4733830" y="1547730"/>
                  <a:pt x="4724426" y="1540334"/>
                  <a:pt x="4714060" y="1541560"/>
                </a:cubicBezTo>
                <a:cubicBezTo>
                  <a:pt x="4703696" y="1542787"/>
                  <a:pt x="4696280" y="1552193"/>
                  <a:pt x="4697526" y="1562558"/>
                </a:cubicBezTo>
                <a:cubicBezTo>
                  <a:pt x="4698662" y="1572176"/>
                  <a:pt x="4706825" y="1579234"/>
                  <a:pt x="4716267" y="1579234"/>
                </a:cubicBezTo>
                <a:cubicBezTo>
                  <a:pt x="4717010" y="1579235"/>
                  <a:pt x="4717757" y="1579199"/>
                  <a:pt x="4718523" y="1579092"/>
                </a:cubicBezTo>
                <a:close/>
                <a:moveTo>
                  <a:pt x="6849444" y="798563"/>
                </a:moveTo>
                <a:lnTo>
                  <a:pt x="6849427" y="798563"/>
                </a:lnTo>
                <a:cubicBezTo>
                  <a:pt x="6859969" y="795488"/>
                  <a:pt x="6865997" y="784464"/>
                  <a:pt x="6862921" y="773939"/>
                </a:cubicBezTo>
                <a:cubicBezTo>
                  <a:pt x="6859845" y="763414"/>
                  <a:pt x="6848822" y="757369"/>
                  <a:pt x="6838296" y="760445"/>
                </a:cubicBezTo>
                <a:cubicBezTo>
                  <a:pt x="6827772" y="763521"/>
                  <a:pt x="6821727" y="774544"/>
                  <a:pt x="6824820" y="785069"/>
                </a:cubicBezTo>
                <a:cubicBezTo>
                  <a:pt x="6827346" y="793746"/>
                  <a:pt x="6835276" y="799363"/>
                  <a:pt x="6843861" y="799364"/>
                </a:cubicBezTo>
                <a:cubicBezTo>
                  <a:pt x="6845710" y="799364"/>
                  <a:pt x="6847578" y="799097"/>
                  <a:pt x="6849444" y="798563"/>
                </a:cubicBezTo>
                <a:close/>
                <a:moveTo>
                  <a:pt x="6473457" y="936652"/>
                </a:moveTo>
                <a:cubicBezTo>
                  <a:pt x="6483555" y="932402"/>
                  <a:pt x="6488283" y="920758"/>
                  <a:pt x="6484035" y="910659"/>
                </a:cubicBezTo>
                <a:cubicBezTo>
                  <a:pt x="6481902" y="905601"/>
                  <a:pt x="6477923" y="901890"/>
                  <a:pt x="6473217" y="899977"/>
                </a:cubicBezTo>
                <a:cubicBezTo>
                  <a:pt x="6468509" y="898063"/>
                  <a:pt x="6463073" y="897948"/>
                  <a:pt x="6458024" y="900081"/>
                </a:cubicBezTo>
                <a:cubicBezTo>
                  <a:pt x="6447926" y="904330"/>
                  <a:pt x="6443179" y="915975"/>
                  <a:pt x="6447446" y="926091"/>
                </a:cubicBezTo>
                <a:cubicBezTo>
                  <a:pt x="6450646" y="933665"/>
                  <a:pt x="6458006" y="938216"/>
                  <a:pt x="6465741" y="938216"/>
                </a:cubicBezTo>
                <a:cubicBezTo>
                  <a:pt x="6468317" y="938217"/>
                  <a:pt x="6470932" y="937718"/>
                  <a:pt x="6473457" y="936652"/>
                </a:cubicBezTo>
                <a:close/>
                <a:moveTo>
                  <a:pt x="3963575" y="1857794"/>
                </a:moveTo>
                <a:cubicBezTo>
                  <a:pt x="3972698" y="1855572"/>
                  <a:pt x="3978315" y="1846380"/>
                  <a:pt x="3976110" y="1837259"/>
                </a:cubicBezTo>
                <a:cubicBezTo>
                  <a:pt x="3973890" y="1828121"/>
                  <a:pt x="3964695" y="1822520"/>
                  <a:pt x="3955575" y="1824725"/>
                </a:cubicBezTo>
                <a:cubicBezTo>
                  <a:pt x="3946439" y="1826930"/>
                  <a:pt x="3940835" y="1836122"/>
                  <a:pt x="3943042" y="1845260"/>
                </a:cubicBezTo>
                <a:cubicBezTo>
                  <a:pt x="3944925" y="1853029"/>
                  <a:pt x="3951879" y="1858274"/>
                  <a:pt x="3959558" y="1858274"/>
                </a:cubicBezTo>
                <a:cubicBezTo>
                  <a:pt x="3960873" y="1858274"/>
                  <a:pt x="3962226" y="1858114"/>
                  <a:pt x="3963575" y="1857794"/>
                </a:cubicBezTo>
                <a:close/>
                <a:moveTo>
                  <a:pt x="1030392" y="2933881"/>
                </a:moveTo>
                <a:cubicBezTo>
                  <a:pt x="1032881" y="2933881"/>
                  <a:pt x="1035317" y="2932654"/>
                  <a:pt x="1036757" y="2930414"/>
                </a:cubicBezTo>
                <a:cubicBezTo>
                  <a:pt x="1038980" y="2926893"/>
                  <a:pt x="1037948" y="2922253"/>
                  <a:pt x="1034444" y="2920014"/>
                </a:cubicBezTo>
                <a:cubicBezTo>
                  <a:pt x="1030944" y="2917773"/>
                  <a:pt x="1026285" y="2918804"/>
                  <a:pt x="1024044" y="2922307"/>
                </a:cubicBezTo>
                <a:cubicBezTo>
                  <a:pt x="1021822" y="2925809"/>
                  <a:pt x="1022854" y="2930467"/>
                  <a:pt x="1026356" y="2932707"/>
                </a:cubicBezTo>
                <a:cubicBezTo>
                  <a:pt x="1027600" y="2933507"/>
                  <a:pt x="1029006" y="2933881"/>
                  <a:pt x="1030392" y="2933881"/>
                </a:cubicBezTo>
                <a:close/>
                <a:moveTo>
                  <a:pt x="204738" y="3236779"/>
                </a:moveTo>
                <a:cubicBezTo>
                  <a:pt x="204987" y="3236779"/>
                  <a:pt x="205218" y="3236672"/>
                  <a:pt x="205396" y="3236495"/>
                </a:cubicBezTo>
                <a:cubicBezTo>
                  <a:pt x="205734" y="3236122"/>
                  <a:pt x="205698" y="3235570"/>
                  <a:pt x="205342" y="3235233"/>
                </a:cubicBezTo>
                <a:cubicBezTo>
                  <a:pt x="204987" y="3234894"/>
                  <a:pt x="204418" y="3234930"/>
                  <a:pt x="204098" y="3235286"/>
                </a:cubicBezTo>
                <a:cubicBezTo>
                  <a:pt x="203760" y="3235642"/>
                  <a:pt x="203778" y="3236210"/>
                  <a:pt x="204134" y="3236548"/>
                </a:cubicBezTo>
                <a:cubicBezTo>
                  <a:pt x="204311" y="3236690"/>
                  <a:pt x="204525" y="3236779"/>
                  <a:pt x="204738" y="3236779"/>
                </a:cubicBezTo>
                <a:close/>
                <a:moveTo>
                  <a:pt x="4387780" y="1702887"/>
                </a:moveTo>
                <a:cubicBezTo>
                  <a:pt x="4397542" y="1701144"/>
                  <a:pt x="4404033" y="1691810"/>
                  <a:pt x="4402290" y="1682049"/>
                </a:cubicBezTo>
                <a:cubicBezTo>
                  <a:pt x="4400548" y="1672289"/>
                  <a:pt x="4391213" y="1665782"/>
                  <a:pt x="4381452" y="1667524"/>
                </a:cubicBezTo>
                <a:cubicBezTo>
                  <a:pt x="4371690" y="1669267"/>
                  <a:pt x="4365202" y="1678600"/>
                  <a:pt x="4366944" y="1688361"/>
                </a:cubicBezTo>
                <a:cubicBezTo>
                  <a:pt x="4368491" y="1697055"/>
                  <a:pt x="4376065" y="1703171"/>
                  <a:pt x="4384600" y="1703171"/>
                </a:cubicBezTo>
                <a:cubicBezTo>
                  <a:pt x="4385646" y="1703171"/>
                  <a:pt x="4386714" y="1703082"/>
                  <a:pt x="4387780" y="1702887"/>
                </a:cubicBezTo>
                <a:close/>
                <a:moveTo>
                  <a:pt x="3356302" y="2081987"/>
                </a:moveTo>
                <a:cubicBezTo>
                  <a:pt x="3364835" y="2079604"/>
                  <a:pt x="3369813" y="2070732"/>
                  <a:pt x="3367431" y="2062199"/>
                </a:cubicBezTo>
                <a:cubicBezTo>
                  <a:pt x="3365031" y="2053646"/>
                  <a:pt x="3356178" y="2048668"/>
                  <a:pt x="3347625" y="2051068"/>
                </a:cubicBezTo>
                <a:cubicBezTo>
                  <a:pt x="3339092" y="2053451"/>
                  <a:pt x="3334096" y="2062322"/>
                  <a:pt x="3336496" y="2070856"/>
                </a:cubicBezTo>
                <a:cubicBezTo>
                  <a:pt x="3338487" y="2077951"/>
                  <a:pt x="3344941" y="2082591"/>
                  <a:pt x="3351946" y="2082591"/>
                </a:cubicBezTo>
                <a:cubicBezTo>
                  <a:pt x="3353385" y="2082591"/>
                  <a:pt x="3354845" y="2082395"/>
                  <a:pt x="3356302" y="2081987"/>
                </a:cubicBezTo>
                <a:close/>
                <a:moveTo>
                  <a:pt x="6381130" y="976353"/>
                </a:moveTo>
                <a:cubicBezTo>
                  <a:pt x="6391176" y="971961"/>
                  <a:pt x="6395744" y="960245"/>
                  <a:pt x="6391353" y="950199"/>
                </a:cubicBezTo>
                <a:cubicBezTo>
                  <a:pt x="6389157" y="945177"/>
                  <a:pt x="6385135" y="941519"/>
                  <a:pt x="6380406" y="939666"/>
                </a:cubicBezTo>
                <a:cubicBezTo>
                  <a:pt x="6375677" y="937812"/>
                  <a:pt x="6370241" y="937764"/>
                  <a:pt x="6365218" y="939959"/>
                </a:cubicBezTo>
                <a:cubicBezTo>
                  <a:pt x="6355173" y="944368"/>
                  <a:pt x="6350587" y="956067"/>
                  <a:pt x="6354977" y="966112"/>
                </a:cubicBezTo>
                <a:cubicBezTo>
                  <a:pt x="6358230" y="973561"/>
                  <a:pt x="6365520" y="978024"/>
                  <a:pt x="6373183" y="978024"/>
                </a:cubicBezTo>
                <a:cubicBezTo>
                  <a:pt x="6375832" y="978023"/>
                  <a:pt x="6378534" y="977472"/>
                  <a:pt x="6381130" y="976353"/>
                </a:cubicBezTo>
                <a:close/>
                <a:moveTo>
                  <a:pt x="5150940" y="1427937"/>
                </a:moveTo>
                <a:cubicBezTo>
                  <a:pt x="5161713" y="1425927"/>
                  <a:pt x="5168826" y="1415562"/>
                  <a:pt x="5166816" y="1404789"/>
                </a:cubicBezTo>
                <a:cubicBezTo>
                  <a:pt x="5164807" y="1393997"/>
                  <a:pt x="5154444" y="1386903"/>
                  <a:pt x="5143669" y="1388912"/>
                </a:cubicBezTo>
                <a:cubicBezTo>
                  <a:pt x="5132879" y="1390921"/>
                  <a:pt x="5125782" y="1401286"/>
                  <a:pt x="5127795" y="1412060"/>
                </a:cubicBezTo>
                <a:cubicBezTo>
                  <a:pt x="5129570" y="1421607"/>
                  <a:pt x="5137907" y="1428274"/>
                  <a:pt x="5147295" y="1428274"/>
                </a:cubicBezTo>
                <a:cubicBezTo>
                  <a:pt x="5148488" y="1428274"/>
                  <a:pt x="5149712" y="1428167"/>
                  <a:pt x="5150940" y="1427937"/>
                </a:cubicBezTo>
                <a:close/>
                <a:moveTo>
                  <a:pt x="1339302" y="2827260"/>
                </a:moveTo>
                <a:cubicBezTo>
                  <a:pt x="1342999" y="2827261"/>
                  <a:pt x="1346520" y="2825073"/>
                  <a:pt x="1348013" y="2821446"/>
                </a:cubicBezTo>
                <a:cubicBezTo>
                  <a:pt x="1350004" y="2816628"/>
                  <a:pt x="1347729" y="2811117"/>
                  <a:pt x="1342929" y="2809125"/>
                </a:cubicBezTo>
                <a:cubicBezTo>
                  <a:pt x="1338110" y="2807134"/>
                  <a:pt x="1332600" y="2809410"/>
                  <a:pt x="1330608" y="2814229"/>
                </a:cubicBezTo>
                <a:cubicBezTo>
                  <a:pt x="1328616" y="2819029"/>
                  <a:pt x="1330892" y="2824540"/>
                  <a:pt x="1335711" y="2826549"/>
                </a:cubicBezTo>
                <a:cubicBezTo>
                  <a:pt x="1336883" y="2827029"/>
                  <a:pt x="1338110" y="2827260"/>
                  <a:pt x="1339302" y="2827260"/>
                </a:cubicBezTo>
                <a:close/>
                <a:moveTo>
                  <a:pt x="2846189" y="2276576"/>
                </a:moveTo>
                <a:cubicBezTo>
                  <a:pt x="2854368" y="2274922"/>
                  <a:pt x="2859667" y="2266958"/>
                  <a:pt x="2858012" y="2258761"/>
                </a:cubicBezTo>
                <a:cubicBezTo>
                  <a:pt x="2856359" y="2250601"/>
                  <a:pt x="2848395" y="2245303"/>
                  <a:pt x="2840216" y="2246957"/>
                </a:cubicBezTo>
                <a:cubicBezTo>
                  <a:pt x="2832020" y="2248592"/>
                  <a:pt x="2826740" y="2256575"/>
                  <a:pt x="2828393" y="2264753"/>
                </a:cubicBezTo>
                <a:cubicBezTo>
                  <a:pt x="2829833" y="2271918"/>
                  <a:pt x="2836145" y="2276878"/>
                  <a:pt x="2843185" y="2276878"/>
                </a:cubicBezTo>
                <a:cubicBezTo>
                  <a:pt x="2844181" y="2276878"/>
                  <a:pt x="2845176" y="2276789"/>
                  <a:pt x="2846189" y="2276576"/>
                </a:cubicBezTo>
                <a:close/>
                <a:moveTo>
                  <a:pt x="6945859" y="772784"/>
                </a:moveTo>
                <a:cubicBezTo>
                  <a:pt x="6956527" y="770206"/>
                  <a:pt x="6963070" y="759485"/>
                  <a:pt x="6960491" y="748818"/>
                </a:cubicBezTo>
                <a:cubicBezTo>
                  <a:pt x="6957931" y="738168"/>
                  <a:pt x="6947193" y="731608"/>
                  <a:pt x="6936544" y="734186"/>
                </a:cubicBezTo>
                <a:cubicBezTo>
                  <a:pt x="6925893" y="736764"/>
                  <a:pt x="6919333" y="747484"/>
                  <a:pt x="6921912" y="758134"/>
                </a:cubicBezTo>
                <a:cubicBezTo>
                  <a:pt x="6924099" y="767237"/>
                  <a:pt x="6932223" y="773335"/>
                  <a:pt x="6941184" y="773335"/>
                </a:cubicBezTo>
                <a:cubicBezTo>
                  <a:pt x="6942730" y="773335"/>
                  <a:pt x="6944295" y="773157"/>
                  <a:pt x="6945859" y="772784"/>
                </a:cubicBezTo>
                <a:close/>
                <a:moveTo>
                  <a:pt x="3450992" y="2055158"/>
                </a:moveTo>
                <a:cubicBezTo>
                  <a:pt x="3459526" y="2052722"/>
                  <a:pt x="3464468" y="2043850"/>
                  <a:pt x="3462033" y="2035316"/>
                </a:cubicBezTo>
                <a:cubicBezTo>
                  <a:pt x="3459596" y="2026783"/>
                  <a:pt x="3450707" y="2021840"/>
                  <a:pt x="3442174" y="2024276"/>
                </a:cubicBezTo>
                <a:cubicBezTo>
                  <a:pt x="3433640" y="2026711"/>
                  <a:pt x="3428697" y="2035601"/>
                  <a:pt x="3431132" y="2044135"/>
                </a:cubicBezTo>
                <a:cubicBezTo>
                  <a:pt x="3433160" y="2051193"/>
                  <a:pt x="3439596" y="2055780"/>
                  <a:pt x="3446582" y="2055779"/>
                </a:cubicBezTo>
                <a:cubicBezTo>
                  <a:pt x="3448040" y="2055779"/>
                  <a:pt x="3449517" y="2055584"/>
                  <a:pt x="3450992" y="2055158"/>
                </a:cubicBezTo>
                <a:close/>
                <a:moveTo>
                  <a:pt x="6289143" y="1017066"/>
                </a:moveTo>
                <a:cubicBezTo>
                  <a:pt x="6299170" y="1012585"/>
                  <a:pt x="6303633" y="1000834"/>
                  <a:pt x="6299170" y="990824"/>
                </a:cubicBezTo>
                <a:cubicBezTo>
                  <a:pt x="6296930" y="985820"/>
                  <a:pt x="6292871" y="982198"/>
                  <a:pt x="6288122" y="980387"/>
                </a:cubicBezTo>
                <a:cubicBezTo>
                  <a:pt x="6283373" y="978575"/>
                  <a:pt x="6277933" y="978575"/>
                  <a:pt x="6272928" y="980815"/>
                </a:cubicBezTo>
                <a:cubicBezTo>
                  <a:pt x="6262919" y="985295"/>
                  <a:pt x="6258439" y="997029"/>
                  <a:pt x="6262918" y="1007039"/>
                </a:cubicBezTo>
                <a:cubicBezTo>
                  <a:pt x="6266207" y="1014417"/>
                  <a:pt x="6273462" y="1018791"/>
                  <a:pt x="6281053" y="1018791"/>
                </a:cubicBezTo>
                <a:cubicBezTo>
                  <a:pt x="6283755" y="1018791"/>
                  <a:pt x="6286512" y="1018239"/>
                  <a:pt x="6289143" y="1017066"/>
                </a:cubicBezTo>
                <a:close/>
                <a:moveTo>
                  <a:pt x="4059742" y="1835269"/>
                </a:moveTo>
                <a:cubicBezTo>
                  <a:pt x="4068897" y="1833206"/>
                  <a:pt x="4074641" y="1824086"/>
                  <a:pt x="4072578" y="1814929"/>
                </a:cubicBezTo>
                <a:cubicBezTo>
                  <a:pt x="4070517" y="1805773"/>
                  <a:pt x="4061414" y="1800031"/>
                  <a:pt x="4052240" y="1802093"/>
                </a:cubicBezTo>
                <a:cubicBezTo>
                  <a:pt x="4043083" y="1804155"/>
                  <a:pt x="4037340" y="1813258"/>
                  <a:pt x="4039403" y="1822432"/>
                </a:cubicBezTo>
                <a:cubicBezTo>
                  <a:pt x="4041181" y="1830326"/>
                  <a:pt x="4048205" y="1835695"/>
                  <a:pt x="4055972" y="1835695"/>
                </a:cubicBezTo>
                <a:cubicBezTo>
                  <a:pt x="4057218" y="1835695"/>
                  <a:pt x="4058479" y="1835553"/>
                  <a:pt x="4059742" y="1835269"/>
                </a:cubicBezTo>
                <a:close/>
                <a:moveTo>
                  <a:pt x="2204513" y="2517676"/>
                </a:moveTo>
                <a:cubicBezTo>
                  <a:pt x="2211802" y="2517623"/>
                  <a:pt x="2217687" y="2511649"/>
                  <a:pt x="2217634" y="2504359"/>
                </a:cubicBezTo>
                <a:cubicBezTo>
                  <a:pt x="2217580" y="2497052"/>
                  <a:pt x="2211607" y="2491185"/>
                  <a:pt x="2204316" y="2491239"/>
                </a:cubicBezTo>
                <a:cubicBezTo>
                  <a:pt x="2197027" y="2491293"/>
                  <a:pt x="2191143" y="2497248"/>
                  <a:pt x="2191197" y="2504555"/>
                </a:cubicBezTo>
                <a:cubicBezTo>
                  <a:pt x="2191249" y="2511827"/>
                  <a:pt x="2197170" y="2517676"/>
                  <a:pt x="2204423" y="2517676"/>
                </a:cubicBezTo>
                <a:close/>
                <a:moveTo>
                  <a:pt x="3545540" y="2028098"/>
                </a:moveTo>
                <a:cubicBezTo>
                  <a:pt x="3554074" y="2025662"/>
                  <a:pt x="3558998" y="2016773"/>
                  <a:pt x="3556563" y="2008239"/>
                </a:cubicBezTo>
                <a:cubicBezTo>
                  <a:pt x="3554128" y="1999723"/>
                  <a:pt x="3545238" y="1994781"/>
                  <a:pt x="3536704" y="1997217"/>
                </a:cubicBezTo>
                <a:cubicBezTo>
                  <a:pt x="3528188" y="1999652"/>
                  <a:pt x="3523246" y="2008541"/>
                  <a:pt x="3525680" y="2017076"/>
                </a:cubicBezTo>
                <a:cubicBezTo>
                  <a:pt x="3527708" y="2024134"/>
                  <a:pt x="3534126" y="2028720"/>
                  <a:pt x="3541113" y="2028720"/>
                </a:cubicBezTo>
                <a:cubicBezTo>
                  <a:pt x="3542589" y="2028720"/>
                  <a:pt x="3544065" y="2028525"/>
                  <a:pt x="3545540" y="2028098"/>
                </a:cubicBezTo>
                <a:close/>
                <a:moveTo>
                  <a:pt x="548797" y="3129751"/>
                </a:moveTo>
                <a:cubicBezTo>
                  <a:pt x="549809" y="3129751"/>
                  <a:pt x="550823" y="3129324"/>
                  <a:pt x="551570" y="3128524"/>
                </a:cubicBezTo>
                <a:cubicBezTo>
                  <a:pt x="552957" y="3126995"/>
                  <a:pt x="552832" y="3124630"/>
                  <a:pt x="551303" y="3123244"/>
                </a:cubicBezTo>
                <a:cubicBezTo>
                  <a:pt x="549774" y="3121856"/>
                  <a:pt x="547410" y="3121981"/>
                  <a:pt x="546040" y="3123511"/>
                </a:cubicBezTo>
                <a:cubicBezTo>
                  <a:pt x="544654" y="3125039"/>
                  <a:pt x="544760" y="3127404"/>
                  <a:pt x="546289" y="3128790"/>
                </a:cubicBezTo>
                <a:cubicBezTo>
                  <a:pt x="547019" y="3129431"/>
                  <a:pt x="547908" y="3129751"/>
                  <a:pt x="548797" y="3129751"/>
                </a:cubicBezTo>
                <a:close/>
                <a:moveTo>
                  <a:pt x="6197350" y="1058384"/>
                </a:moveTo>
                <a:cubicBezTo>
                  <a:pt x="6207341" y="1053868"/>
                  <a:pt x="6211786" y="1042099"/>
                  <a:pt x="6207270" y="1032107"/>
                </a:cubicBezTo>
                <a:cubicBezTo>
                  <a:pt x="6205004" y="1027112"/>
                  <a:pt x="6200933" y="1023506"/>
                  <a:pt x="6196179" y="1021715"/>
                </a:cubicBezTo>
                <a:cubicBezTo>
                  <a:pt x="6191425" y="1019924"/>
                  <a:pt x="6185989" y="1019946"/>
                  <a:pt x="6180993" y="1022204"/>
                </a:cubicBezTo>
                <a:cubicBezTo>
                  <a:pt x="6171001" y="1026720"/>
                  <a:pt x="6166575" y="1038490"/>
                  <a:pt x="6171091" y="1048481"/>
                </a:cubicBezTo>
                <a:cubicBezTo>
                  <a:pt x="6174415" y="1055806"/>
                  <a:pt x="6181633" y="1060162"/>
                  <a:pt x="6189189" y="1060162"/>
                </a:cubicBezTo>
                <a:cubicBezTo>
                  <a:pt x="6191928" y="1060162"/>
                  <a:pt x="6194701" y="1059593"/>
                  <a:pt x="6197350" y="1058384"/>
                </a:cubicBezTo>
                <a:close/>
                <a:moveTo>
                  <a:pt x="4485475" y="1686850"/>
                </a:moveTo>
                <a:cubicBezTo>
                  <a:pt x="4495289" y="1685410"/>
                  <a:pt x="4502080" y="1676290"/>
                  <a:pt x="4500640" y="1666475"/>
                </a:cubicBezTo>
                <a:cubicBezTo>
                  <a:pt x="4499199" y="1656661"/>
                  <a:pt x="4490081" y="1649870"/>
                  <a:pt x="4480268" y="1651310"/>
                </a:cubicBezTo>
                <a:cubicBezTo>
                  <a:pt x="4470453" y="1652750"/>
                  <a:pt x="4463659" y="1661870"/>
                  <a:pt x="4465101" y="1671685"/>
                </a:cubicBezTo>
                <a:cubicBezTo>
                  <a:pt x="4466416" y="1680610"/>
                  <a:pt x="4474097" y="1687046"/>
                  <a:pt x="4482844" y="1687046"/>
                </a:cubicBezTo>
                <a:cubicBezTo>
                  <a:pt x="4483717" y="1687046"/>
                  <a:pt x="4484586" y="1686975"/>
                  <a:pt x="4485475" y="1686850"/>
                </a:cubicBezTo>
                <a:close/>
                <a:moveTo>
                  <a:pt x="2525405" y="2406682"/>
                </a:moveTo>
                <a:cubicBezTo>
                  <a:pt x="2533174" y="2405811"/>
                  <a:pt x="2538775" y="2398788"/>
                  <a:pt x="2537903" y="2391019"/>
                </a:cubicBezTo>
                <a:cubicBezTo>
                  <a:pt x="2537032" y="2383250"/>
                  <a:pt x="2530027" y="2377650"/>
                  <a:pt x="2522240" y="2378521"/>
                </a:cubicBezTo>
                <a:cubicBezTo>
                  <a:pt x="2514471" y="2379391"/>
                  <a:pt x="2508888" y="2386414"/>
                  <a:pt x="2509742" y="2394184"/>
                </a:cubicBezTo>
                <a:cubicBezTo>
                  <a:pt x="2510559" y="2401419"/>
                  <a:pt x="2516692" y="2406771"/>
                  <a:pt x="2523822" y="2406770"/>
                </a:cubicBezTo>
                <a:cubicBezTo>
                  <a:pt x="2524338" y="2406771"/>
                  <a:pt x="2524870" y="2406736"/>
                  <a:pt x="2525405" y="2406682"/>
                </a:cubicBezTo>
                <a:close/>
                <a:moveTo>
                  <a:pt x="5250218" y="1408024"/>
                </a:moveTo>
                <a:cubicBezTo>
                  <a:pt x="5260940" y="1405712"/>
                  <a:pt x="5267749" y="1395152"/>
                  <a:pt x="5265456" y="1384431"/>
                </a:cubicBezTo>
                <a:cubicBezTo>
                  <a:pt x="5263143" y="1373711"/>
                  <a:pt x="5252565" y="1366902"/>
                  <a:pt x="5241863" y="1369212"/>
                </a:cubicBezTo>
                <a:cubicBezTo>
                  <a:pt x="5231141" y="1371524"/>
                  <a:pt x="5224332" y="1382084"/>
                  <a:pt x="5226643" y="1392805"/>
                </a:cubicBezTo>
                <a:lnTo>
                  <a:pt x="5226606" y="1392806"/>
                </a:lnTo>
                <a:cubicBezTo>
                  <a:pt x="5228616" y="1402104"/>
                  <a:pt x="5236849" y="1408469"/>
                  <a:pt x="5246003" y="1408469"/>
                </a:cubicBezTo>
                <a:cubicBezTo>
                  <a:pt x="5247391" y="1408469"/>
                  <a:pt x="5248796" y="1408326"/>
                  <a:pt x="5250218" y="1408024"/>
                </a:cubicBezTo>
                <a:close/>
                <a:moveTo>
                  <a:pt x="2942142" y="2255739"/>
                </a:moveTo>
                <a:cubicBezTo>
                  <a:pt x="2950267" y="2253854"/>
                  <a:pt x="2955335" y="2245730"/>
                  <a:pt x="2953450" y="2237605"/>
                </a:cubicBezTo>
                <a:cubicBezTo>
                  <a:pt x="2951565" y="2229462"/>
                  <a:pt x="2943440" y="2224413"/>
                  <a:pt x="2935315" y="2226280"/>
                </a:cubicBezTo>
                <a:cubicBezTo>
                  <a:pt x="2927190" y="2228182"/>
                  <a:pt x="2922123" y="2236290"/>
                  <a:pt x="2924007" y="2244431"/>
                </a:cubicBezTo>
                <a:cubicBezTo>
                  <a:pt x="2925625" y="2251401"/>
                  <a:pt x="2931848" y="2256130"/>
                  <a:pt x="2938712" y="2256130"/>
                </a:cubicBezTo>
                <a:cubicBezTo>
                  <a:pt x="2939849" y="2256130"/>
                  <a:pt x="2940987" y="2256005"/>
                  <a:pt x="2942142" y="2255739"/>
                </a:cubicBezTo>
                <a:close/>
                <a:moveTo>
                  <a:pt x="4817765" y="1568140"/>
                </a:moveTo>
                <a:cubicBezTo>
                  <a:pt x="4828164" y="1567056"/>
                  <a:pt x="4835703" y="1557757"/>
                  <a:pt x="4834620" y="1547375"/>
                </a:cubicBezTo>
                <a:cubicBezTo>
                  <a:pt x="4833535" y="1536992"/>
                  <a:pt x="4824237" y="1529435"/>
                  <a:pt x="4813852" y="1530520"/>
                </a:cubicBezTo>
                <a:cubicBezTo>
                  <a:pt x="4803469" y="1531604"/>
                  <a:pt x="4795931" y="1540903"/>
                  <a:pt x="4797016" y="1551286"/>
                </a:cubicBezTo>
                <a:cubicBezTo>
                  <a:pt x="4798012" y="1561011"/>
                  <a:pt x="4806225" y="1568229"/>
                  <a:pt x="4815792" y="1568229"/>
                </a:cubicBezTo>
                <a:cubicBezTo>
                  <a:pt x="4816450" y="1568229"/>
                  <a:pt x="4817106" y="1568193"/>
                  <a:pt x="4817765" y="1568140"/>
                </a:cubicBezTo>
                <a:close/>
                <a:moveTo>
                  <a:pt x="7043324" y="752000"/>
                </a:moveTo>
                <a:cubicBezTo>
                  <a:pt x="7054115" y="750027"/>
                  <a:pt x="7061244" y="739679"/>
                  <a:pt x="7059271" y="728887"/>
                </a:cubicBezTo>
                <a:cubicBezTo>
                  <a:pt x="7057280" y="718114"/>
                  <a:pt x="7046933" y="710966"/>
                  <a:pt x="7036158" y="712958"/>
                </a:cubicBezTo>
                <a:cubicBezTo>
                  <a:pt x="7025366" y="714931"/>
                  <a:pt x="7018237" y="725279"/>
                  <a:pt x="7020211" y="736071"/>
                </a:cubicBezTo>
                <a:cubicBezTo>
                  <a:pt x="7021971" y="745635"/>
                  <a:pt x="7030328" y="752338"/>
                  <a:pt x="7039732" y="752338"/>
                </a:cubicBezTo>
                <a:cubicBezTo>
                  <a:pt x="7040905" y="752338"/>
                  <a:pt x="7042114" y="752231"/>
                  <a:pt x="7043324" y="752000"/>
                </a:cubicBezTo>
                <a:close/>
                <a:moveTo>
                  <a:pt x="8245995" y="311777"/>
                </a:moveTo>
                <a:cubicBezTo>
                  <a:pt x="8255133" y="311777"/>
                  <a:pt x="8263899" y="306656"/>
                  <a:pt x="8268148" y="297892"/>
                </a:cubicBezTo>
                <a:cubicBezTo>
                  <a:pt x="8274069" y="285677"/>
                  <a:pt x="8268948" y="270956"/>
                  <a:pt x="8256734" y="265036"/>
                </a:cubicBezTo>
                <a:cubicBezTo>
                  <a:pt x="8250618" y="262076"/>
                  <a:pt x="8243883" y="261877"/>
                  <a:pt x="8237939" y="263943"/>
                </a:cubicBezTo>
                <a:cubicBezTo>
                  <a:pt x="8231994" y="266010"/>
                  <a:pt x="8226838" y="270343"/>
                  <a:pt x="8223879" y="276450"/>
                </a:cubicBezTo>
                <a:cubicBezTo>
                  <a:pt x="8217958" y="288682"/>
                  <a:pt x="8223060" y="303385"/>
                  <a:pt x="8235292" y="309306"/>
                </a:cubicBezTo>
                <a:cubicBezTo>
                  <a:pt x="8238741" y="310977"/>
                  <a:pt x="8242404" y="311777"/>
                  <a:pt x="8245995" y="311777"/>
                </a:cubicBezTo>
                <a:close/>
                <a:moveTo>
                  <a:pt x="3640086" y="2001484"/>
                </a:moveTo>
                <a:cubicBezTo>
                  <a:pt x="3648642" y="1999118"/>
                  <a:pt x="3653654" y="1990265"/>
                  <a:pt x="3651290" y="1981713"/>
                </a:cubicBezTo>
                <a:cubicBezTo>
                  <a:pt x="3648925" y="1973162"/>
                  <a:pt x="3640070" y="1968147"/>
                  <a:pt x="3631518" y="1970512"/>
                </a:cubicBezTo>
                <a:cubicBezTo>
                  <a:pt x="3622968" y="1972877"/>
                  <a:pt x="3617973" y="1981731"/>
                  <a:pt x="3620335" y="1990283"/>
                </a:cubicBezTo>
                <a:cubicBezTo>
                  <a:pt x="3622291" y="1997394"/>
                  <a:pt x="3628763" y="2002070"/>
                  <a:pt x="3635804" y="2002071"/>
                </a:cubicBezTo>
                <a:cubicBezTo>
                  <a:pt x="3637208" y="2002070"/>
                  <a:pt x="3638666" y="2001875"/>
                  <a:pt x="3640086" y="2001484"/>
                </a:cubicBezTo>
                <a:close/>
                <a:moveTo>
                  <a:pt x="7716111" y="506342"/>
                </a:moveTo>
                <a:cubicBezTo>
                  <a:pt x="7719815" y="503579"/>
                  <a:pt x="7722673" y="499619"/>
                  <a:pt x="7724024" y="494827"/>
                </a:cubicBezTo>
                <a:cubicBezTo>
                  <a:pt x="7727296" y="483271"/>
                  <a:pt x="7720576" y="471253"/>
                  <a:pt x="7709020" y="467981"/>
                </a:cubicBezTo>
                <a:cubicBezTo>
                  <a:pt x="7697445" y="464710"/>
                  <a:pt x="7685444" y="471431"/>
                  <a:pt x="7682173" y="483005"/>
                </a:cubicBezTo>
                <a:cubicBezTo>
                  <a:pt x="7678902" y="494561"/>
                  <a:pt x="7685623" y="506580"/>
                  <a:pt x="7697179" y="509851"/>
                </a:cubicBezTo>
                <a:cubicBezTo>
                  <a:pt x="7699152" y="510402"/>
                  <a:pt x="7701144" y="510668"/>
                  <a:pt x="7703117" y="510668"/>
                </a:cubicBezTo>
                <a:cubicBezTo>
                  <a:pt x="7707855" y="510669"/>
                  <a:pt x="7712406" y="509104"/>
                  <a:pt x="7716111" y="506342"/>
                </a:cubicBezTo>
                <a:close/>
                <a:moveTo>
                  <a:pt x="4156174" y="1814395"/>
                </a:moveTo>
                <a:cubicBezTo>
                  <a:pt x="4165366" y="1812512"/>
                  <a:pt x="4171287" y="1803497"/>
                  <a:pt x="4169403" y="1794306"/>
                </a:cubicBezTo>
                <a:cubicBezTo>
                  <a:pt x="4167502" y="1785113"/>
                  <a:pt x="4158505" y="1779193"/>
                  <a:pt x="4149293" y="1781096"/>
                </a:cubicBezTo>
                <a:cubicBezTo>
                  <a:pt x="4140103" y="1782980"/>
                  <a:pt x="4134181" y="1791976"/>
                  <a:pt x="4136086" y="1801186"/>
                </a:cubicBezTo>
                <a:cubicBezTo>
                  <a:pt x="4137738" y="1809222"/>
                  <a:pt x="4144813" y="1814751"/>
                  <a:pt x="4152723" y="1814751"/>
                </a:cubicBezTo>
                <a:cubicBezTo>
                  <a:pt x="4153867" y="1814751"/>
                  <a:pt x="4155019" y="1814645"/>
                  <a:pt x="4156174" y="1814395"/>
                </a:cubicBezTo>
                <a:close/>
                <a:moveTo>
                  <a:pt x="6105522" y="1099916"/>
                </a:moveTo>
                <a:cubicBezTo>
                  <a:pt x="6115514" y="1095435"/>
                  <a:pt x="6119994" y="1083684"/>
                  <a:pt x="6115514" y="1073692"/>
                </a:cubicBezTo>
                <a:cubicBezTo>
                  <a:pt x="6113265" y="1068687"/>
                  <a:pt x="6109207" y="1065065"/>
                  <a:pt x="6104460" y="1063255"/>
                </a:cubicBezTo>
                <a:cubicBezTo>
                  <a:pt x="6099713" y="1061447"/>
                  <a:pt x="6094277" y="1061451"/>
                  <a:pt x="6089272" y="1063700"/>
                </a:cubicBezTo>
                <a:cubicBezTo>
                  <a:pt x="6079281" y="1068180"/>
                  <a:pt x="6074782" y="1079932"/>
                  <a:pt x="6079280" y="1089941"/>
                </a:cubicBezTo>
                <a:cubicBezTo>
                  <a:pt x="6082587" y="1097302"/>
                  <a:pt x="6089823" y="1101658"/>
                  <a:pt x="6097397" y="1101658"/>
                </a:cubicBezTo>
                <a:cubicBezTo>
                  <a:pt x="6100117" y="1101658"/>
                  <a:pt x="6102872" y="1101107"/>
                  <a:pt x="6105522" y="1099916"/>
                </a:cubicBezTo>
                <a:close/>
                <a:moveTo>
                  <a:pt x="1548097" y="2771915"/>
                </a:moveTo>
                <a:cubicBezTo>
                  <a:pt x="1552666" y="2771915"/>
                  <a:pt x="1556862" y="2768874"/>
                  <a:pt x="1558106" y="2764252"/>
                </a:cubicBezTo>
                <a:cubicBezTo>
                  <a:pt x="1559601" y="2758740"/>
                  <a:pt x="1556347" y="2753033"/>
                  <a:pt x="1550818" y="2751540"/>
                </a:cubicBezTo>
                <a:cubicBezTo>
                  <a:pt x="1545289" y="2750029"/>
                  <a:pt x="1539599" y="2753300"/>
                  <a:pt x="1538087" y="2758829"/>
                </a:cubicBezTo>
                <a:cubicBezTo>
                  <a:pt x="1536594" y="2764359"/>
                  <a:pt x="1539866" y="2770047"/>
                  <a:pt x="1545395" y="2771559"/>
                </a:cubicBezTo>
                <a:cubicBezTo>
                  <a:pt x="1546302" y="2771807"/>
                  <a:pt x="1547208" y="2771915"/>
                  <a:pt x="1548097" y="2771915"/>
                </a:cubicBezTo>
                <a:close/>
                <a:moveTo>
                  <a:pt x="922830" y="3001884"/>
                </a:moveTo>
                <a:cubicBezTo>
                  <a:pt x="924910" y="3001884"/>
                  <a:pt x="926938" y="3000924"/>
                  <a:pt x="928217" y="2999093"/>
                </a:cubicBezTo>
                <a:cubicBezTo>
                  <a:pt x="930316" y="2996124"/>
                  <a:pt x="929604" y="2992017"/>
                  <a:pt x="926617" y="2989937"/>
                </a:cubicBezTo>
                <a:cubicBezTo>
                  <a:pt x="923647" y="2987838"/>
                  <a:pt x="919558" y="2988550"/>
                  <a:pt x="917462" y="2991519"/>
                </a:cubicBezTo>
                <a:cubicBezTo>
                  <a:pt x="915363" y="2994506"/>
                  <a:pt x="916091" y="2998594"/>
                  <a:pt x="919061" y="3000693"/>
                </a:cubicBezTo>
                <a:cubicBezTo>
                  <a:pt x="920199" y="3001493"/>
                  <a:pt x="921533" y="3001884"/>
                  <a:pt x="922830" y="3001884"/>
                </a:cubicBezTo>
                <a:close/>
                <a:moveTo>
                  <a:pt x="1982968" y="2613220"/>
                </a:moveTo>
                <a:cubicBezTo>
                  <a:pt x="1989369" y="2613219"/>
                  <a:pt x="1994756" y="2608242"/>
                  <a:pt x="1995183" y="2601770"/>
                </a:cubicBezTo>
                <a:cubicBezTo>
                  <a:pt x="1995645" y="2594997"/>
                  <a:pt x="1990524" y="2589164"/>
                  <a:pt x="1983768" y="2588703"/>
                </a:cubicBezTo>
                <a:cubicBezTo>
                  <a:pt x="1976996" y="2588258"/>
                  <a:pt x="1971163" y="2593379"/>
                  <a:pt x="1970719" y="2600135"/>
                </a:cubicBezTo>
                <a:cubicBezTo>
                  <a:pt x="1970257" y="2606890"/>
                  <a:pt x="1975377" y="2612740"/>
                  <a:pt x="1982134" y="2613202"/>
                </a:cubicBezTo>
                <a:lnTo>
                  <a:pt x="1982133" y="2613219"/>
                </a:lnTo>
                <a:cubicBezTo>
                  <a:pt x="1982417" y="2613219"/>
                  <a:pt x="1982685" y="2613219"/>
                  <a:pt x="1982968" y="2613220"/>
                </a:cubicBezTo>
                <a:close/>
                <a:moveTo>
                  <a:pt x="2287771" y="2502156"/>
                </a:moveTo>
                <a:lnTo>
                  <a:pt x="2287775" y="2502145"/>
                </a:lnTo>
                <a:lnTo>
                  <a:pt x="2287772" y="2502138"/>
                </a:lnTo>
                <a:close/>
                <a:moveTo>
                  <a:pt x="7474586" y="602319"/>
                </a:moveTo>
                <a:cubicBezTo>
                  <a:pt x="7484898" y="602319"/>
                  <a:pt x="7493858" y="594639"/>
                  <a:pt x="7495192" y="584149"/>
                </a:cubicBezTo>
                <a:cubicBezTo>
                  <a:pt x="7496651" y="572735"/>
                  <a:pt x="7488578" y="562335"/>
                  <a:pt x="7477182" y="560877"/>
                </a:cubicBezTo>
                <a:cubicBezTo>
                  <a:pt x="7465786" y="559419"/>
                  <a:pt x="7455368" y="567490"/>
                  <a:pt x="7453927" y="578886"/>
                </a:cubicBezTo>
                <a:cubicBezTo>
                  <a:pt x="7452470" y="590283"/>
                  <a:pt x="7460542" y="600702"/>
                  <a:pt x="7471937" y="602141"/>
                </a:cubicBezTo>
                <a:cubicBezTo>
                  <a:pt x="7472826" y="602266"/>
                  <a:pt x="7473715" y="602319"/>
                  <a:pt x="7474586" y="602319"/>
                </a:cubicBezTo>
                <a:close/>
                <a:moveTo>
                  <a:pt x="3734869" y="1975775"/>
                </a:moveTo>
                <a:cubicBezTo>
                  <a:pt x="3743439" y="1973499"/>
                  <a:pt x="3748539" y="1964699"/>
                  <a:pt x="3746266" y="1956129"/>
                </a:cubicBezTo>
                <a:cubicBezTo>
                  <a:pt x="3743988" y="1947560"/>
                  <a:pt x="3735205" y="1942457"/>
                  <a:pt x="3726635" y="1944715"/>
                </a:cubicBezTo>
                <a:cubicBezTo>
                  <a:pt x="3718067" y="1947009"/>
                  <a:pt x="3712965" y="1955791"/>
                  <a:pt x="3715239" y="1964361"/>
                </a:cubicBezTo>
                <a:lnTo>
                  <a:pt x="3715220" y="1964361"/>
                </a:lnTo>
                <a:cubicBezTo>
                  <a:pt x="3717123" y="1971562"/>
                  <a:pt x="3723632" y="1976308"/>
                  <a:pt x="3730744" y="1976309"/>
                </a:cubicBezTo>
                <a:cubicBezTo>
                  <a:pt x="3732095" y="1976309"/>
                  <a:pt x="3733483" y="1976131"/>
                  <a:pt x="3734869" y="1975775"/>
                </a:cubicBezTo>
                <a:close/>
                <a:moveTo>
                  <a:pt x="1763613" y="2699252"/>
                </a:moveTo>
                <a:cubicBezTo>
                  <a:pt x="1769089" y="2699252"/>
                  <a:pt x="1773890" y="2695269"/>
                  <a:pt x="1774778" y="2689686"/>
                </a:cubicBezTo>
                <a:cubicBezTo>
                  <a:pt x="1775738" y="2683518"/>
                  <a:pt x="1771526" y="2677721"/>
                  <a:pt x="1765356" y="2676761"/>
                </a:cubicBezTo>
                <a:cubicBezTo>
                  <a:pt x="1759167" y="2675784"/>
                  <a:pt x="1753372" y="2679998"/>
                  <a:pt x="1752412" y="2686166"/>
                </a:cubicBezTo>
                <a:cubicBezTo>
                  <a:pt x="1751434" y="2692354"/>
                  <a:pt x="1755666" y="2698149"/>
                  <a:pt x="1761835" y="2699109"/>
                </a:cubicBezTo>
                <a:cubicBezTo>
                  <a:pt x="1762422" y="2699198"/>
                  <a:pt x="1763026" y="2699252"/>
                  <a:pt x="1763613" y="2699252"/>
                </a:cubicBezTo>
                <a:close/>
                <a:moveTo>
                  <a:pt x="3037438" y="2232467"/>
                </a:moveTo>
                <a:cubicBezTo>
                  <a:pt x="3045508" y="2230386"/>
                  <a:pt x="3050399" y="2222173"/>
                  <a:pt x="3048336" y="2214083"/>
                </a:cubicBezTo>
                <a:cubicBezTo>
                  <a:pt x="3046274" y="2205994"/>
                  <a:pt x="3038042" y="2201122"/>
                  <a:pt x="3029953" y="2203185"/>
                </a:cubicBezTo>
                <a:cubicBezTo>
                  <a:pt x="3021863" y="2205248"/>
                  <a:pt x="3016992" y="2213478"/>
                  <a:pt x="3019055" y="2221567"/>
                </a:cubicBezTo>
                <a:cubicBezTo>
                  <a:pt x="3020796" y="2228396"/>
                  <a:pt x="3026948" y="2232946"/>
                  <a:pt x="3033686" y="2232946"/>
                </a:cubicBezTo>
                <a:cubicBezTo>
                  <a:pt x="3034931" y="2232946"/>
                  <a:pt x="3036176" y="2232787"/>
                  <a:pt x="3037438" y="2232467"/>
                </a:cubicBezTo>
                <a:close/>
                <a:moveTo>
                  <a:pt x="6013285" y="1140843"/>
                </a:moveTo>
                <a:cubicBezTo>
                  <a:pt x="6023329" y="1136451"/>
                  <a:pt x="6027899" y="1124735"/>
                  <a:pt x="6023490" y="1114689"/>
                </a:cubicBezTo>
                <a:cubicBezTo>
                  <a:pt x="6021295" y="1109668"/>
                  <a:pt x="6017268" y="1106014"/>
                  <a:pt x="6012534" y="1104167"/>
                </a:cubicBezTo>
                <a:cubicBezTo>
                  <a:pt x="6007801" y="1102320"/>
                  <a:pt x="6002360" y="1102280"/>
                  <a:pt x="5997337" y="1104484"/>
                </a:cubicBezTo>
                <a:cubicBezTo>
                  <a:pt x="5987292" y="1108894"/>
                  <a:pt x="5982723" y="1120593"/>
                  <a:pt x="5987132" y="1130637"/>
                </a:cubicBezTo>
                <a:cubicBezTo>
                  <a:pt x="5990404" y="1138087"/>
                  <a:pt x="5997694" y="1142514"/>
                  <a:pt x="6005319" y="1142514"/>
                </a:cubicBezTo>
                <a:cubicBezTo>
                  <a:pt x="6007987" y="1142514"/>
                  <a:pt x="6010689" y="1141980"/>
                  <a:pt x="6013285" y="1140843"/>
                </a:cubicBezTo>
                <a:close/>
                <a:moveTo>
                  <a:pt x="5349087" y="1384716"/>
                </a:moveTo>
                <a:cubicBezTo>
                  <a:pt x="5359682" y="1381978"/>
                  <a:pt x="5366065" y="1371151"/>
                  <a:pt x="5363327" y="1360536"/>
                </a:cubicBezTo>
                <a:cubicBezTo>
                  <a:pt x="5360571" y="1349922"/>
                  <a:pt x="5349745" y="1343540"/>
                  <a:pt x="5339131" y="1346278"/>
                </a:cubicBezTo>
                <a:cubicBezTo>
                  <a:pt x="5328517" y="1349033"/>
                  <a:pt x="5322134" y="1359861"/>
                  <a:pt x="5324890" y="1370475"/>
                </a:cubicBezTo>
                <a:lnTo>
                  <a:pt x="5324907" y="1370475"/>
                </a:lnTo>
                <a:cubicBezTo>
                  <a:pt x="5327218" y="1379417"/>
                  <a:pt x="5335273" y="1385356"/>
                  <a:pt x="5344108" y="1385356"/>
                </a:cubicBezTo>
                <a:cubicBezTo>
                  <a:pt x="5345760" y="1385356"/>
                  <a:pt x="5347432" y="1385160"/>
                  <a:pt x="5349087" y="1384716"/>
                </a:cubicBezTo>
                <a:close/>
                <a:moveTo>
                  <a:pt x="5920657" y="1180916"/>
                </a:moveTo>
                <a:cubicBezTo>
                  <a:pt x="5930737" y="1176614"/>
                  <a:pt x="5935431" y="1164951"/>
                  <a:pt x="5931146" y="1154870"/>
                </a:cubicBezTo>
                <a:cubicBezTo>
                  <a:pt x="5928995" y="1149821"/>
                  <a:pt x="5925004" y="1146123"/>
                  <a:pt x="5920290" y="1144225"/>
                </a:cubicBezTo>
                <a:cubicBezTo>
                  <a:pt x="5915576" y="1142328"/>
                  <a:pt x="5910141" y="1142229"/>
                  <a:pt x="5905100" y="1144380"/>
                </a:cubicBezTo>
                <a:cubicBezTo>
                  <a:pt x="5895002" y="1148665"/>
                  <a:pt x="5890308" y="1160329"/>
                  <a:pt x="5894611" y="1170409"/>
                </a:cubicBezTo>
                <a:cubicBezTo>
                  <a:pt x="5897829" y="1177965"/>
                  <a:pt x="5905172" y="1182499"/>
                  <a:pt x="5912887" y="1182499"/>
                </a:cubicBezTo>
                <a:cubicBezTo>
                  <a:pt x="5915483" y="1182499"/>
                  <a:pt x="5918115" y="1181983"/>
                  <a:pt x="5920657" y="1180916"/>
                </a:cubicBezTo>
                <a:close/>
                <a:moveTo>
                  <a:pt x="7935123" y="441971"/>
                </a:moveTo>
                <a:cubicBezTo>
                  <a:pt x="7938825" y="439505"/>
                  <a:pt x="7941844" y="435927"/>
                  <a:pt x="7943613" y="431482"/>
                </a:cubicBezTo>
                <a:cubicBezTo>
                  <a:pt x="7948271" y="419855"/>
                  <a:pt x="7942581" y="406645"/>
                  <a:pt x="7930936" y="402005"/>
                </a:cubicBezTo>
                <a:cubicBezTo>
                  <a:pt x="7919290" y="397364"/>
                  <a:pt x="7906099" y="403036"/>
                  <a:pt x="7901459" y="414681"/>
                </a:cubicBezTo>
                <a:cubicBezTo>
                  <a:pt x="7896818" y="426327"/>
                  <a:pt x="7902490" y="439518"/>
                  <a:pt x="7914134" y="444176"/>
                </a:cubicBezTo>
                <a:cubicBezTo>
                  <a:pt x="7916890" y="445261"/>
                  <a:pt x="7919735" y="445794"/>
                  <a:pt x="7922527" y="445794"/>
                </a:cubicBezTo>
                <a:cubicBezTo>
                  <a:pt x="7927034" y="445794"/>
                  <a:pt x="7931420" y="444439"/>
                  <a:pt x="7935123" y="441971"/>
                </a:cubicBezTo>
                <a:close/>
                <a:moveTo>
                  <a:pt x="453768" y="3186909"/>
                </a:moveTo>
                <a:cubicBezTo>
                  <a:pt x="454497" y="3186909"/>
                  <a:pt x="455243" y="3186607"/>
                  <a:pt x="455794" y="3186038"/>
                </a:cubicBezTo>
                <a:cubicBezTo>
                  <a:pt x="456844" y="3184918"/>
                  <a:pt x="456790" y="3183140"/>
                  <a:pt x="455670" y="3182091"/>
                </a:cubicBezTo>
                <a:cubicBezTo>
                  <a:pt x="454550" y="3181042"/>
                  <a:pt x="452790" y="3181096"/>
                  <a:pt x="451724" y="3182216"/>
                </a:cubicBezTo>
                <a:cubicBezTo>
                  <a:pt x="450674" y="3183335"/>
                  <a:pt x="450728" y="3185095"/>
                  <a:pt x="451865" y="3186163"/>
                </a:cubicBezTo>
                <a:cubicBezTo>
                  <a:pt x="452399" y="3186661"/>
                  <a:pt x="453074" y="3186909"/>
                  <a:pt x="453768" y="3186909"/>
                </a:cubicBezTo>
                <a:close/>
                <a:moveTo>
                  <a:pt x="1223489" y="2906536"/>
                </a:moveTo>
                <a:cubicBezTo>
                  <a:pt x="1226618" y="2906536"/>
                  <a:pt x="1229640" y="2904776"/>
                  <a:pt x="1231098" y="2901771"/>
                </a:cubicBezTo>
                <a:cubicBezTo>
                  <a:pt x="1233160" y="2897575"/>
                  <a:pt x="1231418" y="2892491"/>
                  <a:pt x="1227205" y="2890446"/>
                </a:cubicBezTo>
                <a:cubicBezTo>
                  <a:pt x="1223008" y="2888384"/>
                  <a:pt x="1217941" y="2890126"/>
                  <a:pt x="1215880" y="2894339"/>
                </a:cubicBezTo>
                <a:cubicBezTo>
                  <a:pt x="1213817" y="2898535"/>
                  <a:pt x="1215559" y="2903620"/>
                  <a:pt x="1219773" y="2905665"/>
                </a:cubicBezTo>
                <a:cubicBezTo>
                  <a:pt x="1220964" y="2906251"/>
                  <a:pt x="1222227" y="2906536"/>
                  <a:pt x="1223489" y="2906536"/>
                </a:cubicBezTo>
                <a:close/>
                <a:moveTo>
                  <a:pt x="5446819" y="1357336"/>
                </a:moveTo>
                <a:cubicBezTo>
                  <a:pt x="5457323" y="1354171"/>
                  <a:pt x="5463281" y="1343113"/>
                  <a:pt x="5460134" y="1332606"/>
                </a:cubicBezTo>
                <a:cubicBezTo>
                  <a:pt x="5456969" y="1322117"/>
                  <a:pt x="5445894" y="1316161"/>
                  <a:pt x="5435404" y="1319307"/>
                </a:cubicBezTo>
                <a:cubicBezTo>
                  <a:pt x="5424896" y="1322472"/>
                  <a:pt x="5418940" y="1333531"/>
                  <a:pt x="5422105" y="1344038"/>
                </a:cubicBezTo>
                <a:cubicBezTo>
                  <a:pt x="5424683" y="1352625"/>
                  <a:pt x="5432558" y="1358172"/>
                  <a:pt x="5441091" y="1358172"/>
                </a:cubicBezTo>
                <a:cubicBezTo>
                  <a:pt x="5442996" y="1358172"/>
                  <a:pt x="5444914" y="1357905"/>
                  <a:pt x="5446819" y="1357336"/>
                </a:cubicBezTo>
                <a:close/>
                <a:moveTo>
                  <a:pt x="4252946" y="1795550"/>
                </a:moveTo>
                <a:cubicBezTo>
                  <a:pt x="4262190" y="1793843"/>
                  <a:pt x="4268307" y="1784990"/>
                  <a:pt x="4266618" y="1775762"/>
                </a:cubicBezTo>
                <a:cubicBezTo>
                  <a:pt x="4264929" y="1766518"/>
                  <a:pt x="4256074" y="1760401"/>
                  <a:pt x="4246830" y="1762072"/>
                </a:cubicBezTo>
                <a:cubicBezTo>
                  <a:pt x="4237584" y="1763761"/>
                  <a:pt x="4231469" y="1772615"/>
                  <a:pt x="4233158" y="1781860"/>
                </a:cubicBezTo>
                <a:cubicBezTo>
                  <a:pt x="4234652" y="1790074"/>
                  <a:pt x="4241817" y="1795817"/>
                  <a:pt x="4249868" y="1795816"/>
                </a:cubicBezTo>
                <a:cubicBezTo>
                  <a:pt x="4250883" y="1795817"/>
                  <a:pt x="4251914" y="1795728"/>
                  <a:pt x="4252946" y="1795550"/>
                </a:cubicBezTo>
                <a:close/>
                <a:moveTo>
                  <a:pt x="2622317" y="2393775"/>
                </a:moveTo>
                <a:cubicBezTo>
                  <a:pt x="2630051" y="2392584"/>
                  <a:pt x="2635349" y="2385365"/>
                  <a:pt x="2634158" y="2377631"/>
                </a:cubicBezTo>
                <a:cubicBezTo>
                  <a:pt x="2632967" y="2369898"/>
                  <a:pt x="2625749" y="2364582"/>
                  <a:pt x="2618014" y="2365773"/>
                </a:cubicBezTo>
                <a:cubicBezTo>
                  <a:pt x="2610282" y="2366964"/>
                  <a:pt x="2604964" y="2374200"/>
                  <a:pt x="2606156" y="2381935"/>
                </a:cubicBezTo>
                <a:cubicBezTo>
                  <a:pt x="2607241" y="2388921"/>
                  <a:pt x="2613268" y="2393934"/>
                  <a:pt x="2620149" y="2393935"/>
                </a:cubicBezTo>
                <a:cubicBezTo>
                  <a:pt x="2620860" y="2393935"/>
                  <a:pt x="2621588" y="2393882"/>
                  <a:pt x="2622317" y="2393775"/>
                </a:cubicBezTo>
                <a:close/>
                <a:moveTo>
                  <a:pt x="4583542" y="1674369"/>
                </a:moveTo>
                <a:cubicBezTo>
                  <a:pt x="4593411" y="1673319"/>
                  <a:pt x="4600541" y="1664466"/>
                  <a:pt x="4599490" y="1654617"/>
                </a:cubicBezTo>
                <a:cubicBezTo>
                  <a:pt x="4598444" y="1644749"/>
                  <a:pt x="4589589" y="1637620"/>
                  <a:pt x="4579722" y="1638669"/>
                </a:cubicBezTo>
                <a:cubicBezTo>
                  <a:pt x="4569872" y="1639718"/>
                  <a:pt x="4562727" y="1648572"/>
                  <a:pt x="4563792" y="1658439"/>
                </a:cubicBezTo>
                <a:cubicBezTo>
                  <a:pt x="4564771" y="1667649"/>
                  <a:pt x="4572557" y="1674493"/>
                  <a:pt x="4581623" y="1674494"/>
                </a:cubicBezTo>
                <a:cubicBezTo>
                  <a:pt x="4582265" y="1674494"/>
                  <a:pt x="4582903" y="1674458"/>
                  <a:pt x="4583542" y="1674369"/>
                </a:cubicBezTo>
                <a:close/>
                <a:moveTo>
                  <a:pt x="3829948" y="1951187"/>
                </a:moveTo>
                <a:cubicBezTo>
                  <a:pt x="3838552" y="1949036"/>
                  <a:pt x="3843763" y="1940306"/>
                  <a:pt x="3841614" y="1931701"/>
                </a:cubicBezTo>
                <a:cubicBezTo>
                  <a:pt x="3839442" y="1923096"/>
                  <a:pt x="3830716" y="1917887"/>
                  <a:pt x="3822126" y="1920038"/>
                </a:cubicBezTo>
                <a:cubicBezTo>
                  <a:pt x="3813521" y="1922207"/>
                  <a:pt x="3808294" y="1930937"/>
                  <a:pt x="3810462" y="1939541"/>
                </a:cubicBezTo>
                <a:cubicBezTo>
                  <a:pt x="3812278" y="1946831"/>
                  <a:pt x="3818836" y="1951685"/>
                  <a:pt x="3826020" y="1951685"/>
                </a:cubicBezTo>
                <a:cubicBezTo>
                  <a:pt x="3827317" y="1951685"/>
                  <a:pt x="3828633" y="1951524"/>
                  <a:pt x="3829948" y="1951187"/>
                </a:cubicBezTo>
                <a:close/>
                <a:moveTo>
                  <a:pt x="3132164" y="2207344"/>
                </a:moveTo>
                <a:cubicBezTo>
                  <a:pt x="3140218" y="2205140"/>
                  <a:pt x="3144964" y="2196820"/>
                  <a:pt x="3142760" y="2188766"/>
                </a:cubicBezTo>
                <a:cubicBezTo>
                  <a:pt x="3140555" y="2180730"/>
                  <a:pt x="3132235" y="2175983"/>
                  <a:pt x="3124198" y="2178188"/>
                </a:cubicBezTo>
                <a:cubicBezTo>
                  <a:pt x="3116145" y="2180392"/>
                  <a:pt x="3111398" y="2188713"/>
                  <a:pt x="3113602" y="2196748"/>
                </a:cubicBezTo>
                <a:cubicBezTo>
                  <a:pt x="3115433" y="2203469"/>
                  <a:pt x="3121532" y="2207878"/>
                  <a:pt x="3128163" y="2207878"/>
                </a:cubicBezTo>
                <a:cubicBezTo>
                  <a:pt x="3129496" y="2207879"/>
                  <a:pt x="3130830" y="2207701"/>
                  <a:pt x="3132164" y="2207344"/>
                </a:cubicBezTo>
                <a:close/>
                <a:moveTo>
                  <a:pt x="7141676" y="737083"/>
                </a:moveTo>
                <a:cubicBezTo>
                  <a:pt x="7152574" y="735786"/>
                  <a:pt x="7160344" y="725901"/>
                  <a:pt x="7159046" y="715020"/>
                </a:cubicBezTo>
                <a:cubicBezTo>
                  <a:pt x="7157766" y="704122"/>
                  <a:pt x="7147899" y="696352"/>
                  <a:pt x="7137000" y="697650"/>
                </a:cubicBezTo>
                <a:cubicBezTo>
                  <a:pt x="7126102" y="698948"/>
                  <a:pt x="7118333" y="708816"/>
                  <a:pt x="7119631" y="719696"/>
                </a:cubicBezTo>
                <a:cubicBezTo>
                  <a:pt x="7120822" y="729794"/>
                  <a:pt x="7129391" y="737208"/>
                  <a:pt x="7139312" y="737208"/>
                </a:cubicBezTo>
                <a:cubicBezTo>
                  <a:pt x="7140094" y="737208"/>
                  <a:pt x="7140895" y="737172"/>
                  <a:pt x="7141676" y="737083"/>
                </a:cubicBezTo>
                <a:close/>
                <a:moveTo>
                  <a:pt x="5827478" y="1219852"/>
                </a:moveTo>
                <a:cubicBezTo>
                  <a:pt x="5837629" y="1215692"/>
                  <a:pt x="5842483" y="1204101"/>
                  <a:pt x="5838322" y="1193948"/>
                </a:cubicBezTo>
                <a:cubicBezTo>
                  <a:pt x="5834163" y="1183797"/>
                  <a:pt x="5822589" y="1178943"/>
                  <a:pt x="5812436" y="1183103"/>
                </a:cubicBezTo>
                <a:cubicBezTo>
                  <a:pt x="5802285" y="1187246"/>
                  <a:pt x="5797432" y="1198838"/>
                  <a:pt x="5801573" y="1208989"/>
                </a:cubicBezTo>
                <a:cubicBezTo>
                  <a:pt x="5804721" y="1216669"/>
                  <a:pt x="5812152" y="1221327"/>
                  <a:pt x="5819957" y="1221327"/>
                </a:cubicBezTo>
                <a:cubicBezTo>
                  <a:pt x="5822464" y="1221327"/>
                  <a:pt x="5825006" y="1220848"/>
                  <a:pt x="5827478" y="1219852"/>
                </a:cubicBezTo>
                <a:close/>
                <a:moveTo>
                  <a:pt x="2301692" y="2514619"/>
                </a:moveTo>
                <a:cubicBezTo>
                  <a:pt x="2308982" y="2514210"/>
                  <a:pt x="2314564" y="2507969"/>
                  <a:pt x="2314155" y="2500697"/>
                </a:cubicBezTo>
                <a:cubicBezTo>
                  <a:pt x="2313746" y="2493408"/>
                  <a:pt x="2307524" y="2487825"/>
                  <a:pt x="2300235" y="2488234"/>
                </a:cubicBezTo>
                <a:cubicBezTo>
                  <a:pt x="2296590" y="2488430"/>
                  <a:pt x="2293371" y="2490088"/>
                  <a:pt x="2291116" y="2492608"/>
                </a:cubicBezTo>
                <a:lnTo>
                  <a:pt x="2287775" y="2502145"/>
                </a:lnTo>
                <a:lnTo>
                  <a:pt x="2291885" y="2511012"/>
                </a:lnTo>
                <a:cubicBezTo>
                  <a:pt x="2294261" y="2513254"/>
                  <a:pt x="2297461" y="2514619"/>
                  <a:pt x="2300945" y="2514619"/>
                </a:cubicBezTo>
                <a:cubicBezTo>
                  <a:pt x="2301195" y="2514619"/>
                  <a:pt x="2301443" y="2514619"/>
                  <a:pt x="2301692" y="2514619"/>
                </a:cubicBezTo>
                <a:close/>
                <a:moveTo>
                  <a:pt x="5543427" y="1326579"/>
                </a:moveTo>
                <a:cubicBezTo>
                  <a:pt x="5553811" y="1323077"/>
                  <a:pt x="5559411" y="1311840"/>
                  <a:pt x="5555927" y="1301440"/>
                </a:cubicBezTo>
                <a:cubicBezTo>
                  <a:pt x="5552442" y="1291038"/>
                  <a:pt x="5541187" y="1285439"/>
                  <a:pt x="5530806" y="1288923"/>
                </a:cubicBezTo>
                <a:cubicBezTo>
                  <a:pt x="5520384" y="1292426"/>
                  <a:pt x="5514804" y="1303662"/>
                  <a:pt x="5518288" y="1314062"/>
                </a:cubicBezTo>
                <a:cubicBezTo>
                  <a:pt x="5521062" y="1322365"/>
                  <a:pt x="5528814" y="1327610"/>
                  <a:pt x="5537117" y="1327610"/>
                </a:cubicBezTo>
                <a:cubicBezTo>
                  <a:pt x="5539197" y="1327610"/>
                  <a:pt x="5541332" y="1327272"/>
                  <a:pt x="5543427" y="1326579"/>
                </a:cubicBezTo>
                <a:close/>
                <a:moveTo>
                  <a:pt x="5733642" y="1257348"/>
                </a:moveTo>
                <a:cubicBezTo>
                  <a:pt x="5743864" y="1253365"/>
                  <a:pt x="5748913" y="1241862"/>
                  <a:pt x="5744948" y="1231639"/>
                </a:cubicBezTo>
                <a:cubicBezTo>
                  <a:pt x="5740965" y="1221416"/>
                  <a:pt x="5729464" y="1216367"/>
                  <a:pt x="5719240" y="1220350"/>
                </a:cubicBezTo>
                <a:cubicBezTo>
                  <a:pt x="5709019" y="1224314"/>
                  <a:pt x="5703969" y="1235835"/>
                  <a:pt x="5707950" y="1246041"/>
                </a:cubicBezTo>
                <a:cubicBezTo>
                  <a:pt x="5710990" y="1253899"/>
                  <a:pt x="5718512" y="1258699"/>
                  <a:pt x="5726459" y="1258699"/>
                </a:cubicBezTo>
                <a:cubicBezTo>
                  <a:pt x="5728842" y="1258699"/>
                  <a:pt x="5731277" y="1258272"/>
                  <a:pt x="5733642" y="1257348"/>
                </a:cubicBezTo>
                <a:close/>
                <a:moveTo>
                  <a:pt x="5638990" y="1293066"/>
                </a:moveTo>
                <a:cubicBezTo>
                  <a:pt x="5649281" y="1289314"/>
                  <a:pt x="5654600" y="1277918"/>
                  <a:pt x="5650829" y="1267607"/>
                </a:cubicBezTo>
                <a:cubicBezTo>
                  <a:pt x="5647078" y="1257312"/>
                  <a:pt x="5635681" y="1252014"/>
                  <a:pt x="5625387" y="1255765"/>
                </a:cubicBezTo>
                <a:cubicBezTo>
                  <a:pt x="5615076" y="1259516"/>
                  <a:pt x="5609778" y="1270931"/>
                  <a:pt x="5613529" y="1281225"/>
                </a:cubicBezTo>
                <a:cubicBezTo>
                  <a:pt x="5616462" y="1289278"/>
                  <a:pt x="5624072" y="1294275"/>
                  <a:pt x="5632179" y="1294275"/>
                </a:cubicBezTo>
                <a:cubicBezTo>
                  <a:pt x="5634436" y="1294275"/>
                  <a:pt x="5636748" y="1293884"/>
                  <a:pt x="5638990" y="1293066"/>
                </a:cubicBezTo>
                <a:close/>
                <a:moveTo>
                  <a:pt x="4917361" y="1558024"/>
                </a:moveTo>
                <a:cubicBezTo>
                  <a:pt x="4927744" y="1556975"/>
                  <a:pt x="4935317" y="1547712"/>
                  <a:pt x="4934270" y="1537311"/>
                </a:cubicBezTo>
                <a:cubicBezTo>
                  <a:pt x="4933221" y="1526928"/>
                  <a:pt x="4923938" y="1519355"/>
                  <a:pt x="4913557" y="1520403"/>
                </a:cubicBezTo>
                <a:cubicBezTo>
                  <a:pt x="4903155" y="1521453"/>
                  <a:pt x="4895601" y="1530733"/>
                  <a:pt x="4896649" y="1541117"/>
                </a:cubicBezTo>
                <a:cubicBezTo>
                  <a:pt x="4897628" y="1550859"/>
                  <a:pt x="4905839" y="1558131"/>
                  <a:pt x="4915426" y="1558131"/>
                </a:cubicBezTo>
                <a:cubicBezTo>
                  <a:pt x="4916062" y="1558131"/>
                  <a:pt x="4916703" y="1558095"/>
                  <a:pt x="4917361" y="1558024"/>
                </a:cubicBezTo>
                <a:close/>
                <a:moveTo>
                  <a:pt x="3226463" y="2180890"/>
                </a:moveTo>
                <a:cubicBezTo>
                  <a:pt x="3234481" y="2178579"/>
                  <a:pt x="3239121" y="2170222"/>
                  <a:pt x="3236827" y="2162204"/>
                </a:cubicBezTo>
                <a:cubicBezTo>
                  <a:pt x="3234534" y="2154168"/>
                  <a:pt x="3226161" y="2149528"/>
                  <a:pt x="3218142" y="2151821"/>
                </a:cubicBezTo>
                <a:cubicBezTo>
                  <a:pt x="3210123" y="2154133"/>
                  <a:pt x="3205465" y="2162489"/>
                  <a:pt x="3207778" y="2170524"/>
                </a:cubicBezTo>
                <a:cubicBezTo>
                  <a:pt x="3209661" y="2177156"/>
                  <a:pt x="3215724" y="2181477"/>
                  <a:pt x="3222285" y="2181477"/>
                </a:cubicBezTo>
                <a:cubicBezTo>
                  <a:pt x="3223671" y="2181477"/>
                  <a:pt x="3225076" y="2181281"/>
                  <a:pt x="3226463" y="2180890"/>
                </a:cubicBezTo>
                <a:close/>
                <a:moveTo>
                  <a:pt x="818059" y="3067009"/>
                </a:moveTo>
                <a:cubicBezTo>
                  <a:pt x="819747" y="3067009"/>
                  <a:pt x="821419" y="3066244"/>
                  <a:pt x="822522" y="3064804"/>
                </a:cubicBezTo>
                <a:cubicBezTo>
                  <a:pt x="824424" y="3062333"/>
                  <a:pt x="823943" y="3058795"/>
                  <a:pt x="821472" y="3056911"/>
                </a:cubicBezTo>
                <a:cubicBezTo>
                  <a:pt x="819002" y="3055026"/>
                  <a:pt x="815481" y="3055488"/>
                  <a:pt x="813578" y="3057959"/>
                </a:cubicBezTo>
                <a:cubicBezTo>
                  <a:pt x="811694" y="3060430"/>
                  <a:pt x="812156" y="3063968"/>
                  <a:pt x="814627" y="3065854"/>
                </a:cubicBezTo>
                <a:cubicBezTo>
                  <a:pt x="815659" y="3066635"/>
                  <a:pt x="816868" y="3067009"/>
                  <a:pt x="818059" y="3067009"/>
                </a:cubicBezTo>
                <a:close/>
                <a:moveTo>
                  <a:pt x="3925334" y="1927985"/>
                </a:moveTo>
                <a:cubicBezTo>
                  <a:pt x="3933974" y="1925959"/>
                  <a:pt x="3939326" y="1917318"/>
                  <a:pt x="3937299" y="1908678"/>
                </a:cubicBezTo>
                <a:cubicBezTo>
                  <a:pt x="3935272" y="1900055"/>
                  <a:pt x="3926630" y="1894686"/>
                  <a:pt x="3917992" y="1896729"/>
                </a:cubicBezTo>
                <a:cubicBezTo>
                  <a:pt x="3909367" y="1898739"/>
                  <a:pt x="3903996" y="1907398"/>
                  <a:pt x="3906026" y="1916020"/>
                </a:cubicBezTo>
                <a:cubicBezTo>
                  <a:pt x="3907767" y="1923433"/>
                  <a:pt x="3914363" y="1928412"/>
                  <a:pt x="3921653" y="1928412"/>
                </a:cubicBezTo>
                <a:cubicBezTo>
                  <a:pt x="3922862" y="1928412"/>
                  <a:pt x="3924108" y="1928287"/>
                  <a:pt x="3925334" y="1927985"/>
                </a:cubicBezTo>
                <a:close/>
                <a:moveTo>
                  <a:pt x="3320442" y="2153582"/>
                </a:moveTo>
                <a:cubicBezTo>
                  <a:pt x="3328443" y="2151234"/>
                  <a:pt x="3333030" y="2142843"/>
                  <a:pt x="3330683" y="2134825"/>
                </a:cubicBezTo>
                <a:cubicBezTo>
                  <a:pt x="3328318" y="2126824"/>
                  <a:pt x="3319926" y="2122237"/>
                  <a:pt x="3311908" y="2124585"/>
                </a:cubicBezTo>
                <a:cubicBezTo>
                  <a:pt x="3303908" y="2126931"/>
                  <a:pt x="3299321" y="2135341"/>
                  <a:pt x="3301668" y="2143341"/>
                </a:cubicBezTo>
                <a:cubicBezTo>
                  <a:pt x="3303605" y="2149938"/>
                  <a:pt x="3309632" y="2154203"/>
                  <a:pt x="3316175" y="2154204"/>
                </a:cubicBezTo>
                <a:cubicBezTo>
                  <a:pt x="3317580" y="2154203"/>
                  <a:pt x="3319020" y="2154008"/>
                  <a:pt x="3320442" y="2153582"/>
                </a:cubicBezTo>
                <a:close/>
                <a:moveTo>
                  <a:pt x="2718590" y="2377081"/>
                </a:moveTo>
                <a:cubicBezTo>
                  <a:pt x="2726252" y="2375587"/>
                  <a:pt x="2731285" y="2368174"/>
                  <a:pt x="2729791" y="2360475"/>
                </a:cubicBezTo>
                <a:cubicBezTo>
                  <a:pt x="2728315" y="2352794"/>
                  <a:pt x="2720884" y="2347781"/>
                  <a:pt x="2713203" y="2349256"/>
                </a:cubicBezTo>
                <a:cubicBezTo>
                  <a:pt x="2705523" y="2350750"/>
                  <a:pt x="2700509" y="2358182"/>
                  <a:pt x="2701985" y="2365862"/>
                </a:cubicBezTo>
                <a:cubicBezTo>
                  <a:pt x="2703300" y="2372636"/>
                  <a:pt x="2709220" y="2377329"/>
                  <a:pt x="2715888" y="2377329"/>
                </a:cubicBezTo>
                <a:cubicBezTo>
                  <a:pt x="2716777" y="2377329"/>
                  <a:pt x="2717684" y="2377258"/>
                  <a:pt x="2718590" y="2377081"/>
                </a:cubicBezTo>
                <a:close/>
                <a:moveTo>
                  <a:pt x="4350071" y="1779158"/>
                </a:moveTo>
                <a:cubicBezTo>
                  <a:pt x="4359352" y="1777718"/>
                  <a:pt x="4365717" y="1769042"/>
                  <a:pt x="4364295" y="1759761"/>
                </a:cubicBezTo>
                <a:cubicBezTo>
                  <a:pt x="4362873" y="1750481"/>
                  <a:pt x="4354196" y="1744116"/>
                  <a:pt x="4344916" y="1745538"/>
                </a:cubicBezTo>
                <a:cubicBezTo>
                  <a:pt x="4335618" y="1746960"/>
                  <a:pt x="4329252" y="1755637"/>
                  <a:pt x="4330675" y="1764934"/>
                </a:cubicBezTo>
                <a:cubicBezTo>
                  <a:pt x="4331971" y="1773344"/>
                  <a:pt x="4339225" y="1779354"/>
                  <a:pt x="4347475" y="1779354"/>
                </a:cubicBezTo>
                <a:cubicBezTo>
                  <a:pt x="4348327" y="1779354"/>
                  <a:pt x="4349201" y="1779300"/>
                  <a:pt x="4350071" y="1779158"/>
                </a:cubicBezTo>
                <a:close/>
                <a:moveTo>
                  <a:pt x="360783" y="3242789"/>
                </a:moveTo>
                <a:cubicBezTo>
                  <a:pt x="361264" y="3242789"/>
                  <a:pt x="361744" y="3242611"/>
                  <a:pt x="362100" y="3242220"/>
                </a:cubicBezTo>
                <a:cubicBezTo>
                  <a:pt x="362811" y="3241508"/>
                  <a:pt x="362775" y="3240335"/>
                  <a:pt x="362046" y="3239641"/>
                </a:cubicBezTo>
                <a:cubicBezTo>
                  <a:pt x="361317" y="3238930"/>
                  <a:pt x="360163" y="3238948"/>
                  <a:pt x="359450" y="3239677"/>
                </a:cubicBezTo>
                <a:cubicBezTo>
                  <a:pt x="358739" y="3240406"/>
                  <a:pt x="358776" y="3241579"/>
                  <a:pt x="359504" y="3242273"/>
                </a:cubicBezTo>
                <a:cubicBezTo>
                  <a:pt x="359859" y="3242628"/>
                  <a:pt x="360322" y="3242789"/>
                  <a:pt x="360783" y="3242789"/>
                </a:cubicBezTo>
                <a:close/>
                <a:moveTo>
                  <a:pt x="3414208" y="2125900"/>
                </a:moveTo>
                <a:cubicBezTo>
                  <a:pt x="3422209" y="2123535"/>
                  <a:pt x="3426777" y="2115125"/>
                  <a:pt x="3424413" y="2107107"/>
                </a:cubicBezTo>
                <a:cubicBezTo>
                  <a:pt x="3422049" y="2099107"/>
                  <a:pt x="3413639" y="2094538"/>
                  <a:pt x="3405638" y="2096920"/>
                </a:cubicBezTo>
                <a:cubicBezTo>
                  <a:pt x="3397638" y="2099285"/>
                  <a:pt x="3393069" y="2107695"/>
                  <a:pt x="3395434" y="2115695"/>
                </a:cubicBezTo>
                <a:cubicBezTo>
                  <a:pt x="3397389" y="2122273"/>
                  <a:pt x="3403398" y="2126522"/>
                  <a:pt x="3409923" y="2126522"/>
                </a:cubicBezTo>
                <a:cubicBezTo>
                  <a:pt x="3411345" y="2126522"/>
                  <a:pt x="3412785" y="2126326"/>
                  <a:pt x="3414208" y="2125900"/>
                </a:cubicBezTo>
                <a:close/>
                <a:moveTo>
                  <a:pt x="2078886" y="2616971"/>
                </a:moveTo>
                <a:cubicBezTo>
                  <a:pt x="2085589" y="2616971"/>
                  <a:pt x="2091065" y="2611584"/>
                  <a:pt x="2091136" y="2604864"/>
                </a:cubicBezTo>
                <a:cubicBezTo>
                  <a:pt x="2091225" y="2598089"/>
                  <a:pt x="2085802" y="2592525"/>
                  <a:pt x="2079028" y="2592436"/>
                </a:cubicBezTo>
                <a:cubicBezTo>
                  <a:pt x="2072255" y="2592347"/>
                  <a:pt x="2066690" y="2597770"/>
                  <a:pt x="2066601" y="2604543"/>
                </a:cubicBezTo>
                <a:cubicBezTo>
                  <a:pt x="2066530" y="2611335"/>
                  <a:pt x="2071952" y="2616882"/>
                  <a:pt x="2078727" y="2616971"/>
                </a:cubicBezTo>
                <a:close/>
                <a:moveTo>
                  <a:pt x="8133561" y="397578"/>
                </a:moveTo>
                <a:cubicBezTo>
                  <a:pt x="8142486" y="397579"/>
                  <a:pt x="8151038" y="392493"/>
                  <a:pt x="8155039" y="383852"/>
                </a:cubicBezTo>
                <a:cubicBezTo>
                  <a:pt x="8160532" y="372012"/>
                  <a:pt x="8155376" y="357948"/>
                  <a:pt x="8143518" y="352472"/>
                </a:cubicBezTo>
                <a:cubicBezTo>
                  <a:pt x="8137597" y="349726"/>
                  <a:pt x="8131121" y="349642"/>
                  <a:pt x="8125438" y="351724"/>
                </a:cubicBezTo>
                <a:cubicBezTo>
                  <a:pt x="8119756" y="353807"/>
                  <a:pt x="8114867" y="358055"/>
                  <a:pt x="8112120" y="363976"/>
                </a:cubicBezTo>
                <a:cubicBezTo>
                  <a:pt x="8106626" y="375834"/>
                  <a:pt x="8111800" y="389879"/>
                  <a:pt x="8123641" y="395373"/>
                </a:cubicBezTo>
                <a:cubicBezTo>
                  <a:pt x="8126858" y="396867"/>
                  <a:pt x="8130237" y="397579"/>
                  <a:pt x="8133561" y="397578"/>
                </a:cubicBezTo>
                <a:close/>
                <a:moveTo>
                  <a:pt x="4021073" y="1906437"/>
                </a:moveTo>
                <a:cubicBezTo>
                  <a:pt x="4029749" y="1904571"/>
                  <a:pt x="4035261" y="1896037"/>
                  <a:pt x="4033394" y="1887360"/>
                </a:cubicBezTo>
                <a:cubicBezTo>
                  <a:pt x="4031546" y="1878685"/>
                  <a:pt x="4022993" y="1873172"/>
                  <a:pt x="4014317" y="1875040"/>
                </a:cubicBezTo>
                <a:cubicBezTo>
                  <a:pt x="4005658" y="1876889"/>
                  <a:pt x="4000128" y="1885441"/>
                  <a:pt x="4001995" y="1894117"/>
                </a:cubicBezTo>
                <a:cubicBezTo>
                  <a:pt x="4003615" y="1901637"/>
                  <a:pt x="4010280" y="1906811"/>
                  <a:pt x="4017695" y="1906811"/>
                </a:cubicBezTo>
                <a:cubicBezTo>
                  <a:pt x="4018796" y="1906812"/>
                  <a:pt x="4019935" y="1906686"/>
                  <a:pt x="4021073" y="1906437"/>
                </a:cubicBezTo>
                <a:close/>
                <a:moveTo>
                  <a:pt x="4682094" y="1665693"/>
                </a:moveTo>
                <a:cubicBezTo>
                  <a:pt x="4691994" y="1664982"/>
                  <a:pt x="4699428" y="1656377"/>
                  <a:pt x="4698697" y="1646492"/>
                </a:cubicBezTo>
                <a:cubicBezTo>
                  <a:pt x="4697987" y="1636589"/>
                  <a:pt x="4689383" y="1629158"/>
                  <a:pt x="4679496" y="1629887"/>
                </a:cubicBezTo>
                <a:cubicBezTo>
                  <a:pt x="4669614" y="1630598"/>
                  <a:pt x="4662162" y="1639203"/>
                  <a:pt x="4662891" y="1649087"/>
                </a:cubicBezTo>
                <a:cubicBezTo>
                  <a:pt x="4663567" y="1658546"/>
                  <a:pt x="4671461" y="1665746"/>
                  <a:pt x="4680778" y="1665746"/>
                </a:cubicBezTo>
                <a:cubicBezTo>
                  <a:pt x="4681223" y="1665746"/>
                  <a:pt x="4681666" y="1665728"/>
                  <a:pt x="4682094" y="1665693"/>
                </a:cubicBezTo>
                <a:close/>
                <a:moveTo>
                  <a:pt x="1427644" y="2860009"/>
                </a:moveTo>
                <a:cubicBezTo>
                  <a:pt x="1431609" y="2860009"/>
                  <a:pt x="1435289" y="2857484"/>
                  <a:pt x="1436605" y="2853519"/>
                </a:cubicBezTo>
                <a:cubicBezTo>
                  <a:pt x="1438223" y="2848576"/>
                  <a:pt x="1435539" y="2843243"/>
                  <a:pt x="1430595" y="2841625"/>
                </a:cubicBezTo>
                <a:cubicBezTo>
                  <a:pt x="1425654" y="2840007"/>
                  <a:pt x="1420319" y="2842692"/>
                  <a:pt x="1418702" y="2847635"/>
                </a:cubicBezTo>
                <a:cubicBezTo>
                  <a:pt x="1417067" y="2852577"/>
                  <a:pt x="1419751" y="2857893"/>
                  <a:pt x="1424710" y="2859529"/>
                </a:cubicBezTo>
                <a:cubicBezTo>
                  <a:pt x="1425690" y="2859849"/>
                  <a:pt x="1426667" y="2860009"/>
                  <a:pt x="1427644" y="2860009"/>
                </a:cubicBezTo>
                <a:close/>
                <a:moveTo>
                  <a:pt x="7240634" y="728853"/>
                </a:moveTo>
                <a:cubicBezTo>
                  <a:pt x="7251585" y="728337"/>
                  <a:pt x="7260066" y="719038"/>
                  <a:pt x="7259550" y="708087"/>
                </a:cubicBezTo>
                <a:cubicBezTo>
                  <a:pt x="7259053" y="697134"/>
                  <a:pt x="7249754" y="688672"/>
                  <a:pt x="7238803" y="689188"/>
                </a:cubicBezTo>
                <a:cubicBezTo>
                  <a:pt x="7227850" y="689685"/>
                  <a:pt x="7219371" y="698984"/>
                  <a:pt x="7219886" y="709935"/>
                </a:cubicBezTo>
                <a:cubicBezTo>
                  <a:pt x="7220384" y="720567"/>
                  <a:pt x="7229166" y="728870"/>
                  <a:pt x="7239710" y="728870"/>
                </a:cubicBezTo>
                <a:cubicBezTo>
                  <a:pt x="7240012" y="728869"/>
                  <a:pt x="7240331" y="728853"/>
                  <a:pt x="7240634" y="728853"/>
                </a:cubicBezTo>
                <a:close/>
                <a:moveTo>
                  <a:pt x="718994" y="3121270"/>
                </a:moveTo>
                <a:lnTo>
                  <a:pt x="718976" y="3121270"/>
                </a:lnTo>
                <a:lnTo>
                  <a:pt x="718976" y="3121272"/>
                </a:lnTo>
                <a:close/>
                <a:moveTo>
                  <a:pt x="3507938" y="2098218"/>
                </a:moveTo>
                <a:cubicBezTo>
                  <a:pt x="3515956" y="2095871"/>
                  <a:pt x="3520526" y="2087479"/>
                  <a:pt x="3518179" y="2079461"/>
                </a:cubicBezTo>
                <a:cubicBezTo>
                  <a:pt x="3515832" y="2071461"/>
                  <a:pt x="3507423" y="2066874"/>
                  <a:pt x="3499422" y="2069238"/>
                </a:cubicBezTo>
                <a:cubicBezTo>
                  <a:pt x="3491421" y="2071586"/>
                  <a:pt x="3486835" y="2079977"/>
                  <a:pt x="3489181" y="2087995"/>
                </a:cubicBezTo>
                <a:cubicBezTo>
                  <a:pt x="3491120" y="2094573"/>
                  <a:pt x="3497148" y="2098840"/>
                  <a:pt x="3503671" y="2098840"/>
                </a:cubicBezTo>
                <a:cubicBezTo>
                  <a:pt x="3505094" y="2098840"/>
                  <a:pt x="3506516" y="2098645"/>
                  <a:pt x="3507938" y="2098218"/>
                </a:cubicBezTo>
                <a:close/>
                <a:moveTo>
                  <a:pt x="2398587" y="2507026"/>
                </a:moveTo>
                <a:cubicBezTo>
                  <a:pt x="2405841" y="2506298"/>
                  <a:pt x="2411140" y="2499826"/>
                  <a:pt x="2410409" y="2492573"/>
                </a:cubicBezTo>
                <a:cubicBezTo>
                  <a:pt x="2409662" y="2485301"/>
                  <a:pt x="2403192" y="2480003"/>
                  <a:pt x="2395920" y="2480731"/>
                </a:cubicBezTo>
                <a:cubicBezTo>
                  <a:pt x="2388666" y="2481461"/>
                  <a:pt x="2383369" y="2487950"/>
                  <a:pt x="2384098" y="2495222"/>
                </a:cubicBezTo>
                <a:cubicBezTo>
                  <a:pt x="2384792" y="2502031"/>
                  <a:pt x="2390533" y="2507098"/>
                  <a:pt x="2397237" y="2507098"/>
                </a:cubicBezTo>
                <a:cubicBezTo>
                  <a:pt x="2397681" y="2507098"/>
                  <a:pt x="2398124" y="2507080"/>
                  <a:pt x="2398570" y="2507027"/>
                </a:cubicBezTo>
                <a:close/>
                <a:moveTo>
                  <a:pt x="5017116" y="1547552"/>
                </a:moveTo>
                <a:cubicBezTo>
                  <a:pt x="5027503" y="1546379"/>
                  <a:pt x="5034987" y="1537044"/>
                  <a:pt x="5033811" y="1526662"/>
                </a:cubicBezTo>
                <a:cubicBezTo>
                  <a:pt x="5032657" y="1516279"/>
                  <a:pt x="5023306" y="1508813"/>
                  <a:pt x="5012942" y="1509968"/>
                </a:cubicBezTo>
                <a:cubicBezTo>
                  <a:pt x="5002557" y="1511123"/>
                  <a:pt x="4995092" y="1520475"/>
                  <a:pt x="4996247" y="1530840"/>
                </a:cubicBezTo>
                <a:cubicBezTo>
                  <a:pt x="4997315" y="1540512"/>
                  <a:pt x="5005509" y="1547659"/>
                  <a:pt x="5015023" y="1547659"/>
                </a:cubicBezTo>
                <a:cubicBezTo>
                  <a:pt x="5015716" y="1547659"/>
                  <a:pt x="5016427" y="1547623"/>
                  <a:pt x="5017116" y="1547552"/>
                </a:cubicBezTo>
                <a:close/>
                <a:moveTo>
                  <a:pt x="1110166" y="2981794"/>
                </a:moveTo>
                <a:cubicBezTo>
                  <a:pt x="1112797" y="2981795"/>
                  <a:pt x="1115357" y="2980408"/>
                  <a:pt x="1116744" y="2977954"/>
                </a:cubicBezTo>
                <a:cubicBezTo>
                  <a:pt x="1118772" y="2974328"/>
                  <a:pt x="1117492" y="2969740"/>
                  <a:pt x="1113863" y="2967695"/>
                </a:cubicBezTo>
                <a:cubicBezTo>
                  <a:pt x="1110237" y="2965669"/>
                  <a:pt x="1105651" y="2966949"/>
                  <a:pt x="1103624" y="2970576"/>
                </a:cubicBezTo>
                <a:cubicBezTo>
                  <a:pt x="1101580" y="2974203"/>
                  <a:pt x="1102859" y="2978791"/>
                  <a:pt x="1106486" y="2980817"/>
                </a:cubicBezTo>
                <a:cubicBezTo>
                  <a:pt x="1107659" y="2981474"/>
                  <a:pt x="1108922" y="2981794"/>
                  <a:pt x="1110166" y="2981794"/>
                </a:cubicBezTo>
                <a:close/>
                <a:moveTo>
                  <a:pt x="2814098" y="2356919"/>
                </a:moveTo>
                <a:cubicBezTo>
                  <a:pt x="2821743" y="2355195"/>
                  <a:pt x="2826508" y="2347603"/>
                  <a:pt x="2824766" y="2339976"/>
                </a:cubicBezTo>
                <a:cubicBezTo>
                  <a:pt x="2823041" y="2332349"/>
                  <a:pt x="2815449" y="2327566"/>
                  <a:pt x="2807822" y="2329309"/>
                </a:cubicBezTo>
                <a:cubicBezTo>
                  <a:pt x="2800196" y="2331033"/>
                  <a:pt x="2795413" y="2338624"/>
                  <a:pt x="2797155" y="2346252"/>
                </a:cubicBezTo>
                <a:cubicBezTo>
                  <a:pt x="2798648" y="2352830"/>
                  <a:pt x="2804481" y="2357275"/>
                  <a:pt x="2810952" y="2357274"/>
                </a:cubicBezTo>
                <a:cubicBezTo>
                  <a:pt x="2812000" y="2357275"/>
                  <a:pt x="2813049" y="2357168"/>
                  <a:pt x="2814098" y="2356919"/>
                </a:cubicBezTo>
                <a:close/>
                <a:moveTo>
                  <a:pt x="716007" y="3129555"/>
                </a:moveTo>
                <a:cubicBezTo>
                  <a:pt x="717358" y="3129555"/>
                  <a:pt x="718691" y="3128968"/>
                  <a:pt x="719616" y="3127848"/>
                </a:cubicBezTo>
                <a:lnTo>
                  <a:pt x="718976" y="3121272"/>
                </a:lnTo>
                <a:lnTo>
                  <a:pt x="712398" y="3121910"/>
                </a:lnTo>
                <a:cubicBezTo>
                  <a:pt x="710743" y="3123901"/>
                  <a:pt x="711029" y="3126852"/>
                  <a:pt x="713037" y="3128488"/>
                </a:cubicBezTo>
                <a:cubicBezTo>
                  <a:pt x="713909" y="3129216"/>
                  <a:pt x="714958" y="3129555"/>
                  <a:pt x="716007" y="3129555"/>
                </a:cubicBezTo>
                <a:close/>
                <a:moveTo>
                  <a:pt x="3601739" y="2071265"/>
                </a:moveTo>
                <a:cubicBezTo>
                  <a:pt x="3609775" y="2069008"/>
                  <a:pt x="3614451" y="2060651"/>
                  <a:pt x="3612191" y="2052633"/>
                </a:cubicBezTo>
                <a:cubicBezTo>
                  <a:pt x="3609936" y="2044597"/>
                  <a:pt x="3601597" y="2039904"/>
                  <a:pt x="3593563" y="2042161"/>
                </a:cubicBezTo>
                <a:cubicBezTo>
                  <a:pt x="3585524" y="2044419"/>
                  <a:pt x="3580831" y="2052757"/>
                  <a:pt x="3583090" y="2060794"/>
                </a:cubicBezTo>
                <a:cubicBezTo>
                  <a:pt x="3584974" y="2067478"/>
                  <a:pt x="3591035" y="2071834"/>
                  <a:pt x="3597633" y="2071834"/>
                </a:cubicBezTo>
                <a:cubicBezTo>
                  <a:pt x="3598985" y="2071834"/>
                  <a:pt x="3600370" y="2071639"/>
                  <a:pt x="3601739" y="2071265"/>
                </a:cubicBezTo>
                <a:close/>
                <a:moveTo>
                  <a:pt x="1858251" y="2711181"/>
                </a:moveTo>
                <a:cubicBezTo>
                  <a:pt x="1864029" y="2711181"/>
                  <a:pt x="1868953" y="2706790"/>
                  <a:pt x="1869504" y="2700941"/>
                </a:cubicBezTo>
                <a:cubicBezTo>
                  <a:pt x="1870109" y="2694719"/>
                  <a:pt x="1865539" y="2689188"/>
                  <a:pt x="1859317" y="2688585"/>
                </a:cubicBezTo>
                <a:cubicBezTo>
                  <a:pt x="1853095" y="2687998"/>
                  <a:pt x="1847565" y="2692550"/>
                  <a:pt x="1846978" y="2698789"/>
                </a:cubicBezTo>
                <a:cubicBezTo>
                  <a:pt x="1846392" y="2705013"/>
                  <a:pt x="1850944" y="2710524"/>
                  <a:pt x="1857166" y="2711129"/>
                </a:cubicBezTo>
                <a:cubicBezTo>
                  <a:pt x="1857539" y="2711181"/>
                  <a:pt x="1857894" y="2711181"/>
                  <a:pt x="1858251" y="2711181"/>
                </a:cubicBezTo>
                <a:close/>
                <a:moveTo>
                  <a:pt x="1640406" y="2793587"/>
                </a:moveTo>
                <a:cubicBezTo>
                  <a:pt x="1645259" y="2793587"/>
                  <a:pt x="1649597" y="2790173"/>
                  <a:pt x="1650575" y="2785249"/>
                </a:cubicBezTo>
                <a:cubicBezTo>
                  <a:pt x="1651694" y="2779630"/>
                  <a:pt x="1648050" y="2774173"/>
                  <a:pt x="1642433" y="2773052"/>
                </a:cubicBezTo>
                <a:cubicBezTo>
                  <a:pt x="1636815" y="2771932"/>
                  <a:pt x="1631356" y="2775576"/>
                  <a:pt x="1630236" y="2781195"/>
                </a:cubicBezTo>
                <a:cubicBezTo>
                  <a:pt x="1629116" y="2786813"/>
                  <a:pt x="1632760" y="2792271"/>
                  <a:pt x="1638379" y="2793391"/>
                </a:cubicBezTo>
                <a:cubicBezTo>
                  <a:pt x="1639054" y="2793534"/>
                  <a:pt x="1639729" y="2793587"/>
                  <a:pt x="1640406" y="2793587"/>
                </a:cubicBezTo>
                <a:close/>
                <a:moveTo>
                  <a:pt x="269382" y="3297885"/>
                </a:moveTo>
                <a:cubicBezTo>
                  <a:pt x="269613" y="3297885"/>
                  <a:pt x="269844" y="3297796"/>
                  <a:pt x="270022" y="3297618"/>
                </a:cubicBezTo>
                <a:cubicBezTo>
                  <a:pt x="270378" y="3297263"/>
                  <a:pt x="270360" y="3296694"/>
                  <a:pt x="270022" y="3296356"/>
                </a:cubicBezTo>
                <a:cubicBezTo>
                  <a:pt x="269648" y="3296018"/>
                  <a:pt x="269097" y="3296036"/>
                  <a:pt x="268759" y="3296391"/>
                </a:cubicBezTo>
                <a:cubicBezTo>
                  <a:pt x="268404" y="3296730"/>
                  <a:pt x="268404" y="3297298"/>
                  <a:pt x="268759" y="3297655"/>
                </a:cubicBezTo>
                <a:cubicBezTo>
                  <a:pt x="268938" y="3297814"/>
                  <a:pt x="269151" y="3297885"/>
                  <a:pt x="269382" y="3297885"/>
                </a:cubicBezTo>
                <a:close/>
                <a:moveTo>
                  <a:pt x="4117133" y="1886880"/>
                </a:moveTo>
                <a:cubicBezTo>
                  <a:pt x="4125845" y="1885209"/>
                  <a:pt x="4131551" y="1876800"/>
                  <a:pt x="4129879" y="1868088"/>
                </a:cubicBezTo>
                <a:cubicBezTo>
                  <a:pt x="4128210" y="1859377"/>
                  <a:pt x="4119799" y="1853669"/>
                  <a:pt x="4111085" y="1855341"/>
                </a:cubicBezTo>
                <a:cubicBezTo>
                  <a:pt x="4102375" y="1856994"/>
                  <a:pt x="4096668" y="1865422"/>
                  <a:pt x="4098340" y="1874133"/>
                </a:cubicBezTo>
                <a:cubicBezTo>
                  <a:pt x="4099815" y="1881831"/>
                  <a:pt x="4106535" y="1887165"/>
                  <a:pt x="4114092" y="1887165"/>
                </a:cubicBezTo>
                <a:cubicBezTo>
                  <a:pt x="4115087" y="1887165"/>
                  <a:pt x="4116101" y="1887076"/>
                  <a:pt x="4117133" y="1886880"/>
                </a:cubicBezTo>
                <a:close/>
                <a:moveTo>
                  <a:pt x="4447518" y="1765859"/>
                </a:moveTo>
                <a:cubicBezTo>
                  <a:pt x="4456852" y="1764775"/>
                  <a:pt x="4463537" y="1756330"/>
                  <a:pt x="4462452" y="1746996"/>
                </a:cubicBezTo>
                <a:cubicBezTo>
                  <a:pt x="4461368" y="1737662"/>
                  <a:pt x="4452922" y="1730978"/>
                  <a:pt x="4443605" y="1732062"/>
                </a:cubicBezTo>
                <a:cubicBezTo>
                  <a:pt x="4434271" y="1733146"/>
                  <a:pt x="4427589" y="1741591"/>
                  <a:pt x="4428671" y="1750925"/>
                </a:cubicBezTo>
                <a:cubicBezTo>
                  <a:pt x="4429667" y="1759584"/>
                  <a:pt x="4437028" y="1765984"/>
                  <a:pt x="4445544" y="1765984"/>
                </a:cubicBezTo>
                <a:cubicBezTo>
                  <a:pt x="4446202" y="1765984"/>
                  <a:pt x="4446861" y="1765931"/>
                  <a:pt x="4447518" y="1765859"/>
                </a:cubicBezTo>
                <a:close/>
                <a:moveTo>
                  <a:pt x="7587614" y="614142"/>
                </a:moveTo>
                <a:cubicBezTo>
                  <a:pt x="7591248" y="611204"/>
                  <a:pt x="7593919" y="607031"/>
                  <a:pt x="7594914" y="602088"/>
                </a:cubicBezTo>
                <a:cubicBezTo>
                  <a:pt x="7597173" y="590834"/>
                  <a:pt x="7589883" y="579846"/>
                  <a:pt x="7578610" y="577588"/>
                </a:cubicBezTo>
                <a:cubicBezTo>
                  <a:pt x="7567357" y="575331"/>
                  <a:pt x="7556387" y="582620"/>
                  <a:pt x="7554111" y="593892"/>
                </a:cubicBezTo>
                <a:cubicBezTo>
                  <a:pt x="7551853" y="605146"/>
                  <a:pt x="7559143" y="616116"/>
                  <a:pt x="7570414" y="618374"/>
                </a:cubicBezTo>
                <a:cubicBezTo>
                  <a:pt x="7571802" y="618658"/>
                  <a:pt x="7573171" y="618783"/>
                  <a:pt x="7574539" y="618782"/>
                </a:cubicBezTo>
                <a:cubicBezTo>
                  <a:pt x="7579384" y="618783"/>
                  <a:pt x="7583980" y="617080"/>
                  <a:pt x="7587614" y="614142"/>
                </a:cubicBezTo>
                <a:close/>
                <a:moveTo>
                  <a:pt x="2908913" y="2333984"/>
                </a:moveTo>
                <a:cubicBezTo>
                  <a:pt x="2916487" y="2332047"/>
                  <a:pt x="2921056" y="2324330"/>
                  <a:pt x="2919119" y="2316756"/>
                </a:cubicBezTo>
                <a:cubicBezTo>
                  <a:pt x="2917180" y="2309165"/>
                  <a:pt x="2909483" y="2304595"/>
                  <a:pt x="2901891" y="2306534"/>
                </a:cubicBezTo>
                <a:cubicBezTo>
                  <a:pt x="2894317" y="2308471"/>
                  <a:pt x="2889747" y="2316187"/>
                  <a:pt x="2891668" y="2323761"/>
                </a:cubicBezTo>
                <a:cubicBezTo>
                  <a:pt x="2893321" y="2330162"/>
                  <a:pt x="2899082" y="2334429"/>
                  <a:pt x="2905393" y="2334429"/>
                </a:cubicBezTo>
                <a:cubicBezTo>
                  <a:pt x="2906549" y="2334429"/>
                  <a:pt x="2907740" y="2334286"/>
                  <a:pt x="2908913" y="2333984"/>
                </a:cubicBezTo>
                <a:close/>
                <a:moveTo>
                  <a:pt x="3695842" y="2045504"/>
                </a:moveTo>
                <a:cubicBezTo>
                  <a:pt x="3703916" y="2043370"/>
                  <a:pt x="3708716" y="2035085"/>
                  <a:pt x="3706564" y="2027013"/>
                </a:cubicBezTo>
                <a:cubicBezTo>
                  <a:pt x="3704430" y="2018960"/>
                  <a:pt x="3696145" y="2014159"/>
                  <a:pt x="3688092" y="2016310"/>
                </a:cubicBezTo>
                <a:cubicBezTo>
                  <a:pt x="3680021" y="2018445"/>
                  <a:pt x="3675220" y="2026729"/>
                  <a:pt x="3677371" y="2034800"/>
                </a:cubicBezTo>
                <a:cubicBezTo>
                  <a:pt x="3679169" y="2041557"/>
                  <a:pt x="3685282" y="2046019"/>
                  <a:pt x="3691968" y="2046019"/>
                </a:cubicBezTo>
                <a:cubicBezTo>
                  <a:pt x="3693245" y="2046019"/>
                  <a:pt x="3694544" y="2045859"/>
                  <a:pt x="3695842" y="2045504"/>
                </a:cubicBezTo>
                <a:close/>
                <a:moveTo>
                  <a:pt x="7812953" y="536968"/>
                </a:moveTo>
                <a:cubicBezTo>
                  <a:pt x="7816586" y="534404"/>
                  <a:pt x="7819471" y="530706"/>
                  <a:pt x="7821009" y="526172"/>
                </a:cubicBezTo>
                <a:cubicBezTo>
                  <a:pt x="7824849" y="514794"/>
                  <a:pt x="7818751" y="502437"/>
                  <a:pt x="7807372" y="498597"/>
                </a:cubicBezTo>
                <a:cubicBezTo>
                  <a:pt x="7795993" y="494756"/>
                  <a:pt x="7783638" y="500855"/>
                  <a:pt x="7779797" y="512234"/>
                </a:cubicBezTo>
                <a:cubicBezTo>
                  <a:pt x="7775957" y="523612"/>
                  <a:pt x="7782056" y="535950"/>
                  <a:pt x="7793433" y="539808"/>
                </a:cubicBezTo>
                <a:cubicBezTo>
                  <a:pt x="7795746" y="540591"/>
                  <a:pt x="7798091" y="540964"/>
                  <a:pt x="7800403" y="540964"/>
                </a:cubicBezTo>
                <a:cubicBezTo>
                  <a:pt x="7804937" y="540964"/>
                  <a:pt x="7809319" y="539533"/>
                  <a:pt x="7812953" y="536968"/>
                </a:cubicBezTo>
                <a:close/>
                <a:moveTo>
                  <a:pt x="3003071" y="2308845"/>
                </a:moveTo>
                <a:cubicBezTo>
                  <a:pt x="3010591" y="2306764"/>
                  <a:pt x="3015018" y="2298960"/>
                  <a:pt x="3012920" y="2291421"/>
                </a:cubicBezTo>
                <a:cubicBezTo>
                  <a:pt x="3010841" y="2283883"/>
                  <a:pt x="3003035" y="2279456"/>
                  <a:pt x="2995496" y="2281554"/>
                </a:cubicBezTo>
                <a:cubicBezTo>
                  <a:pt x="2987959" y="2283634"/>
                  <a:pt x="2983530" y="2291439"/>
                  <a:pt x="2985629" y="2298995"/>
                </a:cubicBezTo>
                <a:cubicBezTo>
                  <a:pt x="2987371" y="2305254"/>
                  <a:pt x="2993060" y="2309378"/>
                  <a:pt x="2999266" y="2309378"/>
                </a:cubicBezTo>
                <a:cubicBezTo>
                  <a:pt x="3000529" y="2309378"/>
                  <a:pt x="3001790" y="2309201"/>
                  <a:pt x="3003071" y="2308845"/>
                </a:cubicBezTo>
                <a:close/>
                <a:moveTo>
                  <a:pt x="2495002" y="2495275"/>
                </a:moveTo>
                <a:cubicBezTo>
                  <a:pt x="2502220" y="2494243"/>
                  <a:pt x="2507252" y="2487541"/>
                  <a:pt x="2506220" y="2480323"/>
                </a:cubicBezTo>
                <a:cubicBezTo>
                  <a:pt x="2505189" y="2473104"/>
                  <a:pt x="2498487" y="2468073"/>
                  <a:pt x="2491269" y="2469104"/>
                </a:cubicBezTo>
                <a:cubicBezTo>
                  <a:pt x="2484033" y="2470135"/>
                  <a:pt x="2479019" y="2476839"/>
                  <a:pt x="2480050" y="2484057"/>
                </a:cubicBezTo>
                <a:cubicBezTo>
                  <a:pt x="2480994" y="2490652"/>
                  <a:pt x="2486645" y="2495399"/>
                  <a:pt x="2493117" y="2495400"/>
                </a:cubicBezTo>
                <a:cubicBezTo>
                  <a:pt x="2493740" y="2495399"/>
                  <a:pt x="2494380" y="2495363"/>
                  <a:pt x="2495002" y="2495275"/>
                </a:cubicBezTo>
                <a:close/>
                <a:moveTo>
                  <a:pt x="3790338" y="2021182"/>
                </a:moveTo>
                <a:cubicBezTo>
                  <a:pt x="3798427" y="2019173"/>
                  <a:pt x="3803371" y="2010977"/>
                  <a:pt x="3801343" y="2002870"/>
                </a:cubicBezTo>
                <a:cubicBezTo>
                  <a:pt x="3799337" y="1994780"/>
                  <a:pt x="3791139" y="1989838"/>
                  <a:pt x="3783048" y="1991864"/>
                </a:cubicBezTo>
                <a:cubicBezTo>
                  <a:pt x="3774943" y="1993874"/>
                  <a:pt x="3770016" y="2002069"/>
                  <a:pt x="3772025" y="2010160"/>
                </a:cubicBezTo>
                <a:cubicBezTo>
                  <a:pt x="3773732" y="2017040"/>
                  <a:pt x="3779902" y="2021644"/>
                  <a:pt x="3786677" y="2021644"/>
                </a:cubicBezTo>
                <a:cubicBezTo>
                  <a:pt x="3787884" y="2021644"/>
                  <a:pt x="3789111" y="2021502"/>
                  <a:pt x="3790338" y="2021182"/>
                </a:cubicBezTo>
                <a:close/>
                <a:moveTo>
                  <a:pt x="5116929" y="1535356"/>
                </a:moveTo>
                <a:cubicBezTo>
                  <a:pt x="5127277" y="1533951"/>
                  <a:pt x="5134530" y="1524439"/>
                  <a:pt x="5133127" y="1514092"/>
                </a:cubicBezTo>
                <a:cubicBezTo>
                  <a:pt x="5131740" y="1503745"/>
                  <a:pt x="5122209" y="1496491"/>
                  <a:pt x="5111862" y="1497878"/>
                </a:cubicBezTo>
                <a:cubicBezTo>
                  <a:pt x="5101517" y="1499283"/>
                  <a:pt x="5094260" y="1508795"/>
                  <a:pt x="5095666" y="1519141"/>
                </a:cubicBezTo>
                <a:cubicBezTo>
                  <a:pt x="5096947" y="1528636"/>
                  <a:pt x="5105055" y="1535533"/>
                  <a:pt x="5114371" y="1535533"/>
                </a:cubicBezTo>
                <a:cubicBezTo>
                  <a:pt x="5115205" y="1535533"/>
                  <a:pt x="5116060" y="1535462"/>
                  <a:pt x="5116929" y="1535356"/>
                </a:cubicBezTo>
                <a:close/>
                <a:moveTo>
                  <a:pt x="4781085" y="1659630"/>
                </a:moveTo>
                <a:cubicBezTo>
                  <a:pt x="4790989" y="1659115"/>
                  <a:pt x="4798596" y="1650669"/>
                  <a:pt x="4798083" y="1640767"/>
                </a:cubicBezTo>
                <a:cubicBezTo>
                  <a:pt x="4797566" y="1630864"/>
                  <a:pt x="4789123" y="1623255"/>
                  <a:pt x="4779217" y="1623770"/>
                </a:cubicBezTo>
                <a:cubicBezTo>
                  <a:pt x="4769316" y="1624286"/>
                  <a:pt x="4761687" y="1632731"/>
                  <a:pt x="4762223" y="1642634"/>
                </a:cubicBezTo>
                <a:cubicBezTo>
                  <a:pt x="4762699" y="1652217"/>
                  <a:pt x="4770631" y="1659666"/>
                  <a:pt x="4780142" y="1659666"/>
                </a:cubicBezTo>
                <a:cubicBezTo>
                  <a:pt x="4780446" y="1659666"/>
                  <a:pt x="4780765" y="1659648"/>
                  <a:pt x="4781085" y="1659630"/>
                </a:cubicBezTo>
                <a:close/>
                <a:moveTo>
                  <a:pt x="2175337" y="2615691"/>
                </a:moveTo>
                <a:cubicBezTo>
                  <a:pt x="2182111" y="2615424"/>
                  <a:pt x="2187391" y="2609735"/>
                  <a:pt x="2187125" y="2602961"/>
                </a:cubicBezTo>
                <a:cubicBezTo>
                  <a:pt x="2186857" y="2596187"/>
                  <a:pt x="2181168" y="2590907"/>
                  <a:pt x="2174394" y="2591174"/>
                </a:cubicBezTo>
                <a:cubicBezTo>
                  <a:pt x="2167621" y="2591441"/>
                  <a:pt x="2162340" y="2597130"/>
                  <a:pt x="2162607" y="2603904"/>
                </a:cubicBezTo>
                <a:cubicBezTo>
                  <a:pt x="2162856" y="2610517"/>
                  <a:pt x="2168296" y="2615708"/>
                  <a:pt x="2174857" y="2615708"/>
                </a:cubicBezTo>
                <a:cubicBezTo>
                  <a:pt x="2175017" y="2615708"/>
                  <a:pt x="2175178" y="2615690"/>
                  <a:pt x="2175337" y="2615691"/>
                </a:cubicBezTo>
                <a:close/>
                <a:moveTo>
                  <a:pt x="4213565" y="1869723"/>
                </a:moveTo>
                <a:cubicBezTo>
                  <a:pt x="4222311" y="1868284"/>
                  <a:pt x="4228268" y="1860016"/>
                  <a:pt x="4226829" y="1851269"/>
                </a:cubicBezTo>
                <a:cubicBezTo>
                  <a:pt x="4225389" y="1842522"/>
                  <a:pt x="4217141" y="1836584"/>
                  <a:pt x="4208391" y="1838024"/>
                </a:cubicBezTo>
                <a:cubicBezTo>
                  <a:pt x="4199627" y="1839446"/>
                  <a:pt x="4193688" y="1847714"/>
                  <a:pt x="4195127" y="1856461"/>
                </a:cubicBezTo>
                <a:cubicBezTo>
                  <a:pt x="4196405" y="1864337"/>
                  <a:pt x="4203237" y="1869919"/>
                  <a:pt x="4210950" y="1869919"/>
                </a:cubicBezTo>
                <a:cubicBezTo>
                  <a:pt x="4211823" y="1869919"/>
                  <a:pt x="4212695" y="1869848"/>
                  <a:pt x="4213565" y="1869723"/>
                </a:cubicBezTo>
                <a:close/>
                <a:moveTo>
                  <a:pt x="616498" y="3190092"/>
                </a:moveTo>
                <a:cubicBezTo>
                  <a:pt x="617548" y="3190092"/>
                  <a:pt x="618578" y="3189648"/>
                  <a:pt x="619308" y="3188812"/>
                </a:cubicBezTo>
                <a:cubicBezTo>
                  <a:pt x="620676" y="3187248"/>
                  <a:pt x="620517" y="3184901"/>
                  <a:pt x="618969" y="3183532"/>
                </a:cubicBezTo>
                <a:cubicBezTo>
                  <a:pt x="617405" y="3182181"/>
                  <a:pt x="615059" y="3182341"/>
                  <a:pt x="613690" y="3183887"/>
                </a:cubicBezTo>
                <a:cubicBezTo>
                  <a:pt x="612338" y="3185435"/>
                  <a:pt x="612498" y="3187799"/>
                  <a:pt x="614045" y="3189168"/>
                </a:cubicBezTo>
                <a:cubicBezTo>
                  <a:pt x="614756" y="3189773"/>
                  <a:pt x="615627" y="3190092"/>
                  <a:pt x="616498" y="3190092"/>
                </a:cubicBezTo>
                <a:close/>
                <a:moveTo>
                  <a:pt x="8352596" y="352726"/>
                </a:moveTo>
                <a:cubicBezTo>
                  <a:pt x="8356492" y="350295"/>
                  <a:pt x="8359754" y="346748"/>
                  <a:pt x="8361842" y="342285"/>
                </a:cubicBezTo>
                <a:cubicBezTo>
                  <a:pt x="8367584" y="329983"/>
                  <a:pt x="8362287" y="315333"/>
                  <a:pt x="8349984" y="309590"/>
                </a:cubicBezTo>
                <a:cubicBezTo>
                  <a:pt x="8343833" y="306710"/>
                  <a:pt x="8337099" y="306599"/>
                  <a:pt x="8331183" y="308746"/>
                </a:cubicBezTo>
                <a:cubicBezTo>
                  <a:pt x="8325267" y="310892"/>
                  <a:pt x="8320169" y="315297"/>
                  <a:pt x="8317288" y="321449"/>
                </a:cubicBezTo>
                <a:cubicBezTo>
                  <a:pt x="8311546" y="333751"/>
                  <a:pt x="8316862" y="348401"/>
                  <a:pt x="8329165" y="354143"/>
                </a:cubicBezTo>
                <a:lnTo>
                  <a:pt x="8329148" y="354143"/>
                </a:lnTo>
                <a:cubicBezTo>
                  <a:pt x="8332507" y="355726"/>
                  <a:pt x="8336063" y="356473"/>
                  <a:pt x="8339548" y="356473"/>
                </a:cubicBezTo>
                <a:cubicBezTo>
                  <a:pt x="8344171" y="356473"/>
                  <a:pt x="8348700" y="355157"/>
                  <a:pt x="8352596" y="352726"/>
                </a:cubicBezTo>
                <a:close/>
                <a:moveTo>
                  <a:pt x="3096694" y="2282106"/>
                </a:moveTo>
                <a:cubicBezTo>
                  <a:pt x="3104197" y="2279919"/>
                  <a:pt x="3108499" y="2272042"/>
                  <a:pt x="3106295" y="2264540"/>
                </a:cubicBezTo>
                <a:cubicBezTo>
                  <a:pt x="3104091" y="2257019"/>
                  <a:pt x="3096232" y="2252717"/>
                  <a:pt x="3088730" y="2254921"/>
                </a:cubicBezTo>
                <a:cubicBezTo>
                  <a:pt x="3081209" y="2257126"/>
                  <a:pt x="3076906" y="2265003"/>
                  <a:pt x="3079111" y="2272505"/>
                </a:cubicBezTo>
                <a:cubicBezTo>
                  <a:pt x="3080925" y="2278674"/>
                  <a:pt x="3086578" y="2282692"/>
                  <a:pt x="3092694" y="2282692"/>
                </a:cubicBezTo>
                <a:cubicBezTo>
                  <a:pt x="3094011" y="2282692"/>
                  <a:pt x="3095360" y="2282497"/>
                  <a:pt x="3096694" y="2282106"/>
                </a:cubicBezTo>
                <a:close/>
                <a:moveTo>
                  <a:pt x="999671" y="3053336"/>
                </a:moveTo>
                <a:cubicBezTo>
                  <a:pt x="1001857" y="3053336"/>
                  <a:pt x="1003991" y="3052252"/>
                  <a:pt x="1005235" y="3050278"/>
                </a:cubicBezTo>
                <a:cubicBezTo>
                  <a:pt x="1007191" y="3047220"/>
                  <a:pt x="1006266" y="3043149"/>
                  <a:pt x="1003208" y="3041211"/>
                </a:cubicBezTo>
                <a:cubicBezTo>
                  <a:pt x="1000133" y="3039255"/>
                  <a:pt x="996080" y="3040162"/>
                  <a:pt x="994124" y="3043238"/>
                </a:cubicBezTo>
                <a:cubicBezTo>
                  <a:pt x="992186" y="3046295"/>
                  <a:pt x="993093" y="3050367"/>
                  <a:pt x="996150" y="3052322"/>
                </a:cubicBezTo>
                <a:cubicBezTo>
                  <a:pt x="997253" y="3053017"/>
                  <a:pt x="998462" y="3053336"/>
                  <a:pt x="999671" y="3053336"/>
                </a:cubicBezTo>
                <a:close/>
                <a:moveTo>
                  <a:pt x="7340444" y="728176"/>
                </a:moveTo>
                <a:cubicBezTo>
                  <a:pt x="7351094" y="728176"/>
                  <a:pt x="7359913" y="719732"/>
                  <a:pt x="7360286" y="708993"/>
                </a:cubicBezTo>
                <a:cubicBezTo>
                  <a:pt x="7360659" y="698042"/>
                  <a:pt x="7352072" y="688850"/>
                  <a:pt x="7341121" y="688476"/>
                </a:cubicBezTo>
                <a:cubicBezTo>
                  <a:pt x="7330168" y="688104"/>
                  <a:pt x="7320977" y="696673"/>
                  <a:pt x="7320603" y="707642"/>
                </a:cubicBezTo>
                <a:cubicBezTo>
                  <a:pt x="7320230" y="718593"/>
                  <a:pt x="7328799" y="727785"/>
                  <a:pt x="7339769" y="728159"/>
                </a:cubicBezTo>
                <a:lnTo>
                  <a:pt x="7339769" y="728176"/>
                </a:lnTo>
                <a:cubicBezTo>
                  <a:pt x="7339982" y="728176"/>
                  <a:pt x="7340214" y="728176"/>
                  <a:pt x="7340444" y="728176"/>
                </a:cubicBezTo>
                <a:close/>
                <a:moveTo>
                  <a:pt x="3885224" y="1998550"/>
                </a:moveTo>
                <a:cubicBezTo>
                  <a:pt x="3893367" y="1996683"/>
                  <a:pt x="3898451" y="1988576"/>
                  <a:pt x="3896585" y="1980451"/>
                </a:cubicBezTo>
                <a:cubicBezTo>
                  <a:pt x="3894736" y="1972308"/>
                  <a:pt x="3886628" y="1967224"/>
                  <a:pt x="3878487" y="1969090"/>
                </a:cubicBezTo>
                <a:cubicBezTo>
                  <a:pt x="3870343" y="1970939"/>
                  <a:pt x="3865260" y="1979046"/>
                  <a:pt x="3867108" y="1987171"/>
                </a:cubicBezTo>
                <a:lnTo>
                  <a:pt x="3867125" y="1987171"/>
                </a:lnTo>
                <a:cubicBezTo>
                  <a:pt x="3868727" y="1994176"/>
                  <a:pt x="3874948" y="1998923"/>
                  <a:pt x="3881846" y="1998923"/>
                </a:cubicBezTo>
                <a:cubicBezTo>
                  <a:pt x="3882964" y="1998923"/>
                  <a:pt x="3884103" y="1998798"/>
                  <a:pt x="3885224" y="1998550"/>
                </a:cubicBezTo>
                <a:close/>
                <a:moveTo>
                  <a:pt x="4545284" y="1756738"/>
                </a:moveTo>
                <a:cubicBezTo>
                  <a:pt x="4554653" y="1756081"/>
                  <a:pt x="4561710" y="1747956"/>
                  <a:pt x="4561054" y="1738586"/>
                </a:cubicBezTo>
                <a:cubicBezTo>
                  <a:pt x="4560414" y="1729218"/>
                  <a:pt x="4552288" y="1722141"/>
                  <a:pt x="4542919" y="1722799"/>
                </a:cubicBezTo>
                <a:cubicBezTo>
                  <a:pt x="4533550" y="1723457"/>
                  <a:pt x="4526475" y="1731582"/>
                  <a:pt x="4527130" y="1740951"/>
                </a:cubicBezTo>
                <a:cubicBezTo>
                  <a:pt x="4527754" y="1749929"/>
                  <a:pt x="4535222" y="1756775"/>
                  <a:pt x="4544075" y="1756775"/>
                </a:cubicBezTo>
                <a:cubicBezTo>
                  <a:pt x="4544486" y="1756774"/>
                  <a:pt x="4544876" y="1756757"/>
                  <a:pt x="4545284" y="1756738"/>
                </a:cubicBezTo>
                <a:close/>
                <a:moveTo>
                  <a:pt x="3189910" y="2254281"/>
                </a:moveTo>
                <a:cubicBezTo>
                  <a:pt x="3197394" y="2252006"/>
                  <a:pt x="3201625" y="2244094"/>
                  <a:pt x="3199367" y="2236610"/>
                </a:cubicBezTo>
                <a:cubicBezTo>
                  <a:pt x="3197092" y="2229124"/>
                  <a:pt x="3189179" y="2224911"/>
                  <a:pt x="3181696" y="2227169"/>
                </a:cubicBezTo>
                <a:cubicBezTo>
                  <a:pt x="3174210" y="2229444"/>
                  <a:pt x="3169979" y="2237338"/>
                  <a:pt x="3172254" y="2244840"/>
                </a:cubicBezTo>
                <a:cubicBezTo>
                  <a:pt x="3174104" y="2250956"/>
                  <a:pt x="3179722" y="2254886"/>
                  <a:pt x="3185802" y="2254886"/>
                </a:cubicBezTo>
                <a:cubicBezTo>
                  <a:pt x="3187153" y="2254886"/>
                  <a:pt x="3188540" y="2254691"/>
                  <a:pt x="3189910" y="2254281"/>
                </a:cubicBezTo>
                <a:close/>
                <a:moveTo>
                  <a:pt x="1308988" y="2944600"/>
                </a:moveTo>
                <a:cubicBezTo>
                  <a:pt x="1312348" y="2944600"/>
                  <a:pt x="1315531" y="2942591"/>
                  <a:pt x="1316863" y="2939267"/>
                </a:cubicBezTo>
                <a:cubicBezTo>
                  <a:pt x="1318606" y="2934928"/>
                  <a:pt x="1316490" y="2930004"/>
                  <a:pt x="1312153" y="2928261"/>
                </a:cubicBezTo>
                <a:cubicBezTo>
                  <a:pt x="1307814" y="2926519"/>
                  <a:pt x="1302872" y="2928617"/>
                  <a:pt x="1301129" y="2932955"/>
                </a:cubicBezTo>
                <a:cubicBezTo>
                  <a:pt x="1299387" y="2937311"/>
                  <a:pt x="1301502" y="2942236"/>
                  <a:pt x="1305841" y="2943979"/>
                </a:cubicBezTo>
                <a:cubicBezTo>
                  <a:pt x="1306872" y="2944405"/>
                  <a:pt x="1307938" y="2944600"/>
                  <a:pt x="1308988" y="2944600"/>
                </a:cubicBezTo>
                <a:close/>
                <a:moveTo>
                  <a:pt x="8017217" y="485086"/>
                </a:moveTo>
                <a:cubicBezTo>
                  <a:pt x="8026018" y="485086"/>
                  <a:pt x="8034409" y="479930"/>
                  <a:pt x="8038090" y="471325"/>
                </a:cubicBezTo>
                <a:cubicBezTo>
                  <a:pt x="8043031" y="459804"/>
                  <a:pt x="8037698" y="446452"/>
                  <a:pt x="8026178" y="441509"/>
                </a:cubicBezTo>
                <a:cubicBezTo>
                  <a:pt x="8020417" y="439047"/>
                  <a:pt x="8014199" y="439150"/>
                  <a:pt x="8008803" y="441308"/>
                </a:cubicBezTo>
                <a:cubicBezTo>
                  <a:pt x="8003407" y="443466"/>
                  <a:pt x="7998833" y="447679"/>
                  <a:pt x="7996362" y="453440"/>
                </a:cubicBezTo>
                <a:cubicBezTo>
                  <a:pt x="7991437" y="464959"/>
                  <a:pt x="7996771" y="478294"/>
                  <a:pt x="8008292" y="483237"/>
                </a:cubicBezTo>
                <a:cubicBezTo>
                  <a:pt x="8011207" y="484481"/>
                  <a:pt x="8014229" y="485086"/>
                  <a:pt x="8017217" y="485086"/>
                </a:cubicBezTo>
                <a:close/>
                <a:moveTo>
                  <a:pt x="2590848" y="2479629"/>
                </a:moveTo>
                <a:cubicBezTo>
                  <a:pt x="2598012" y="2478314"/>
                  <a:pt x="2602778" y="2471433"/>
                  <a:pt x="2601463" y="2464251"/>
                </a:cubicBezTo>
                <a:cubicBezTo>
                  <a:pt x="2600147" y="2457085"/>
                  <a:pt x="2593266" y="2452321"/>
                  <a:pt x="2586084" y="2453636"/>
                </a:cubicBezTo>
                <a:cubicBezTo>
                  <a:pt x="2578901" y="2454953"/>
                  <a:pt x="2574154" y="2461833"/>
                  <a:pt x="2575470" y="2469016"/>
                </a:cubicBezTo>
                <a:cubicBezTo>
                  <a:pt x="2576626" y="2475380"/>
                  <a:pt x="2582190" y="2479860"/>
                  <a:pt x="2588448" y="2479861"/>
                </a:cubicBezTo>
                <a:cubicBezTo>
                  <a:pt x="2589247" y="2479861"/>
                  <a:pt x="2590031" y="2479790"/>
                  <a:pt x="2590848" y="2479629"/>
                </a:cubicBezTo>
                <a:close/>
                <a:moveTo>
                  <a:pt x="3282876" y="2225852"/>
                </a:moveTo>
                <a:cubicBezTo>
                  <a:pt x="3290360" y="2223541"/>
                  <a:pt x="3294556" y="2215631"/>
                  <a:pt x="3292262" y="2208145"/>
                </a:cubicBezTo>
                <a:cubicBezTo>
                  <a:pt x="3289951" y="2200660"/>
                  <a:pt x="3282022" y="2196464"/>
                  <a:pt x="3274554" y="2198776"/>
                </a:cubicBezTo>
                <a:cubicBezTo>
                  <a:pt x="3267069" y="2201070"/>
                  <a:pt x="3262874" y="2208999"/>
                  <a:pt x="3265185" y="2216465"/>
                </a:cubicBezTo>
                <a:cubicBezTo>
                  <a:pt x="3267052" y="2222564"/>
                  <a:pt x="3272670" y="2226475"/>
                  <a:pt x="3278714" y="2226475"/>
                </a:cubicBezTo>
                <a:cubicBezTo>
                  <a:pt x="3280101" y="2226475"/>
                  <a:pt x="3281488" y="2226280"/>
                  <a:pt x="3282876" y="2225852"/>
                </a:cubicBezTo>
                <a:close/>
                <a:moveTo>
                  <a:pt x="6626657" y="1001616"/>
                </a:moveTo>
                <a:cubicBezTo>
                  <a:pt x="6636435" y="997953"/>
                  <a:pt x="6641378" y="987055"/>
                  <a:pt x="6637716" y="977276"/>
                </a:cubicBezTo>
                <a:cubicBezTo>
                  <a:pt x="6634035" y="967515"/>
                  <a:pt x="6623155" y="962555"/>
                  <a:pt x="6613377" y="966217"/>
                </a:cubicBezTo>
                <a:cubicBezTo>
                  <a:pt x="6603598" y="969898"/>
                  <a:pt x="6598638" y="980796"/>
                  <a:pt x="6602318" y="990574"/>
                </a:cubicBezTo>
                <a:cubicBezTo>
                  <a:pt x="6605163" y="998149"/>
                  <a:pt x="6612362" y="1002824"/>
                  <a:pt x="6620009" y="1002824"/>
                </a:cubicBezTo>
                <a:cubicBezTo>
                  <a:pt x="6622230" y="1002824"/>
                  <a:pt x="6624470" y="1002451"/>
                  <a:pt x="6626657" y="1001616"/>
                </a:cubicBezTo>
                <a:close/>
                <a:moveTo>
                  <a:pt x="6720405" y="968049"/>
                </a:moveTo>
                <a:cubicBezTo>
                  <a:pt x="6730291" y="964689"/>
                  <a:pt x="6735571" y="953950"/>
                  <a:pt x="6732210" y="944065"/>
                </a:cubicBezTo>
                <a:cubicBezTo>
                  <a:pt x="6728851" y="934180"/>
                  <a:pt x="6718111" y="928900"/>
                  <a:pt x="6708227" y="932260"/>
                </a:cubicBezTo>
                <a:cubicBezTo>
                  <a:pt x="6698342" y="935620"/>
                  <a:pt x="6693061" y="946358"/>
                  <a:pt x="6696421" y="956244"/>
                </a:cubicBezTo>
                <a:cubicBezTo>
                  <a:pt x="6699089" y="964102"/>
                  <a:pt x="6706449" y="969062"/>
                  <a:pt x="6714308" y="969063"/>
                </a:cubicBezTo>
                <a:cubicBezTo>
                  <a:pt x="6716333" y="969063"/>
                  <a:pt x="6718379" y="968742"/>
                  <a:pt x="6720388" y="968049"/>
                </a:cubicBezTo>
                <a:close/>
                <a:moveTo>
                  <a:pt x="5216544" y="1520297"/>
                </a:moveTo>
                <a:cubicBezTo>
                  <a:pt x="5226839" y="1518573"/>
                  <a:pt x="5233772" y="1508812"/>
                  <a:pt x="5232031" y="1498518"/>
                </a:cubicBezTo>
                <a:cubicBezTo>
                  <a:pt x="5230307" y="1488224"/>
                  <a:pt x="5220547" y="1481290"/>
                  <a:pt x="5210252" y="1483014"/>
                </a:cubicBezTo>
                <a:cubicBezTo>
                  <a:pt x="5199957" y="1484757"/>
                  <a:pt x="5193023" y="1494518"/>
                  <a:pt x="5194749" y="1504794"/>
                </a:cubicBezTo>
                <a:cubicBezTo>
                  <a:pt x="5196313" y="1514039"/>
                  <a:pt x="5204312" y="1520564"/>
                  <a:pt x="5213379" y="1520564"/>
                </a:cubicBezTo>
                <a:cubicBezTo>
                  <a:pt x="5214430" y="1520564"/>
                  <a:pt x="5215479" y="1520492"/>
                  <a:pt x="5216544" y="1520297"/>
                </a:cubicBezTo>
                <a:close/>
                <a:moveTo>
                  <a:pt x="1953439" y="2717458"/>
                </a:moveTo>
                <a:cubicBezTo>
                  <a:pt x="1959500" y="2717458"/>
                  <a:pt x="1964514" y="2712657"/>
                  <a:pt x="1964746" y="2706559"/>
                </a:cubicBezTo>
                <a:cubicBezTo>
                  <a:pt x="1964977" y="2700301"/>
                  <a:pt x="1960105" y="2695056"/>
                  <a:pt x="1953847" y="2694825"/>
                </a:cubicBezTo>
                <a:cubicBezTo>
                  <a:pt x="1947607" y="2694594"/>
                  <a:pt x="1942362" y="2699465"/>
                  <a:pt x="1942131" y="2705723"/>
                </a:cubicBezTo>
                <a:cubicBezTo>
                  <a:pt x="1941882" y="2711963"/>
                  <a:pt x="1946772" y="2717208"/>
                  <a:pt x="1953012" y="2717440"/>
                </a:cubicBezTo>
                <a:lnTo>
                  <a:pt x="1953012" y="2717458"/>
                </a:lnTo>
                <a:cubicBezTo>
                  <a:pt x="1953154" y="2717458"/>
                  <a:pt x="1953296" y="2717458"/>
                  <a:pt x="1953439" y="2717458"/>
                </a:cubicBezTo>
                <a:close/>
                <a:moveTo>
                  <a:pt x="6533673" y="1037760"/>
                </a:moveTo>
                <a:cubicBezTo>
                  <a:pt x="6543381" y="1033883"/>
                  <a:pt x="6548092" y="1022879"/>
                  <a:pt x="6544199" y="1013190"/>
                </a:cubicBezTo>
                <a:cubicBezTo>
                  <a:pt x="6540323" y="1003500"/>
                  <a:pt x="6529318" y="998788"/>
                  <a:pt x="6519629" y="1002664"/>
                </a:cubicBezTo>
                <a:cubicBezTo>
                  <a:pt x="6509938" y="1006540"/>
                  <a:pt x="6505227" y="1017546"/>
                  <a:pt x="6509103" y="1027235"/>
                </a:cubicBezTo>
                <a:cubicBezTo>
                  <a:pt x="6512055" y="1034631"/>
                  <a:pt x="6519148" y="1039129"/>
                  <a:pt x="6526669" y="1039128"/>
                </a:cubicBezTo>
                <a:cubicBezTo>
                  <a:pt x="6528998" y="1039129"/>
                  <a:pt x="6531380" y="1038685"/>
                  <a:pt x="6533673" y="1037760"/>
                </a:cubicBezTo>
                <a:close/>
                <a:moveTo>
                  <a:pt x="3375735" y="2197264"/>
                </a:moveTo>
                <a:cubicBezTo>
                  <a:pt x="3383219" y="2194971"/>
                  <a:pt x="3387415" y="2187042"/>
                  <a:pt x="3385122" y="2179575"/>
                </a:cubicBezTo>
                <a:cubicBezTo>
                  <a:pt x="3382829" y="2172089"/>
                  <a:pt x="3374899" y="2167894"/>
                  <a:pt x="3367431" y="2170187"/>
                </a:cubicBezTo>
                <a:cubicBezTo>
                  <a:pt x="3359946" y="2172481"/>
                  <a:pt x="3355751" y="2180410"/>
                  <a:pt x="3358044" y="2187877"/>
                </a:cubicBezTo>
                <a:cubicBezTo>
                  <a:pt x="3359911" y="2193975"/>
                  <a:pt x="3365511" y="2197905"/>
                  <a:pt x="3371575" y="2197905"/>
                </a:cubicBezTo>
                <a:cubicBezTo>
                  <a:pt x="3372961" y="2197905"/>
                  <a:pt x="3374348" y="2197691"/>
                  <a:pt x="3375735" y="2197264"/>
                </a:cubicBezTo>
                <a:close/>
                <a:moveTo>
                  <a:pt x="4310388" y="1855448"/>
                </a:moveTo>
                <a:cubicBezTo>
                  <a:pt x="4319172" y="1854309"/>
                  <a:pt x="4325377" y="1846256"/>
                  <a:pt x="4324237" y="1837455"/>
                </a:cubicBezTo>
                <a:cubicBezTo>
                  <a:pt x="4323099" y="1828654"/>
                  <a:pt x="4315047" y="1822449"/>
                  <a:pt x="4306247" y="1823606"/>
                </a:cubicBezTo>
                <a:cubicBezTo>
                  <a:pt x="4297447" y="1824743"/>
                  <a:pt x="4291241" y="1832797"/>
                  <a:pt x="4292378" y="1841598"/>
                </a:cubicBezTo>
                <a:cubicBezTo>
                  <a:pt x="4293427" y="1849687"/>
                  <a:pt x="4300345" y="1855590"/>
                  <a:pt x="4308290" y="1855589"/>
                </a:cubicBezTo>
                <a:cubicBezTo>
                  <a:pt x="4308983" y="1855590"/>
                  <a:pt x="4309678" y="1855537"/>
                  <a:pt x="4310388" y="1855448"/>
                </a:cubicBezTo>
                <a:close/>
                <a:moveTo>
                  <a:pt x="6815131" y="937807"/>
                </a:moveTo>
                <a:cubicBezTo>
                  <a:pt x="6825141" y="934820"/>
                  <a:pt x="6830831" y="924295"/>
                  <a:pt x="6827844" y="914285"/>
                </a:cubicBezTo>
                <a:cubicBezTo>
                  <a:pt x="6824874" y="904276"/>
                  <a:pt x="6814349" y="898587"/>
                  <a:pt x="6804339" y="901574"/>
                </a:cubicBezTo>
                <a:cubicBezTo>
                  <a:pt x="6794330" y="904543"/>
                  <a:pt x="6788623" y="915067"/>
                  <a:pt x="6791610" y="925077"/>
                </a:cubicBezTo>
                <a:cubicBezTo>
                  <a:pt x="6794064" y="933291"/>
                  <a:pt x="6801584" y="938589"/>
                  <a:pt x="6809727" y="938589"/>
                </a:cubicBezTo>
                <a:cubicBezTo>
                  <a:pt x="6811505" y="938590"/>
                  <a:pt x="6813336" y="938340"/>
                  <a:pt x="6815131" y="937807"/>
                </a:cubicBezTo>
                <a:close/>
                <a:moveTo>
                  <a:pt x="3980500" y="1977873"/>
                </a:moveTo>
                <a:cubicBezTo>
                  <a:pt x="3988680" y="1976184"/>
                  <a:pt x="3993945" y="1968201"/>
                  <a:pt x="3992271" y="1960022"/>
                </a:cubicBezTo>
                <a:cubicBezTo>
                  <a:pt x="3990580" y="1951845"/>
                  <a:pt x="3982599" y="1946582"/>
                  <a:pt x="3974423" y="1948252"/>
                </a:cubicBezTo>
                <a:cubicBezTo>
                  <a:pt x="3966244" y="1949925"/>
                  <a:pt x="3960979" y="1957925"/>
                  <a:pt x="3962650" y="1966103"/>
                </a:cubicBezTo>
                <a:cubicBezTo>
                  <a:pt x="3964127" y="1973250"/>
                  <a:pt x="3970420" y="1978175"/>
                  <a:pt x="3977444" y="1978175"/>
                </a:cubicBezTo>
                <a:cubicBezTo>
                  <a:pt x="3978457" y="1978175"/>
                  <a:pt x="3979469" y="1978068"/>
                  <a:pt x="3980500" y="1977873"/>
                </a:cubicBezTo>
                <a:close/>
                <a:moveTo>
                  <a:pt x="6441259" y="1075629"/>
                </a:moveTo>
                <a:cubicBezTo>
                  <a:pt x="6450895" y="1071593"/>
                  <a:pt x="6455429" y="1060517"/>
                  <a:pt x="6451392" y="1050881"/>
                </a:cubicBezTo>
                <a:cubicBezTo>
                  <a:pt x="6449384" y="1046063"/>
                  <a:pt x="6445611" y="1042520"/>
                  <a:pt x="6441134" y="1040687"/>
                </a:cubicBezTo>
                <a:cubicBezTo>
                  <a:pt x="6436659" y="1038854"/>
                  <a:pt x="6431481" y="1038729"/>
                  <a:pt x="6426662" y="1040747"/>
                </a:cubicBezTo>
                <a:cubicBezTo>
                  <a:pt x="6417043" y="1044764"/>
                  <a:pt x="6412493" y="1055841"/>
                  <a:pt x="6416511" y="1065477"/>
                </a:cubicBezTo>
                <a:cubicBezTo>
                  <a:pt x="6419551" y="1072713"/>
                  <a:pt x="6426573" y="1077087"/>
                  <a:pt x="6433970" y="1077087"/>
                </a:cubicBezTo>
                <a:cubicBezTo>
                  <a:pt x="6436406" y="1077087"/>
                  <a:pt x="6438877" y="1076625"/>
                  <a:pt x="6441259" y="1075629"/>
                </a:cubicBezTo>
                <a:close/>
                <a:moveTo>
                  <a:pt x="519692" y="3248282"/>
                </a:moveTo>
                <a:cubicBezTo>
                  <a:pt x="520457" y="3248282"/>
                  <a:pt x="521203" y="3247980"/>
                  <a:pt x="521755" y="3247394"/>
                </a:cubicBezTo>
                <a:cubicBezTo>
                  <a:pt x="522785" y="3246255"/>
                  <a:pt x="522714" y="3244495"/>
                  <a:pt x="521594" y="3243446"/>
                </a:cubicBezTo>
                <a:cubicBezTo>
                  <a:pt x="520457" y="3242415"/>
                  <a:pt x="518697" y="3242486"/>
                  <a:pt x="517647" y="3243606"/>
                </a:cubicBezTo>
                <a:cubicBezTo>
                  <a:pt x="516617" y="3244743"/>
                  <a:pt x="516687" y="3246504"/>
                  <a:pt x="517808" y="3247553"/>
                </a:cubicBezTo>
                <a:cubicBezTo>
                  <a:pt x="518341" y="3248051"/>
                  <a:pt x="519016" y="3248282"/>
                  <a:pt x="519692" y="3248282"/>
                </a:cubicBezTo>
                <a:close/>
                <a:moveTo>
                  <a:pt x="3468647" y="2168960"/>
                </a:moveTo>
                <a:cubicBezTo>
                  <a:pt x="3476131" y="2166685"/>
                  <a:pt x="3480363" y="2158791"/>
                  <a:pt x="3478105" y="2151306"/>
                </a:cubicBezTo>
                <a:cubicBezTo>
                  <a:pt x="3475845" y="2143804"/>
                  <a:pt x="3467936" y="2139571"/>
                  <a:pt x="3460450" y="2141847"/>
                </a:cubicBezTo>
                <a:cubicBezTo>
                  <a:pt x="3452965" y="2144106"/>
                  <a:pt x="3448735" y="2152017"/>
                  <a:pt x="3450992" y="2159502"/>
                </a:cubicBezTo>
                <a:cubicBezTo>
                  <a:pt x="3452841" y="2165618"/>
                  <a:pt x="3458460" y="2169565"/>
                  <a:pt x="3464539" y="2169565"/>
                </a:cubicBezTo>
                <a:cubicBezTo>
                  <a:pt x="3465907" y="2169565"/>
                  <a:pt x="3467278" y="2169369"/>
                  <a:pt x="3468647" y="2168960"/>
                </a:cubicBezTo>
                <a:close/>
                <a:moveTo>
                  <a:pt x="2271733" y="2609629"/>
                </a:moveTo>
                <a:cubicBezTo>
                  <a:pt x="2278472" y="2609059"/>
                  <a:pt x="2283486" y="2603104"/>
                  <a:pt x="2282900" y="2596365"/>
                </a:cubicBezTo>
                <a:cubicBezTo>
                  <a:pt x="2282312" y="2589609"/>
                  <a:pt x="2276357" y="2584613"/>
                  <a:pt x="2269618" y="2585201"/>
                </a:cubicBezTo>
                <a:cubicBezTo>
                  <a:pt x="2262862" y="2585787"/>
                  <a:pt x="2257866" y="2591725"/>
                  <a:pt x="2258453" y="2598481"/>
                </a:cubicBezTo>
                <a:cubicBezTo>
                  <a:pt x="2259004" y="2604864"/>
                  <a:pt x="2264355" y="2609682"/>
                  <a:pt x="2270649" y="2609681"/>
                </a:cubicBezTo>
                <a:cubicBezTo>
                  <a:pt x="2271006" y="2609681"/>
                  <a:pt x="2271361" y="2609664"/>
                  <a:pt x="2271733" y="2609629"/>
                </a:cubicBezTo>
                <a:close/>
                <a:moveTo>
                  <a:pt x="1518157" y="2886179"/>
                </a:moveTo>
                <a:cubicBezTo>
                  <a:pt x="1522371" y="2886179"/>
                  <a:pt x="1526211" y="2883335"/>
                  <a:pt x="1527296" y="2879050"/>
                </a:cubicBezTo>
                <a:cubicBezTo>
                  <a:pt x="1528557" y="2874001"/>
                  <a:pt x="1525482" y="2868880"/>
                  <a:pt x="1520451" y="2867618"/>
                </a:cubicBezTo>
                <a:cubicBezTo>
                  <a:pt x="1515402" y="2866355"/>
                  <a:pt x="1510281" y="2869414"/>
                  <a:pt x="1509018" y="2874462"/>
                </a:cubicBezTo>
                <a:cubicBezTo>
                  <a:pt x="1507739" y="2879512"/>
                  <a:pt x="1510814" y="2884633"/>
                  <a:pt x="1515846" y="2885895"/>
                </a:cubicBezTo>
                <a:cubicBezTo>
                  <a:pt x="1516627" y="2886090"/>
                  <a:pt x="1517393" y="2886179"/>
                  <a:pt x="1518157" y="2886179"/>
                </a:cubicBezTo>
                <a:close/>
                <a:moveTo>
                  <a:pt x="6349253" y="1114707"/>
                </a:moveTo>
                <a:cubicBezTo>
                  <a:pt x="6358836" y="1110582"/>
                  <a:pt x="6363263" y="1099453"/>
                  <a:pt x="6359138" y="1089870"/>
                </a:cubicBezTo>
                <a:cubicBezTo>
                  <a:pt x="6357067" y="1085078"/>
                  <a:pt x="6353254" y="1081576"/>
                  <a:pt x="6348758" y="1079787"/>
                </a:cubicBezTo>
                <a:cubicBezTo>
                  <a:pt x="6344262" y="1077998"/>
                  <a:pt x="6339084" y="1077922"/>
                  <a:pt x="6334283" y="1079984"/>
                </a:cubicBezTo>
                <a:cubicBezTo>
                  <a:pt x="6324701" y="1084110"/>
                  <a:pt x="6320273" y="1095239"/>
                  <a:pt x="6324416" y="1104840"/>
                </a:cubicBezTo>
                <a:cubicBezTo>
                  <a:pt x="6327491" y="1111987"/>
                  <a:pt x="6334461" y="1116254"/>
                  <a:pt x="6341785" y="1116254"/>
                </a:cubicBezTo>
                <a:cubicBezTo>
                  <a:pt x="6344273" y="1116254"/>
                  <a:pt x="6346817" y="1115756"/>
                  <a:pt x="6349253" y="1114707"/>
                </a:cubicBezTo>
                <a:close/>
                <a:moveTo>
                  <a:pt x="1733958" y="2809037"/>
                </a:moveTo>
                <a:cubicBezTo>
                  <a:pt x="1739079" y="2809037"/>
                  <a:pt x="1743541" y="2805232"/>
                  <a:pt x="1744217" y="2800023"/>
                </a:cubicBezTo>
                <a:cubicBezTo>
                  <a:pt x="1744980" y="2794334"/>
                  <a:pt x="1740979" y="2789124"/>
                  <a:pt x="1735309" y="2788378"/>
                </a:cubicBezTo>
                <a:cubicBezTo>
                  <a:pt x="1729620" y="2787631"/>
                  <a:pt x="1724411" y="2791631"/>
                  <a:pt x="1723664" y="2797303"/>
                </a:cubicBezTo>
                <a:cubicBezTo>
                  <a:pt x="1722917" y="2802992"/>
                  <a:pt x="1726918" y="2808202"/>
                  <a:pt x="1732589" y="2808948"/>
                </a:cubicBezTo>
                <a:cubicBezTo>
                  <a:pt x="1733052" y="2809002"/>
                  <a:pt x="1733496" y="2809036"/>
                  <a:pt x="1733958" y="2809037"/>
                </a:cubicBezTo>
                <a:close/>
                <a:moveTo>
                  <a:pt x="4880397" y="1654955"/>
                </a:moveTo>
                <a:cubicBezTo>
                  <a:pt x="4890300" y="1654510"/>
                  <a:pt x="4897983" y="1646119"/>
                  <a:pt x="4897537" y="1636216"/>
                </a:cubicBezTo>
                <a:cubicBezTo>
                  <a:pt x="4897074" y="1626295"/>
                  <a:pt x="4888701" y="1618632"/>
                  <a:pt x="4878780" y="1619077"/>
                </a:cubicBezTo>
                <a:cubicBezTo>
                  <a:pt x="4868877" y="1619521"/>
                  <a:pt x="4861217" y="1627913"/>
                  <a:pt x="4861660" y="1637815"/>
                </a:cubicBezTo>
                <a:cubicBezTo>
                  <a:pt x="4862087" y="1647452"/>
                  <a:pt x="4870032" y="1654972"/>
                  <a:pt x="4879582" y="1654972"/>
                </a:cubicBezTo>
                <a:cubicBezTo>
                  <a:pt x="4879847" y="1654972"/>
                  <a:pt x="4880131" y="1654972"/>
                  <a:pt x="4880397" y="1654955"/>
                </a:cubicBezTo>
                <a:close/>
                <a:moveTo>
                  <a:pt x="2685966" y="2460429"/>
                </a:moveTo>
                <a:cubicBezTo>
                  <a:pt x="2693095" y="2458863"/>
                  <a:pt x="2697593" y="2451805"/>
                  <a:pt x="2696011" y="2444677"/>
                </a:cubicBezTo>
                <a:cubicBezTo>
                  <a:pt x="2694446" y="2437547"/>
                  <a:pt x="2687388" y="2433048"/>
                  <a:pt x="2680258" y="2434613"/>
                </a:cubicBezTo>
                <a:cubicBezTo>
                  <a:pt x="2673128" y="2436195"/>
                  <a:pt x="2668631" y="2443253"/>
                  <a:pt x="2670214" y="2450383"/>
                </a:cubicBezTo>
                <a:cubicBezTo>
                  <a:pt x="2671565" y="2456535"/>
                  <a:pt x="2677041" y="2460748"/>
                  <a:pt x="2683103" y="2460748"/>
                </a:cubicBezTo>
                <a:cubicBezTo>
                  <a:pt x="2684046" y="2460748"/>
                  <a:pt x="2685005" y="2460641"/>
                  <a:pt x="2685966" y="2460429"/>
                </a:cubicBezTo>
                <a:close/>
                <a:moveTo>
                  <a:pt x="6910906" y="911547"/>
                </a:moveTo>
                <a:cubicBezTo>
                  <a:pt x="6921040" y="909023"/>
                  <a:pt x="6927209" y="898764"/>
                  <a:pt x="6924686" y="888631"/>
                </a:cubicBezTo>
                <a:cubicBezTo>
                  <a:pt x="6922160" y="878497"/>
                  <a:pt x="6911885" y="872344"/>
                  <a:pt x="6901768" y="874870"/>
                </a:cubicBezTo>
                <a:cubicBezTo>
                  <a:pt x="6891634" y="877394"/>
                  <a:pt x="6885465" y="887653"/>
                  <a:pt x="6887990" y="897786"/>
                </a:cubicBezTo>
                <a:cubicBezTo>
                  <a:pt x="6890141" y="906373"/>
                  <a:pt x="6897839" y="912116"/>
                  <a:pt x="6906320" y="912116"/>
                </a:cubicBezTo>
                <a:cubicBezTo>
                  <a:pt x="6907830" y="912116"/>
                  <a:pt x="6909377" y="911939"/>
                  <a:pt x="6910906" y="911547"/>
                </a:cubicBezTo>
                <a:close/>
                <a:moveTo>
                  <a:pt x="3561665" y="2141581"/>
                </a:moveTo>
                <a:cubicBezTo>
                  <a:pt x="3569186" y="2139430"/>
                  <a:pt x="3573540" y="2131589"/>
                  <a:pt x="3571390" y="2124069"/>
                </a:cubicBezTo>
                <a:cubicBezTo>
                  <a:pt x="3569240" y="2116548"/>
                  <a:pt x="3561399" y="2112192"/>
                  <a:pt x="3553879" y="2114343"/>
                </a:cubicBezTo>
                <a:cubicBezTo>
                  <a:pt x="3546359" y="2116495"/>
                  <a:pt x="3542003" y="2124335"/>
                  <a:pt x="3544153" y="2131855"/>
                </a:cubicBezTo>
                <a:cubicBezTo>
                  <a:pt x="3545930" y="2138078"/>
                  <a:pt x="3551603" y="2142133"/>
                  <a:pt x="3557754" y="2142133"/>
                </a:cubicBezTo>
                <a:cubicBezTo>
                  <a:pt x="3559051" y="2142132"/>
                  <a:pt x="3560367" y="2141954"/>
                  <a:pt x="3561665" y="2141581"/>
                </a:cubicBezTo>
                <a:close/>
                <a:moveTo>
                  <a:pt x="892072" y="3121465"/>
                </a:moveTo>
                <a:cubicBezTo>
                  <a:pt x="893851" y="3121466"/>
                  <a:pt x="895592" y="3120629"/>
                  <a:pt x="896676" y="3119065"/>
                </a:cubicBezTo>
                <a:cubicBezTo>
                  <a:pt x="898473" y="3116523"/>
                  <a:pt x="897868" y="3113003"/>
                  <a:pt x="895325" y="3111225"/>
                </a:cubicBezTo>
                <a:cubicBezTo>
                  <a:pt x="892783" y="3109430"/>
                  <a:pt x="889263" y="3110051"/>
                  <a:pt x="887468" y="3112576"/>
                </a:cubicBezTo>
                <a:cubicBezTo>
                  <a:pt x="885689" y="3115136"/>
                  <a:pt x="886294" y="3118639"/>
                  <a:pt x="888837" y="3120435"/>
                </a:cubicBezTo>
                <a:cubicBezTo>
                  <a:pt x="889833" y="3121127"/>
                  <a:pt x="890951" y="3121466"/>
                  <a:pt x="892072" y="3121465"/>
                </a:cubicBezTo>
                <a:close/>
                <a:moveTo>
                  <a:pt x="6257514" y="1154621"/>
                </a:moveTo>
                <a:cubicBezTo>
                  <a:pt x="6267078" y="1150425"/>
                  <a:pt x="6271436" y="1139278"/>
                  <a:pt x="6267239" y="1129713"/>
                </a:cubicBezTo>
                <a:cubicBezTo>
                  <a:pt x="6265141" y="1124930"/>
                  <a:pt x="6261305" y="1121449"/>
                  <a:pt x="6256798" y="1119689"/>
                </a:cubicBezTo>
                <a:cubicBezTo>
                  <a:pt x="6252291" y="1117929"/>
                  <a:pt x="6247114" y="1117889"/>
                  <a:pt x="6242331" y="1119988"/>
                </a:cubicBezTo>
                <a:cubicBezTo>
                  <a:pt x="6232767" y="1124184"/>
                  <a:pt x="6228409" y="1135331"/>
                  <a:pt x="6232623" y="1144896"/>
                </a:cubicBezTo>
                <a:cubicBezTo>
                  <a:pt x="6235717" y="1151989"/>
                  <a:pt x="6242668" y="1156203"/>
                  <a:pt x="6249941" y="1156203"/>
                </a:cubicBezTo>
                <a:cubicBezTo>
                  <a:pt x="6252465" y="1156203"/>
                  <a:pt x="6255043" y="1155705"/>
                  <a:pt x="6257514" y="1154621"/>
                </a:cubicBezTo>
                <a:close/>
                <a:moveTo>
                  <a:pt x="5315770" y="1501238"/>
                </a:moveTo>
                <a:cubicBezTo>
                  <a:pt x="5325973" y="1499016"/>
                  <a:pt x="5332429" y="1488953"/>
                  <a:pt x="5330205" y="1478747"/>
                </a:cubicBezTo>
                <a:cubicBezTo>
                  <a:pt x="5327984" y="1468543"/>
                  <a:pt x="5317921" y="1462071"/>
                  <a:pt x="5307699" y="1464311"/>
                </a:cubicBezTo>
                <a:cubicBezTo>
                  <a:pt x="5297509" y="1466534"/>
                  <a:pt x="5291041" y="1476596"/>
                  <a:pt x="5293260" y="1486802"/>
                </a:cubicBezTo>
                <a:cubicBezTo>
                  <a:pt x="5295198" y="1495638"/>
                  <a:pt x="5303022" y="1501683"/>
                  <a:pt x="5311716" y="1501683"/>
                </a:cubicBezTo>
                <a:cubicBezTo>
                  <a:pt x="5313048" y="1501683"/>
                  <a:pt x="5314418" y="1501540"/>
                  <a:pt x="5315770" y="1501238"/>
                </a:cubicBezTo>
                <a:close/>
                <a:moveTo>
                  <a:pt x="4076153" y="1959524"/>
                </a:moveTo>
                <a:cubicBezTo>
                  <a:pt x="4084365" y="1958049"/>
                  <a:pt x="4089840" y="1950208"/>
                  <a:pt x="4088384" y="1941994"/>
                </a:cubicBezTo>
                <a:cubicBezTo>
                  <a:pt x="4086928" y="1933763"/>
                  <a:pt x="4079085" y="1928287"/>
                  <a:pt x="4070853" y="1929763"/>
                </a:cubicBezTo>
                <a:cubicBezTo>
                  <a:pt x="4062639" y="1931221"/>
                  <a:pt x="4057164" y="1939061"/>
                  <a:pt x="4058640" y="1947293"/>
                </a:cubicBezTo>
                <a:cubicBezTo>
                  <a:pt x="4059938" y="1954600"/>
                  <a:pt x="4066302" y="1959756"/>
                  <a:pt x="4073485" y="1959756"/>
                </a:cubicBezTo>
                <a:cubicBezTo>
                  <a:pt x="4074376" y="1959756"/>
                  <a:pt x="4075264" y="1959667"/>
                  <a:pt x="4076153" y="1959524"/>
                </a:cubicBezTo>
                <a:close/>
                <a:moveTo>
                  <a:pt x="4643424" y="1752152"/>
                </a:moveTo>
                <a:cubicBezTo>
                  <a:pt x="4652811" y="1751903"/>
                  <a:pt x="4660209" y="1744080"/>
                  <a:pt x="4659958" y="1734693"/>
                </a:cubicBezTo>
                <a:cubicBezTo>
                  <a:pt x="4659709" y="1725306"/>
                  <a:pt x="4651886" y="1717892"/>
                  <a:pt x="4642501" y="1718158"/>
                </a:cubicBezTo>
                <a:cubicBezTo>
                  <a:pt x="4633112" y="1718408"/>
                  <a:pt x="4625697" y="1726231"/>
                  <a:pt x="4625947" y="1735617"/>
                </a:cubicBezTo>
                <a:cubicBezTo>
                  <a:pt x="4626211" y="1744844"/>
                  <a:pt x="4633771" y="1752169"/>
                  <a:pt x="4642944" y="1752169"/>
                </a:cubicBezTo>
                <a:cubicBezTo>
                  <a:pt x="4643104" y="1752169"/>
                  <a:pt x="4643263" y="1752169"/>
                  <a:pt x="4643424" y="1752152"/>
                </a:cubicBezTo>
                <a:close/>
                <a:moveTo>
                  <a:pt x="3655093" y="2115713"/>
                </a:moveTo>
                <a:cubicBezTo>
                  <a:pt x="3662650" y="2113686"/>
                  <a:pt x="3667148" y="2105935"/>
                  <a:pt x="3665122" y="2098379"/>
                </a:cubicBezTo>
                <a:cubicBezTo>
                  <a:pt x="3663112" y="2090822"/>
                  <a:pt x="3655343" y="2086325"/>
                  <a:pt x="3647787" y="2088350"/>
                </a:cubicBezTo>
                <a:cubicBezTo>
                  <a:pt x="3640231" y="2090360"/>
                  <a:pt x="3635734" y="2098129"/>
                  <a:pt x="3637759" y="2105686"/>
                </a:cubicBezTo>
                <a:cubicBezTo>
                  <a:pt x="3639448" y="2112015"/>
                  <a:pt x="3645175" y="2116193"/>
                  <a:pt x="3651430" y="2116193"/>
                </a:cubicBezTo>
                <a:cubicBezTo>
                  <a:pt x="3652640" y="2116193"/>
                  <a:pt x="3653867" y="2116032"/>
                  <a:pt x="3655093" y="2115713"/>
                </a:cubicBezTo>
                <a:close/>
                <a:moveTo>
                  <a:pt x="6165881" y="1194943"/>
                </a:moveTo>
                <a:cubicBezTo>
                  <a:pt x="6175429" y="1190729"/>
                  <a:pt x="6179767" y="1179565"/>
                  <a:pt x="6175554" y="1170017"/>
                </a:cubicBezTo>
                <a:cubicBezTo>
                  <a:pt x="6173447" y="1165235"/>
                  <a:pt x="6169607" y="1161764"/>
                  <a:pt x="6165097" y="1160012"/>
                </a:cubicBezTo>
                <a:cubicBezTo>
                  <a:pt x="6160588" y="1158261"/>
                  <a:pt x="6155410" y="1158230"/>
                  <a:pt x="6150627" y="1160328"/>
                </a:cubicBezTo>
                <a:cubicBezTo>
                  <a:pt x="6141080" y="1164560"/>
                  <a:pt x="6136742" y="1175707"/>
                  <a:pt x="6140954" y="1185253"/>
                </a:cubicBezTo>
                <a:cubicBezTo>
                  <a:pt x="6144067" y="1192330"/>
                  <a:pt x="6151000" y="1196543"/>
                  <a:pt x="6158272" y="1196544"/>
                </a:cubicBezTo>
                <a:cubicBezTo>
                  <a:pt x="6160814" y="1196543"/>
                  <a:pt x="6163410" y="1196028"/>
                  <a:pt x="6165881" y="1194943"/>
                </a:cubicBezTo>
                <a:close/>
                <a:moveTo>
                  <a:pt x="7685731" y="637654"/>
                </a:moveTo>
                <a:cubicBezTo>
                  <a:pt x="7689293" y="634952"/>
                  <a:pt x="7692013" y="631086"/>
                  <a:pt x="7693248" y="626428"/>
                </a:cubicBezTo>
                <a:cubicBezTo>
                  <a:pt x="7696200" y="615333"/>
                  <a:pt x="7689605" y="603937"/>
                  <a:pt x="7678493" y="600986"/>
                </a:cubicBezTo>
                <a:cubicBezTo>
                  <a:pt x="7667399" y="598035"/>
                  <a:pt x="7656003" y="604648"/>
                  <a:pt x="7653051" y="615743"/>
                </a:cubicBezTo>
                <a:cubicBezTo>
                  <a:pt x="7650100" y="626854"/>
                  <a:pt x="7656713" y="638251"/>
                  <a:pt x="7667808" y="641183"/>
                </a:cubicBezTo>
                <a:cubicBezTo>
                  <a:pt x="7669603" y="641664"/>
                  <a:pt x="7671399" y="641895"/>
                  <a:pt x="7673159" y="641895"/>
                </a:cubicBezTo>
                <a:cubicBezTo>
                  <a:pt x="7677764" y="641895"/>
                  <a:pt x="7682169" y="640357"/>
                  <a:pt x="7685731" y="637654"/>
                </a:cubicBezTo>
                <a:close/>
                <a:moveTo>
                  <a:pt x="2780319" y="2438009"/>
                </a:moveTo>
                <a:cubicBezTo>
                  <a:pt x="2787394" y="2436213"/>
                  <a:pt x="2791679" y="2429013"/>
                  <a:pt x="2789884" y="2421954"/>
                </a:cubicBezTo>
                <a:cubicBezTo>
                  <a:pt x="2788088" y="2414861"/>
                  <a:pt x="2780905" y="2410594"/>
                  <a:pt x="2773828" y="2412372"/>
                </a:cubicBezTo>
                <a:cubicBezTo>
                  <a:pt x="2766752" y="2414167"/>
                  <a:pt x="2762469" y="2421368"/>
                  <a:pt x="2764264" y="2428444"/>
                </a:cubicBezTo>
                <a:cubicBezTo>
                  <a:pt x="2765776" y="2434435"/>
                  <a:pt x="2771162" y="2438418"/>
                  <a:pt x="2777066" y="2438418"/>
                </a:cubicBezTo>
                <a:cubicBezTo>
                  <a:pt x="2778131" y="2438418"/>
                  <a:pt x="2779233" y="2438275"/>
                  <a:pt x="2780319" y="2438009"/>
                </a:cubicBezTo>
                <a:close/>
                <a:moveTo>
                  <a:pt x="8227078" y="441029"/>
                </a:moveTo>
                <a:cubicBezTo>
                  <a:pt x="8236003" y="441029"/>
                  <a:pt x="8244556" y="435945"/>
                  <a:pt x="8248555" y="427323"/>
                </a:cubicBezTo>
                <a:cubicBezTo>
                  <a:pt x="8254049" y="415481"/>
                  <a:pt x="8248893" y="401418"/>
                  <a:pt x="8237052" y="395924"/>
                </a:cubicBezTo>
                <a:cubicBezTo>
                  <a:pt x="8231123" y="393178"/>
                  <a:pt x="8224647" y="393094"/>
                  <a:pt x="8218967" y="395176"/>
                </a:cubicBezTo>
                <a:cubicBezTo>
                  <a:pt x="8213287" y="397258"/>
                  <a:pt x="8208400" y="401507"/>
                  <a:pt x="8205655" y="407427"/>
                </a:cubicBezTo>
                <a:cubicBezTo>
                  <a:pt x="8200144" y="419286"/>
                  <a:pt x="8205299" y="433331"/>
                  <a:pt x="8217157" y="438824"/>
                </a:cubicBezTo>
                <a:cubicBezTo>
                  <a:pt x="8220376" y="440318"/>
                  <a:pt x="8223754" y="441029"/>
                  <a:pt x="8227078" y="441029"/>
                </a:cubicBezTo>
                <a:close/>
                <a:moveTo>
                  <a:pt x="7007713" y="890070"/>
                </a:moveTo>
                <a:cubicBezTo>
                  <a:pt x="7017954" y="888079"/>
                  <a:pt x="7024656" y="878159"/>
                  <a:pt x="7022682" y="867900"/>
                </a:cubicBezTo>
                <a:cubicBezTo>
                  <a:pt x="7020692" y="857660"/>
                  <a:pt x="7010771" y="850958"/>
                  <a:pt x="7000512" y="852931"/>
                </a:cubicBezTo>
                <a:cubicBezTo>
                  <a:pt x="6990271" y="854922"/>
                  <a:pt x="6983568" y="864842"/>
                  <a:pt x="6985560" y="875083"/>
                </a:cubicBezTo>
                <a:cubicBezTo>
                  <a:pt x="6987302" y="884132"/>
                  <a:pt x="6995215" y="890408"/>
                  <a:pt x="7004086" y="890408"/>
                </a:cubicBezTo>
                <a:cubicBezTo>
                  <a:pt x="7005295" y="890409"/>
                  <a:pt x="7006486" y="890302"/>
                  <a:pt x="7007713" y="890070"/>
                </a:cubicBezTo>
                <a:close/>
                <a:moveTo>
                  <a:pt x="425268" y="3304802"/>
                </a:moveTo>
                <a:cubicBezTo>
                  <a:pt x="425765" y="3304802"/>
                  <a:pt x="426246" y="3304605"/>
                  <a:pt x="426601" y="3304232"/>
                </a:cubicBezTo>
                <a:cubicBezTo>
                  <a:pt x="427313" y="3303486"/>
                  <a:pt x="427277" y="3302330"/>
                  <a:pt x="426548" y="3301636"/>
                </a:cubicBezTo>
                <a:cubicBezTo>
                  <a:pt x="425820" y="3300926"/>
                  <a:pt x="424646" y="3300962"/>
                  <a:pt x="423953" y="3301690"/>
                </a:cubicBezTo>
                <a:cubicBezTo>
                  <a:pt x="423259" y="3302418"/>
                  <a:pt x="423277" y="3303574"/>
                  <a:pt x="424006" y="3304286"/>
                </a:cubicBezTo>
                <a:cubicBezTo>
                  <a:pt x="424361" y="3304623"/>
                  <a:pt x="424824" y="3304802"/>
                  <a:pt x="425268" y="3304802"/>
                </a:cubicBezTo>
                <a:close/>
                <a:moveTo>
                  <a:pt x="4407514" y="1844762"/>
                </a:moveTo>
                <a:cubicBezTo>
                  <a:pt x="4416350" y="1843979"/>
                  <a:pt x="4422876" y="1836175"/>
                  <a:pt x="4422095" y="1827339"/>
                </a:cubicBezTo>
                <a:cubicBezTo>
                  <a:pt x="4421311" y="1818503"/>
                  <a:pt x="4413524" y="1811978"/>
                  <a:pt x="4404687" y="1812760"/>
                </a:cubicBezTo>
                <a:cubicBezTo>
                  <a:pt x="4395853" y="1813542"/>
                  <a:pt x="4389308" y="1821348"/>
                  <a:pt x="4390110" y="1830184"/>
                </a:cubicBezTo>
                <a:cubicBezTo>
                  <a:pt x="4390857" y="1838540"/>
                  <a:pt x="4397861" y="1844833"/>
                  <a:pt x="4406094" y="1844833"/>
                </a:cubicBezTo>
                <a:cubicBezTo>
                  <a:pt x="4406555" y="1844834"/>
                  <a:pt x="4407034" y="1844816"/>
                  <a:pt x="4407514" y="1844762"/>
                </a:cubicBezTo>
                <a:close/>
                <a:moveTo>
                  <a:pt x="1192679" y="3024767"/>
                </a:moveTo>
                <a:cubicBezTo>
                  <a:pt x="1195486" y="3024767"/>
                  <a:pt x="1198171" y="3023184"/>
                  <a:pt x="1199469" y="3020482"/>
                </a:cubicBezTo>
                <a:cubicBezTo>
                  <a:pt x="1201265" y="3016748"/>
                  <a:pt x="1199683" y="3012250"/>
                  <a:pt x="1195932" y="3010454"/>
                </a:cubicBezTo>
                <a:cubicBezTo>
                  <a:pt x="1192181" y="3008659"/>
                  <a:pt x="1187700" y="3010241"/>
                  <a:pt x="1185904" y="3013993"/>
                </a:cubicBezTo>
                <a:cubicBezTo>
                  <a:pt x="1184109" y="3017743"/>
                  <a:pt x="1185690" y="3022224"/>
                  <a:pt x="1189425" y="3024020"/>
                </a:cubicBezTo>
                <a:cubicBezTo>
                  <a:pt x="1190473" y="3024535"/>
                  <a:pt x="1191594" y="3024767"/>
                  <a:pt x="1192679" y="3024767"/>
                </a:cubicBezTo>
                <a:close/>
                <a:moveTo>
                  <a:pt x="6074124" y="1235283"/>
                </a:moveTo>
                <a:cubicBezTo>
                  <a:pt x="6083690" y="1231123"/>
                  <a:pt x="6088081" y="1219994"/>
                  <a:pt x="6083920" y="1210411"/>
                </a:cubicBezTo>
                <a:cubicBezTo>
                  <a:pt x="6081840" y="1205629"/>
                  <a:pt x="6078019" y="1202140"/>
                  <a:pt x="6073518" y="1200367"/>
                </a:cubicBezTo>
                <a:cubicBezTo>
                  <a:pt x="6069018" y="1198593"/>
                  <a:pt x="6063840" y="1198535"/>
                  <a:pt x="6059048" y="1200615"/>
                </a:cubicBezTo>
                <a:cubicBezTo>
                  <a:pt x="6049465" y="1204775"/>
                  <a:pt x="6045074" y="1215905"/>
                  <a:pt x="6049235" y="1225487"/>
                </a:cubicBezTo>
                <a:cubicBezTo>
                  <a:pt x="6052328" y="1232599"/>
                  <a:pt x="6059297" y="1236865"/>
                  <a:pt x="6066587" y="1236865"/>
                </a:cubicBezTo>
                <a:cubicBezTo>
                  <a:pt x="6069111" y="1236865"/>
                  <a:pt x="6071671" y="1236351"/>
                  <a:pt x="6074124" y="1235283"/>
                </a:cubicBezTo>
                <a:close/>
                <a:moveTo>
                  <a:pt x="5413910" y="1477485"/>
                </a:moveTo>
                <a:cubicBezTo>
                  <a:pt x="5424009" y="1474819"/>
                  <a:pt x="5430016" y="1464471"/>
                  <a:pt x="5427349" y="1454373"/>
                </a:cubicBezTo>
                <a:cubicBezTo>
                  <a:pt x="5424683" y="1444274"/>
                  <a:pt x="5414336" y="1438266"/>
                  <a:pt x="5404239" y="1440932"/>
                </a:cubicBezTo>
                <a:cubicBezTo>
                  <a:pt x="5394140" y="1443599"/>
                  <a:pt x="5388130" y="1453964"/>
                  <a:pt x="5390796" y="1464045"/>
                </a:cubicBezTo>
                <a:cubicBezTo>
                  <a:pt x="5393035" y="1472525"/>
                  <a:pt x="5400699" y="1478125"/>
                  <a:pt x="5409055" y="1478126"/>
                </a:cubicBezTo>
                <a:cubicBezTo>
                  <a:pt x="5410672" y="1478126"/>
                  <a:pt x="5412292" y="1477912"/>
                  <a:pt x="5413910" y="1477485"/>
                </a:cubicBezTo>
                <a:close/>
                <a:moveTo>
                  <a:pt x="7440895" y="735555"/>
                </a:moveTo>
                <a:cubicBezTo>
                  <a:pt x="7450887" y="735555"/>
                  <a:pt x="7459474" y="728052"/>
                  <a:pt x="7460613" y="717918"/>
                </a:cubicBezTo>
                <a:cubicBezTo>
                  <a:pt x="7461839" y="707019"/>
                  <a:pt x="7453981" y="697188"/>
                  <a:pt x="7443081" y="695979"/>
                </a:cubicBezTo>
                <a:cubicBezTo>
                  <a:pt x="7432184" y="694752"/>
                  <a:pt x="7422370" y="702593"/>
                  <a:pt x="7421143" y="713491"/>
                </a:cubicBezTo>
                <a:cubicBezTo>
                  <a:pt x="7419933" y="724390"/>
                  <a:pt x="7427775" y="734221"/>
                  <a:pt x="7438673" y="735430"/>
                </a:cubicBezTo>
                <a:cubicBezTo>
                  <a:pt x="7439419" y="735519"/>
                  <a:pt x="7440167" y="735555"/>
                  <a:pt x="7440895" y="735555"/>
                </a:cubicBezTo>
                <a:close/>
                <a:moveTo>
                  <a:pt x="3748986" y="2091569"/>
                </a:moveTo>
                <a:cubicBezTo>
                  <a:pt x="3756576" y="2089703"/>
                  <a:pt x="3761217" y="2082021"/>
                  <a:pt x="3759350" y="2074412"/>
                </a:cubicBezTo>
                <a:cubicBezTo>
                  <a:pt x="3757465" y="2066821"/>
                  <a:pt x="3749784" y="2062180"/>
                  <a:pt x="3742193" y="2064065"/>
                </a:cubicBezTo>
                <a:cubicBezTo>
                  <a:pt x="3734602" y="2065932"/>
                  <a:pt x="3729961" y="2073612"/>
                  <a:pt x="3731829" y="2081203"/>
                </a:cubicBezTo>
                <a:cubicBezTo>
                  <a:pt x="3733429" y="2087658"/>
                  <a:pt x="3739205" y="2091978"/>
                  <a:pt x="3745569" y="2091977"/>
                </a:cubicBezTo>
                <a:cubicBezTo>
                  <a:pt x="3746709" y="2091977"/>
                  <a:pt x="3747846" y="2091853"/>
                  <a:pt x="3748986" y="2091569"/>
                </a:cubicBezTo>
                <a:close/>
                <a:moveTo>
                  <a:pt x="2873925" y="2413012"/>
                </a:moveTo>
                <a:cubicBezTo>
                  <a:pt x="2880964" y="2411039"/>
                  <a:pt x="2885072" y="2403749"/>
                  <a:pt x="2883099" y="2396708"/>
                </a:cubicBezTo>
                <a:cubicBezTo>
                  <a:pt x="2881143" y="2389686"/>
                  <a:pt x="2873834" y="2385579"/>
                  <a:pt x="2866813" y="2387552"/>
                </a:cubicBezTo>
                <a:cubicBezTo>
                  <a:pt x="2859772" y="2389508"/>
                  <a:pt x="2855683" y="2396798"/>
                  <a:pt x="2857638" y="2403837"/>
                </a:cubicBezTo>
                <a:cubicBezTo>
                  <a:pt x="2859275" y="2409670"/>
                  <a:pt x="2864591" y="2413492"/>
                  <a:pt x="2870369" y="2413492"/>
                </a:cubicBezTo>
                <a:cubicBezTo>
                  <a:pt x="2871541" y="2413492"/>
                  <a:pt x="2872733" y="2413331"/>
                  <a:pt x="2873925" y="2413012"/>
                </a:cubicBezTo>
                <a:close/>
                <a:moveTo>
                  <a:pt x="2367704" y="2599121"/>
                </a:moveTo>
                <a:cubicBezTo>
                  <a:pt x="2374424" y="2598232"/>
                  <a:pt x="2379155" y="2592080"/>
                  <a:pt x="2378265" y="2585360"/>
                </a:cubicBezTo>
                <a:cubicBezTo>
                  <a:pt x="2377377" y="2578640"/>
                  <a:pt x="2371207" y="2573911"/>
                  <a:pt x="2364487" y="2574800"/>
                </a:cubicBezTo>
                <a:cubicBezTo>
                  <a:pt x="2357766" y="2575688"/>
                  <a:pt x="2353055" y="2581857"/>
                  <a:pt x="2353943" y="2588578"/>
                </a:cubicBezTo>
                <a:cubicBezTo>
                  <a:pt x="2354743" y="2594747"/>
                  <a:pt x="2360024" y="2599228"/>
                  <a:pt x="2366085" y="2599228"/>
                </a:cubicBezTo>
                <a:cubicBezTo>
                  <a:pt x="2366620" y="2599228"/>
                  <a:pt x="2367153" y="2599192"/>
                  <a:pt x="2367704" y="2599121"/>
                </a:cubicBezTo>
                <a:close/>
                <a:moveTo>
                  <a:pt x="5981887" y="1274824"/>
                </a:moveTo>
                <a:cubicBezTo>
                  <a:pt x="5991488" y="1270770"/>
                  <a:pt x="5996004" y="1259676"/>
                  <a:pt x="5991950" y="1250058"/>
                </a:cubicBezTo>
                <a:cubicBezTo>
                  <a:pt x="5989915" y="1245248"/>
                  <a:pt x="5986124" y="1241715"/>
                  <a:pt x="5981639" y="1239892"/>
                </a:cubicBezTo>
                <a:cubicBezTo>
                  <a:pt x="5977154" y="1238071"/>
                  <a:pt x="5971976" y="1237959"/>
                  <a:pt x="5967167" y="1239995"/>
                </a:cubicBezTo>
                <a:cubicBezTo>
                  <a:pt x="5957548" y="1244049"/>
                  <a:pt x="5953050" y="1255143"/>
                  <a:pt x="5957104" y="1264762"/>
                </a:cubicBezTo>
                <a:cubicBezTo>
                  <a:pt x="5960162" y="1271980"/>
                  <a:pt x="5967166" y="1276318"/>
                  <a:pt x="5974527" y="1276317"/>
                </a:cubicBezTo>
                <a:cubicBezTo>
                  <a:pt x="5976980" y="1276318"/>
                  <a:pt x="5979488" y="1275838"/>
                  <a:pt x="5981887" y="1274824"/>
                </a:cubicBezTo>
                <a:close/>
                <a:moveTo>
                  <a:pt x="4488229" y="1823303"/>
                </a:moveTo>
                <a:lnTo>
                  <a:pt x="4488233" y="1823293"/>
                </a:lnTo>
                <a:lnTo>
                  <a:pt x="4488229" y="1823286"/>
                </a:lnTo>
                <a:close/>
                <a:moveTo>
                  <a:pt x="2049036" y="2718364"/>
                </a:moveTo>
                <a:cubicBezTo>
                  <a:pt x="2055276" y="2718240"/>
                  <a:pt x="2060254" y="2713084"/>
                  <a:pt x="2060148" y="2706844"/>
                </a:cubicBezTo>
                <a:cubicBezTo>
                  <a:pt x="2060041" y="2700585"/>
                  <a:pt x="2054885" y="2695607"/>
                  <a:pt x="2048626" y="2695714"/>
                </a:cubicBezTo>
                <a:cubicBezTo>
                  <a:pt x="2042386" y="2695838"/>
                  <a:pt x="2037408" y="2700994"/>
                  <a:pt x="2037515" y="2707235"/>
                </a:cubicBezTo>
                <a:cubicBezTo>
                  <a:pt x="2037620" y="2713422"/>
                  <a:pt x="2042671" y="2718364"/>
                  <a:pt x="2048822" y="2718365"/>
                </a:cubicBezTo>
                <a:close/>
                <a:moveTo>
                  <a:pt x="5510894" y="1449875"/>
                </a:moveTo>
                <a:cubicBezTo>
                  <a:pt x="5520884" y="1446835"/>
                  <a:pt x="5526520" y="1436274"/>
                  <a:pt x="5523478" y="1426282"/>
                </a:cubicBezTo>
                <a:cubicBezTo>
                  <a:pt x="5520459" y="1416291"/>
                  <a:pt x="5509880" y="1410655"/>
                  <a:pt x="5499906" y="1413695"/>
                </a:cubicBezTo>
                <a:cubicBezTo>
                  <a:pt x="5489914" y="1416717"/>
                  <a:pt x="5484278" y="1427278"/>
                  <a:pt x="5487298" y="1437270"/>
                </a:cubicBezTo>
                <a:cubicBezTo>
                  <a:pt x="5489787" y="1445430"/>
                  <a:pt x="5497291" y="1450693"/>
                  <a:pt x="5505398" y="1450693"/>
                </a:cubicBezTo>
                <a:cubicBezTo>
                  <a:pt x="5507212" y="1450693"/>
                  <a:pt x="5509062" y="1450426"/>
                  <a:pt x="5510894" y="1449875"/>
                </a:cubicBezTo>
                <a:close/>
                <a:moveTo>
                  <a:pt x="7908492" y="571757"/>
                </a:moveTo>
                <a:cubicBezTo>
                  <a:pt x="7912064" y="569339"/>
                  <a:pt x="7914952" y="565837"/>
                  <a:pt x="7916606" y="561499"/>
                </a:cubicBezTo>
                <a:cubicBezTo>
                  <a:pt x="7920891" y="550280"/>
                  <a:pt x="7915255" y="537710"/>
                  <a:pt x="7904019" y="533425"/>
                </a:cubicBezTo>
                <a:cubicBezTo>
                  <a:pt x="7892800" y="529158"/>
                  <a:pt x="7880231" y="534795"/>
                  <a:pt x="7875963" y="546031"/>
                </a:cubicBezTo>
                <a:cubicBezTo>
                  <a:pt x="7871696" y="557250"/>
                  <a:pt x="7877332" y="569819"/>
                  <a:pt x="7888551" y="574086"/>
                </a:cubicBezTo>
                <a:cubicBezTo>
                  <a:pt x="7891093" y="575063"/>
                  <a:pt x="7893706" y="575509"/>
                  <a:pt x="7896285" y="575508"/>
                </a:cubicBezTo>
                <a:cubicBezTo>
                  <a:pt x="7900667" y="575508"/>
                  <a:pt x="7904921" y="574175"/>
                  <a:pt x="7908492" y="571757"/>
                </a:cubicBezTo>
                <a:close/>
                <a:moveTo>
                  <a:pt x="5889171" y="1313279"/>
                </a:moveTo>
                <a:cubicBezTo>
                  <a:pt x="5898843" y="1309333"/>
                  <a:pt x="5903482" y="1298310"/>
                  <a:pt x="5899554" y="1288638"/>
                </a:cubicBezTo>
                <a:cubicBezTo>
                  <a:pt x="5895624" y="1278967"/>
                  <a:pt x="5884601" y="1274308"/>
                  <a:pt x="5874930" y="1278255"/>
                </a:cubicBezTo>
                <a:cubicBezTo>
                  <a:pt x="5865258" y="1282184"/>
                  <a:pt x="5860601" y="1293207"/>
                  <a:pt x="5864529" y="1302879"/>
                </a:cubicBezTo>
                <a:cubicBezTo>
                  <a:pt x="5867516" y="1310221"/>
                  <a:pt x="5874592" y="1314666"/>
                  <a:pt x="5882060" y="1314666"/>
                </a:cubicBezTo>
                <a:cubicBezTo>
                  <a:pt x="5884424" y="1314666"/>
                  <a:pt x="5886841" y="1314223"/>
                  <a:pt x="5889171" y="1313279"/>
                </a:cubicBezTo>
                <a:close/>
                <a:moveTo>
                  <a:pt x="2966908" y="2386041"/>
                </a:moveTo>
                <a:cubicBezTo>
                  <a:pt x="2973894" y="2383962"/>
                  <a:pt x="2977878" y="2376583"/>
                  <a:pt x="2975780" y="2369596"/>
                </a:cubicBezTo>
                <a:cubicBezTo>
                  <a:pt x="2973681" y="2362608"/>
                  <a:pt x="2966322" y="2358627"/>
                  <a:pt x="2959334" y="2360724"/>
                </a:cubicBezTo>
                <a:cubicBezTo>
                  <a:pt x="2952330" y="2362822"/>
                  <a:pt x="2948365" y="2370183"/>
                  <a:pt x="2950461" y="2377169"/>
                </a:cubicBezTo>
                <a:cubicBezTo>
                  <a:pt x="2952169" y="2382912"/>
                  <a:pt x="2957431" y="2386611"/>
                  <a:pt x="2963121" y="2386610"/>
                </a:cubicBezTo>
                <a:cubicBezTo>
                  <a:pt x="2964366" y="2386610"/>
                  <a:pt x="2965645" y="2386432"/>
                  <a:pt x="2966908" y="2386041"/>
                </a:cubicBezTo>
                <a:close/>
                <a:moveTo>
                  <a:pt x="4172231" y="1943915"/>
                </a:moveTo>
                <a:cubicBezTo>
                  <a:pt x="4180480" y="1942723"/>
                  <a:pt x="4186203" y="1935043"/>
                  <a:pt x="4184996" y="1926776"/>
                </a:cubicBezTo>
                <a:cubicBezTo>
                  <a:pt x="4183786" y="1918527"/>
                  <a:pt x="4176104" y="1912802"/>
                  <a:pt x="4167856" y="1914010"/>
                </a:cubicBezTo>
                <a:cubicBezTo>
                  <a:pt x="4159606" y="1915220"/>
                  <a:pt x="4153882" y="1922901"/>
                  <a:pt x="4155089" y="1931150"/>
                </a:cubicBezTo>
                <a:cubicBezTo>
                  <a:pt x="4156174" y="1938671"/>
                  <a:pt x="4162646" y="1944075"/>
                  <a:pt x="4170026" y="1944076"/>
                </a:cubicBezTo>
                <a:cubicBezTo>
                  <a:pt x="4170754" y="1944076"/>
                  <a:pt x="4171482" y="1944022"/>
                  <a:pt x="4172231" y="1943915"/>
                </a:cubicBezTo>
                <a:close/>
                <a:moveTo>
                  <a:pt x="787389" y="3186465"/>
                </a:moveTo>
                <a:cubicBezTo>
                  <a:pt x="788793" y="3186482"/>
                  <a:pt x="790181" y="3185843"/>
                  <a:pt x="791105" y="3184651"/>
                </a:cubicBezTo>
                <a:cubicBezTo>
                  <a:pt x="792687" y="3182607"/>
                  <a:pt x="792296" y="3179656"/>
                  <a:pt x="790252" y="3178074"/>
                </a:cubicBezTo>
                <a:cubicBezTo>
                  <a:pt x="788207" y="3176509"/>
                  <a:pt x="785273" y="3176882"/>
                  <a:pt x="783691" y="3178926"/>
                </a:cubicBezTo>
                <a:cubicBezTo>
                  <a:pt x="782109" y="3180971"/>
                  <a:pt x="782500" y="3183922"/>
                  <a:pt x="784544" y="3185505"/>
                </a:cubicBezTo>
                <a:cubicBezTo>
                  <a:pt x="785398" y="3186163"/>
                  <a:pt x="786394" y="3186465"/>
                  <a:pt x="787389" y="3186465"/>
                </a:cubicBezTo>
                <a:close/>
                <a:moveTo>
                  <a:pt x="5606808" y="1419099"/>
                </a:moveTo>
                <a:cubicBezTo>
                  <a:pt x="5616694" y="1415775"/>
                  <a:pt x="5622010" y="1405054"/>
                  <a:pt x="5618684" y="1395151"/>
                </a:cubicBezTo>
                <a:cubicBezTo>
                  <a:pt x="5615342" y="1385266"/>
                  <a:pt x="5604640" y="1379950"/>
                  <a:pt x="5594738" y="1383275"/>
                </a:cubicBezTo>
                <a:cubicBezTo>
                  <a:pt x="5584837" y="1386600"/>
                  <a:pt x="5579518" y="1397338"/>
                  <a:pt x="5582846" y="1407224"/>
                </a:cubicBezTo>
                <a:cubicBezTo>
                  <a:pt x="5585512" y="1415118"/>
                  <a:pt x="5592872" y="1420095"/>
                  <a:pt x="5600767" y="1420095"/>
                </a:cubicBezTo>
                <a:cubicBezTo>
                  <a:pt x="5602775" y="1420095"/>
                  <a:pt x="5604801" y="1419775"/>
                  <a:pt x="5606808" y="1419099"/>
                </a:cubicBezTo>
                <a:close/>
                <a:moveTo>
                  <a:pt x="5795849" y="1350366"/>
                </a:moveTo>
                <a:cubicBezTo>
                  <a:pt x="5805575" y="1346597"/>
                  <a:pt x="5810410" y="1335645"/>
                  <a:pt x="5806641" y="1325903"/>
                </a:cubicBezTo>
                <a:cubicBezTo>
                  <a:pt x="5802872" y="1316178"/>
                  <a:pt x="5791902" y="1311342"/>
                  <a:pt x="5782178" y="1315111"/>
                </a:cubicBezTo>
                <a:cubicBezTo>
                  <a:pt x="5772434" y="1318879"/>
                  <a:pt x="5767616" y="1329832"/>
                  <a:pt x="5771386" y="1339574"/>
                </a:cubicBezTo>
                <a:cubicBezTo>
                  <a:pt x="5774283" y="1347060"/>
                  <a:pt x="5781430" y="1351646"/>
                  <a:pt x="5789022" y="1351646"/>
                </a:cubicBezTo>
                <a:cubicBezTo>
                  <a:pt x="5791280" y="1351646"/>
                  <a:pt x="5793590" y="1351237"/>
                  <a:pt x="5795849" y="1350366"/>
                </a:cubicBezTo>
                <a:close/>
                <a:moveTo>
                  <a:pt x="4979995" y="1650136"/>
                </a:moveTo>
                <a:cubicBezTo>
                  <a:pt x="4989899" y="1649585"/>
                  <a:pt x="4997472" y="1641123"/>
                  <a:pt x="4996939" y="1631219"/>
                </a:cubicBezTo>
                <a:cubicBezTo>
                  <a:pt x="4996389" y="1621317"/>
                  <a:pt x="4987925" y="1613725"/>
                  <a:pt x="4978024" y="1614276"/>
                </a:cubicBezTo>
                <a:cubicBezTo>
                  <a:pt x="4968119" y="1614810"/>
                  <a:pt x="4960546" y="1623272"/>
                  <a:pt x="4961078" y="1633175"/>
                </a:cubicBezTo>
                <a:cubicBezTo>
                  <a:pt x="4961596" y="1642759"/>
                  <a:pt x="4969523" y="1650155"/>
                  <a:pt x="4979001" y="1650154"/>
                </a:cubicBezTo>
                <a:cubicBezTo>
                  <a:pt x="4979340" y="1650155"/>
                  <a:pt x="4979658" y="1650154"/>
                  <a:pt x="4979995" y="1650136"/>
                </a:cubicBezTo>
                <a:close/>
                <a:moveTo>
                  <a:pt x="5701746" y="1385782"/>
                </a:moveTo>
                <a:cubicBezTo>
                  <a:pt x="5711560" y="1382208"/>
                  <a:pt x="5716609" y="1371363"/>
                  <a:pt x="5713036" y="1361549"/>
                </a:cubicBezTo>
                <a:cubicBezTo>
                  <a:pt x="5709462" y="1351735"/>
                  <a:pt x="5698617" y="1346686"/>
                  <a:pt x="5688804" y="1350259"/>
                </a:cubicBezTo>
                <a:cubicBezTo>
                  <a:pt x="5678991" y="1353833"/>
                  <a:pt x="5673942" y="1364678"/>
                  <a:pt x="5677514" y="1374492"/>
                </a:cubicBezTo>
                <a:cubicBezTo>
                  <a:pt x="5680305" y="1382173"/>
                  <a:pt x="5687559" y="1386920"/>
                  <a:pt x="5695275" y="1386920"/>
                </a:cubicBezTo>
                <a:cubicBezTo>
                  <a:pt x="5697426" y="1386920"/>
                  <a:pt x="5699613" y="1386564"/>
                  <a:pt x="5701746" y="1385782"/>
                </a:cubicBezTo>
                <a:close/>
                <a:moveTo>
                  <a:pt x="3843337" y="2069381"/>
                </a:moveTo>
                <a:cubicBezTo>
                  <a:pt x="3850963" y="2067692"/>
                  <a:pt x="3855764" y="2060119"/>
                  <a:pt x="3854076" y="2052473"/>
                </a:cubicBezTo>
                <a:cubicBezTo>
                  <a:pt x="3852368" y="2044846"/>
                  <a:pt x="3844796" y="2040028"/>
                  <a:pt x="3837168" y="2041735"/>
                </a:cubicBezTo>
                <a:cubicBezTo>
                  <a:pt x="3829521" y="2043441"/>
                  <a:pt x="3824722" y="2051015"/>
                  <a:pt x="3826430" y="2058642"/>
                </a:cubicBezTo>
                <a:cubicBezTo>
                  <a:pt x="3827888" y="2065238"/>
                  <a:pt x="3833737" y="2069719"/>
                  <a:pt x="3840225" y="2069719"/>
                </a:cubicBezTo>
                <a:cubicBezTo>
                  <a:pt x="3841257" y="2069719"/>
                  <a:pt x="3842289" y="2069612"/>
                  <a:pt x="3843337" y="2069381"/>
                </a:cubicBezTo>
                <a:close/>
                <a:moveTo>
                  <a:pt x="3059393" y="2357702"/>
                </a:moveTo>
                <a:cubicBezTo>
                  <a:pt x="3066363" y="2355515"/>
                  <a:pt x="3070238" y="2348101"/>
                  <a:pt x="3068070" y="2341150"/>
                </a:cubicBezTo>
                <a:cubicBezTo>
                  <a:pt x="3065883" y="2334180"/>
                  <a:pt x="3058469" y="2330305"/>
                  <a:pt x="3051500" y="2332473"/>
                </a:cubicBezTo>
                <a:cubicBezTo>
                  <a:pt x="3044548" y="2334643"/>
                  <a:pt x="3040654" y="2342056"/>
                  <a:pt x="3042841" y="2349026"/>
                </a:cubicBezTo>
                <a:cubicBezTo>
                  <a:pt x="3044602" y="2354679"/>
                  <a:pt x="3049811" y="2358307"/>
                  <a:pt x="3055447" y="2358306"/>
                </a:cubicBezTo>
                <a:cubicBezTo>
                  <a:pt x="3056763" y="2358307"/>
                  <a:pt x="3058078" y="2358111"/>
                  <a:pt x="3059393" y="2357702"/>
                </a:cubicBezTo>
                <a:close/>
                <a:moveTo>
                  <a:pt x="7105408" y="874158"/>
                </a:moveTo>
                <a:cubicBezTo>
                  <a:pt x="7115773" y="872790"/>
                  <a:pt x="7123062" y="863296"/>
                  <a:pt x="7121711" y="852948"/>
                </a:cubicBezTo>
                <a:cubicBezTo>
                  <a:pt x="7120360" y="842601"/>
                  <a:pt x="7110866" y="835312"/>
                  <a:pt x="7100501" y="836662"/>
                </a:cubicBezTo>
                <a:cubicBezTo>
                  <a:pt x="7090153" y="838014"/>
                  <a:pt x="7082865" y="847508"/>
                  <a:pt x="7084215" y="857856"/>
                </a:cubicBezTo>
                <a:cubicBezTo>
                  <a:pt x="7085459" y="867385"/>
                  <a:pt x="7093585" y="874318"/>
                  <a:pt x="7102936" y="874318"/>
                </a:cubicBezTo>
                <a:cubicBezTo>
                  <a:pt x="7103754" y="874318"/>
                  <a:pt x="7104590" y="874265"/>
                  <a:pt x="7105408" y="874158"/>
                </a:cubicBezTo>
                <a:close/>
                <a:moveTo>
                  <a:pt x="333031" y="3359951"/>
                </a:moveTo>
                <a:cubicBezTo>
                  <a:pt x="333261" y="3359951"/>
                  <a:pt x="333475" y="3359862"/>
                  <a:pt x="333652" y="3359685"/>
                </a:cubicBezTo>
                <a:cubicBezTo>
                  <a:pt x="333991" y="3359329"/>
                  <a:pt x="333991" y="3358760"/>
                  <a:pt x="333652" y="3358422"/>
                </a:cubicBezTo>
                <a:cubicBezTo>
                  <a:pt x="333297" y="3358085"/>
                  <a:pt x="332728" y="3358085"/>
                  <a:pt x="332390" y="3358422"/>
                </a:cubicBezTo>
                <a:cubicBezTo>
                  <a:pt x="332035" y="3358778"/>
                  <a:pt x="332053" y="3359347"/>
                  <a:pt x="332408" y="3359685"/>
                </a:cubicBezTo>
                <a:cubicBezTo>
                  <a:pt x="332568" y="3359863"/>
                  <a:pt x="332799" y="3359951"/>
                  <a:pt x="333031" y="3359951"/>
                </a:cubicBezTo>
                <a:close/>
                <a:moveTo>
                  <a:pt x="7183759" y="846939"/>
                </a:moveTo>
                <a:lnTo>
                  <a:pt x="7183763" y="846929"/>
                </a:lnTo>
                <a:lnTo>
                  <a:pt x="7183759" y="846921"/>
                </a:lnTo>
                <a:close/>
                <a:moveTo>
                  <a:pt x="3151542" y="2328491"/>
                </a:moveTo>
                <a:cubicBezTo>
                  <a:pt x="3158493" y="2326269"/>
                  <a:pt x="3162316" y="2318819"/>
                  <a:pt x="3160094" y="2311868"/>
                </a:cubicBezTo>
                <a:cubicBezTo>
                  <a:pt x="3157870" y="2304916"/>
                  <a:pt x="3150423" y="2301093"/>
                  <a:pt x="3143469" y="2303315"/>
                </a:cubicBezTo>
                <a:cubicBezTo>
                  <a:pt x="3136519" y="2305538"/>
                  <a:pt x="3132695" y="2312988"/>
                  <a:pt x="3134918" y="2319940"/>
                </a:cubicBezTo>
                <a:cubicBezTo>
                  <a:pt x="3136714" y="2325540"/>
                  <a:pt x="3141906" y="2329131"/>
                  <a:pt x="3147507" y="2329131"/>
                </a:cubicBezTo>
                <a:cubicBezTo>
                  <a:pt x="3148840" y="2329131"/>
                  <a:pt x="3150191" y="2328918"/>
                  <a:pt x="3151542" y="2328491"/>
                </a:cubicBezTo>
                <a:close/>
                <a:moveTo>
                  <a:pt x="2463088" y="2584524"/>
                </a:moveTo>
                <a:cubicBezTo>
                  <a:pt x="2469755" y="2583369"/>
                  <a:pt x="2474235" y="2577022"/>
                  <a:pt x="2473080" y="2570337"/>
                </a:cubicBezTo>
                <a:cubicBezTo>
                  <a:pt x="2471925" y="2563670"/>
                  <a:pt x="2465577" y="2559189"/>
                  <a:pt x="2458892" y="2560345"/>
                </a:cubicBezTo>
                <a:cubicBezTo>
                  <a:pt x="2452226" y="2561518"/>
                  <a:pt x="2447745" y="2567866"/>
                  <a:pt x="2448900" y="2574532"/>
                </a:cubicBezTo>
                <a:cubicBezTo>
                  <a:pt x="2449932" y="2580506"/>
                  <a:pt x="2455124" y="2584703"/>
                  <a:pt x="2460990" y="2584702"/>
                </a:cubicBezTo>
                <a:cubicBezTo>
                  <a:pt x="2461683" y="2584702"/>
                  <a:pt x="2462377" y="2584649"/>
                  <a:pt x="2463088" y="2584524"/>
                </a:cubicBezTo>
                <a:close/>
                <a:moveTo>
                  <a:pt x="1397189" y="2975980"/>
                </a:moveTo>
                <a:cubicBezTo>
                  <a:pt x="1400799" y="2975980"/>
                  <a:pt x="1404140" y="2973651"/>
                  <a:pt x="1405278" y="2970024"/>
                </a:cubicBezTo>
                <a:cubicBezTo>
                  <a:pt x="1406683" y="2965561"/>
                  <a:pt x="1404177" y="2960814"/>
                  <a:pt x="1399714" y="2959411"/>
                </a:cubicBezTo>
                <a:cubicBezTo>
                  <a:pt x="1395251" y="2958024"/>
                  <a:pt x="1390504" y="2960513"/>
                  <a:pt x="1389099" y="2964976"/>
                </a:cubicBezTo>
                <a:cubicBezTo>
                  <a:pt x="1387694" y="2969437"/>
                  <a:pt x="1390183" y="2974202"/>
                  <a:pt x="1394664" y="2975589"/>
                </a:cubicBezTo>
                <a:cubicBezTo>
                  <a:pt x="1395500" y="2975855"/>
                  <a:pt x="1396354" y="2975980"/>
                  <a:pt x="1397189" y="2975980"/>
                </a:cubicBezTo>
                <a:close/>
                <a:moveTo>
                  <a:pt x="3243494" y="2298907"/>
                </a:moveTo>
                <a:cubicBezTo>
                  <a:pt x="3250429" y="2296667"/>
                  <a:pt x="3254250" y="2289217"/>
                  <a:pt x="3252010" y="2282265"/>
                </a:cubicBezTo>
                <a:cubicBezTo>
                  <a:pt x="3249770" y="2275331"/>
                  <a:pt x="3242320" y="2271509"/>
                  <a:pt x="3235387" y="2273750"/>
                </a:cubicBezTo>
                <a:cubicBezTo>
                  <a:pt x="3228436" y="2275990"/>
                  <a:pt x="3224612" y="2283440"/>
                  <a:pt x="3226853" y="2290374"/>
                </a:cubicBezTo>
                <a:cubicBezTo>
                  <a:pt x="3228668" y="2295973"/>
                  <a:pt x="3233841" y="2299547"/>
                  <a:pt x="3239423" y="2299547"/>
                </a:cubicBezTo>
                <a:cubicBezTo>
                  <a:pt x="3240775" y="2299547"/>
                  <a:pt x="3242143" y="2299334"/>
                  <a:pt x="3243494" y="2298907"/>
                </a:cubicBezTo>
                <a:close/>
                <a:moveTo>
                  <a:pt x="1828293" y="2818442"/>
                </a:moveTo>
                <a:cubicBezTo>
                  <a:pt x="1833697" y="2818442"/>
                  <a:pt x="1838249" y="2814245"/>
                  <a:pt x="1838623" y="2808770"/>
                </a:cubicBezTo>
                <a:cubicBezTo>
                  <a:pt x="1839031" y="2803063"/>
                  <a:pt x="1834711" y="2798103"/>
                  <a:pt x="1828986" y="2797712"/>
                </a:cubicBezTo>
                <a:cubicBezTo>
                  <a:pt x="1823279" y="2797320"/>
                  <a:pt x="1818319" y="2801640"/>
                  <a:pt x="1817945" y="2807366"/>
                </a:cubicBezTo>
                <a:cubicBezTo>
                  <a:pt x="1817555" y="2813073"/>
                  <a:pt x="1821874" y="2818015"/>
                  <a:pt x="1827582" y="2818407"/>
                </a:cubicBezTo>
                <a:cubicBezTo>
                  <a:pt x="1827812" y="2818442"/>
                  <a:pt x="1828061" y="2818442"/>
                  <a:pt x="1828293" y="2818442"/>
                </a:cubicBezTo>
                <a:close/>
                <a:moveTo>
                  <a:pt x="4741920" y="1750978"/>
                </a:moveTo>
                <a:cubicBezTo>
                  <a:pt x="4751307" y="1750979"/>
                  <a:pt x="4758934" y="1743369"/>
                  <a:pt x="4758934" y="1733981"/>
                </a:cubicBezTo>
                <a:cubicBezTo>
                  <a:pt x="4758935" y="1724577"/>
                  <a:pt x="4751324" y="1716967"/>
                  <a:pt x="4741937" y="1716967"/>
                </a:cubicBezTo>
                <a:cubicBezTo>
                  <a:pt x="4732550" y="1716950"/>
                  <a:pt x="4724923" y="1724559"/>
                  <a:pt x="4724923" y="1733947"/>
                </a:cubicBezTo>
                <a:cubicBezTo>
                  <a:pt x="4724904" y="1743351"/>
                  <a:pt x="4732514" y="1750961"/>
                  <a:pt x="4741899" y="1750978"/>
                </a:cubicBezTo>
                <a:close/>
                <a:moveTo>
                  <a:pt x="4504834" y="1838806"/>
                </a:moveTo>
                <a:cubicBezTo>
                  <a:pt x="4513690" y="1838504"/>
                  <a:pt x="4520643" y="1831072"/>
                  <a:pt x="4520340" y="1822201"/>
                </a:cubicBezTo>
                <a:cubicBezTo>
                  <a:pt x="4520038" y="1813347"/>
                  <a:pt x="4512606" y="1806395"/>
                  <a:pt x="4503735" y="1806715"/>
                </a:cubicBezTo>
                <a:cubicBezTo>
                  <a:pt x="4499307" y="1806858"/>
                  <a:pt x="4495356" y="1808791"/>
                  <a:pt x="4492550" y="1811796"/>
                </a:cubicBezTo>
                <a:lnTo>
                  <a:pt x="4488233" y="1823293"/>
                </a:lnTo>
                <a:lnTo>
                  <a:pt x="4493137" y="1834300"/>
                </a:lnTo>
                <a:cubicBezTo>
                  <a:pt x="4496036" y="1837095"/>
                  <a:pt x="4499974" y="1838806"/>
                  <a:pt x="4504285" y="1838806"/>
                </a:cubicBezTo>
                <a:cubicBezTo>
                  <a:pt x="4504461" y="1838807"/>
                  <a:pt x="4504640" y="1838806"/>
                  <a:pt x="4504834" y="1838806"/>
                </a:cubicBezTo>
                <a:close/>
                <a:moveTo>
                  <a:pt x="3335392" y="2269394"/>
                </a:moveTo>
                <a:cubicBezTo>
                  <a:pt x="3342344" y="2267189"/>
                  <a:pt x="3346185" y="2259740"/>
                  <a:pt x="3343981" y="2252788"/>
                </a:cubicBezTo>
                <a:cubicBezTo>
                  <a:pt x="3341757" y="2245837"/>
                  <a:pt x="3334326" y="2241996"/>
                  <a:pt x="3327357" y="2244219"/>
                </a:cubicBezTo>
                <a:cubicBezTo>
                  <a:pt x="3320423" y="2246441"/>
                  <a:pt x="3316566" y="2253873"/>
                  <a:pt x="3318788" y="2260824"/>
                </a:cubicBezTo>
                <a:cubicBezTo>
                  <a:pt x="3320584" y="2266442"/>
                  <a:pt x="3325776" y="2270034"/>
                  <a:pt x="3331375" y="2270034"/>
                </a:cubicBezTo>
                <a:cubicBezTo>
                  <a:pt x="3332708" y="2270034"/>
                  <a:pt x="3334060" y="2269821"/>
                  <a:pt x="3335392" y="2269394"/>
                </a:cubicBezTo>
                <a:close/>
                <a:moveTo>
                  <a:pt x="3938150" y="2049468"/>
                </a:moveTo>
                <a:cubicBezTo>
                  <a:pt x="3945831" y="2047975"/>
                  <a:pt x="3950828" y="2040526"/>
                  <a:pt x="3949315" y="2032845"/>
                </a:cubicBezTo>
                <a:cubicBezTo>
                  <a:pt x="3947807" y="2025164"/>
                  <a:pt x="3940374" y="2020169"/>
                  <a:pt x="3932693" y="2021680"/>
                </a:cubicBezTo>
                <a:cubicBezTo>
                  <a:pt x="3925014" y="2023173"/>
                  <a:pt x="3920017" y="2030623"/>
                  <a:pt x="3921527" y="2038303"/>
                </a:cubicBezTo>
                <a:cubicBezTo>
                  <a:pt x="3922843" y="2045060"/>
                  <a:pt x="3928764" y="2049736"/>
                  <a:pt x="3935413" y="2049736"/>
                </a:cubicBezTo>
                <a:cubicBezTo>
                  <a:pt x="3936302" y="2049735"/>
                  <a:pt x="3937226" y="2049646"/>
                  <a:pt x="3938150" y="2049468"/>
                </a:cubicBezTo>
                <a:close/>
                <a:moveTo>
                  <a:pt x="8447112" y="395733"/>
                </a:moveTo>
                <a:lnTo>
                  <a:pt x="8450295" y="392046"/>
                </a:lnTo>
                <a:lnTo>
                  <a:pt x="8435721" y="352316"/>
                </a:lnTo>
                <a:lnTo>
                  <a:pt x="8425120" y="352021"/>
                </a:lnTo>
                <a:cubicBezTo>
                  <a:pt x="8419242" y="354268"/>
                  <a:pt x="8414220" y="358757"/>
                  <a:pt x="8411446" y="364953"/>
                </a:cubicBezTo>
                <a:cubicBezTo>
                  <a:pt x="8405899" y="377346"/>
                  <a:pt x="8411463" y="391907"/>
                  <a:pt x="8423855" y="397436"/>
                </a:cubicBezTo>
                <a:lnTo>
                  <a:pt x="8423873" y="397436"/>
                </a:lnTo>
                <a:cubicBezTo>
                  <a:pt x="8427127" y="398894"/>
                  <a:pt x="8430540" y="399587"/>
                  <a:pt x="8433882" y="399587"/>
                </a:cubicBezTo>
                <a:cubicBezTo>
                  <a:pt x="8438585" y="399586"/>
                  <a:pt x="8443181" y="398231"/>
                  <a:pt x="8447112" y="395733"/>
                </a:cubicBezTo>
                <a:close/>
                <a:moveTo>
                  <a:pt x="1079107" y="3100664"/>
                </a:moveTo>
                <a:cubicBezTo>
                  <a:pt x="1081417" y="3100664"/>
                  <a:pt x="1083659" y="3099437"/>
                  <a:pt x="1084867" y="3097268"/>
                </a:cubicBezTo>
                <a:cubicBezTo>
                  <a:pt x="1086628" y="3094103"/>
                  <a:pt x="1085488" y="3090085"/>
                  <a:pt x="1082307" y="3088325"/>
                </a:cubicBezTo>
                <a:cubicBezTo>
                  <a:pt x="1079143" y="3086564"/>
                  <a:pt x="1075125" y="3087702"/>
                  <a:pt x="1073364" y="3090885"/>
                </a:cubicBezTo>
                <a:cubicBezTo>
                  <a:pt x="1071603" y="3094050"/>
                  <a:pt x="1072741" y="3098068"/>
                  <a:pt x="1075924" y="3099828"/>
                </a:cubicBezTo>
                <a:cubicBezTo>
                  <a:pt x="1076938" y="3100379"/>
                  <a:pt x="1078021" y="3100664"/>
                  <a:pt x="1079107" y="3100664"/>
                </a:cubicBezTo>
                <a:close/>
                <a:moveTo>
                  <a:pt x="1610306" y="2905842"/>
                </a:moveTo>
                <a:cubicBezTo>
                  <a:pt x="1614786" y="2905842"/>
                  <a:pt x="1618750" y="2902625"/>
                  <a:pt x="1619569" y="2898055"/>
                </a:cubicBezTo>
                <a:cubicBezTo>
                  <a:pt x="1620474" y="2892935"/>
                  <a:pt x="1617043" y="2888046"/>
                  <a:pt x="1611924" y="2887139"/>
                </a:cubicBezTo>
                <a:cubicBezTo>
                  <a:pt x="1606803" y="2886233"/>
                  <a:pt x="1601913" y="2889646"/>
                  <a:pt x="1601007" y="2894766"/>
                </a:cubicBezTo>
                <a:cubicBezTo>
                  <a:pt x="1600100" y="2899887"/>
                  <a:pt x="1603513" y="2904776"/>
                  <a:pt x="1608652" y="2905683"/>
                </a:cubicBezTo>
                <a:cubicBezTo>
                  <a:pt x="1609202" y="2905790"/>
                  <a:pt x="1609754" y="2905842"/>
                  <a:pt x="1610306" y="2905842"/>
                </a:cubicBezTo>
                <a:close/>
                <a:moveTo>
                  <a:pt x="4268662" y="1931629"/>
                </a:moveTo>
                <a:cubicBezTo>
                  <a:pt x="4276964" y="1930740"/>
                  <a:pt x="4282976" y="1923292"/>
                  <a:pt x="4282066" y="1914989"/>
                </a:cubicBezTo>
                <a:cubicBezTo>
                  <a:pt x="4281179" y="1906685"/>
                  <a:pt x="4273727" y="1900694"/>
                  <a:pt x="4265427" y="1901583"/>
                </a:cubicBezTo>
                <a:cubicBezTo>
                  <a:pt x="4257123" y="1902490"/>
                  <a:pt x="4251133" y="1909940"/>
                  <a:pt x="4252020" y="1918225"/>
                </a:cubicBezTo>
                <a:cubicBezTo>
                  <a:pt x="4252858" y="1925975"/>
                  <a:pt x="4259418" y="1931719"/>
                  <a:pt x="4267026" y="1931719"/>
                </a:cubicBezTo>
                <a:cubicBezTo>
                  <a:pt x="4267576" y="1931719"/>
                  <a:pt x="4268110" y="1931701"/>
                  <a:pt x="4268662" y="1931629"/>
                </a:cubicBezTo>
                <a:close/>
                <a:moveTo>
                  <a:pt x="3427417" y="2240415"/>
                </a:moveTo>
                <a:cubicBezTo>
                  <a:pt x="3434386" y="2238245"/>
                  <a:pt x="3438280" y="2230831"/>
                  <a:pt x="3436129" y="2223862"/>
                </a:cubicBezTo>
                <a:cubicBezTo>
                  <a:pt x="3433960" y="2216892"/>
                  <a:pt x="3426546" y="2213000"/>
                  <a:pt x="3419575" y="2215168"/>
                </a:cubicBezTo>
                <a:cubicBezTo>
                  <a:pt x="3412607" y="2217337"/>
                  <a:pt x="3408713" y="2224734"/>
                  <a:pt x="3410883" y="2231703"/>
                </a:cubicBezTo>
                <a:cubicBezTo>
                  <a:pt x="3412643" y="2237374"/>
                  <a:pt x="3417853" y="2241001"/>
                  <a:pt x="3423487" y="2241001"/>
                </a:cubicBezTo>
                <a:cubicBezTo>
                  <a:pt x="3424786" y="2241001"/>
                  <a:pt x="3426119" y="2240806"/>
                  <a:pt x="3427417" y="2240415"/>
                </a:cubicBezTo>
                <a:close/>
                <a:moveTo>
                  <a:pt x="685481" y="3248976"/>
                </a:moveTo>
                <a:cubicBezTo>
                  <a:pt x="686547" y="3248976"/>
                  <a:pt x="687614" y="3248514"/>
                  <a:pt x="688361" y="3247625"/>
                </a:cubicBezTo>
                <a:cubicBezTo>
                  <a:pt x="689677" y="3246043"/>
                  <a:pt x="689463" y="3243696"/>
                  <a:pt x="687863" y="3242380"/>
                </a:cubicBezTo>
                <a:cubicBezTo>
                  <a:pt x="686281" y="3241064"/>
                  <a:pt x="683934" y="3241277"/>
                  <a:pt x="682618" y="3242860"/>
                </a:cubicBezTo>
                <a:cubicBezTo>
                  <a:pt x="681284" y="3244442"/>
                  <a:pt x="681516" y="3246790"/>
                  <a:pt x="683098" y="3248122"/>
                </a:cubicBezTo>
                <a:cubicBezTo>
                  <a:pt x="683791" y="3248691"/>
                  <a:pt x="684645" y="3248976"/>
                  <a:pt x="685481" y="3248976"/>
                </a:cubicBezTo>
                <a:close/>
                <a:moveTo>
                  <a:pt x="2144934" y="2714168"/>
                </a:moveTo>
                <a:cubicBezTo>
                  <a:pt x="2151158" y="2713741"/>
                  <a:pt x="2155869" y="2708337"/>
                  <a:pt x="2155442" y="2702114"/>
                </a:cubicBezTo>
                <a:cubicBezTo>
                  <a:pt x="2155016" y="2695874"/>
                  <a:pt x="2149611" y="2691162"/>
                  <a:pt x="2143371" y="2691589"/>
                </a:cubicBezTo>
                <a:cubicBezTo>
                  <a:pt x="2137130" y="2692016"/>
                  <a:pt x="2132418" y="2697420"/>
                  <a:pt x="2132863" y="2703661"/>
                </a:cubicBezTo>
                <a:cubicBezTo>
                  <a:pt x="2133272" y="2709635"/>
                  <a:pt x="2138232" y="2714204"/>
                  <a:pt x="2144135" y="2714204"/>
                </a:cubicBezTo>
                <a:cubicBezTo>
                  <a:pt x="2144401" y="2714204"/>
                  <a:pt x="2144668" y="2714168"/>
                  <a:pt x="2144934" y="2714168"/>
                </a:cubicBezTo>
                <a:close/>
                <a:moveTo>
                  <a:pt x="8111143" y="526172"/>
                </a:moveTo>
                <a:cubicBezTo>
                  <a:pt x="8119855" y="526173"/>
                  <a:pt x="8128139" y="521141"/>
                  <a:pt x="8131908" y="512678"/>
                </a:cubicBezTo>
                <a:cubicBezTo>
                  <a:pt x="8136994" y="501211"/>
                  <a:pt x="8131820" y="487805"/>
                  <a:pt x="8120370" y="482721"/>
                </a:cubicBezTo>
                <a:cubicBezTo>
                  <a:pt x="8114636" y="480179"/>
                  <a:pt x="8108418" y="480196"/>
                  <a:pt x="8102997" y="482283"/>
                </a:cubicBezTo>
                <a:cubicBezTo>
                  <a:pt x="8097577" y="484370"/>
                  <a:pt x="8092955" y="488526"/>
                  <a:pt x="8090412" y="494259"/>
                </a:cubicBezTo>
                <a:cubicBezTo>
                  <a:pt x="8085328" y="505727"/>
                  <a:pt x="8090484" y="519133"/>
                  <a:pt x="8101951" y="524217"/>
                </a:cubicBezTo>
                <a:cubicBezTo>
                  <a:pt x="8104937" y="525551"/>
                  <a:pt x="8108067" y="526172"/>
                  <a:pt x="8111143" y="526172"/>
                </a:cubicBezTo>
                <a:close/>
                <a:moveTo>
                  <a:pt x="3519654" y="2212537"/>
                </a:moveTo>
                <a:cubicBezTo>
                  <a:pt x="3526659" y="2210493"/>
                  <a:pt x="3530676" y="2203149"/>
                  <a:pt x="3528633" y="2196145"/>
                </a:cubicBezTo>
                <a:cubicBezTo>
                  <a:pt x="3526589" y="2189158"/>
                  <a:pt x="3519246" y="2185122"/>
                  <a:pt x="3512240" y="2187167"/>
                </a:cubicBezTo>
                <a:cubicBezTo>
                  <a:pt x="3505235" y="2189211"/>
                  <a:pt x="3501218" y="2196554"/>
                  <a:pt x="3503262" y="2203558"/>
                </a:cubicBezTo>
                <a:cubicBezTo>
                  <a:pt x="3504950" y="2209337"/>
                  <a:pt x="3510214" y="2213071"/>
                  <a:pt x="3515938" y="2213071"/>
                </a:cubicBezTo>
                <a:cubicBezTo>
                  <a:pt x="3517164" y="2213071"/>
                  <a:pt x="3518409" y="2212910"/>
                  <a:pt x="3519654" y="2212537"/>
                </a:cubicBezTo>
                <a:close/>
                <a:moveTo>
                  <a:pt x="2557797" y="2566230"/>
                </a:moveTo>
                <a:cubicBezTo>
                  <a:pt x="2564429" y="2564826"/>
                  <a:pt x="2568659" y="2558300"/>
                  <a:pt x="2567255" y="2551687"/>
                </a:cubicBezTo>
                <a:cubicBezTo>
                  <a:pt x="2565850" y="2545055"/>
                  <a:pt x="2559326" y="2540823"/>
                  <a:pt x="2552694" y="2542228"/>
                </a:cubicBezTo>
                <a:cubicBezTo>
                  <a:pt x="2546080" y="2543633"/>
                  <a:pt x="2541849" y="2550140"/>
                  <a:pt x="2543254" y="2556772"/>
                </a:cubicBezTo>
                <a:cubicBezTo>
                  <a:pt x="2544480" y="2562550"/>
                  <a:pt x="2549565" y="2566497"/>
                  <a:pt x="2555237" y="2566497"/>
                </a:cubicBezTo>
                <a:cubicBezTo>
                  <a:pt x="2556090" y="2566497"/>
                  <a:pt x="2556943" y="2566408"/>
                  <a:pt x="2557797" y="2566230"/>
                </a:cubicBezTo>
                <a:close/>
                <a:moveTo>
                  <a:pt x="5079771" y="1643487"/>
                </a:moveTo>
                <a:cubicBezTo>
                  <a:pt x="5089657" y="1642687"/>
                  <a:pt x="5097015" y="1634011"/>
                  <a:pt x="5096216" y="1624144"/>
                </a:cubicBezTo>
                <a:cubicBezTo>
                  <a:pt x="5095416" y="1614259"/>
                  <a:pt x="5086760" y="1606880"/>
                  <a:pt x="5076872" y="1607681"/>
                </a:cubicBezTo>
                <a:cubicBezTo>
                  <a:pt x="5066989" y="1608480"/>
                  <a:pt x="5059626" y="1617157"/>
                  <a:pt x="5060428" y="1627042"/>
                </a:cubicBezTo>
                <a:cubicBezTo>
                  <a:pt x="5061191" y="1636429"/>
                  <a:pt x="5069052" y="1643541"/>
                  <a:pt x="5078295" y="1643541"/>
                </a:cubicBezTo>
                <a:cubicBezTo>
                  <a:pt x="5078792" y="1643540"/>
                  <a:pt x="5079273" y="1643523"/>
                  <a:pt x="5079771" y="1643487"/>
                </a:cubicBezTo>
                <a:close/>
                <a:moveTo>
                  <a:pt x="7203779" y="864682"/>
                </a:moveTo>
                <a:cubicBezTo>
                  <a:pt x="7214197" y="864042"/>
                  <a:pt x="7222143" y="855082"/>
                  <a:pt x="7221504" y="844663"/>
                </a:cubicBezTo>
                <a:cubicBezTo>
                  <a:pt x="7220882" y="834245"/>
                  <a:pt x="7211920" y="826298"/>
                  <a:pt x="7201485" y="826937"/>
                </a:cubicBezTo>
                <a:cubicBezTo>
                  <a:pt x="7196275" y="827249"/>
                  <a:pt x="7191688" y="829644"/>
                  <a:pt x="7188482" y="833265"/>
                </a:cubicBezTo>
                <a:lnTo>
                  <a:pt x="7183763" y="846929"/>
                </a:lnTo>
                <a:lnTo>
                  <a:pt x="7189705" y="859569"/>
                </a:lnTo>
                <a:cubicBezTo>
                  <a:pt x="7193102" y="862753"/>
                  <a:pt x="7197663" y="864682"/>
                  <a:pt x="7202623" y="864682"/>
                </a:cubicBezTo>
                <a:cubicBezTo>
                  <a:pt x="7202996" y="864682"/>
                  <a:pt x="7203387" y="864682"/>
                  <a:pt x="7203779" y="864682"/>
                </a:cubicBezTo>
                <a:close/>
                <a:moveTo>
                  <a:pt x="3612386" y="2186473"/>
                </a:moveTo>
                <a:cubicBezTo>
                  <a:pt x="3619428" y="2184553"/>
                  <a:pt x="3623608" y="2177317"/>
                  <a:pt x="3621705" y="2170259"/>
                </a:cubicBezTo>
                <a:cubicBezTo>
                  <a:pt x="3619803" y="2163218"/>
                  <a:pt x="3612529" y="2159040"/>
                  <a:pt x="3605489" y="2160943"/>
                </a:cubicBezTo>
                <a:cubicBezTo>
                  <a:pt x="3598451" y="2162845"/>
                  <a:pt x="3594272" y="2170099"/>
                  <a:pt x="3596173" y="2177157"/>
                </a:cubicBezTo>
                <a:cubicBezTo>
                  <a:pt x="3597774" y="2183042"/>
                  <a:pt x="3603109" y="2186917"/>
                  <a:pt x="3608937" y="2186917"/>
                </a:cubicBezTo>
                <a:cubicBezTo>
                  <a:pt x="3610077" y="2186917"/>
                  <a:pt x="3611234" y="2186775"/>
                  <a:pt x="3612386" y="2186473"/>
                </a:cubicBezTo>
                <a:close/>
                <a:moveTo>
                  <a:pt x="4033376" y="2032205"/>
                </a:moveTo>
                <a:cubicBezTo>
                  <a:pt x="4041091" y="2030925"/>
                  <a:pt x="4046319" y="2023636"/>
                  <a:pt x="4045040" y="2015919"/>
                </a:cubicBezTo>
                <a:cubicBezTo>
                  <a:pt x="4043760" y="2008203"/>
                  <a:pt x="4036471" y="2002976"/>
                  <a:pt x="4028754" y="2004256"/>
                </a:cubicBezTo>
                <a:cubicBezTo>
                  <a:pt x="4021036" y="2005536"/>
                  <a:pt x="4015810" y="2012827"/>
                  <a:pt x="4017090" y="2020542"/>
                </a:cubicBezTo>
                <a:cubicBezTo>
                  <a:pt x="4018245" y="2027476"/>
                  <a:pt x="4024238" y="2032401"/>
                  <a:pt x="4031046" y="2032401"/>
                </a:cubicBezTo>
                <a:cubicBezTo>
                  <a:pt x="4031811" y="2032401"/>
                  <a:pt x="4032594" y="2032347"/>
                  <a:pt x="4033376" y="2032205"/>
                </a:cubicBezTo>
                <a:close/>
                <a:moveTo>
                  <a:pt x="7553147" y="745780"/>
                </a:moveTo>
                <a:cubicBezTo>
                  <a:pt x="7556627" y="742906"/>
                  <a:pt x="7559152" y="738835"/>
                  <a:pt x="7560032" y="734043"/>
                </a:cubicBezTo>
                <a:cubicBezTo>
                  <a:pt x="7562006" y="723251"/>
                  <a:pt x="7554858" y="712922"/>
                  <a:pt x="7544084" y="710931"/>
                </a:cubicBezTo>
                <a:cubicBezTo>
                  <a:pt x="7533292" y="708957"/>
                  <a:pt x="7522945" y="716104"/>
                  <a:pt x="7520971" y="726896"/>
                </a:cubicBezTo>
                <a:cubicBezTo>
                  <a:pt x="7518998" y="737670"/>
                  <a:pt x="7526145" y="748018"/>
                  <a:pt x="7536919" y="749991"/>
                </a:cubicBezTo>
                <a:cubicBezTo>
                  <a:pt x="7538128" y="750222"/>
                  <a:pt x="7539337" y="750329"/>
                  <a:pt x="7540529" y="750329"/>
                </a:cubicBezTo>
                <a:cubicBezTo>
                  <a:pt x="7545232" y="750329"/>
                  <a:pt x="7549667" y="748653"/>
                  <a:pt x="7553147" y="745780"/>
                </a:cubicBezTo>
                <a:close/>
                <a:moveTo>
                  <a:pt x="2651722" y="2544593"/>
                </a:moveTo>
                <a:cubicBezTo>
                  <a:pt x="2658301" y="2542958"/>
                  <a:pt x="2662301" y="2536290"/>
                  <a:pt x="2660666" y="2529730"/>
                </a:cubicBezTo>
                <a:cubicBezTo>
                  <a:pt x="2659029" y="2523152"/>
                  <a:pt x="2652381" y="2519133"/>
                  <a:pt x="2645803" y="2520787"/>
                </a:cubicBezTo>
                <a:cubicBezTo>
                  <a:pt x="2639225" y="2522405"/>
                  <a:pt x="2635223" y="2529072"/>
                  <a:pt x="2636859" y="2535650"/>
                </a:cubicBezTo>
                <a:cubicBezTo>
                  <a:pt x="2638245" y="2541233"/>
                  <a:pt x="2643243" y="2544948"/>
                  <a:pt x="2648754" y="2544948"/>
                </a:cubicBezTo>
                <a:cubicBezTo>
                  <a:pt x="2649730" y="2544948"/>
                  <a:pt x="2650726" y="2544842"/>
                  <a:pt x="2651722" y="2544593"/>
                </a:cubicBezTo>
                <a:close/>
                <a:moveTo>
                  <a:pt x="7782524" y="666508"/>
                </a:moveTo>
                <a:cubicBezTo>
                  <a:pt x="7786019" y="663995"/>
                  <a:pt x="7788766" y="660377"/>
                  <a:pt x="7790180" y="655958"/>
                </a:cubicBezTo>
                <a:cubicBezTo>
                  <a:pt x="7793683" y="645006"/>
                  <a:pt x="7787638" y="633308"/>
                  <a:pt x="7776704" y="629806"/>
                </a:cubicBezTo>
                <a:cubicBezTo>
                  <a:pt x="7765752" y="626303"/>
                  <a:pt x="7754053" y="632348"/>
                  <a:pt x="7750550" y="643300"/>
                </a:cubicBezTo>
                <a:cubicBezTo>
                  <a:pt x="7747065" y="654234"/>
                  <a:pt x="7753093" y="665950"/>
                  <a:pt x="7764045" y="669435"/>
                </a:cubicBezTo>
                <a:cubicBezTo>
                  <a:pt x="7766143" y="670110"/>
                  <a:pt x="7768276" y="670430"/>
                  <a:pt x="7770375" y="670430"/>
                </a:cubicBezTo>
                <a:cubicBezTo>
                  <a:pt x="7774783" y="670430"/>
                  <a:pt x="7779027" y="669021"/>
                  <a:pt x="7782524" y="666508"/>
                </a:cubicBezTo>
                <a:close/>
                <a:moveTo>
                  <a:pt x="3705637" y="2162382"/>
                </a:moveTo>
                <a:cubicBezTo>
                  <a:pt x="3712733" y="2160641"/>
                  <a:pt x="3717070" y="2153493"/>
                  <a:pt x="3715328" y="2146399"/>
                </a:cubicBezTo>
                <a:cubicBezTo>
                  <a:pt x="3713588" y="2139305"/>
                  <a:pt x="3706421" y="2134985"/>
                  <a:pt x="3699328" y="2136728"/>
                </a:cubicBezTo>
                <a:cubicBezTo>
                  <a:pt x="3692251" y="2138470"/>
                  <a:pt x="3687915" y="2145618"/>
                  <a:pt x="3689656" y="2152711"/>
                </a:cubicBezTo>
                <a:cubicBezTo>
                  <a:pt x="3691130" y="2158738"/>
                  <a:pt x="3696536" y="2162774"/>
                  <a:pt x="3702474" y="2162774"/>
                </a:cubicBezTo>
                <a:cubicBezTo>
                  <a:pt x="3703522" y="2162773"/>
                  <a:pt x="3704590" y="2162649"/>
                  <a:pt x="3705637" y="2162382"/>
                </a:cubicBezTo>
                <a:close/>
                <a:moveTo>
                  <a:pt x="586505" y="3308731"/>
                </a:moveTo>
                <a:cubicBezTo>
                  <a:pt x="587269" y="3308731"/>
                  <a:pt x="588052" y="3308411"/>
                  <a:pt x="588603" y="3307805"/>
                </a:cubicBezTo>
                <a:cubicBezTo>
                  <a:pt x="589617" y="3306650"/>
                  <a:pt x="589510" y="3304890"/>
                  <a:pt x="588355" y="3303859"/>
                </a:cubicBezTo>
                <a:cubicBezTo>
                  <a:pt x="587198" y="3302845"/>
                  <a:pt x="585438" y="3302952"/>
                  <a:pt x="584425" y="3304091"/>
                </a:cubicBezTo>
                <a:cubicBezTo>
                  <a:pt x="583411" y="3305246"/>
                  <a:pt x="583518" y="3307006"/>
                  <a:pt x="584656" y="3308037"/>
                </a:cubicBezTo>
                <a:cubicBezTo>
                  <a:pt x="585189" y="3308499"/>
                  <a:pt x="585847" y="3308731"/>
                  <a:pt x="586505" y="3308731"/>
                </a:cubicBezTo>
                <a:close/>
                <a:moveTo>
                  <a:pt x="4365413" y="1923381"/>
                </a:moveTo>
                <a:cubicBezTo>
                  <a:pt x="4373733" y="1922865"/>
                  <a:pt x="4380065" y="1915700"/>
                  <a:pt x="4379566" y="1907379"/>
                </a:cubicBezTo>
                <a:cubicBezTo>
                  <a:pt x="4379049" y="1899041"/>
                  <a:pt x="4371887" y="1892694"/>
                  <a:pt x="4363547" y="1893210"/>
                </a:cubicBezTo>
                <a:cubicBezTo>
                  <a:pt x="4355227" y="1893725"/>
                  <a:pt x="4348881" y="1900890"/>
                  <a:pt x="4349395" y="1909228"/>
                </a:cubicBezTo>
                <a:cubicBezTo>
                  <a:pt x="4349895" y="1917229"/>
                  <a:pt x="4356542" y="1923416"/>
                  <a:pt x="4364455" y="1923416"/>
                </a:cubicBezTo>
                <a:cubicBezTo>
                  <a:pt x="4364774" y="1923416"/>
                  <a:pt x="4365094" y="1923381"/>
                  <a:pt x="4365413" y="1923381"/>
                </a:cubicBezTo>
                <a:close/>
                <a:moveTo>
                  <a:pt x="4602638" y="1838166"/>
                </a:moveTo>
                <a:cubicBezTo>
                  <a:pt x="4611384" y="1838166"/>
                  <a:pt x="4618533" y="1831161"/>
                  <a:pt x="4618693" y="1822379"/>
                </a:cubicBezTo>
                <a:cubicBezTo>
                  <a:pt x="4618853" y="1813524"/>
                  <a:pt x="4611794" y="1806200"/>
                  <a:pt x="4602922" y="1806040"/>
                </a:cubicBezTo>
                <a:cubicBezTo>
                  <a:pt x="4594052" y="1805880"/>
                  <a:pt x="4586744" y="1812938"/>
                  <a:pt x="4586585" y="1821810"/>
                </a:cubicBezTo>
                <a:cubicBezTo>
                  <a:pt x="4586424" y="1830681"/>
                  <a:pt x="4593483" y="1838006"/>
                  <a:pt x="4602353" y="1838166"/>
                </a:cubicBezTo>
                <a:close/>
                <a:moveTo>
                  <a:pt x="2744848" y="2519933"/>
                </a:moveTo>
                <a:cubicBezTo>
                  <a:pt x="2751374" y="2518120"/>
                  <a:pt x="2755177" y="2511346"/>
                  <a:pt x="2753364" y="2504822"/>
                </a:cubicBezTo>
                <a:cubicBezTo>
                  <a:pt x="2751533" y="2498297"/>
                  <a:pt x="2744777" y="2494492"/>
                  <a:pt x="2738235" y="2496305"/>
                </a:cubicBezTo>
                <a:cubicBezTo>
                  <a:pt x="2731710" y="2498137"/>
                  <a:pt x="2727906" y="2504911"/>
                  <a:pt x="2729737" y="2511435"/>
                </a:cubicBezTo>
                <a:cubicBezTo>
                  <a:pt x="2731248" y="2516858"/>
                  <a:pt x="2736191" y="2520396"/>
                  <a:pt x="2741541" y="2520396"/>
                </a:cubicBezTo>
                <a:cubicBezTo>
                  <a:pt x="2742644" y="2520396"/>
                  <a:pt x="2743746" y="2520254"/>
                  <a:pt x="2744848" y="2519933"/>
                </a:cubicBezTo>
                <a:close/>
                <a:moveTo>
                  <a:pt x="2240461" y="2705243"/>
                </a:moveTo>
                <a:cubicBezTo>
                  <a:pt x="2246665" y="2704515"/>
                  <a:pt x="2251110" y="2698879"/>
                  <a:pt x="2250382" y="2692673"/>
                </a:cubicBezTo>
                <a:cubicBezTo>
                  <a:pt x="2249653" y="2686469"/>
                  <a:pt x="2244017" y="2682024"/>
                  <a:pt x="2237812" y="2682753"/>
                </a:cubicBezTo>
                <a:cubicBezTo>
                  <a:pt x="2231608" y="2683482"/>
                  <a:pt x="2227163" y="2689100"/>
                  <a:pt x="2227891" y="2695323"/>
                </a:cubicBezTo>
                <a:cubicBezTo>
                  <a:pt x="2228567" y="2701083"/>
                  <a:pt x="2233456" y="2705315"/>
                  <a:pt x="2239128" y="2705315"/>
                </a:cubicBezTo>
                <a:cubicBezTo>
                  <a:pt x="2239554" y="2705315"/>
                  <a:pt x="2239999" y="2705297"/>
                  <a:pt x="2240461" y="2705243"/>
                </a:cubicBezTo>
                <a:close/>
                <a:moveTo>
                  <a:pt x="1923019" y="2822051"/>
                </a:moveTo>
                <a:cubicBezTo>
                  <a:pt x="1928709" y="2822051"/>
                  <a:pt x="1933348" y="2817464"/>
                  <a:pt x="1933402" y="2811775"/>
                </a:cubicBezTo>
                <a:cubicBezTo>
                  <a:pt x="1933437" y="2806049"/>
                  <a:pt x="1928850" y="2801357"/>
                  <a:pt x="1923126" y="2801320"/>
                </a:cubicBezTo>
                <a:cubicBezTo>
                  <a:pt x="1917383" y="2801250"/>
                  <a:pt x="1912708" y="2805854"/>
                  <a:pt x="1912654" y="2811597"/>
                </a:cubicBezTo>
                <a:cubicBezTo>
                  <a:pt x="1912601" y="2817322"/>
                  <a:pt x="1917205" y="2821997"/>
                  <a:pt x="1922930" y="2822051"/>
                </a:cubicBezTo>
                <a:close/>
                <a:moveTo>
                  <a:pt x="4840895" y="1751778"/>
                </a:moveTo>
                <a:cubicBezTo>
                  <a:pt x="4850174" y="1751778"/>
                  <a:pt x="4857765" y="1744311"/>
                  <a:pt x="4857891" y="1734995"/>
                </a:cubicBezTo>
                <a:cubicBezTo>
                  <a:pt x="4858016" y="1725590"/>
                  <a:pt x="4850494" y="1717892"/>
                  <a:pt x="4841091" y="1717767"/>
                </a:cubicBezTo>
                <a:cubicBezTo>
                  <a:pt x="4831702" y="1717643"/>
                  <a:pt x="4823986" y="1725164"/>
                  <a:pt x="4823880" y="1734569"/>
                </a:cubicBezTo>
                <a:cubicBezTo>
                  <a:pt x="4823754" y="1743955"/>
                  <a:pt x="4831277" y="1751672"/>
                  <a:pt x="4840681" y="1751778"/>
                </a:cubicBezTo>
                <a:close/>
                <a:moveTo>
                  <a:pt x="968468" y="3172526"/>
                </a:moveTo>
                <a:cubicBezTo>
                  <a:pt x="970335" y="3172526"/>
                  <a:pt x="972149" y="3171585"/>
                  <a:pt x="973215" y="3169896"/>
                </a:cubicBezTo>
                <a:cubicBezTo>
                  <a:pt x="974886" y="3167264"/>
                  <a:pt x="974104" y="3163797"/>
                  <a:pt x="971474" y="3162126"/>
                </a:cubicBezTo>
                <a:cubicBezTo>
                  <a:pt x="968841" y="3160473"/>
                  <a:pt x="965375" y="3161255"/>
                  <a:pt x="963704" y="3163886"/>
                </a:cubicBezTo>
                <a:cubicBezTo>
                  <a:pt x="962050" y="3166518"/>
                  <a:pt x="962833" y="3169984"/>
                  <a:pt x="965463" y="3171638"/>
                </a:cubicBezTo>
                <a:cubicBezTo>
                  <a:pt x="966388" y="3172242"/>
                  <a:pt x="967437" y="3172526"/>
                  <a:pt x="968468" y="3172526"/>
                </a:cubicBezTo>
                <a:close/>
                <a:moveTo>
                  <a:pt x="1277981" y="3061800"/>
                </a:moveTo>
                <a:cubicBezTo>
                  <a:pt x="1280986" y="3061800"/>
                  <a:pt x="1283830" y="3059968"/>
                  <a:pt x="1285002" y="3056999"/>
                </a:cubicBezTo>
                <a:cubicBezTo>
                  <a:pt x="1286497" y="3053124"/>
                  <a:pt x="1284595" y="3048750"/>
                  <a:pt x="1280719" y="3047256"/>
                </a:cubicBezTo>
                <a:cubicBezTo>
                  <a:pt x="1276844" y="3045745"/>
                  <a:pt x="1272469" y="3047666"/>
                  <a:pt x="1270976" y="3051541"/>
                </a:cubicBezTo>
                <a:cubicBezTo>
                  <a:pt x="1269465" y="3055417"/>
                  <a:pt x="1271385" y="3059773"/>
                  <a:pt x="1275261" y="3061285"/>
                </a:cubicBezTo>
                <a:cubicBezTo>
                  <a:pt x="1276150" y="3061622"/>
                  <a:pt x="1277075" y="3061800"/>
                  <a:pt x="1277981" y="3061800"/>
                </a:cubicBezTo>
                <a:close/>
                <a:moveTo>
                  <a:pt x="4129045" y="2018053"/>
                </a:moveTo>
                <a:cubicBezTo>
                  <a:pt x="4136795" y="2017040"/>
                  <a:pt x="4142272" y="2009946"/>
                  <a:pt x="4141259" y="2002176"/>
                </a:cubicBezTo>
                <a:cubicBezTo>
                  <a:pt x="4140244" y="1994425"/>
                  <a:pt x="4133153" y="1988949"/>
                  <a:pt x="4125399" y="1989945"/>
                </a:cubicBezTo>
                <a:cubicBezTo>
                  <a:pt x="4117647" y="1990958"/>
                  <a:pt x="4112171" y="1998070"/>
                  <a:pt x="4113167" y="2005821"/>
                </a:cubicBezTo>
                <a:lnTo>
                  <a:pt x="4113184" y="2005821"/>
                </a:lnTo>
                <a:cubicBezTo>
                  <a:pt x="4114110" y="2012950"/>
                  <a:pt x="4120206" y="2018160"/>
                  <a:pt x="4127213" y="2018160"/>
                </a:cubicBezTo>
                <a:cubicBezTo>
                  <a:pt x="4127819" y="2018160"/>
                  <a:pt x="4128440" y="2018124"/>
                  <a:pt x="4129045" y="2018053"/>
                </a:cubicBezTo>
                <a:close/>
                <a:moveTo>
                  <a:pt x="5179494" y="1633549"/>
                </a:moveTo>
                <a:cubicBezTo>
                  <a:pt x="5189342" y="1632376"/>
                  <a:pt x="5196365" y="1623433"/>
                  <a:pt x="5195191" y="1613583"/>
                </a:cubicBezTo>
                <a:cubicBezTo>
                  <a:pt x="5194000" y="1603734"/>
                  <a:pt x="5185075" y="1596711"/>
                  <a:pt x="5175227" y="1597902"/>
                </a:cubicBezTo>
                <a:cubicBezTo>
                  <a:pt x="5165377" y="1599075"/>
                  <a:pt x="5158354" y="1608001"/>
                  <a:pt x="5159525" y="1617850"/>
                </a:cubicBezTo>
                <a:cubicBezTo>
                  <a:pt x="5160631" y="1626970"/>
                  <a:pt x="5168381" y="1633673"/>
                  <a:pt x="5177342" y="1633673"/>
                </a:cubicBezTo>
                <a:cubicBezTo>
                  <a:pt x="5178053" y="1633673"/>
                  <a:pt x="5178764" y="1633638"/>
                  <a:pt x="5179494" y="1633549"/>
                </a:cubicBezTo>
                <a:close/>
                <a:moveTo>
                  <a:pt x="2837245" y="2492927"/>
                </a:moveTo>
                <a:cubicBezTo>
                  <a:pt x="2843718" y="2490953"/>
                  <a:pt x="2847379" y="2484110"/>
                  <a:pt x="2845405" y="2477620"/>
                </a:cubicBezTo>
                <a:cubicBezTo>
                  <a:pt x="2843432" y="2471131"/>
                  <a:pt x="2836588" y="2467487"/>
                  <a:pt x="2830098" y="2469459"/>
                </a:cubicBezTo>
                <a:cubicBezTo>
                  <a:pt x="2823627" y="2471415"/>
                  <a:pt x="2819964" y="2478278"/>
                  <a:pt x="2821938" y="2484767"/>
                </a:cubicBezTo>
                <a:cubicBezTo>
                  <a:pt x="2823537" y="2490047"/>
                  <a:pt x="2828409" y="2493461"/>
                  <a:pt x="2833672" y="2493461"/>
                </a:cubicBezTo>
                <a:cubicBezTo>
                  <a:pt x="2834845" y="2493461"/>
                  <a:pt x="2836054" y="2493283"/>
                  <a:pt x="2837245" y="2492927"/>
                </a:cubicBezTo>
                <a:close/>
                <a:moveTo>
                  <a:pt x="3799439" y="2140550"/>
                </a:moveTo>
                <a:cubicBezTo>
                  <a:pt x="3806569" y="2138986"/>
                  <a:pt x="3811085" y="2131945"/>
                  <a:pt x="3809521" y="2124816"/>
                </a:cubicBezTo>
                <a:cubicBezTo>
                  <a:pt x="3807955" y="2117687"/>
                  <a:pt x="3800915" y="2113171"/>
                  <a:pt x="3793789" y="2114735"/>
                </a:cubicBezTo>
                <a:cubicBezTo>
                  <a:pt x="3786657" y="2116300"/>
                  <a:pt x="3782142" y="2123340"/>
                  <a:pt x="3783706" y="2130470"/>
                </a:cubicBezTo>
                <a:cubicBezTo>
                  <a:pt x="3785058" y="2136656"/>
                  <a:pt x="3790531" y="2140871"/>
                  <a:pt x="3796596" y="2140870"/>
                </a:cubicBezTo>
                <a:cubicBezTo>
                  <a:pt x="3797538" y="2140870"/>
                  <a:pt x="3798480" y="2140763"/>
                  <a:pt x="3799439" y="2140550"/>
                </a:cubicBezTo>
                <a:close/>
                <a:moveTo>
                  <a:pt x="8333566" y="480140"/>
                </a:moveTo>
                <a:cubicBezTo>
                  <a:pt x="8337344" y="477743"/>
                  <a:pt x="8340482" y="474249"/>
                  <a:pt x="8342446" y="469867"/>
                </a:cubicBezTo>
                <a:cubicBezTo>
                  <a:pt x="8347779" y="457937"/>
                  <a:pt x="8342464" y="443946"/>
                  <a:pt x="8330534" y="438612"/>
                </a:cubicBezTo>
                <a:cubicBezTo>
                  <a:pt x="8324577" y="435945"/>
                  <a:pt x="8318102" y="435945"/>
                  <a:pt x="8312448" y="438101"/>
                </a:cubicBezTo>
                <a:cubicBezTo>
                  <a:pt x="8306795" y="440256"/>
                  <a:pt x="8301964" y="444568"/>
                  <a:pt x="8299297" y="450523"/>
                </a:cubicBezTo>
                <a:cubicBezTo>
                  <a:pt x="8293945" y="462435"/>
                  <a:pt x="8299278" y="476427"/>
                  <a:pt x="8311208" y="481778"/>
                </a:cubicBezTo>
                <a:lnTo>
                  <a:pt x="8311191" y="481779"/>
                </a:lnTo>
                <a:cubicBezTo>
                  <a:pt x="8314337" y="483183"/>
                  <a:pt x="8317627" y="483841"/>
                  <a:pt x="8320844" y="483841"/>
                </a:cubicBezTo>
                <a:cubicBezTo>
                  <a:pt x="8325369" y="483840"/>
                  <a:pt x="8329787" y="482538"/>
                  <a:pt x="8333566" y="480140"/>
                </a:cubicBezTo>
                <a:close/>
                <a:moveTo>
                  <a:pt x="2929020" y="2464161"/>
                </a:moveTo>
                <a:cubicBezTo>
                  <a:pt x="2935456" y="2462099"/>
                  <a:pt x="2939012" y="2455183"/>
                  <a:pt x="2936932" y="2448729"/>
                </a:cubicBezTo>
                <a:cubicBezTo>
                  <a:pt x="2934852" y="2442275"/>
                  <a:pt x="2927953" y="2438737"/>
                  <a:pt x="2921499" y="2440817"/>
                </a:cubicBezTo>
                <a:cubicBezTo>
                  <a:pt x="2915045" y="2442880"/>
                  <a:pt x="2911508" y="2449796"/>
                  <a:pt x="2913570" y="2456249"/>
                </a:cubicBezTo>
                <a:cubicBezTo>
                  <a:pt x="2915259" y="2461441"/>
                  <a:pt x="2920078" y="2464766"/>
                  <a:pt x="2925251" y="2464765"/>
                </a:cubicBezTo>
                <a:cubicBezTo>
                  <a:pt x="2926495" y="2464765"/>
                  <a:pt x="2927776" y="2464570"/>
                  <a:pt x="2929020" y="2464161"/>
                </a:cubicBezTo>
                <a:close/>
                <a:moveTo>
                  <a:pt x="7302771" y="862478"/>
                </a:moveTo>
                <a:cubicBezTo>
                  <a:pt x="7313048" y="862477"/>
                  <a:pt x="7321474" y="854246"/>
                  <a:pt x="7321653" y="843916"/>
                </a:cubicBezTo>
                <a:cubicBezTo>
                  <a:pt x="7321847" y="833480"/>
                  <a:pt x="7313546" y="824857"/>
                  <a:pt x="7303091" y="824680"/>
                </a:cubicBezTo>
                <a:cubicBezTo>
                  <a:pt x="7292655" y="824502"/>
                  <a:pt x="7284050" y="832805"/>
                  <a:pt x="7283854" y="843241"/>
                </a:cubicBezTo>
                <a:cubicBezTo>
                  <a:pt x="7283677" y="853677"/>
                  <a:pt x="7291980" y="862300"/>
                  <a:pt x="7302434" y="862478"/>
                </a:cubicBezTo>
                <a:close/>
                <a:moveTo>
                  <a:pt x="3020333" y="2434222"/>
                </a:moveTo>
                <a:cubicBezTo>
                  <a:pt x="3026750" y="2432071"/>
                  <a:pt x="3030236" y="2425137"/>
                  <a:pt x="3028102" y="2418701"/>
                </a:cubicBezTo>
                <a:cubicBezTo>
                  <a:pt x="3025951" y="2412283"/>
                  <a:pt x="3018999" y="2408798"/>
                  <a:pt x="3012581" y="2410931"/>
                </a:cubicBezTo>
                <a:cubicBezTo>
                  <a:pt x="3006144" y="2413083"/>
                  <a:pt x="3002678" y="2420034"/>
                  <a:pt x="3004812" y="2426452"/>
                </a:cubicBezTo>
                <a:cubicBezTo>
                  <a:pt x="3006518" y="2431608"/>
                  <a:pt x="3011319" y="2434844"/>
                  <a:pt x="3016456" y="2434844"/>
                </a:cubicBezTo>
                <a:cubicBezTo>
                  <a:pt x="3017737" y="2434844"/>
                  <a:pt x="3019053" y="2434649"/>
                  <a:pt x="3020333" y="2434222"/>
                </a:cubicBezTo>
                <a:close/>
                <a:moveTo>
                  <a:pt x="1703573" y="2919034"/>
                </a:moveTo>
                <a:cubicBezTo>
                  <a:pt x="1708337" y="2919035"/>
                  <a:pt x="1712427" y="2915443"/>
                  <a:pt x="1712944" y="2910607"/>
                </a:cubicBezTo>
                <a:cubicBezTo>
                  <a:pt x="1713493" y="2905433"/>
                  <a:pt x="1709742" y="2900793"/>
                  <a:pt x="1704569" y="2900242"/>
                </a:cubicBezTo>
                <a:cubicBezTo>
                  <a:pt x="1699396" y="2899691"/>
                  <a:pt x="1694755" y="2903425"/>
                  <a:pt x="1694204" y="2908598"/>
                </a:cubicBezTo>
                <a:cubicBezTo>
                  <a:pt x="1693652" y="2913790"/>
                  <a:pt x="1697387" y="2918430"/>
                  <a:pt x="1702560" y="2918980"/>
                </a:cubicBezTo>
                <a:cubicBezTo>
                  <a:pt x="1702897" y="2919035"/>
                  <a:pt x="1703235" y="2919034"/>
                  <a:pt x="1703573" y="2919034"/>
                </a:cubicBezTo>
                <a:close/>
                <a:moveTo>
                  <a:pt x="7991045" y="613057"/>
                </a:moveTo>
                <a:cubicBezTo>
                  <a:pt x="7999598" y="613057"/>
                  <a:pt x="8007723" y="607973"/>
                  <a:pt x="8011172" y="599546"/>
                </a:cubicBezTo>
                <a:cubicBezTo>
                  <a:pt x="8015724" y="588433"/>
                  <a:pt x="8010407" y="575740"/>
                  <a:pt x="7999295" y="571188"/>
                </a:cubicBezTo>
                <a:cubicBezTo>
                  <a:pt x="7988166" y="566619"/>
                  <a:pt x="7975472" y="571953"/>
                  <a:pt x="7970920" y="583065"/>
                </a:cubicBezTo>
                <a:cubicBezTo>
                  <a:pt x="7966368" y="594176"/>
                  <a:pt x="7971685" y="606888"/>
                  <a:pt x="7982797" y="611440"/>
                </a:cubicBezTo>
                <a:cubicBezTo>
                  <a:pt x="7985499" y="612542"/>
                  <a:pt x="7988291" y="613057"/>
                  <a:pt x="7991045" y="613057"/>
                </a:cubicBezTo>
                <a:close/>
                <a:moveTo>
                  <a:pt x="3111360" y="2403606"/>
                </a:moveTo>
                <a:cubicBezTo>
                  <a:pt x="3117779" y="2401437"/>
                  <a:pt x="3121227" y="2394485"/>
                  <a:pt x="3119059" y="2388067"/>
                </a:cubicBezTo>
                <a:cubicBezTo>
                  <a:pt x="3116891" y="2381649"/>
                  <a:pt x="3109921" y="2378200"/>
                  <a:pt x="3103502" y="2380369"/>
                </a:cubicBezTo>
                <a:cubicBezTo>
                  <a:pt x="3097084" y="2382538"/>
                  <a:pt x="3093635" y="2389508"/>
                  <a:pt x="3095805" y="2395926"/>
                </a:cubicBezTo>
                <a:cubicBezTo>
                  <a:pt x="3097547" y="2401028"/>
                  <a:pt x="3102311" y="2404264"/>
                  <a:pt x="3107431" y="2404264"/>
                </a:cubicBezTo>
                <a:cubicBezTo>
                  <a:pt x="3108729" y="2404264"/>
                  <a:pt x="3110063" y="2404051"/>
                  <a:pt x="3111360" y="2403606"/>
                </a:cubicBezTo>
                <a:close/>
                <a:moveTo>
                  <a:pt x="1487541" y="3000497"/>
                </a:moveTo>
                <a:cubicBezTo>
                  <a:pt x="1491399" y="3000497"/>
                  <a:pt x="1494885" y="2997848"/>
                  <a:pt x="1495791" y="2993937"/>
                </a:cubicBezTo>
                <a:cubicBezTo>
                  <a:pt x="1496857" y="2989368"/>
                  <a:pt x="1494012" y="2984834"/>
                  <a:pt x="1489443" y="2983767"/>
                </a:cubicBezTo>
                <a:cubicBezTo>
                  <a:pt x="1484892" y="2982701"/>
                  <a:pt x="1480341" y="2985545"/>
                  <a:pt x="1479274" y="2990114"/>
                </a:cubicBezTo>
                <a:cubicBezTo>
                  <a:pt x="1478225" y="2994666"/>
                  <a:pt x="1481051" y="2999217"/>
                  <a:pt x="1485621" y="3000283"/>
                </a:cubicBezTo>
                <a:cubicBezTo>
                  <a:pt x="1486261" y="3000426"/>
                  <a:pt x="1486901" y="3000497"/>
                  <a:pt x="1487541" y="3000497"/>
                </a:cubicBezTo>
                <a:close/>
                <a:moveTo>
                  <a:pt x="490232" y="3366352"/>
                </a:moveTo>
                <a:cubicBezTo>
                  <a:pt x="490713" y="3366352"/>
                  <a:pt x="491210" y="3366156"/>
                  <a:pt x="491565" y="3365783"/>
                </a:cubicBezTo>
                <a:cubicBezTo>
                  <a:pt x="492258" y="3365036"/>
                  <a:pt x="492223" y="3363880"/>
                  <a:pt x="491477" y="3363187"/>
                </a:cubicBezTo>
                <a:cubicBezTo>
                  <a:pt x="490748" y="3362493"/>
                  <a:pt x="489574" y="3362530"/>
                  <a:pt x="488880" y="3363276"/>
                </a:cubicBezTo>
                <a:cubicBezTo>
                  <a:pt x="488187" y="3364005"/>
                  <a:pt x="488223" y="3365178"/>
                  <a:pt x="488969" y="3365855"/>
                </a:cubicBezTo>
                <a:cubicBezTo>
                  <a:pt x="489326" y="3366192"/>
                  <a:pt x="489770" y="3366352"/>
                  <a:pt x="490232" y="3366352"/>
                </a:cubicBezTo>
                <a:close/>
                <a:moveTo>
                  <a:pt x="2007451" y="2810334"/>
                </a:moveTo>
                <a:lnTo>
                  <a:pt x="2007454" y="2810324"/>
                </a:lnTo>
                <a:lnTo>
                  <a:pt x="2007451" y="2810316"/>
                </a:lnTo>
                <a:close/>
                <a:moveTo>
                  <a:pt x="3202264" y="2372849"/>
                </a:moveTo>
                <a:cubicBezTo>
                  <a:pt x="3208683" y="2370680"/>
                  <a:pt x="3212131" y="2363711"/>
                  <a:pt x="3209963" y="2357293"/>
                </a:cubicBezTo>
                <a:cubicBezTo>
                  <a:pt x="3207793" y="2350874"/>
                  <a:pt x="3200841" y="2347425"/>
                  <a:pt x="3194424" y="2349593"/>
                </a:cubicBezTo>
                <a:cubicBezTo>
                  <a:pt x="3188005" y="2351763"/>
                  <a:pt x="3184556" y="2358732"/>
                  <a:pt x="3186725" y="2365150"/>
                </a:cubicBezTo>
                <a:cubicBezTo>
                  <a:pt x="3188450" y="2370271"/>
                  <a:pt x="3193215" y="2373489"/>
                  <a:pt x="3198336" y="2373489"/>
                </a:cubicBezTo>
                <a:cubicBezTo>
                  <a:pt x="3199633" y="2373489"/>
                  <a:pt x="3200966" y="2373276"/>
                  <a:pt x="3202264" y="2372849"/>
                </a:cubicBezTo>
                <a:close/>
                <a:moveTo>
                  <a:pt x="2335437" y="2691909"/>
                </a:moveTo>
                <a:cubicBezTo>
                  <a:pt x="2341606" y="2690895"/>
                  <a:pt x="2345783" y="2685082"/>
                  <a:pt x="2344787" y="2678913"/>
                </a:cubicBezTo>
                <a:cubicBezTo>
                  <a:pt x="2343775" y="2672744"/>
                  <a:pt x="2337960" y="2668548"/>
                  <a:pt x="2331792" y="2669561"/>
                </a:cubicBezTo>
                <a:cubicBezTo>
                  <a:pt x="2325622" y="2670557"/>
                  <a:pt x="2321443" y="2676388"/>
                  <a:pt x="2322439" y="2682558"/>
                </a:cubicBezTo>
                <a:cubicBezTo>
                  <a:pt x="2323346" y="2688104"/>
                  <a:pt x="2328147" y="2692051"/>
                  <a:pt x="2333605" y="2692051"/>
                </a:cubicBezTo>
                <a:cubicBezTo>
                  <a:pt x="2334209" y="2692051"/>
                  <a:pt x="2334813" y="2692016"/>
                  <a:pt x="2335437" y="2691909"/>
                </a:cubicBezTo>
                <a:close/>
                <a:moveTo>
                  <a:pt x="3893760" y="2121278"/>
                </a:moveTo>
                <a:cubicBezTo>
                  <a:pt x="3900922" y="2119927"/>
                  <a:pt x="3905654" y="2113010"/>
                  <a:pt x="3904282" y="2105828"/>
                </a:cubicBezTo>
                <a:cubicBezTo>
                  <a:pt x="3902932" y="2098663"/>
                  <a:pt x="3896016" y="2093952"/>
                  <a:pt x="3888848" y="2095302"/>
                </a:cubicBezTo>
                <a:cubicBezTo>
                  <a:pt x="3881685" y="2096654"/>
                  <a:pt x="3876956" y="2103570"/>
                  <a:pt x="3878307" y="2110753"/>
                </a:cubicBezTo>
                <a:cubicBezTo>
                  <a:pt x="3879517" y="2117082"/>
                  <a:pt x="3885064" y="2121509"/>
                  <a:pt x="3891286" y="2121510"/>
                </a:cubicBezTo>
                <a:cubicBezTo>
                  <a:pt x="3892105" y="2121509"/>
                  <a:pt x="3892924" y="2121437"/>
                  <a:pt x="3893760" y="2121278"/>
                </a:cubicBezTo>
                <a:close/>
                <a:moveTo>
                  <a:pt x="3293202" y="2342358"/>
                </a:moveTo>
                <a:cubicBezTo>
                  <a:pt x="3299639" y="2340224"/>
                  <a:pt x="3303124" y="2333291"/>
                  <a:pt x="3300991" y="2326855"/>
                </a:cubicBezTo>
                <a:cubicBezTo>
                  <a:pt x="3298858" y="2320437"/>
                  <a:pt x="3291906" y="2316952"/>
                  <a:pt x="3285488" y="2319086"/>
                </a:cubicBezTo>
                <a:cubicBezTo>
                  <a:pt x="3279051" y="2321219"/>
                  <a:pt x="3275566" y="2328153"/>
                  <a:pt x="3277699" y="2334589"/>
                </a:cubicBezTo>
                <a:cubicBezTo>
                  <a:pt x="3279407" y="2339745"/>
                  <a:pt x="3284190" y="2342998"/>
                  <a:pt x="3289346" y="2342998"/>
                </a:cubicBezTo>
                <a:cubicBezTo>
                  <a:pt x="3290625" y="2342998"/>
                  <a:pt x="3291922" y="2342802"/>
                  <a:pt x="3293202" y="2342358"/>
                </a:cubicBezTo>
                <a:close/>
                <a:moveTo>
                  <a:pt x="3384319" y="2312614"/>
                </a:moveTo>
                <a:cubicBezTo>
                  <a:pt x="3390774" y="2310552"/>
                  <a:pt x="3394330" y="2303654"/>
                  <a:pt x="3392250" y="2297200"/>
                </a:cubicBezTo>
                <a:cubicBezTo>
                  <a:pt x="3390187" y="2290746"/>
                  <a:pt x="3383289" y="2287190"/>
                  <a:pt x="3376835" y="2289252"/>
                </a:cubicBezTo>
                <a:cubicBezTo>
                  <a:pt x="3370381" y="2291333"/>
                  <a:pt x="3366826" y="2298230"/>
                  <a:pt x="3368887" y="2304684"/>
                </a:cubicBezTo>
                <a:cubicBezTo>
                  <a:pt x="3370559" y="2309894"/>
                  <a:pt x="3375378" y="2313218"/>
                  <a:pt x="3380569" y="2313218"/>
                </a:cubicBezTo>
                <a:cubicBezTo>
                  <a:pt x="3381813" y="2313218"/>
                  <a:pt x="3383076" y="2313023"/>
                  <a:pt x="3384319" y="2312614"/>
                </a:cubicBezTo>
                <a:close/>
                <a:moveTo>
                  <a:pt x="5278967" y="1618952"/>
                </a:moveTo>
                <a:cubicBezTo>
                  <a:pt x="5288728" y="1617228"/>
                  <a:pt x="5295252" y="1607912"/>
                  <a:pt x="5293545" y="1598151"/>
                </a:cubicBezTo>
                <a:cubicBezTo>
                  <a:pt x="5291820" y="1588372"/>
                  <a:pt x="5282503" y="1581848"/>
                  <a:pt x="5272725" y="1583573"/>
                </a:cubicBezTo>
                <a:cubicBezTo>
                  <a:pt x="5262965" y="1585297"/>
                  <a:pt x="5256441" y="1594613"/>
                  <a:pt x="5258165" y="1604374"/>
                </a:cubicBezTo>
                <a:cubicBezTo>
                  <a:pt x="5259693" y="1613085"/>
                  <a:pt x="5267287" y="1619220"/>
                  <a:pt x="5275838" y="1619220"/>
                </a:cubicBezTo>
                <a:cubicBezTo>
                  <a:pt x="5276867" y="1619219"/>
                  <a:pt x="5277916" y="1619130"/>
                  <a:pt x="5278967" y="1618952"/>
                </a:cubicBezTo>
                <a:close/>
                <a:moveTo>
                  <a:pt x="860834" y="3240708"/>
                </a:moveTo>
                <a:cubicBezTo>
                  <a:pt x="862309" y="3240708"/>
                  <a:pt x="863750" y="3240016"/>
                  <a:pt x="864674" y="3238718"/>
                </a:cubicBezTo>
                <a:cubicBezTo>
                  <a:pt x="866149" y="3236601"/>
                  <a:pt x="865651" y="3233685"/>
                  <a:pt x="863536" y="3232192"/>
                </a:cubicBezTo>
                <a:cubicBezTo>
                  <a:pt x="861420" y="3230699"/>
                  <a:pt x="858505" y="3231215"/>
                  <a:pt x="857029" y="3233312"/>
                </a:cubicBezTo>
                <a:cubicBezTo>
                  <a:pt x="855536" y="3235428"/>
                  <a:pt x="856034" y="3238344"/>
                  <a:pt x="858149" y="3239855"/>
                </a:cubicBezTo>
                <a:cubicBezTo>
                  <a:pt x="858967" y="3240424"/>
                  <a:pt x="859910" y="3240708"/>
                  <a:pt x="860834" y="3240708"/>
                </a:cubicBezTo>
                <a:close/>
                <a:moveTo>
                  <a:pt x="4462221" y="1920358"/>
                </a:moveTo>
                <a:cubicBezTo>
                  <a:pt x="4470560" y="1920357"/>
                  <a:pt x="4477317" y="1913584"/>
                  <a:pt x="4477317" y="1905228"/>
                </a:cubicBezTo>
                <a:cubicBezTo>
                  <a:pt x="4477317" y="1896890"/>
                  <a:pt x="4470541" y="1890134"/>
                  <a:pt x="4462185" y="1890134"/>
                </a:cubicBezTo>
                <a:cubicBezTo>
                  <a:pt x="4453847" y="1890134"/>
                  <a:pt x="4447090" y="1896908"/>
                  <a:pt x="4447091" y="1905264"/>
                </a:cubicBezTo>
                <a:cubicBezTo>
                  <a:pt x="4447090" y="1913602"/>
                  <a:pt x="4453866" y="1920358"/>
                  <a:pt x="4462221" y="1920358"/>
                </a:cubicBezTo>
                <a:close/>
                <a:moveTo>
                  <a:pt x="4225067" y="2007564"/>
                </a:moveTo>
                <a:cubicBezTo>
                  <a:pt x="4232854" y="2006888"/>
                  <a:pt x="4238632" y="2000025"/>
                  <a:pt x="4237960" y="1992238"/>
                </a:cubicBezTo>
                <a:cubicBezTo>
                  <a:pt x="4237262" y="1984433"/>
                  <a:pt x="4230402" y="1978673"/>
                  <a:pt x="4222614" y="1979348"/>
                </a:cubicBezTo>
                <a:cubicBezTo>
                  <a:pt x="4214810" y="1980024"/>
                  <a:pt x="4209048" y="1986905"/>
                  <a:pt x="4209725" y="1994692"/>
                </a:cubicBezTo>
                <a:cubicBezTo>
                  <a:pt x="4210382" y="2002069"/>
                  <a:pt x="4216552" y="2007634"/>
                  <a:pt x="4223823" y="2007635"/>
                </a:cubicBezTo>
                <a:cubicBezTo>
                  <a:pt x="4224232" y="2007635"/>
                  <a:pt x="4224660" y="2007616"/>
                  <a:pt x="4225067" y="2007564"/>
                </a:cubicBezTo>
                <a:close/>
                <a:moveTo>
                  <a:pt x="3475739" y="2284186"/>
                </a:moveTo>
                <a:cubicBezTo>
                  <a:pt x="3482229" y="2282229"/>
                  <a:pt x="3485909" y="2275385"/>
                  <a:pt x="3483970" y="2268913"/>
                </a:cubicBezTo>
                <a:cubicBezTo>
                  <a:pt x="3482033" y="2262424"/>
                  <a:pt x="3475188" y="2258726"/>
                  <a:pt x="3468699" y="2260682"/>
                </a:cubicBezTo>
                <a:cubicBezTo>
                  <a:pt x="3462210" y="2262620"/>
                  <a:pt x="3458529" y="2269446"/>
                  <a:pt x="3460467" y="2275954"/>
                </a:cubicBezTo>
                <a:cubicBezTo>
                  <a:pt x="3462067" y="2281270"/>
                  <a:pt x="3466939" y="2284701"/>
                  <a:pt x="3472219" y="2284701"/>
                </a:cubicBezTo>
                <a:cubicBezTo>
                  <a:pt x="3473375" y="2284701"/>
                  <a:pt x="3474565" y="2284523"/>
                  <a:pt x="3475739" y="2284186"/>
                </a:cubicBezTo>
                <a:close/>
                <a:moveTo>
                  <a:pt x="6589482" y="1142638"/>
                </a:moveTo>
                <a:cubicBezTo>
                  <a:pt x="6598761" y="1139118"/>
                  <a:pt x="6603437" y="1128770"/>
                  <a:pt x="6599935" y="1119489"/>
                </a:cubicBezTo>
                <a:cubicBezTo>
                  <a:pt x="6596415" y="1110209"/>
                  <a:pt x="6586049" y="1105533"/>
                  <a:pt x="6576787" y="1109054"/>
                </a:cubicBezTo>
                <a:cubicBezTo>
                  <a:pt x="6567505" y="1112556"/>
                  <a:pt x="6562831" y="1122920"/>
                  <a:pt x="6566351" y="1132202"/>
                </a:cubicBezTo>
                <a:cubicBezTo>
                  <a:pt x="6569053" y="1139384"/>
                  <a:pt x="6575880" y="1143811"/>
                  <a:pt x="6583133" y="1143811"/>
                </a:cubicBezTo>
                <a:cubicBezTo>
                  <a:pt x="6585250" y="1143811"/>
                  <a:pt x="6587401" y="1143420"/>
                  <a:pt x="6589482" y="1142638"/>
                </a:cubicBezTo>
                <a:close/>
                <a:moveTo>
                  <a:pt x="6682607" y="1108893"/>
                </a:moveTo>
                <a:cubicBezTo>
                  <a:pt x="6691994" y="1105658"/>
                  <a:pt x="6696955" y="1095434"/>
                  <a:pt x="6693719" y="1086065"/>
                </a:cubicBezTo>
                <a:cubicBezTo>
                  <a:pt x="6690483" y="1076696"/>
                  <a:pt x="6680259" y="1071717"/>
                  <a:pt x="6670891" y="1074953"/>
                </a:cubicBezTo>
                <a:cubicBezTo>
                  <a:pt x="6661522" y="1078189"/>
                  <a:pt x="6656542" y="1088412"/>
                  <a:pt x="6659779" y="1097782"/>
                </a:cubicBezTo>
                <a:cubicBezTo>
                  <a:pt x="6662339" y="1105213"/>
                  <a:pt x="6669309" y="1109889"/>
                  <a:pt x="6676757" y="1109889"/>
                </a:cubicBezTo>
                <a:cubicBezTo>
                  <a:pt x="6678695" y="1109889"/>
                  <a:pt x="6680669" y="1109569"/>
                  <a:pt x="6682607" y="1108893"/>
                </a:cubicBezTo>
                <a:close/>
                <a:moveTo>
                  <a:pt x="2018296" y="2820202"/>
                </a:moveTo>
                <a:cubicBezTo>
                  <a:pt x="2024020" y="2819935"/>
                  <a:pt x="2028449" y="2815081"/>
                  <a:pt x="2028181" y="2809357"/>
                </a:cubicBezTo>
                <a:cubicBezTo>
                  <a:pt x="2027914" y="2803632"/>
                  <a:pt x="2023043" y="2799205"/>
                  <a:pt x="2017336" y="2799472"/>
                </a:cubicBezTo>
                <a:cubicBezTo>
                  <a:pt x="2014474" y="2799614"/>
                  <a:pt x="2011936" y="2800899"/>
                  <a:pt x="2010147" y="2802863"/>
                </a:cubicBezTo>
                <a:lnTo>
                  <a:pt x="2007454" y="2810324"/>
                </a:lnTo>
                <a:lnTo>
                  <a:pt x="2010667" y="2817339"/>
                </a:lnTo>
                <a:cubicBezTo>
                  <a:pt x="2012535" y="2819117"/>
                  <a:pt x="2015060" y="2820201"/>
                  <a:pt x="2017815" y="2820202"/>
                </a:cubicBezTo>
                <a:cubicBezTo>
                  <a:pt x="2017976" y="2820201"/>
                  <a:pt x="2018136" y="2820202"/>
                  <a:pt x="2018296" y="2820202"/>
                </a:cubicBezTo>
                <a:close/>
                <a:moveTo>
                  <a:pt x="6497048" y="1178711"/>
                </a:moveTo>
                <a:cubicBezTo>
                  <a:pt x="6506258" y="1175031"/>
                  <a:pt x="6510738" y="1164577"/>
                  <a:pt x="6507040" y="1155367"/>
                </a:cubicBezTo>
                <a:cubicBezTo>
                  <a:pt x="6503359" y="1146176"/>
                  <a:pt x="6492905" y="1141696"/>
                  <a:pt x="6483696" y="1145375"/>
                </a:cubicBezTo>
                <a:cubicBezTo>
                  <a:pt x="6474504" y="1149056"/>
                  <a:pt x="6470023" y="1159509"/>
                  <a:pt x="6473705" y="1168720"/>
                </a:cubicBezTo>
                <a:cubicBezTo>
                  <a:pt x="6476515" y="1175742"/>
                  <a:pt x="6483253" y="1180009"/>
                  <a:pt x="6490381" y="1180009"/>
                </a:cubicBezTo>
                <a:cubicBezTo>
                  <a:pt x="6492604" y="1180009"/>
                  <a:pt x="6494861" y="1179601"/>
                  <a:pt x="6497048" y="1178711"/>
                </a:cubicBezTo>
                <a:close/>
                <a:moveTo>
                  <a:pt x="6776676" y="1078242"/>
                </a:moveTo>
                <a:cubicBezTo>
                  <a:pt x="6786151" y="1075327"/>
                  <a:pt x="6791485" y="1065300"/>
                  <a:pt x="6788587" y="1055824"/>
                </a:cubicBezTo>
                <a:cubicBezTo>
                  <a:pt x="6785689" y="1046330"/>
                  <a:pt x="6775644" y="1040996"/>
                  <a:pt x="6766167" y="1043893"/>
                </a:cubicBezTo>
                <a:cubicBezTo>
                  <a:pt x="6756692" y="1046791"/>
                  <a:pt x="6751341" y="1056837"/>
                  <a:pt x="6754255" y="1066313"/>
                </a:cubicBezTo>
                <a:cubicBezTo>
                  <a:pt x="6756620" y="1074047"/>
                  <a:pt x="6763732" y="1079025"/>
                  <a:pt x="6771412" y="1079025"/>
                </a:cubicBezTo>
                <a:cubicBezTo>
                  <a:pt x="6773155" y="1079024"/>
                  <a:pt x="6774915" y="1078776"/>
                  <a:pt x="6776676" y="1078242"/>
                </a:cubicBezTo>
                <a:close/>
                <a:moveTo>
                  <a:pt x="4939780" y="1752757"/>
                </a:moveTo>
                <a:cubicBezTo>
                  <a:pt x="4949165" y="1752810"/>
                  <a:pt x="4956813" y="1745218"/>
                  <a:pt x="4956849" y="1735831"/>
                </a:cubicBezTo>
                <a:cubicBezTo>
                  <a:pt x="4956884" y="1726426"/>
                  <a:pt x="4949310" y="1718781"/>
                  <a:pt x="4939905" y="1718745"/>
                </a:cubicBezTo>
                <a:cubicBezTo>
                  <a:pt x="4930518" y="1718710"/>
                  <a:pt x="4922872" y="1726301"/>
                  <a:pt x="4922837" y="1735689"/>
                </a:cubicBezTo>
                <a:cubicBezTo>
                  <a:pt x="4922801" y="1745093"/>
                  <a:pt x="4930391" y="1752739"/>
                  <a:pt x="4939780" y="1752757"/>
                </a:cubicBezTo>
                <a:close/>
                <a:moveTo>
                  <a:pt x="2429717" y="2674574"/>
                </a:moveTo>
                <a:cubicBezTo>
                  <a:pt x="2435833" y="2673312"/>
                  <a:pt x="2439781" y="2667339"/>
                  <a:pt x="2438536" y="2661223"/>
                </a:cubicBezTo>
                <a:cubicBezTo>
                  <a:pt x="2437291" y="2655089"/>
                  <a:pt x="2431318" y="2651142"/>
                  <a:pt x="2425184" y="2652387"/>
                </a:cubicBezTo>
                <a:cubicBezTo>
                  <a:pt x="2419068" y="2653631"/>
                  <a:pt x="2415103" y="2659605"/>
                  <a:pt x="2416366" y="2665739"/>
                </a:cubicBezTo>
                <a:cubicBezTo>
                  <a:pt x="2417451" y="2671107"/>
                  <a:pt x="2422160" y="2674806"/>
                  <a:pt x="2427442" y="2674806"/>
                </a:cubicBezTo>
                <a:cubicBezTo>
                  <a:pt x="2428188" y="2674806"/>
                  <a:pt x="2428954" y="2674717"/>
                  <a:pt x="2429717" y="2674574"/>
                </a:cubicBezTo>
                <a:close/>
                <a:moveTo>
                  <a:pt x="6405077" y="1216278"/>
                </a:moveTo>
                <a:cubicBezTo>
                  <a:pt x="6414235" y="1212473"/>
                  <a:pt x="6418572" y="1201966"/>
                  <a:pt x="6414768" y="1192810"/>
                </a:cubicBezTo>
                <a:cubicBezTo>
                  <a:pt x="6412866" y="1188223"/>
                  <a:pt x="6409287" y="1184845"/>
                  <a:pt x="6405041" y="1183090"/>
                </a:cubicBezTo>
                <a:cubicBezTo>
                  <a:pt x="6400793" y="1181333"/>
                  <a:pt x="6395878" y="1181200"/>
                  <a:pt x="6391300" y="1183102"/>
                </a:cubicBezTo>
                <a:cubicBezTo>
                  <a:pt x="6382143" y="1186908"/>
                  <a:pt x="6377805" y="1197414"/>
                  <a:pt x="6381609" y="1206571"/>
                </a:cubicBezTo>
                <a:cubicBezTo>
                  <a:pt x="6384472" y="1213487"/>
                  <a:pt x="6391157" y="1217647"/>
                  <a:pt x="6398198" y="1217647"/>
                </a:cubicBezTo>
                <a:cubicBezTo>
                  <a:pt x="6400491" y="1217647"/>
                  <a:pt x="6402820" y="1217202"/>
                  <a:pt x="6405077" y="1216278"/>
                </a:cubicBezTo>
                <a:close/>
                <a:moveTo>
                  <a:pt x="4700939" y="1841776"/>
                </a:moveTo>
                <a:cubicBezTo>
                  <a:pt x="4709418" y="1841776"/>
                  <a:pt x="4716512" y="1835126"/>
                  <a:pt x="4716958" y="1826557"/>
                </a:cubicBezTo>
                <a:cubicBezTo>
                  <a:pt x="4717436" y="1817702"/>
                  <a:pt x="4710645" y="1810147"/>
                  <a:pt x="4701790" y="1809667"/>
                </a:cubicBezTo>
                <a:cubicBezTo>
                  <a:pt x="4692920" y="1809204"/>
                  <a:pt x="4685363" y="1815995"/>
                  <a:pt x="4684885" y="1824850"/>
                </a:cubicBezTo>
                <a:cubicBezTo>
                  <a:pt x="4684404" y="1833704"/>
                  <a:pt x="4691210" y="1841278"/>
                  <a:pt x="4700068" y="1841740"/>
                </a:cubicBezTo>
                <a:cubicBezTo>
                  <a:pt x="4700369" y="1841776"/>
                  <a:pt x="4700654" y="1841775"/>
                  <a:pt x="4700939" y="1841776"/>
                </a:cubicBezTo>
                <a:close/>
                <a:moveTo>
                  <a:pt x="3567745" y="2257784"/>
                </a:moveTo>
                <a:cubicBezTo>
                  <a:pt x="3574289" y="2255988"/>
                  <a:pt x="3578127" y="2249232"/>
                  <a:pt x="3576332" y="2242707"/>
                </a:cubicBezTo>
                <a:cubicBezTo>
                  <a:pt x="3574554" y="2236165"/>
                  <a:pt x="3567798" y="2232324"/>
                  <a:pt x="3561256" y="2234120"/>
                </a:cubicBezTo>
                <a:cubicBezTo>
                  <a:pt x="3554731" y="2235898"/>
                  <a:pt x="3550891" y="2242654"/>
                  <a:pt x="3552669" y="2249197"/>
                </a:cubicBezTo>
                <a:cubicBezTo>
                  <a:pt x="3554162" y="2254637"/>
                  <a:pt x="3559105" y="2258210"/>
                  <a:pt x="3564492" y="2258211"/>
                </a:cubicBezTo>
                <a:cubicBezTo>
                  <a:pt x="3565575" y="2258211"/>
                  <a:pt x="3566661" y="2258067"/>
                  <a:pt x="3567745" y="2257784"/>
                </a:cubicBezTo>
                <a:close/>
                <a:moveTo>
                  <a:pt x="4306691" y="1987900"/>
                </a:moveTo>
                <a:lnTo>
                  <a:pt x="4306694" y="1987891"/>
                </a:lnTo>
                <a:lnTo>
                  <a:pt x="4306690" y="1987882"/>
                </a:lnTo>
                <a:close/>
                <a:moveTo>
                  <a:pt x="3988537" y="2104957"/>
                </a:moveTo>
                <a:cubicBezTo>
                  <a:pt x="3995738" y="2103837"/>
                  <a:pt x="4000697" y="2097081"/>
                  <a:pt x="3999578" y="2089862"/>
                </a:cubicBezTo>
                <a:cubicBezTo>
                  <a:pt x="3998459" y="2082644"/>
                  <a:pt x="3991700" y="2077701"/>
                  <a:pt x="3984485" y="2078822"/>
                </a:cubicBezTo>
                <a:cubicBezTo>
                  <a:pt x="3977283" y="2079942"/>
                  <a:pt x="3972340" y="2086697"/>
                  <a:pt x="3973442" y="2093916"/>
                </a:cubicBezTo>
                <a:cubicBezTo>
                  <a:pt x="3974456" y="2100440"/>
                  <a:pt x="3980091" y="2105098"/>
                  <a:pt x="3986493" y="2105099"/>
                </a:cubicBezTo>
                <a:cubicBezTo>
                  <a:pt x="3987168" y="2105099"/>
                  <a:pt x="3987844" y="2105064"/>
                  <a:pt x="3988537" y="2104957"/>
                </a:cubicBezTo>
                <a:close/>
                <a:moveTo>
                  <a:pt x="1161351" y="3142853"/>
                </a:moveTo>
                <a:cubicBezTo>
                  <a:pt x="1163822" y="3142853"/>
                  <a:pt x="1166188" y="3141466"/>
                  <a:pt x="1167308" y="3139083"/>
                </a:cubicBezTo>
                <a:cubicBezTo>
                  <a:pt x="1168838" y="3135794"/>
                  <a:pt x="1167433" y="3131865"/>
                  <a:pt x="1164143" y="3130319"/>
                </a:cubicBezTo>
                <a:cubicBezTo>
                  <a:pt x="1160854" y="3128772"/>
                  <a:pt x="1156943" y="3130194"/>
                  <a:pt x="1155396" y="3133484"/>
                </a:cubicBezTo>
                <a:cubicBezTo>
                  <a:pt x="1153849" y="3136773"/>
                  <a:pt x="1155271" y="3140684"/>
                  <a:pt x="1158543" y="3142231"/>
                </a:cubicBezTo>
                <a:cubicBezTo>
                  <a:pt x="1159448" y="3142657"/>
                  <a:pt x="1160410" y="3142853"/>
                  <a:pt x="1161351" y="3142853"/>
                </a:cubicBezTo>
                <a:close/>
                <a:moveTo>
                  <a:pt x="6313428" y="1254823"/>
                </a:moveTo>
                <a:cubicBezTo>
                  <a:pt x="6322565" y="1250947"/>
                  <a:pt x="6326815" y="1240404"/>
                  <a:pt x="6322922" y="1231265"/>
                </a:cubicBezTo>
                <a:cubicBezTo>
                  <a:pt x="6320984" y="1226705"/>
                  <a:pt x="6317380" y="1223362"/>
                  <a:pt x="6313120" y="1221645"/>
                </a:cubicBezTo>
                <a:cubicBezTo>
                  <a:pt x="6308860" y="1219927"/>
                  <a:pt x="6303944" y="1219834"/>
                  <a:pt x="6299382" y="1221772"/>
                </a:cubicBezTo>
                <a:cubicBezTo>
                  <a:pt x="6290262" y="1225648"/>
                  <a:pt x="6285995" y="1236190"/>
                  <a:pt x="6289888" y="1245329"/>
                </a:cubicBezTo>
                <a:cubicBezTo>
                  <a:pt x="6292786" y="1252156"/>
                  <a:pt x="6299417" y="1256263"/>
                  <a:pt x="6306405" y="1256263"/>
                </a:cubicBezTo>
                <a:cubicBezTo>
                  <a:pt x="6308751" y="1256263"/>
                  <a:pt x="6311134" y="1255800"/>
                  <a:pt x="6313428" y="1254823"/>
                </a:cubicBezTo>
                <a:close/>
                <a:moveTo>
                  <a:pt x="5377408" y="1598986"/>
                </a:moveTo>
                <a:cubicBezTo>
                  <a:pt x="5387078" y="1596782"/>
                  <a:pt x="5393123" y="1587164"/>
                  <a:pt x="5390921" y="1577492"/>
                </a:cubicBezTo>
                <a:cubicBezTo>
                  <a:pt x="5388714" y="1567820"/>
                  <a:pt x="5379098" y="1561775"/>
                  <a:pt x="5369426" y="1563980"/>
                </a:cubicBezTo>
                <a:cubicBezTo>
                  <a:pt x="5359754" y="1566184"/>
                  <a:pt x="5353710" y="1575803"/>
                  <a:pt x="5355912" y="1585475"/>
                </a:cubicBezTo>
                <a:cubicBezTo>
                  <a:pt x="5357817" y="1593795"/>
                  <a:pt x="5365211" y="1599449"/>
                  <a:pt x="5373408" y="1599448"/>
                </a:cubicBezTo>
                <a:cubicBezTo>
                  <a:pt x="5374723" y="1599448"/>
                  <a:pt x="5376074" y="1599307"/>
                  <a:pt x="5377408" y="1598986"/>
                </a:cubicBezTo>
                <a:close/>
                <a:moveTo>
                  <a:pt x="6871739" y="1051307"/>
                </a:moveTo>
                <a:cubicBezTo>
                  <a:pt x="6881339" y="1048819"/>
                  <a:pt x="6887100" y="1039022"/>
                  <a:pt x="6884611" y="1029422"/>
                </a:cubicBezTo>
                <a:cubicBezTo>
                  <a:pt x="6882122" y="1019821"/>
                  <a:pt x="6872307" y="1014061"/>
                  <a:pt x="6862707" y="1016550"/>
                </a:cubicBezTo>
                <a:cubicBezTo>
                  <a:pt x="6853106" y="1019039"/>
                  <a:pt x="6847347" y="1028852"/>
                  <a:pt x="6849835" y="1038453"/>
                </a:cubicBezTo>
                <a:cubicBezTo>
                  <a:pt x="6851933" y="1046543"/>
                  <a:pt x="6859222" y="1051894"/>
                  <a:pt x="6867224" y="1051894"/>
                </a:cubicBezTo>
                <a:cubicBezTo>
                  <a:pt x="6868716" y="1051894"/>
                  <a:pt x="6870228" y="1051716"/>
                  <a:pt x="6871739" y="1051307"/>
                </a:cubicBezTo>
                <a:close/>
                <a:moveTo>
                  <a:pt x="7651122" y="767365"/>
                </a:moveTo>
                <a:cubicBezTo>
                  <a:pt x="7654545" y="764721"/>
                  <a:pt x="7657131" y="760943"/>
                  <a:pt x="7658242" y="756409"/>
                </a:cubicBezTo>
                <a:cubicBezTo>
                  <a:pt x="7660857" y="745760"/>
                  <a:pt x="7654349" y="735003"/>
                  <a:pt x="7643700" y="732390"/>
                </a:cubicBezTo>
                <a:cubicBezTo>
                  <a:pt x="7633068" y="729777"/>
                  <a:pt x="7622311" y="736283"/>
                  <a:pt x="7619680" y="746934"/>
                </a:cubicBezTo>
                <a:cubicBezTo>
                  <a:pt x="7617067" y="757583"/>
                  <a:pt x="7623573" y="768322"/>
                  <a:pt x="7634224" y="770953"/>
                </a:cubicBezTo>
                <a:cubicBezTo>
                  <a:pt x="7635823" y="771344"/>
                  <a:pt x="7637406" y="771521"/>
                  <a:pt x="7638988" y="771521"/>
                </a:cubicBezTo>
                <a:cubicBezTo>
                  <a:pt x="7643441" y="771521"/>
                  <a:pt x="7647699" y="770010"/>
                  <a:pt x="7651122" y="767365"/>
                </a:cubicBezTo>
                <a:close/>
                <a:moveTo>
                  <a:pt x="3660373" y="2233640"/>
                </a:moveTo>
                <a:cubicBezTo>
                  <a:pt x="3666934" y="2232022"/>
                  <a:pt x="3670952" y="2225373"/>
                  <a:pt x="3669334" y="2218795"/>
                </a:cubicBezTo>
                <a:cubicBezTo>
                  <a:pt x="3667716" y="2212216"/>
                  <a:pt x="3661068" y="2208198"/>
                  <a:pt x="3654489" y="2209834"/>
                </a:cubicBezTo>
                <a:cubicBezTo>
                  <a:pt x="3647913" y="2211452"/>
                  <a:pt x="3643891" y="2218102"/>
                  <a:pt x="3645510" y="2224680"/>
                </a:cubicBezTo>
                <a:cubicBezTo>
                  <a:pt x="3646898" y="2230263"/>
                  <a:pt x="3651912" y="2234014"/>
                  <a:pt x="3657421" y="2234013"/>
                </a:cubicBezTo>
                <a:cubicBezTo>
                  <a:pt x="3658382" y="2234014"/>
                  <a:pt x="3659378" y="2233889"/>
                  <a:pt x="3660356" y="2233640"/>
                </a:cubicBezTo>
                <a:close/>
                <a:moveTo>
                  <a:pt x="6221973" y="1293972"/>
                </a:moveTo>
                <a:cubicBezTo>
                  <a:pt x="6231076" y="1290060"/>
                  <a:pt x="6235290" y="1279482"/>
                  <a:pt x="6231360" y="1270379"/>
                </a:cubicBezTo>
                <a:cubicBezTo>
                  <a:pt x="6229405" y="1265828"/>
                  <a:pt x="6225787" y="1262499"/>
                  <a:pt x="6221520" y="1260796"/>
                </a:cubicBezTo>
                <a:cubicBezTo>
                  <a:pt x="6217253" y="1259094"/>
                  <a:pt x="6212337" y="1259019"/>
                  <a:pt x="6207786" y="1260974"/>
                </a:cubicBezTo>
                <a:cubicBezTo>
                  <a:pt x="6198665" y="1264885"/>
                  <a:pt x="6194451" y="1275446"/>
                  <a:pt x="6198363" y="1284566"/>
                </a:cubicBezTo>
                <a:cubicBezTo>
                  <a:pt x="6201296" y="1291359"/>
                  <a:pt x="6207910" y="1295430"/>
                  <a:pt x="6214879" y="1295430"/>
                </a:cubicBezTo>
                <a:cubicBezTo>
                  <a:pt x="6217244" y="1295430"/>
                  <a:pt x="6219645" y="1294967"/>
                  <a:pt x="6221973" y="1293972"/>
                </a:cubicBezTo>
                <a:close/>
                <a:moveTo>
                  <a:pt x="8204802" y="567864"/>
                </a:moveTo>
                <a:cubicBezTo>
                  <a:pt x="8213514" y="567864"/>
                  <a:pt x="8221798" y="562851"/>
                  <a:pt x="8225568" y="554387"/>
                </a:cubicBezTo>
                <a:cubicBezTo>
                  <a:pt x="8230652" y="542920"/>
                  <a:pt x="8225497" y="529515"/>
                  <a:pt x="8214029" y="524430"/>
                </a:cubicBezTo>
                <a:cubicBezTo>
                  <a:pt x="8208305" y="521879"/>
                  <a:pt x="8202091" y="521897"/>
                  <a:pt x="8196671" y="523983"/>
                </a:cubicBezTo>
                <a:cubicBezTo>
                  <a:pt x="8191250" y="526071"/>
                  <a:pt x="8186624" y="530227"/>
                  <a:pt x="8184072" y="535951"/>
                </a:cubicBezTo>
                <a:cubicBezTo>
                  <a:pt x="8178988" y="547401"/>
                  <a:pt x="8184161" y="560824"/>
                  <a:pt x="8195610" y="565908"/>
                </a:cubicBezTo>
                <a:cubicBezTo>
                  <a:pt x="8198597" y="567241"/>
                  <a:pt x="8201726" y="567864"/>
                  <a:pt x="8204802" y="567864"/>
                </a:cubicBezTo>
                <a:close/>
                <a:moveTo>
                  <a:pt x="2523235" y="2653702"/>
                </a:moveTo>
                <a:cubicBezTo>
                  <a:pt x="2529297" y="2652226"/>
                  <a:pt x="2533031" y="2646111"/>
                  <a:pt x="2531573" y="2640030"/>
                </a:cubicBezTo>
                <a:cubicBezTo>
                  <a:pt x="2530097" y="2633950"/>
                  <a:pt x="2523982" y="2630216"/>
                  <a:pt x="2517902" y="2631692"/>
                </a:cubicBezTo>
                <a:cubicBezTo>
                  <a:pt x="2511821" y="2633168"/>
                  <a:pt x="2508087" y="2639266"/>
                  <a:pt x="2509562" y="2645347"/>
                </a:cubicBezTo>
                <a:cubicBezTo>
                  <a:pt x="2510807" y="2650537"/>
                  <a:pt x="2515448" y="2654022"/>
                  <a:pt x="2520550" y="2654022"/>
                </a:cubicBezTo>
                <a:cubicBezTo>
                  <a:pt x="2521439" y="2654022"/>
                  <a:pt x="2522328" y="2653915"/>
                  <a:pt x="2523235" y="2653702"/>
                </a:cubicBezTo>
                <a:close/>
                <a:moveTo>
                  <a:pt x="6130502" y="1333317"/>
                </a:moveTo>
                <a:cubicBezTo>
                  <a:pt x="6139621" y="1329405"/>
                  <a:pt x="6143835" y="1318844"/>
                  <a:pt x="6139924" y="1309724"/>
                </a:cubicBezTo>
                <a:cubicBezTo>
                  <a:pt x="6137960" y="1305172"/>
                  <a:pt x="6134337" y="1301844"/>
                  <a:pt x="6130067" y="1300141"/>
                </a:cubicBezTo>
                <a:cubicBezTo>
                  <a:pt x="6125799" y="1298439"/>
                  <a:pt x="6120882" y="1298363"/>
                  <a:pt x="6116331" y="1300319"/>
                </a:cubicBezTo>
                <a:cubicBezTo>
                  <a:pt x="6107210" y="1304230"/>
                  <a:pt x="6102998" y="1314791"/>
                  <a:pt x="6106908" y="1323912"/>
                </a:cubicBezTo>
                <a:cubicBezTo>
                  <a:pt x="6109842" y="1330703"/>
                  <a:pt x="6116455" y="1334775"/>
                  <a:pt x="6123425" y="1334775"/>
                </a:cubicBezTo>
                <a:cubicBezTo>
                  <a:pt x="6125789" y="1334774"/>
                  <a:pt x="6128190" y="1334312"/>
                  <a:pt x="6130502" y="1333317"/>
                </a:cubicBezTo>
                <a:close/>
                <a:moveTo>
                  <a:pt x="5474714" y="1574647"/>
                </a:moveTo>
                <a:cubicBezTo>
                  <a:pt x="5484294" y="1572051"/>
                  <a:pt x="5489948" y="1562202"/>
                  <a:pt x="5487353" y="1552620"/>
                </a:cubicBezTo>
                <a:cubicBezTo>
                  <a:pt x="5484756" y="1543054"/>
                  <a:pt x="5474890" y="1537401"/>
                  <a:pt x="5465306" y="1539996"/>
                </a:cubicBezTo>
                <a:cubicBezTo>
                  <a:pt x="5455724" y="1542592"/>
                  <a:pt x="5450069" y="1552459"/>
                  <a:pt x="5452666" y="1562025"/>
                </a:cubicBezTo>
                <a:lnTo>
                  <a:pt x="5452682" y="1562025"/>
                </a:lnTo>
                <a:cubicBezTo>
                  <a:pt x="5454853" y="1570025"/>
                  <a:pt x="5462108" y="1575287"/>
                  <a:pt x="5470000" y="1575287"/>
                </a:cubicBezTo>
                <a:cubicBezTo>
                  <a:pt x="5471565" y="1575287"/>
                  <a:pt x="5473148" y="1575074"/>
                  <a:pt x="5474714" y="1574647"/>
                </a:cubicBezTo>
                <a:close/>
                <a:moveTo>
                  <a:pt x="756187" y="3305798"/>
                </a:moveTo>
                <a:cubicBezTo>
                  <a:pt x="757307" y="3305797"/>
                  <a:pt x="758410" y="3305299"/>
                  <a:pt x="759138" y="3304340"/>
                </a:cubicBezTo>
                <a:cubicBezTo>
                  <a:pt x="760401" y="3302722"/>
                  <a:pt x="760099" y="3300375"/>
                  <a:pt x="758481" y="3299113"/>
                </a:cubicBezTo>
                <a:cubicBezTo>
                  <a:pt x="756845" y="3297850"/>
                  <a:pt x="754498" y="3298134"/>
                  <a:pt x="753236" y="3299770"/>
                </a:cubicBezTo>
                <a:cubicBezTo>
                  <a:pt x="751974" y="3301405"/>
                  <a:pt x="752276" y="3303752"/>
                  <a:pt x="753911" y="3305015"/>
                </a:cubicBezTo>
                <a:cubicBezTo>
                  <a:pt x="754587" y="3305530"/>
                  <a:pt x="755387" y="3305797"/>
                  <a:pt x="756187" y="3305798"/>
                </a:cubicBezTo>
                <a:close/>
                <a:moveTo>
                  <a:pt x="7402742" y="868043"/>
                </a:moveTo>
                <a:cubicBezTo>
                  <a:pt x="7412396" y="868061"/>
                  <a:pt x="7420628" y="860699"/>
                  <a:pt x="7421552" y="850886"/>
                </a:cubicBezTo>
                <a:cubicBezTo>
                  <a:pt x="7422512" y="840485"/>
                  <a:pt x="7414868" y="831275"/>
                  <a:pt x="7404467" y="830315"/>
                </a:cubicBezTo>
                <a:cubicBezTo>
                  <a:pt x="7394065" y="829356"/>
                  <a:pt x="7384856" y="837001"/>
                  <a:pt x="7383896" y="847401"/>
                </a:cubicBezTo>
                <a:cubicBezTo>
                  <a:pt x="7382937" y="857785"/>
                  <a:pt x="7390581" y="866993"/>
                  <a:pt x="7400982" y="867972"/>
                </a:cubicBezTo>
                <a:cubicBezTo>
                  <a:pt x="7401569" y="868043"/>
                  <a:pt x="7402155" y="868043"/>
                  <a:pt x="7402742" y="868043"/>
                </a:cubicBezTo>
                <a:close/>
                <a:moveTo>
                  <a:pt x="6967816" y="1028888"/>
                </a:moveTo>
                <a:cubicBezTo>
                  <a:pt x="6977524" y="1026879"/>
                  <a:pt x="6983764" y="1017368"/>
                  <a:pt x="6981755" y="1007661"/>
                </a:cubicBezTo>
                <a:cubicBezTo>
                  <a:pt x="6979764" y="997953"/>
                  <a:pt x="6970270" y="991713"/>
                  <a:pt x="6960545" y="993704"/>
                </a:cubicBezTo>
                <a:cubicBezTo>
                  <a:pt x="6950837" y="995713"/>
                  <a:pt x="6944596" y="1005207"/>
                  <a:pt x="6946605" y="1014914"/>
                </a:cubicBezTo>
                <a:cubicBezTo>
                  <a:pt x="6948348" y="1023412"/>
                  <a:pt x="6955815" y="1029262"/>
                  <a:pt x="6964153" y="1029261"/>
                </a:cubicBezTo>
                <a:cubicBezTo>
                  <a:pt x="6965363" y="1029261"/>
                  <a:pt x="6966589" y="1029137"/>
                  <a:pt x="6967816" y="1028888"/>
                </a:cubicBezTo>
                <a:close/>
                <a:moveTo>
                  <a:pt x="1797535" y="2926004"/>
                </a:moveTo>
                <a:cubicBezTo>
                  <a:pt x="1802549" y="2926004"/>
                  <a:pt x="1806727" y="2922039"/>
                  <a:pt x="1806940" y="2916972"/>
                </a:cubicBezTo>
                <a:cubicBezTo>
                  <a:pt x="1807153" y="2911780"/>
                  <a:pt x="1803117" y="2907390"/>
                  <a:pt x="1797926" y="2907176"/>
                </a:cubicBezTo>
                <a:cubicBezTo>
                  <a:pt x="1792717" y="2906945"/>
                  <a:pt x="1788325" y="2910980"/>
                  <a:pt x="1788112" y="2916190"/>
                </a:cubicBezTo>
                <a:cubicBezTo>
                  <a:pt x="1787881" y="2921381"/>
                  <a:pt x="1791933" y="2925791"/>
                  <a:pt x="1797126" y="2926004"/>
                </a:cubicBezTo>
                <a:close/>
                <a:moveTo>
                  <a:pt x="4321358" y="2001554"/>
                </a:moveTo>
                <a:cubicBezTo>
                  <a:pt x="4329164" y="2001270"/>
                  <a:pt x="4335278" y="1994710"/>
                  <a:pt x="4334993" y="1986887"/>
                </a:cubicBezTo>
                <a:cubicBezTo>
                  <a:pt x="4334710" y="1979064"/>
                  <a:pt x="4328149" y="1972966"/>
                  <a:pt x="4320326" y="1973232"/>
                </a:cubicBezTo>
                <a:cubicBezTo>
                  <a:pt x="4316425" y="1973375"/>
                  <a:pt x="4312944" y="1975091"/>
                  <a:pt x="4310476" y="1977746"/>
                </a:cubicBezTo>
                <a:lnTo>
                  <a:pt x="4306694" y="1987891"/>
                </a:lnTo>
                <a:lnTo>
                  <a:pt x="4311020" y="1997585"/>
                </a:lnTo>
                <a:cubicBezTo>
                  <a:pt x="4313575" y="2000047"/>
                  <a:pt x="4317047" y="2001554"/>
                  <a:pt x="4320841" y="2001554"/>
                </a:cubicBezTo>
                <a:cubicBezTo>
                  <a:pt x="4321004" y="2001554"/>
                  <a:pt x="4321180" y="2001554"/>
                  <a:pt x="4321358" y="2001554"/>
                </a:cubicBezTo>
                <a:close/>
                <a:moveTo>
                  <a:pt x="6038868" y="1372448"/>
                </a:moveTo>
                <a:cubicBezTo>
                  <a:pt x="6048007" y="1368590"/>
                  <a:pt x="6052274" y="1358047"/>
                  <a:pt x="6048399" y="1348909"/>
                </a:cubicBezTo>
                <a:cubicBezTo>
                  <a:pt x="6046460" y="1344349"/>
                  <a:pt x="6042855" y="1341002"/>
                  <a:pt x="6038595" y="1339279"/>
                </a:cubicBezTo>
                <a:cubicBezTo>
                  <a:pt x="6034335" y="1337557"/>
                  <a:pt x="6029419" y="1337459"/>
                  <a:pt x="6024859" y="1339397"/>
                </a:cubicBezTo>
                <a:cubicBezTo>
                  <a:pt x="6015720" y="1343273"/>
                  <a:pt x="6011453" y="1353798"/>
                  <a:pt x="6015330" y="1362936"/>
                </a:cubicBezTo>
                <a:cubicBezTo>
                  <a:pt x="6018226" y="1369781"/>
                  <a:pt x="6024876" y="1373889"/>
                  <a:pt x="6031882" y="1373889"/>
                </a:cubicBezTo>
                <a:cubicBezTo>
                  <a:pt x="6034211" y="1373888"/>
                  <a:pt x="6036593" y="1373425"/>
                  <a:pt x="6038868" y="1372448"/>
                </a:cubicBezTo>
                <a:close/>
                <a:moveTo>
                  <a:pt x="2113396" y="2813233"/>
                </a:moveTo>
                <a:cubicBezTo>
                  <a:pt x="2119103" y="2812664"/>
                  <a:pt x="2123263" y="2807597"/>
                  <a:pt x="2122694" y="2801889"/>
                </a:cubicBezTo>
                <a:cubicBezTo>
                  <a:pt x="2122125" y="2796183"/>
                  <a:pt x="2117058" y="2792022"/>
                  <a:pt x="2111352" y="2792591"/>
                </a:cubicBezTo>
                <a:cubicBezTo>
                  <a:pt x="2105643" y="2793160"/>
                  <a:pt x="2101484" y="2798227"/>
                  <a:pt x="2102053" y="2803935"/>
                </a:cubicBezTo>
                <a:cubicBezTo>
                  <a:pt x="2102586" y="2809286"/>
                  <a:pt x="2107102" y="2813286"/>
                  <a:pt x="2112364" y="2813286"/>
                </a:cubicBezTo>
                <a:cubicBezTo>
                  <a:pt x="2112703" y="2813285"/>
                  <a:pt x="2113057" y="2813268"/>
                  <a:pt x="2113396" y="2813233"/>
                </a:cubicBezTo>
                <a:close/>
                <a:moveTo>
                  <a:pt x="3753570" y="2212039"/>
                </a:moveTo>
                <a:cubicBezTo>
                  <a:pt x="3760183" y="2210598"/>
                  <a:pt x="3764398" y="2204073"/>
                  <a:pt x="3762958" y="2197442"/>
                </a:cubicBezTo>
                <a:cubicBezTo>
                  <a:pt x="3761518" y="2190828"/>
                  <a:pt x="3754993" y="2186615"/>
                  <a:pt x="3748379" y="2188055"/>
                </a:cubicBezTo>
                <a:cubicBezTo>
                  <a:pt x="3741748" y="2189495"/>
                  <a:pt x="3737553" y="2196020"/>
                  <a:pt x="3738993" y="2202634"/>
                </a:cubicBezTo>
                <a:cubicBezTo>
                  <a:pt x="3740218" y="2208394"/>
                  <a:pt x="3745305" y="2212323"/>
                  <a:pt x="3750956" y="2212323"/>
                </a:cubicBezTo>
                <a:cubicBezTo>
                  <a:pt x="3751830" y="2212323"/>
                  <a:pt x="3752698" y="2212217"/>
                  <a:pt x="3753570" y="2212039"/>
                </a:cubicBezTo>
                <a:close/>
                <a:moveTo>
                  <a:pt x="2615917" y="2629683"/>
                </a:moveTo>
                <a:cubicBezTo>
                  <a:pt x="2621943" y="2628012"/>
                  <a:pt x="2625463" y="2621771"/>
                  <a:pt x="2623810" y="2615762"/>
                </a:cubicBezTo>
                <a:cubicBezTo>
                  <a:pt x="2622140" y="2609735"/>
                  <a:pt x="2615898" y="2606198"/>
                  <a:pt x="2609872" y="2607869"/>
                </a:cubicBezTo>
                <a:cubicBezTo>
                  <a:pt x="2603862" y="2609521"/>
                  <a:pt x="2600324" y="2615762"/>
                  <a:pt x="2601978" y="2621789"/>
                </a:cubicBezTo>
                <a:cubicBezTo>
                  <a:pt x="2603364" y="2626803"/>
                  <a:pt x="2607933" y="2630092"/>
                  <a:pt x="2612894" y="2630092"/>
                </a:cubicBezTo>
                <a:cubicBezTo>
                  <a:pt x="2613889" y="2630092"/>
                  <a:pt x="2614903" y="2629950"/>
                  <a:pt x="2615917" y="2629683"/>
                </a:cubicBezTo>
                <a:close/>
                <a:moveTo>
                  <a:pt x="7878089" y="699463"/>
                </a:moveTo>
                <a:cubicBezTo>
                  <a:pt x="7881536" y="697085"/>
                  <a:pt x="7884300" y="693649"/>
                  <a:pt x="7885830" y="689418"/>
                </a:cubicBezTo>
                <a:cubicBezTo>
                  <a:pt x="7889724" y="678608"/>
                  <a:pt x="7884124" y="666697"/>
                  <a:pt x="7873331" y="662786"/>
                </a:cubicBezTo>
                <a:cubicBezTo>
                  <a:pt x="7862522" y="658891"/>
                  <a:pt x="7850592" y="664474"/>
                  <a:pt x="7846698" y="675284"/>
                </a:cubicBezTo>
                <a:cubicBezTo>
                  <a:pt x="7842787" y="686093"/>
                  <a:pt x="7848388" y="698005"/>
                  <a:pt x="7859198" y="701917"/>
                </a:cubicBezTo>
                <a:cubicBezTo>
                  <a:pt x="7861527" y="702752"/>
                  <a:pt x="7863909" y="703162"/>
                  <a:pt x="7866256" y="703161"/>
                </a:cubicBezTo>
                <a:cubicBezTo>
                  <a:pt x="7870515" y="703161"/>
                  <a:pt x="7874643" y="701841"/>
                  <a:pt x="7878089" y="699463"/>
                </a:cubicBezTo>
                <a:close/>
                <a:moveTo>
                  <a:pt x="4083763" y="2092031"/>
                </a:moveTo>
                <a:cubicBezTo>
                  <a:pt x="4091014" y="2091196"/>
                  <a:pt x="4096206" y="2084653"/>
                  <a:pt x="4095370" y="2077399"/>
                </a:cubicBezTo>
                <a:cubicBezTo>
                  <a:pt x="4094534" y="2070146"/>
                  <a:pt x="4087974" y="2064954"/>
                  <a:pt x="4080721" y="2065790"/>
                </a:cubicBezTo>
                <a:cubicBezTo>
                  <a:pt x="4073467" y="2066625"/>
                  <a:pt x="4068276" y="2073168"/>
                  <a:pt x="4069112" y="2080422"/>
                </a:cubicBezTo>
                <a:cubicBezTo>
                  <a:pt x="4069893" y="2087160"/>
                  <a:pt x="4075601" y="2092121"/>
                  <a:pt x="4082232" y="2092121"/>
                </a:cubicBezTo>
                <a:cubicBezTo>
                  <a:pt x="4082731" y="2092121"/>
                  <a:pt x="4083245" y="2092103"/>
                  <a:pt x="4083763" y="2092031"/>
                </a:cubicBezTo>
                <a:close/>
                <a:moveTo>
                  <a:pt x="5570913" y="1546735"/>
                </a:moveTo>
                <a:cubicBezTo>
                  <a:pt x="5580389" y="1543819"/>
                  <a:pt x="5585705" y="1533755"/>
                  <a:pt x="5582771" y="1524279"/>
                </a:cubicBezTo>
                <a:cubicBezTo>
                  <a:pt x="5579856" y="1514804"/>
                  <a:pt x="5569810" y="1509488"/>
                  <a:pt x="5560336" y="1512421"/>
                </a:cubicBezTo>
                <a:cubicBezTo>
                  <a:pt x="5550858" y="1515337"/>
                  <a:pt x="5545543" y="1525382"/>
                  <a:pt x="5548457" y="1534858"/>
                </a:cubicBezTo>
                <a:cubicBezTo>
                  <a:pt x="5550840" y="1542574"/>
                  <a:pt x="5557935" y="1547534"/>
                  <a:pt x="5565615" y="1547534"/>
                </a:cubicBezTo>
                <a:cubicBezTo>
                  <a:pt x="5567356" y="1547534"/>
                  <a:pt x="5569155" y="1547286"/>
                  <a:pt x="5570913" y="1546735"/>
                </a:cubicBezTo>
                <a:close/>
                <a:moveTo>
                  <a:pt x="5946614" y="1410601"/>
                </a:moveTo>
                <a:cubicBezTo>
                  <a:pt x="5955805" y="1406886"/>
                  <a:pt x="5960233" y="1396414"/>
                  <a:pt x="5956499" y="1387222"/>
                </a:cubicBezTo>
                <a:cubicBezTo>
                  <a:pt x="5952765" y="1378031"/>
                  <a:pt x="5942293" y="1373603"/>
                  <a:pt x="5933119" y="1377338"/>
                </a:cubicBezTo>
                <a:cubicBezTo>
                  <a:pt x="5923910" y="1381053"/>
                  <a:pt x="5919502" y="1391524"/>
                  <a:pt x="5923217" y="1400716"/>
                </a:cubicBezTo>
                <a:cubicBezTo>
                  <a:pt x="5926043" y="1407704"/>
                  <a:pt x="5932764" y="1411935"/>
                  <a:pt x="5939858" y="1411935"/>
                </a:cubicBezTo>
                <a:cubicBezTo>
                  <a:pt x="5942116" y="1411935"/>
                  <a:pt x="5944409" y="1411508"/>
                  <a:pt x="5946614" y="1410601"/>
                </a:cubicBezTo>
                <a:close/>
                <a:moveTo>
                  <a:pt x="1365987" y="3091917"/>
                </a:moveTo>
                <a:cubicBezTo>
                  <a:pt x="1369222" y="3091917"/>
                  <a:pt x="1372227" y="3089802"/>
                  <a:pt x="1373205" y="3086530"/>
                </a:cubicBezTo>
                <a:cubicBezTo>
                  <a:pt x="1374378" y="3082548"/>
                  <a:pt x="1372120" y="3078352"/>
                  <a:pt x="1368138" y="3077178"/>
                </a:cubicBezTo>
                <a:cubicBezTo>
                  <a:pt x="1364155" y="3075988"/>
                  <a:pt x="1359960" y="3078263"/>
                  <a:pt x="1358769" y="3082245"/>
                </a:cubicBezTo>
                <a:cubicBezTo>
                  <a:pt x="1357578" y="3086228"/>
                  <a:pt x="1359853" y="3090424"/>
                  <a:pt x="1363835" y="3091597"/>
                </a:cubicBezTo>
                <a:cubicBezTo>
                  <a:pt x="1364546" y="3091810"/>
                  <a:pt x="1365275" y="3091917"/>
                  <a:pt x="1365987" y="3091917"/>
                </a:cubicBezTo>
                <a:close/>
                <a:moveTo>
                  <a:pt x="5666100" y="1515888"/>
                </a:moveTo>
                <a:cubicBezTo>
                  <a:pt x="5675486" y="1512706"/>
                  <a:pt x="5680518" y="1502500"/>
                  <a:pt x="5677335" y="1493113"/>
                </a:cubicBezTo>
                <a:cubicBezTo>
                  <a:pt x="5674155" y="1483726"/>
                  <a:pt x="5663948" y="1478694"/>
                  <a:pt x="5654562" y="1481877"/>
                </a:cubicBezTo>
                <a:cubicBezTo>
                  <a:pt x="5645175" y="1485060"/>
                  <a:pt x="5640143" y="1495264"/>
                  <a:pt x="5643324" y="1504652"/>
                </a:cubicBezTo>
                <a:cubicBezTo>
                  <a:pt x="5645867" y="1512137"/>
                  <a:pt x="5652853" y="1516848"/>
                  <a:pt x="5660339" y="1516847"/>
                </a:cubicBezTo>
                <a:cubicBezTo>
                  <a:pt x="5662242" y="1516848"/>
                  <a:pt x="5664198" y="1516529"/>
                  <a:pt x="5666100" y="1515888"/>
                </a:cubicBezTo>
                <a:close/>
                <a:moveTo>
                  <a:pt x="5853843" y="1447421"/>
                </a:moveTo>
                <a:cubicBezTo>
                  <a:pt x="5863088" y="1443830"/>
                  <a:pt x="5867675" y="1433447"/>
                  <a:pt x="5864102" y="1424184"/>
                </a:cubicBezTo>
                <a:cubicBezTo>
                  <a:pt x="5860510" y="1414940"/>
                  <a:pt x="5850110" y="1410352"/>
                  <a:pt x="5840864" y="1413943"/>
                </a:cubicBezTo>
                <a:cubicBezTo>
                  <a:pt x="5831620" y="1417517"/>
                  <a:pt x="5827033" y="1427918"/>
                  <a:pt x="5830606" y="1437163"/>
                </a:cubicBezTo>
                <a:cubicBezTo>
                  <a:pt x="5833362" y="1444275"/>
                  <a:pt x="5840153" y="1448648"/>
                  <a:pt x="5847354" y="1448649"/>
                </a:cubicBezTo>
                <a:cubicBezTo>
                  <a:pt x="5849523" y="1448648"/>
                  <a:pt x="5851710" y="1448257"/>
                  <a:pt x="5853843" y="1447421"/>
                </a:cubicBezTo>
                <a:close/>
                <a:moveTo>
                  <a:pt x="5760397" y="1482641"/>
                </a:moveTo>
                <a:cubicBezTo>
                  <a:pt x="5769714" y="1479228"/>
                  <a:pt x="5774496" y="1468917"/>
                  <a:pt x="5771099" y="1459600"/>
                </a:cubicBezTo>
                <a:cubicBezTo>
                  <a:pt x="5767686" y="1450284"/>
                  <a:pt x="5757375" y="1445500"/>
                  <a:pt x="5748059" y="1448897"/>
                </a:cubicBezTo>
                <a:cubicBezTo>
                  <a:pt x="5738743" y="1452311"/>
                  <a:pt x="5733960" y="1462622"/>
                  <a:pt x="5737356" y="1471921"/>
                </a:cubicBezTo>
                <a:cubicBezTo>
                  <a:pt x="5740023" y="1479210"/>
                  <a:pt x="5746903" y="1483726"/>
                  <a:pt x="5754228" y="1483726"/>
                </a:cubicBezTo>
                <a:cubicBezTo>
                  <a:pt x="5756273" y="1483726"/>
                  <a:pt x="5758352" y="1483371"/>
                  <a:pt x="5760397" y="1482641"/>
                </a:cubicBezTo>
                <a:close/>
                <a:moveTo>
                  <a:pt x="4559933" y="1923399"/>
                </a:moveTo>
                <a:cubicBezTo>
                  <a:pt x="4567863" y="1923398"/>
                  <a:pt x="4574512" y="1917229"/>
                  <a:pt x="4574993" y="1909211"/>
                </a:cubicBezTo>
                <a:cubicBezTo>
                  <a:pt x="4575510" y="1900872"/>
                  <a:pt x="4569161" y="1893708"/>
                  <a:pt x="4560823" y="1893210"/>
                </a:cubicBezTo>
                <a:cubicBezTo>
                  <a:pt x="4552484" y="1892694"/>
                  <a:pt x="4545337" y="1899041"/>
                  <a:pt x="4544824" y="1907379"/>
                </a:cubicBezTo>
                <a:cubicBezTo>
                  <a:pt x="4544323" y="1915717"/>
                  <a:pt x="4550672" y="1922865"/>
                  <a:pt x="4558992" y="1923381"/>
                </a:cubicBezTo>
                <a:lnTo>
                  <a:pt x="4558992" y="1923398"/>
                </a:lnTo>
                <a:cubicBezTo>
                  <a:pt x="4559310" y="1923399"/>
                  <a:pt x="4559612" y="1923399"/>
                  <a:pt x="4559933" y="1923399"/>
                </a:cubicBezTo>
                <a:close/>
                <a:moveTo>
                  <a:pt x="2707780" y="2602872"/>
                </a:moveTo>
                <a:cubicBezTo>
                  <a:pt x="2713753" y="2601041"/>
                  <a:pt x="2717113" y="2594712"/>
                  <a:pt x="2715282" y="2588738"/>
                </a:cubicBezTo>
                <a:cubicBezTo>
                  <a:pt x="2713452" y="2582746"/>
                  <a:pt x="2707122" y="2579386"/>
                  <a:pt x="2701149" y="2581218"/>
                </a:cubicBezTo>
                <a:cubicBezTo>
                  <a:pt x="2695175" y="2583050"/>
                  <a:pt x="2691814" y="2589378"/>
                  <a:pt x="2693645" y="2595352"/>
                </a:cubicBezTo>
                <a:cubicBezTo>
                  <a:pt x="2695121" y="2600241"/>
                  <a:pt x="2699602" y="2603370"/>
                  <a:pt x="2704455" y="2603370"/>
                </a:cubicBezTo>
                <a:cubicBezTo>
                  <a:pt x="2705557" y="2603370"/>
                  <a:pt x="2706677" y="2603211"/>
                  <a:pt x="2707780" y="2602872"/>
                </a:cubicBezTo>
                <a:close/>
                <a:moveTo>
                  <a:pt x="1579475" y="3018241"/>
                </a:moveTo>
                <a:cubicBezTo>
                  <a:pt x="1583582" y="3018241"/>
                  <a:pt x="1587175" y="3015237"/>
                  <a:pt x="1587832" y="3011058"/>
                </a:cubicBezTo>
                <a:cubicBezTo>
                  <a:pt x="1588544" y="3006435"/>
                  <a:pt x="1585378" y="3002097"/>
                  <a:pt x="1580755" y="3001386"/>
                </a:cubicBezTo>
                <a:cubicBezTo>
                  <a:pt x="1576133" y="3000675"/>
                  <a:pt x="1571795" y="3003839"/>
                  <a:pt x="1571084" y="3008462"/>
                </a:cubicBezTo>
                <a:cubicBezTo>
                  <a:pt x="1570373" y="3013085"/>
                  <a:pt x="1573538" y="3017423"/>
                  <a:pt x="1578161" y="3018134"/>
                </a:cubicBezTo>
                <a:cubicBezTo>
                  <a:pt x="1578604" y="3018205"/>
                  <a:pt x="1579031" y="3018241"/>
                  <a:pt x="1579475" y="3018241"/>
                </a:cubicBezTo>
                <a:close/>
                <a:moveTo>
                  <a:pt x="5039200" y="1751868"/>
                </a:moveTo>
                <a:cubicBezTo>
                  <a:pt x="5048588" y="1751636"/>
                  <a:pt x="5056019" y="1743832"/>
                  <a:pt x="5055788" y="1734444"/>
                </a:cubicBezTo>
                <a:cubicBezTo>
                  <a:pt x="5055557" y="1725057"/>
                  <a:pt x="5047752" y="1717625"/>
                  <a:pt x="5038363" y="1717874"/>
                </a:cubicBezTo>
                <a:cubicBezTo>
                  <a:pt x="5028978" y="1718105"/>
                  <a:pt x="5021563" y="1725910"/>
                  <a:pt x="5021793" y="1735298"/>
                </a:cubicBezTo>
                <a:lnTo>
                  <a:pt x="5021776" y="1735280"/>
                </a:lnTo>
                <a:cubicBezTo>
                  <a:pt x="5022008" y="1744525"/>
                  <a:pt x="5029582" y="1751868"/>
                  <a:pt x="5038773" y="1751868"/>
                </a:cubicBezTo>
                <a:cubicBezTo>
                  <a:pt x="5038916" y="1751868"/>
                  <a:pt x="5039056" y="1751868"/>
                  <a:pt x="5039200" y="1751868"/>
                </a:cubicBezTo>
                <a:close/>
                <a:moveTo>
                  <a:pt x="2798897" y="2573875"/>
                </a:moveTo>
                <a:cubicBezTo>
                  <a:pt x="2804835" y="2571919"/>
                  <a:pt x="2808070" y="2565537"/>
                  <a:pt x="2806115" y="2559598"/>
                </a:cubicBezTo>
                <a:cubicBezTo>
                  <a:pt x="2804160" y="2553643"/>
                  <a:pt x="2797758" y="2550424"/>
                  <a:pt x="2791820" y="2552381"/>
                </a:cubicBezTo>
                <a:cubicBezTo>
                  <a:pt x="2785883" y="2554336"/>
                  <a:pt x="2782647" y="2560719"/>
                  <a:pt x="2784603" y="2566657"/>
                </a:cubicBezTo>
                <a:cubicBezTo>
                  <a:pt x="2786167" y="2571421"/>
                  <a:pt x="2790612" y="2574443"/>
                  <a:pt x="2795358" y="2574443"/>
                </a:cubicBezTo>
                <a:cubicBezTo>
                  <a:pt x="2796533" y="2574443"/>
                  <a:pt x="2797723" y="2574266"/>
                  <a:pt x="2798897" y="2573875"/>
                </a:cubicBezTo>
                <a:close/>
                <a:moveTo>
                  <a:pt x="2889427" y="2543331"/>
                </a:moveTo>
                <a:cubicBezTo>
                  <a:pt x="2895347" y="2541286"/>
                  <a:pt x="2898476" y="2534851"/>
                  <a:pt x="2896432" y="2528929"/>
                </a:cubicBezTo>
                <a:cubicBezTo>
                  <a:pt x="2894406" y="2523027"/>
                  <a:pt x="2887952" y="2519880"/>
                  <a:pt x="2882048" y="2521925"/>
                </a:cubicBezTo>
                <a:cubicBezTo>
                  <a:pt x="2876128" y="2523970"/>
                  <a:pt x="2872999" y="2530406"/>
                  <a:pt x="2875044" y="2536308"/>
                </a:cubicBezTo>
                <a:cubicBezTo>
                  <a:pt x="2876662" y="2541002"/>
                  <a:pt x="2881036" y="2543953"/>
                  <a:pt x="2885746" y="2543954"/>
                </a:cubicBezTo>
                <a:cubicBezTo>
                  <a:pt x="2886956" y="2543953"/>
                  <a:pt x="2888200" y="2543758"/>
                  <a:pt x="2889427" y="2543331"/>
                </a:cubicBezTo>
                <a:close/>
                <a:moveTo>
                  <a:pt x="7064817" y="1011732"/>
                </a:moveTo>
                <a:cubicBezTo>
                  <a:pt x="7074632" y="1010292"/>
                  <a:pt x="7081423" y="1001171"/>
                  <a:pt x="7079984" y="991356"/>
                </a:cubicBezTo>
                <a:cubicBezTo>
                  <a:pt x="7078560" y="981543"/>
                  <a:pt x="7069440" y="974751"/>
                  <a:pt x="7059627" y="976192"/>
                </a:cubicBezTo>
                <a:cubicBezTo>
                  <a:pt x="7049812" y="977614"/>
                  <a:pt x="7043021" y="986735"/>
                  <a:pt x="7044461" y="996549"/>
                </a:cubicBezTo>
                <a:cubicBezTo>
                  <a:pt x="7045759" y="1005491"/>
                  <a:pt x="7053440" y="1011910"/>
                  <a:pt x="7062204" y="1011910"/>
                </a:cubicBezTo>
                <a:cubicBezTo>
                  <a:pt x="7063058" y="1011910"/>
                  <a:pt x="7063929" y="1011856"/>
                  <a:pt x="7064817" y="1011732"/>
                </a:cubicBezTo>
                <a:close/>
                <a:moveTo>
                  <a:pt x="1047514" y="3219303"/>
                </a:moveTo>
                <a:cubicBezTo>
                  <a:pt x="1049505" y="3219303"/>
                  <a:pt x="1051424" y="3218254"/>
                  <a:pt x="1052456" y="3216388"/>
                </a:cubicBezTo>
                <a:cubicBezTo>
                  <a:pt x="1053950" y="3213667"/>
                  <a:pt x="1052972" y="3210235"/>
                  <a:pt x="1050233" y="3208742"/>
                </a:cubicBezTo>
                <a:cubicBezTo>
                  <a:pt x="1047514" y="3207231"/>
                  <a:pt x="1044099" y="3208227"/>
                  <a:pt x="1042589" y="3210947"/>
                </a:cubicBezTo>
                <a:cubicBezTo>
                  <a:pt x="1041095" y="3213667"/>
                  <a:pt x="1042091" y="3217098"/>
                  <a:pt x="1044811" y="3218610"/>
                </a:cubicBezTo>
                <a:cubicBezTo>
                  <a:pt x="1045664" y="3219072"/>
                  <a:pt x="1046606" y="3219303"/>
                  <a:pt x="1047514" y="3219303"/>
                </a:cubicBezTo>
                <a:close/>
                <a:moveTo>
                  <a:pt x="3847354" y="2193246"/>
                </a:moveTo>
                <a:cubicBezTo>
                  <a:pt x="3854021" y="2192019"/>
                  <a:pt x="3858431" y="2185637"/>
                  <a:pt x="3857204" y="2178970"/>
                </a:cubicBezTo>
                <a:cubicBezTo>
                  <a:pt x="3855994" y="2172302"/>
                  <a:pt x="3849593" y="2167894"/>
                  <a:pt x="3842927" y="2169103"/>
                </a:cubicBezTo>
                <a:cubicBezTo>
                  <a:pt x="3836278" y="2170329"/>
                  <a:pt x="3831851" y="2176730"/>
                  <a:pt x="3833079" y="2183379"/>
                </a:cubicBezTo>
                <a:cubicBezTo>
                  <a:pt x="3834161" y="2189300"/>
                  <a:pt x="3839319" y="2193442"/>
                  <a:pt x="3845131" y="2193442"/>
                </a:cubicBezTo>
                <a:cubicBezTo>
                  <a:pt x="3845860" y="2193442"/>
                  <a:pt x="3846607" y="2193388"/>
                  <a:pt x="3847354" y="2193246"/>
                </a:cubicBezTo>
                <a:close/>
                <a:moveTo>
                  <a:pt x="2979548" y="2511773"/>
                </a:moveTo>
                <a:cubicBezTo>
                  <a:pt x="2985434" y="2509675"/>
                  <a:pt x="2988526" y="2503221"/>
                  <a:pt x="2986428" y="2497319"/>
                </a:cubicBezTo>
                <a:cubicBezTo>
                  <a:pt x="2984349" y="2491434"/>
                  <a:pt x="2977877" y="2488341"/>
                  <a:pt x="2971992" y="2490438"/>
                </a:cubicBezTo>
                <a:cubicBezTo>
                  <a:pt x="2966090" y="2492519"/>
                  <a:pt x="2963014" y="2498990"/>
                  <a:pt x="2965094" y="2504892"/>
                </a:cubicBezTo>
                <a:cubicBezTo>
                  <a:pt x="2966748" y="2509533"/>
                  <a:pt x="2971103" y="2512431"/>
                  <a:pt x="2975761" y="2512431"/>
                </a:cubicBezTo>
                <a:cubicBezTo>
                  <a:pt x="2977023" y="2512431"/>
                  <a:pt x="2978303" y="2512217"/>
                  <a:pt x="2979548" y="2511773"/>
                </a:cubicBezTo>
                <a:close/>
                <a:moveTo>
                  <a:pt x="3069420" y="2479754"/>
                </a:moveTo>
                <a:cubicBezTo>
                  <a:pt x="3075324" y="2477655"/>
                  <a:pt x="3078382" y="2471166"/>
                  <a:pt x="3076283" y="2465282"/>
                </a:cubicBezTo>
                <a:cubicBezTo>
                  <a:pt x="3074185" y="2459396"/>
                  <a:pt x="3067696" y="2456321"/>
                  <a:pt x="3061811" y="2458436"/>
                </a:cubicBezTo>
                <a:cubicBezTo>
                  <a:pt x="3055927" y="2460534"/>
                  <a:pt x="3052851" y="2467005"/>
                  <a:pt x="3054966" y="2472909"/>
                </a:cubicBezTo>
                <a:cubicBezTo>
                  <a:pt x="3056620" y="2477531"/>
                  <a:pt x="3060976" y="2480411"/>
                  <a:pt x="3065615" y="2480411"/>
                </a:cubicBezTo>
                <a:cubicBezTo>
                  <a:pt x="3066878" y="2480411"/>
                  <a:pt x="3068176" y="2480197"/>
                  <a:pt x="3069420" y="2479754"/>
                </a:cubicBezTo>
                <a:close/>
                <a:moveTo>
                  <a:pt x="3159257" y="2447751"/>
                </a:moveTo>
                <a:cubicBezTo>
                  <a:pt x="3165142" y="2445671"/>
                  <a:pt x="3168236" y="2439200"/>
                  <a:pt x="3166137" y="2433315"/>
                </a:cubicBezTo>
                <a:cubicBezTo>
                  <a:pt x="3164058" y="2427413"/>
                  <a:pt x="3157586" y="2424337"/>
                  <a:pt x="3151702" y="2426417"/>
                </a:cubicBezTo>
                <a:cubicBezTo>
                  <a:pt x="3145799" y="2428497"/>
                  <a:pt x="3142705" y="2434968"/>
                  <a:pt x="3144803" y="2440854"/>
                </a:cubicBezTo>
                <a:cubicBezTo>
                  <a:pt x="3146457" y="2445511"/>
                  <a:pt x="3150813" y="2448410"/>
                  <a:pt x="3155470" y="2448410"/>
                </a:cubicBezTo>
                <a:cubicBezTo>
                  <a:pt x="3156732" y="2448409"/>
                  <a:pt x="3158013" y="2448196"/>
                  <a:pt x="3159257" y="2447751"/>
                </a:cubicBezTo>
                <a:close/>
                <a:moveTo>
                  <a:pt x="654669" y="3367667"/>
                </a:moveTo>
                <a:cubicBezTo>
                  <a:pt x="655470" y="3367667"/>
                  <a:pt x="656252" y="3367329"/>
                  <a:pt x="656803" y="3366672"/>
                </a:cubicBezTo>
                <a:cubicBezTo>
                  <a:pt x="657799" y="3365499"/>
                  <a:pt x="657638" y="3363738"/>
                  <a:pt x="656465" y="3362743"/>
                </a:cubicBezTo>
                <a:cubicBezTo>
                  <a:pt x="655292" y="3361747"/>
                  <a:pt x="653532" y="3361907"/>
                  <a:pt x="652536" y="3363098"/>
                </a:cubicBezTo>
                <a:cubicBezTo>
                  <a:pt x="651558" y="3364272"/>
                  <a:pt x="651700" y="3366031"/>
                  <a:pt x="652891" y="3367009"/>
                </a:cubicBezTo>
                <a:cubicBezTo>
                  <a:pt x="653407" y="3367454"/>
                  <a:pt x="654047" y="3367667"/>
                  <a:pt x="654669" y="3367667"/>
                </a:cubicBezTo>
                <a:close/>
                <a:moveTo>
                  <a:pt x="3249184" y="2416246"/>
                </a:moveTo>
                <a:cubicBezTo>
                  <a:pt x="3255103" y="2414203"/>
                  <a:pt x="3258233" y="2407750"/>
                  <a:pt x="3256188" y="2401846"/>
                </a:cubicBezTo>
                <a:cubicBezTo>
                  <a:pt x="3254143" y="2395944"/>
                  <a:pt x="3247707" y="2392797"/>
                  <a:pt x="3241787" y="2394841"/>
                </a:cubicBezTo>
                <a:cubicBezTo>
                  <a:pt x="3235884" y="2396886"/>
                  <a:pt x="3232755" y="2403340"/>
                  <a:pt x="3234800" y="2409242"/>
                </a:cubicBezTo>
                <a:cubicBezTo>
                  <a:pt x="3236418" y="2413918"/>
                  <a:pt x="3240792" y="2416869"/>
                  <a:pt x="3245485" y="2416869"/>
                </a:cubicBezTo>
                <a:cubicBezTo>
                  <a:pt x="3246711" y="2416869"/>
                  <a:pt x="3247956" y="2416656"/>
                  <a:pt x="3249184" y="2416246"/>
                </a:cubicBezTo>
                <a:close/>
                <a:moveTo>
                  <a:pt x="4799096" y="1848051"/>
                </a:moveTo>
                <a:cubicBezTo>
                  <a:pt x="4807451" y="1848051"/>
                  <a:pt x="4814509" y="1841580"/>
                  <a:pt x="4815115" y="1833117"/>
                </a:cubicBezTo>
                <a:cubicBezTo>
                  <a:pt x="4815736" y="1824281"/>
                  <a:pt x="4809070" y="1816600"/>
                  <a:pt x="4800233" y="1815978"/>
                </a:cubicBezTo>
                <a:cubicBezTo>
                  <a:pt x="4791379" y="1815338"/>
                  <a:pt x="4783700" y="1822005"/>
                  <a:pt x="4783075" y="1830859"/>
                </a:cubicBezTo>
                <a:cubicBezTo>
                  <a:pt x="4782436" y="1839696"/>
                  <a:pt x="4789103" y="1847375"/>
                  <a:pt x="4797956" y="1848016"/>
                </a:cubicBezTo>
                <a:cubicBezTo>
                  <a:pt x="4798331" y="1848051"/>
                  <a:pt x="4798722" y="1848051"/>
                  <a:pt x="4799096" y="1848051"/>
                </a:cubicBezTo>
                <a:close/>
                <a:moveTo>
                  <a:pt x="3339393" y="2385668"/>
                </a:moveTo>
                <a:cubicBezTo>
                  <a:pt x="3345314" y="2383695"/>
                  <a:pt x="3348532" y="2377294"/>
                  <a:pt x="3346559" y="2371355"/>
                </a:cubicBezTo>
                <a:cubicBezTo>
                  <a:pt x="3344603" y="2365417"/>
                  <a:pt x="3338184" y="2362200"/>
                  <a:pt x="3332263" y="2364173"/>
                </a:cubicBezTo>
                <a:cubicBezTo>
                  <a:pt x="3326326" y="2366146"/>
                  <a:pt x="3323108" y="2372547"/>
                  <a:pt x="3325082" y="2378484"/>
                </a:cubicBezTo>
                <a:cubicBezTo>
                  <a:pt x="3326664" y="2383231"/>
                  <a:pt x="3331072" y="2386237"/>
                  <a:pt x="3335819" y="2386236"/>
                </a:cubicBezTo>
                <a:cubicBezTo>
                  <a:pt x="3337011" y="2386237"/>
                  <a:pt x="3338202" y="2386059"/>
                  <a:pt x="3339393" y="2385668"/>
                </a:cubicBezTo>
                <a:close/>
                <a:moveTo>
                  <a:pt x="2207980" y="2801534"/>
                </a:moveTo>
                <a:cubicBezTo>
                  <a:pt x="2213650" y="2800698"/>
                  <a:pt x="2217562" y="2795418"/>
                  <a:pt x="2216726" y="2789764"/>
                </a:cubicBezTo>
                <a:cubicBezTo>
                  <a:pt x="2215892" y="2784093"/>
                  <a:pt x="2210610" y="2780164"/>
                  <a:pt x="2204957" y="2781018"/>
                </a:cubicBezTo>
                <a:cubicBezTo>
                  <a:pt x="2199286" y="2781853"/>
                  <a:pt x="2195373" y="2787116"/>
                  <a:pt x="2196210" y="2792787"/>
                </a:cubicBezTo>
                <a:cubicBezTo>
                  <a:pt x="2196975" y="2797942"/>
                  <a:pt x="2201401" y="2801641"/>
                  <a:pt x="2206469" y="2801640"/>
                </a:cubicBezTo>
                <a:cubicBezTo>
                  <a:pt x="2206966" y="2801641"/>
                  <a:pt x="2207482" y="2801605"/>
                  <a:pt x="2207980" y="2801534"/>
                </a:cubicBezTo>
                <a:close/>
                <a:moveTo>
                  <a:pt x="8428100" y="521561"/>
                </a:moveTo>
                <a:cubicBezTo>
                  <a:pt x="8431905" y="519106"/>
                  <a:pt x="8435047" y="515532"/>
                  <a:pt x="8436977" y="511060"/>
                </a:cubicBezTo>
                <a:cubicBezTo>
                  <a:pt x="8442150" y="499060"/>
                  <a:pt x="8436621" y="485157"/>
                  <a:pt x="8424620" y="479983"/>
                </a:cubicBezTo>
                <a:cubicBezTo>
                  <a:pt x="8418629" y="477396"/>
                  <a:pt x="8412152" y="477486"/>
                  <a:pt x="8406528" y="479722"/>
                </a:cubicBezTo>
                <a:cubicBezTo>
                  <a:pt x="8400903" y="481957"/>
                  <a:pt x="8396129" y="486339"/>
                  <a:pt x="8393542" y="492340"/>
                </a:cubicBezTo>
                <a:cubicBezTo>
                  <a:pt x="8388387" y="504322"/>
                  <a:pt x="8393915" y="518243"/>
                  <a:pt x="8405899" y="523417"/>
                </a:cubicBezTo>
                <a:cubicBezTo>
                  <a:pt x="8408956" y="524732"/>
                  <a:pt x="8412122" y="525355"/>
                  <a:pt x="8415250" y="525355"/>
                </a:cubicBezTo>
                <a:cubicBezTo>
                  <a:pt x="8419828" y="525355"/>
                  <a:pt x="8424295" y="524017"/>
                  <a:pt x="8428100" y="521561"/>
                </a:cubicBezTo>
                <a:close/>
                <a:moveTo>
                  <a:pt x="3429977" y="2356545"/>
                </a:moveTo>
                <a:cubicBezTo>
                  <a:pt x="3435951" y="2354697"/>
                  <a:pt x="3439292" y="2348367"/>
                  <a:pt x="3437462" y="2342376"/>
                </a:cubicBezTo>
                <a:cubicBezTo>
                  <a:pt x="3435612" y="2336402"/>
                  <a:pt x="3429283" y="2333060"/>
                  <a:pt x="3423310" y="2334909"/>
                </a:cubicBezTo>
                <a:cubicBezTo>
                  <a:pt x="3417335" y="2336740"/>
                  <a:pt x="3413976" y="2343087"/>
                  <a:pt x="3415825" y="2349061"/>
                </a:cubicBezTo>
                <a:cubicBezTo>
                  <a:pt x="3417336" y="2353915"/>
                  <a:pt x="3421799" y="2357044"/>
                  <a:pt x="3426635" y="2357044"/>
                </a:cubicBezTo>
                <a:cubicBezTo>
                  <a:pt x="3427736" y="2357044"/>
                  <a:pt x="3428857" y="2356884"/>
                  <a:pt x="3429977" y="2356545"/>
                </a:cubicBezTo>
                <a:close/>
                <a:moveTo>
                  <a:pt x="4179340" y="2083160"/>
                </a:moveTo>
                <a:cubicBezTo>
                  <a:pt x="4186629" y="2082662"/>
                  <a:pt x="4192124" y="2076368"/>
                  <a:pt x="4191625" y="2069079"/>
                </a:cubicBezTo>
                <a:cubicBezTo>
                  <a:pt x="4191109" y="2061789"/>
                  <a:pt x="4184798" y="2056296"/>
                  <a:pt x="4177528" y="2056812"/>
                </a:cubicBezTo>
                <a:cubicBezTo>
                  <a:pt x="4170237" y="2057309"/>
                  <a:pt x="4164743" y="2063603"/>
                  <a:pt x="4165241" y="2070892"/>
                </a:cubicBezTo>
                <a:cubicBezTo>
                  <a:pt x="4165722" y="2077862"/>
                  <a:pt x="4171535" y="2083196"/>
                  <a:pt x="4178418" y="2083196"/>
                </a:cubicBezTo>
                <a:cubicBezTo>
                  <a:pt x="4178716" y="2083196"/>
                  <a:pt x="4179038" y="2083196"/>
                  <a:pt x="4179340" y="2083160"/>
                </a:cubicBezTo>
                <a:close/>
                <a:moveTo>
                  <a:pt x="8085063" y="652385"/>
                </a:moveTo>
                <a:cubicBezTo>
                  <a:pt x="8093542" y="652402"/>
                  <a:pt x="8101578" y="647424"/>
                  <a:pt x="8105098" y="639140"/>
                </a:cubicBezTo>
                <a:cubicBezTo>
                  <a:pt x="8109791" y="628080"/>
                  <a:pt x="8104635" y="615316"/>
                  <a:pt x="8093578" y="610622"/>
                </a:cubicBezTo>
                <a:cubicBezTo>
                  <a:pt x="8088049" y="608275"/>
                  <a:pt x="8082092" y="608390"/>
                  <a:pt x="8076930" y="610475"/>
                </a:cubicBezTo>
                <a:cubicBezTo>
                  <a:pt x="8071771" y="612560"/>
                  <a:pt x="8067407" y="616614"/>
                  <a:pt x="8065060" y="622143"/>
                </a:cubicBezTo>
                <a:cubicBezTo>
                  <a:pt x="8060366" y="633201"/>
                  <a:pt x="8065522" y="645967"/>
                  <a:pt x="8076581" y="650660"/>
                </a:cubicBezTo>
                <a:cubicBezTo>
                  <a:pt x="8079355" y="651833"/>
                  <a:pt x="8082235" y="652385"/>
                  <a:pt x="8085063" y="652385"/>
                </a:cubicBezTo>
                <a:close/>
                <a:moveTo>
                  <a:pt x="1891906" y="2927070"/>
                </a:moveTo>
                <a:cubicBezTo>
                  <a:pt x="1897115" y="2926964"/>
                  <a:pt x="1901256" y="2922661"/>
                  <a:pt x="1901150" y="2917470"/>
                </a:cubicBezTo>
                <a:cubicBezTo>
                  <a:pt x="1901062" y="2912260"/>
                  <a:pt x="1896759" y="2908118"/>
                  <a:pt x="1891550" y="2908225"/>
                </a:cubicBezTo>
                <a:cubicBezTo>
                  <a:pt x="1886358" y="2908331"/>
                  <a:pt x="1882216" y="2912616"/>
                  <a:pt x="1882305" y="2917826"/>
                </a:cubicBezTo>
                <a:cubicBezTo>
                  <a:pt x="1882412" y="2922964"/>
                  <a:pt x="1886607" y="2927071"/>
                  <a:pt x="1891728" y="2927071"/>
                </a:cubicBezTo>
                <a:close/>
                <a:moveTo>
                  <a:pt x="3521218" y="2329682"/>
                </a:moveTo>
                <a:cubicBezTo>
                  <a:pt x="3527245" y="2328010"/>
                  <a:pt x="3530766" y="2321753"/>
                  <a:pt x="3529076" y="2315743"/>
                </a:cubicBezTo>
                <a:cubicBezTo>
                  <a:pt x="3527387" y="2309717"/>
                  <a:pt x="3521147" y="2306195"/>
                  <a:pt x="3515120" y="2307885"/>
                </a:cubicBezTo>
                <a:cubicBezTo>
                  <a:pt x="3509111" y="2309574"/>
                  <a:pt x="3505591" y="2315815"/>
                  <a:pt x="3507279" y="2321841"/>
                </a:cubicBezTo>
                <a:cubicBezTo>
                  <a:pt x="3508684" y="2326838"/>
                  <a:pt x="3513218" y="2330108"/>
                  <a:pt x="3518178" y="2330109"/>
                </a:cubicBezTo>
                <a:cubicBezTo>
                  <a:pt x="3519174" y="2330108"/>
                  <a:pt x="3520204" y="2329966"/>
                  <a:pt x="3521218" y="2329682"/>
                </a:cubicBezTo>
                <a:close/>
                <a:moveTo>
                  <a:pt x="4418021" y="2001198"/>
                </a:moveTo>
                <a:cubicBezTo>
                  <a:pt x="4425649" y="2001199"/>
                  <a:pt x="4431943" y="1995136"/>
                  <a:pt x="4432174" y="1987455"/>
                </a:cubicBezTo>
                <a:cubicBezTo>
                  <a:pt x="4432404" y="1979633"/>
                  <a:pt x="4426255" y="1973108"/>
                  <a:pt x="4418449" y="1972876"/>
                </a:cubicBezTo>
                <a:cubicBezTo>
                  <a:pt x="4410625" y="1972646"/>
                  <a:pt x="4404101" y="1978780"/>
                  <a:pt x="4403870" y="1986603"/>
                </a:cubicBezTo>
                <a:cubicBezTo>
                  <a:pt x="4403621" y="1994425"/>
                  <a:pt x="4409774" y="2000950"/>
                  <a:pt x="4417596" y="2001198"/>
                </a:cubicBezTo>
                <a:close/>
                <a:moveTo>
                  <a:pt x="3941689" y="2177672"/>
                </a:moveTo>
                <a:cubicBezTo>
                  <a:pt x="3948391" y="2176694"/>
                  <a:pt x="3953033" y="2170471"/>
                  <a:pt x="3952053" y="2163769"/>
                </a:cubicBezTo>
                <a:cubicBezTo>
                  <a:pt x="3951078" y="2157067"/>
                  <a:pt x="3944836" y="2152426"/>
                  <a:pt x="3938133" y="2153404"/>
                </a:cubicBezTo>
                <a:cubicBezTo>
                  <a:pt x="3931428" y="2154382"/>
                  <a:pt x="3926791" y="2160604"/>
                  <a:pt x="3927769" y="2167307"/>
                </a:cubicBezTo>
                <a:cubicBezTo>
                  <a:pt x="3928657" y="2173405"/>
                  <a:pt x="3933901" y="2177796"/>
                  <a:pt x="3939895" y="2177796"/>
                </a:cubicBezTo>
                <a:cubicBezTo>
                  <a:pt x="3940479" y="2177796"/>
                  <a:pt x="3941087" y="2177761"/>
                  <a:pt x="3941689" y="2177672"/>
                </a:cubicBezTo>
                <a:close/>
                <a:moveTo>
                  <a:pt x="7162548" y="1000691"/>
                </a:moveTo>
                <a:cubicBezTo>
                  <a:pt x="7172433" y="999927"/>
                  <a:pt x="7179812" y="991286"/>
                  <a:pt x="7179047" y="981401"/>
                </a:cubicBezTo>
                <a:cubicBezTo>
                  <a:pt x="7178265" y="971498"/>
                  <a:pt x="7169624" y="964120"/>
                  <a:pt x="7159739" y="964903"/>
                </a:cubicBezTo>
                <a:cubicBezTo>
                  <a:pt x="7149855" y="965666"/>
                  <a:pt x="7142458" y="974307"/>
                  <a:pt x="7143240" y="984192"/>
                </a:cubicBezTo>
                <a:cubicBezTo>
                  <a:pt x="7143969" y="993615"/>
                  <a:pt x="7151845" y="1000744"/>
                  <a:pt x="7161126" y="1000762"/>
                </a:cubicBezTo>
                <a:cubicBezTo>
                  <a:pt x="7161588" y="1000762"/>
                  <a:pt x="7162069" y="1000727"/>
                  <a:pt x="7162548" y="1000691"/>
                </a:cubicBezTo>
                <a:close/>
                <a:moveTo>
                  <a:pt x="2301887" y="2785479"/>
                </a:moveTo>
                <a:cubicBezTo>
                  <a:pt x="2307506" y="2784395"/>
                  <a:pt x="2311185" y="2778955"/>
                  <a:pt x="2310101" y="2773337"/>
                </a:cubicBezTo>
                <a:cubicBezTo>
                  <a:pt x="2309016" y="2767701"/>
                  <a:pt x="2303576" y="2764038"/>
                  <a:pt x="2297958" y="2765123"/>
                </a:cubicBezTo>
                <a:cubicBezTo>
                  <a:pt x="2292340" y="2766207"/>
                  <a:pt x="2288660" y="2771647"/>
                  <a:pt x="2289744" y="2777265"/>
                </a:cubicBezTo>
                <a:lnTo>
                  <a:pt x="2289726" y="2777266"/>
                </a:lnTo>
                <a:cubicBezTo>
                  <a:pt x="2290687" y="2782226"/>
                  <a:pt x="2295043" y="2785675"/>
                  <a:pt x="2299896" y="2785675"/>
                </a:cubicBezTo>
                <a:cubicBezTo>
                  <a:pt x="2300554" y="2785675"/>
                  <a:pt x="2301230" y="2785622"/>
                  <a:pt x="2301887" y="2785479"/>
                </a:cubicBezTo>
                <a:close/>
                <a:moveTo>
                  <a:pt x="3613152" y="2305360"/>
                </a:moveTo>
                <a:cubicBezTo>
                  <a:pt x="3619233" y="2303849"/>
                  <a:pt x="3622932" y="2297715"/>
                  <a:pt x="3621401" y="2291653"/>
                </a:cubicBezTo>
                <a:cubicBezTo>
                  <a:pt x="3619891" y="2285590"/>
                  <a:pt x="3613756" y="2281892"/>
                  <a:pt x="3607694" y="2283403"/>
                </a:cubicBezTo>
                <a:cubicBezTo>
                  <a:pt x="3601630" y="2284914"/>
                  <a:pt x="3597936" y="2291048"/>
                  <a:pt x="3599446" y="2297111"/>
                </a:cubicBezTo>
                <a:cubicBezTo>
                  <a:pt x="3600725" y="2302267"/>
                  <a:pt x="3605347" y="2305698"/>
                  <a:pt x="3610415" y="2305698"/>
                </a:cubicBezTo>
                <a:cubicBezTo>
                  <a:pt x="3611322" y="2305698"/>
                  <a:pt x="3612246" y="2305591"/>
                  <a:pt x="3613152" y="2305360"/>
                </a:cubicBezTo>
                <a:close/>
                <a:moveTo>
                  <a:pt x="5138814" y="1747299"/>
                </a:moveTo>
                <a:cubicBezTo>
                  <a:pt x="5148183" y="1746658"/>
                  <a:pt x="5155243" y="1738533"/>
                  <a:pt x="5154601" y="1729164"/>
                </a:cubicBezTo>
                <a:cubicBezTo>
                  <a:pt x="5153962" y="1719795"/>
                  <a:pt x="5145837" y="1712718"/>
                  <a:pt x="5136468" y="1713358"/>
                </a:cubicBezTo>
                <a:cubicBezTo>
                  <a:pt x="5127097" y="1714016"/>
                  <a:pt x="5120022" y="1722141"/>
                  <a:pt x="5120662" y="1731510"/>
                </a:cubicBezTo>
                <a:cubicBezTo>
                  <a:pt x="5121286" y="1740471"/>
                  <a:pt x="5128770" y="1747333"/>
                  <a:pt x="5137623" y="1747333"/>
                </a:cubicBezTo>
                <a:cubicBezTo>
                  <a:pt x="5138015" y="1747333"/>
                  <a:pt x="5138407" y="1747333"/>
                  <a:pt x="5138814" y="1747299"/>
                </a:cubicBezTo>
                <a:close/>
                <a:moveTo>
                  <a:pt x="7514225" y="876296"/>
                </a:moveTo>
                <a:cubicBezTo>
                  <a:pt x="7517559" y="873487"/>
                  <a:pt x="7519941" y="869518"/>
                  <a:pt x="7520688" y="864878"/>
                </a:cubicBezTo>
                <a:cubicBezTo>
                  <a:pt x="7522359" y="854566"/>
                  <a:pt x="7515371" y="844859"/>
                  <a:pt x="7505060" y="843188"/>
                </a:cubicBezTo>
                <a:cubicBezTo>
                  <a:pt x="7494748" y="841516"/>
                  <a:pt x="7485040" y="848521"/>
                  <a:pt x="7483370" y="858833"/>
                </a:cubicBezTo>
                <a:cubicBezTo>
                  <a:pt x="7481698" y="869127"/>
                  <a:pt x="7488703" y="878835"/>
                  <a:pt x="7499014" y="880506"/>
                </a:cubicBezTo>
                <a:cubicBezTo>
                  <a:pt x="7500029" y="880683"/>
                  <a:pt x="7501041" y="880754"/>
                  <a:pt x="7502055" y="880754"/>
                </a:cubicBezTo>
                <a:cubicBezTo>
                  <a:pt x="7506607" y="880754"/>
                  <a:pt x="7510892" y="879105"/>
                  <a:pt x="7514225" y="876296"/>
                </a:cubicBezTo>
                <a:close/>
                <a:moveTo>
                  <a:pt x="1457696" y="3100015"/>
                </a:moveTo>
                <a:lnTo>
                  <a:pt x="1457709" y="3100006"/>
                </a:lnTo>
                <a:lnTo>
                  <a:pt x="1457690" y="3100007"/>
                </a:lnTo>
                <a:close/>
                <a:moveTo>
                  <a:pt x="936732" y="3291432"/>
                </a:moveTo>
                <a:cubicBezTo>
                  <a:pt x="938296" y="3291432"/>
                  <a:pt x="939808" y="3290650"/>
                  <a:pt x="940697" y="3289245"/>
                </a:cubicBezTo>
                <a:cubicBezTo>
                  <a:pt x="942084" y="3287058"/>
                  <a:pt x="941425" y="3284160"/>
                  <a:pt x="939239" y="3282791"/>
                </a:cubicBezTo>
                <a:cubicBezTo>
                  <a:pt x="937052" y="3281404"/>
                  <a:pt x="934154" y="3282062"/>
                  <a:pt x="932785" y="3284249"/>
                </a:cubicBezTo>
                <a:cubicBezTo>
                  <a:pt x="931398" y="3286435"/>
                  <a:pt x="932056" y="3289334"/>
                  <a:pt x="934243" y="3290703"/>
                </a:cubicBezTo>
                <a:cubicBezTo>
                  <a:pt x="935025" y="3291200"/>
                  <a:pt x="935879" y="3291432"/>
                  <a:pt x="936732" y="3291432"/>
                </a:cubicBezTo>
                <a:close/>
                <a:moveTo>
                  <a:pt x="1246406" y="3178926"/>
                </a:moveTo>
                <a:cubicBezTo>
                  <a:pt x="1249055" y="3178926"/>
                  <a:pt x="1251561" y="3177308"/>
                  <a:pt x="1252558" y="3174678"/>
                </a:cubicBezTo>
                <a:cubicBezTo>
                  <a:pt x="1253837" y="3171264"/>
                  <a:pt x="1252131" y="3167476"/>
                  <a:pt x="1248735" y="3166197"/>
                </a:cubicBezTo>
                <a:cubicBezTo>
                  <a:pt x="1245339" y="3164917"/>
                  <a:pt x="1241536" y="3166624"/>
                  <a:pt x="1240255" y="3170018"/>
                </a:cubicBezTo>
                <a:cubicBezTo>
                  <a:pt x="1238975" y="3173414"/>
                  <a:pt x="1240681" y="3177220"/>
                  <a:pt x="1244078" y="3178500"/>
                </a:cubicBezTo>
                <a:cubicBezTo>
                  <a:pt x="1244842" y="3178784"/>
                  <a:pt x="1245624" y="3178926"/>
                  <a:pt x="1246406" y="3178926"/>
                </a:cubicBezTo>
                <a:close/>
                <a:moveTo>
                  <a:pt x="7747884" y="794223"/>
                </a:moveTo>
                <a:cubicBezTo>
                  <a:pt x="7751248" y="791754"/>
                  <a:pt x="7753866" y="788207"/>
                  <a:pt x="7755155" y="783895"/>
                </a:cubicBezTo>
                <a:cubicBezTo>
                  <a:pt x="7758284" y="773406"/>
                  <a:pt x="7752311" y="762330"/>
                  <a:pt x="7741803" y="759201"/>
                </a:cubicBezTo>
                <a:cubicBezTo>
                  <a:pt x="7731297" y="756054"/>
                  <a:pt x="7720238" y="762028"/>
                  <a:pt x="7717109" y="772535"/>
                </a:cubicBezTo>
                <a:cubicBezTo>
                  <a:pt x="7713962" y="783042"/>
                  <a:pt x="7719935" y="794100"/>
                  <a:pt x="7730443" y="797248"/>
                </a:cubicBezTo>
                <a:cubicBezTo>
                  <a:pt x="7732345" y="797817"/>
                  <a:pt x="7734247" y="798083"/>
                  <a:pt x="7736132" y="798084"/>
                </a:cubicBezTo>
                <a:cubicBezTo>
                  <a:pt x="7740408" y="798083"/>
                  <a:pt x="7744519" y="796692"/>
                  <a:pt x="7747884" y="794223"/>
                </a:cubicBezTo>
                <a:close/>
                <a:moveTo>
                  <a:pt x="4657325" y="1931594"/>
                </a:moveTo>
                <a:cubicBezTo>
                  <a:pt x="4664973" y="1931594"/>
                  <a:pt x="4671533" y="1925834"/>
                  <a:pt x="4672351" y="1918064"/>
                </a:cubicBezTo>
                <a:cubicBezTo>
                  <a:pt x="4673221" y="1909762"/>
                  <a:pt x="4667193" y="1902330"/>
                  <a:pt x="4658911" y="1901459"/>
                </a:cubicBezTo>
                <a:cubicBezTo>
                  <a:pt x="4650605" y="1900588"/>
                  <a:pt x="4643157" y="1906598"/>
                  <a:pt x="4642285" y="1914900"/>
                </a:cubicBezTo>
                <a:cubicBezTo>
                  <a:pt x="4641415" y="1923203"/>
                  <a:pt x="4647442" y="1930634"/>
                  <a:pt x="4655728" y="1931523"/>
                </a:cubicBezTo>
                <a:cubicBezTo>
                  <a:pt x="4656277" y="1931577"/>
                  <a:pt x="4656810" y="1931594"/>
                  <a:pt x="4657325" y="1931594"/>
                </a:cubicBezTo>
                <a:close/>
                <a:moveTo>
                  <a:pt x="1672424" y="3029299"/>
                </a:moveTo>
                <a:cubicBezTo>
                  <a:pt x="1676780" y="3029299"/>
                  <a:pt x="1680495" y="3025957"/>
                  <a:pt x="1680869" y="3021512"/>
                </a:cubicBezTo>
                <a:cubicBezTo>
                  <a:pt x="1681260" y="3016854"/>
                  <a:pt x="1677794" y="3012764"/>
                  <a:pt x="1673135" y="3012374"/>
                </a:cubicBezTo>
                <a:cubicBezTo>
                  <a:pt x="1668459" y="3011982"/>
                  <a:pt x="1664370" y="3015449"/>
                  <a:pt x="1663979" y="3020107"/>
                </a:cubicBezTo>
                <a:cubicBezTo>
                  <a:pt x="1663587" y="3024765"/>
                  <a:pt x="1667054" y="3028873"/>
                  <a:pt x="1671713" y="3029264"/>
                </a:cubicBezTo>
                <a:cubicBezTo>
                  <a:pt x="1671944" y="3029299"/>
                  <a:pt x="1672193" y="3029299"/>
                  <a:pt x="1672424" y="3029299"/>
                </a:cubicBezTo>
                <a:close/>
                <a:moveTo>
                  <a:pt x="3705763" y="2283812"/>
                </a:moveTo>
                <a:cubicBezTo>
                  <a:pt x="3711878" y="2282497"/>
                  <a:pt x="3715756" y="2276487"/>
                  <a:pt x="3714440" y="2270371"/>
                </a:cubicBezTo>
                <a:cubicBezTo>
                  <a:pt x="3713123" y="2264256"/>
                  <a:pt x="3707096" y="2260379"/>
                  <a:pt x="3700981" y="2261695"/>
                </a:cubicBezTo>
                <a:cubicBezTo>
                  <a:pt x="3694865" y="2263011"/>
                  <a:pt x="3690988" y="2269038"/>
                  <a:pt x="3692304" y="2275154"/>
                </a:cubicBezTo>
                <a:cubicBezTo>
                  <a:pt x="3693460" y="2280452"/>
                  <a:pt x="3698135" y="2284079"/>
                  <a:pt x="3703363" y="2284079"/>
                </a:cubicBezTo>
                <a:cubicBezTo>
                  <a:pt x="3704147" y="2284080"/>
                  <a:pt x="3704945" y="2283989"/>
                  <a:pt x="3705763" y="2283812"/>
                </a:cubicBezTo>
                <a:close/>
                <a:moveTo>
                  <a:pt x="2395014" y="2765514"/>
                </a:moveTo>
                <a:cubicBezTo>
                  <a:pt x="2400578" y="2764216"/>
                  <a:pt x="2404045" y="2758633"/>
                  <a:pt x="2402730" y="2753051"/>
                </a:cubicBezTo>
                <a:cubicBezTo>
                  <a:pt x="2401432" y="2747469"/>
                  <a:pt x="2395850" y="2744019"/>
                  <a:pt x="2390266" y="2745317"/>
                </a:cubicBezTo>
                <a:cubicBezTo>
                  <a:pt x="2384701" y="2746633"/>
                  <a:pt x="2381235" y="2752198"/>
                  <a:pt x="2382550" y="2757781"/>
                </a:cubicBezTo>
                <a:cubicBezTo>
                  <a:pt x="2383671" y="2762562"/>
                  <a:pt x="2387920" y="2765781"/>
                  <a:pt x="2392631" y="2765781"/>
                </a:cubicBezTo>
                <a:cubicBezTo>
                  <a:pt x="2393413" y="2765781"/>
                  <a:pt x="2394213" y="2765692"/>
                  <a:pt x="2395014" y="2765514"/>
                </a:cubicBezTo>
                <a:close/>
                <a:moveTo>
                  <a:pt x="4036433" y="2165831"/>
                </a:moveTo>
                <a:cubicBezTo>
                  <a:pt x="4043170" y="2165138"/>
                  <a:pt x="4048079" y="2159111"/>
                  <a:pt x="4047384" y="2152373"/>
                </a:cubicBezTo>
                <a:cubicBezTo>
                  <a:pt x="4046690" y="2145635"/>
                  <a:pt x="4040665" y="2140728"/>
                  <a:pt x="4033925" y="2141421"/>
                </a:cubicBezTo>
                <a:cubicBezTo>
                  <a:pt x="4027187" y="2142115"/>
                  <a:pt x="4022281" y="2148142"/>
                  <a:pt x="4022974" y="2154879"/>
                </a:cubicBezTo>
                <a:cubicBezTo>
                  <a:pt x="4023632" y="2161209"/>
                  <a:pt x="4028966" y="2165902"/>
                  <a:pt x="4035170" y="2165902"/>
                </a:cubicBezTo>
                <a:cubicBezTo>
                  <a:pt x="4035597" y="2165902"/>
                  <a:pt x="4036006" y="2165884"/>
                  <a:pt x="4036433" y="2165831"/>
                </a:cubicBezTo>
                <a:close/>
                <a:moveTo>
                  <a:pt x="4275114" y="2079142"/>
                </a:moveTo>
                <a:cubicBezTo>
                  <a:pt x="4282422" y="2079035"/>
                  <a:pt x="4288254" y="2073043"/>
                  <a:pt x="4288163" y="2065736"/>
                </a:cubicBezTo>
                <a:cubicBezTo>
                  <a:pt x="4288059" y="2058447"/>
                  <a:pt x="4282066" y="2052616"/>
                  <a:pt x="4274760" y="2052705"/>
                </a:cubicBezTo>
                <a:cubicBezTo>
                  <a:pt x="4267471" y="2052793"/>
                  <a:pt x="4261638" y="2058803"/>
                  <a:pt x="4261726" y="2066093"/>
                </a:cubicBezTo>
                <a:cubicBezTo>
                  <a:pt x="4261816" y="2073328"/>
                  <a:pt x="4267720" y="2079142"/>
                  <a:pt x="4274939" y="2079142"/>
                </a:cubicBezTo>
                <a:close/>
                <a:moveTo>
                  <a:pt x="1456127" y="3114888"/>
                </a:moveTo>
                <a:cubicBezTo>
                  <a:pt x="1459610" y="3114888"/>
                  <a:pt x="1462740" y="3112470"/>
                  <a:pt x="1463486" y="3108932"/>
                </a:cubicBezTo>
                <a:lnTo>
                  <a:pt x="1457696" y="3100015"/>
                </a:lnTo>
                <a:lnTo>
                  <a:pt x="1448765" y="3105785"/>
                </a:lnTo>
                <a:cubicBezTo>
                  <a:pt x="1447894" y="3109856"/>
                  <a:pt x="1450489" y="3113857"/>
                  <a:pt x="1454561" y="3114728"/>
                </a:cubicBezTo>
                <a:cubicBezTo>
                  <a:pt x="1455077" y="3114834"/>
                  <a:pt x="1455610" y="3114888"/>
                  <a:pt x="1456127" y="3114888"/>
                </a:cubicBezTo>
                <a:close/>
                <a:moveTo>
                  <a:pt x="1986561" y="2922573"/>
                </a:moveTo>
                <a:cubicBezTo>
                  <a:pt x="1991735" y="2922181"/>
                  <a:pt x="1995628" y="2917666"/>
                  <a:pt x="1995237" y="2912474"/>
                </a:cubicBezTo>
                <a:cubicBezTo>
                  <a:pt x="1994845" y="2907283"/>
                  <a:pt x="1990312" y="2903389"/>
                  <a:pt x="1985137" y="2903780"/>
                </a:cubicBezTo>
                <a:cubicBezTo>
                  <a:pt x="1979948" y="2904171"/>
                  <a:pt x="1976053" y="2908705"/>
                  <a:pt x="1976444" y="2913897"/>
                </a:cubicBezTo>
                <a:cubicBezTo>
                  <a:pt x="1976817" y="2918839"/>
                  <a:pt x="1980959" y="2922608"/>
                  <a:pt x="1985831" y="2922608"/>
                </a:cubicBezTo>
                <a:cubicBezTo>
                  <a:pt x="1986080" y="2922608"/>
                  <a:pt x="1986312" y="2922572"/>
                  <a:pt x="1986561" y="2922573"/>
                </a:cubicBezTo>
                <a:close/>
                <a:moveTo>
                  <a:pt x="4897218" y="1854914"/>
                </a:moveTo>
                <a:cubicBezTo>
                  <a:pt x="4905609" y="1854914"/>
                  <a:pt x="4912667" y="1848389"/>
                  <a:pt x="4913237" y="1839891"/>
                </a:cubicBezTo>
                <a:cubicBezTo>
                  <a:pt x="4913806" y="1831038"/>
                  <a:pt x="4907083" y="1823393"/>
                  <a:pt x="4898248" y="1822824"/>
                </a:cubicBezTo>
                <a:cubicBezTo>
                  <a:pt x="4889378" y="1822254"/>
                  <a:pt x="4881749" y="1828956"/>
                  <a:pt x="4881163" y="1837811"/>
                </a:cubicBezTo>
                <a:cubicBezTo>
                  <a:pt x="4880595" y="1846664"/>
                  <a:pt x="4887315" y="1854310"/>
                  <a:pt x="4896168" y="1854878"/>
                </a:cubicBezTo>
                <a:cubicBezTo>
                  <a:pt x="4896507" y="1854896"/>
                  <a:pt x="4896861" y="1854914"/>
                  <a:pt x="4897218" y="1854914"/>
                </a:cubicBezTo>
                <a:close/>
                <a:moveTo>
                  <a:pt x="8298746" y="608952"/>
                </a:moveTo>
                <a:cubicBezTo>
                  <a:pt x="8307529" y="608952"/>
                  <a:pt x="8315902" y="603813"/>
                  <a:pt x="8319601" y="595243"/>
                </a:cubicBezTo>
                <a:cubicBezTo>
                  <a:pt x="8324561" y="583723"/>
                  <a:pt x="8319245" y="570371"/>
                  <a:pt x="8307742" y="565411"/>
                </a:cubicBezTo>
                <a:cubicBezTo>
                  <a:pt x="8301982" y="562931"/>
                  <a:pt x="8295764" y="563015"/>
                  <a:pt x="8290365" y="565157"/>
                </a:cubicBezTo>
                <a:cubicBezTo>
                  <a:pt x="8284967" y="567299"/>
                  <a:pt x="8280389" y="571500"/>
                  <a:pt x="8277909" y="577251"/>
                </a:cubicBezTo>
                <a:cubicBezTo>
                  <a:pt x="8272948" y="588772"/>
                  <a:pt x="8278246" y="602124"/>
                  <a:pt x="8289767" y="607085"/>
                </a:cubicBezTo>
                <a:cubicBezTo>
                  <a:pt x="8292701" y="608347"/>
                  <a:pt x="8295741" y="608952"/>
                  <a:pt x="8298746" y="608952"/>
                </a:cubicBezTo>
                <a:close/>
                <a:moveTo>
                  <a:pt x="2487269" y="2742152"/>
                </a:moveTo>
                <a:cubicBezTo>
                  <a:pt x="2492796" y="2740642"/>
                  <a:pt x="2496070" y="2734952"/>
                  <a:pt x="2494558" y="2729423"/>
                </a:cubicBezTo>
                <a:cubicBezTo>
                  <a:pt x="2493064" y="2723894"/>
                  <a:pt x="2487357" y="2720622"/>
                  <a:pt x="2481828" y="2722134"/>
                </a:cubicBezTo>
                <a:cubicBezTo>
                  <a:pt x="2476317" y="2723627"/>
                  <a:pt x="2473045" y="2729316"/>
                  <a:pt x="2474538" y="2734863"/>
                </a:cubicBezTo>
                <a:cubicBezTo>
                  <a:pt x="2475801" y="2739468"/>
                  <a:pt x="2479979" y="2742508"/>
                  <a:pt x="2484548" y="2742508"/>
                </a:cubicBezTo>
                <a:cubicBezTo>
                  <a:pt x="2485455" y="2742508"/>
                  <a:pt x="2486362" y="2742402"/>
                  <a:pt x="2487269" y="2742152"/>
                </a:cubicBezTo>
                <a:close/>
                <a:moveTo>
                  <a:pt x="4118641" y="2146736"/>
                </a:moveTo>
                <a:lnTo>
                  <a:pt x="4118647" y="2146727"/>
                </a:lnTo>
                <a:lnTo>
                  <a:pt x="4118641" y="2146719"/>
                </a:lnTo>
                <a:close/>
                <a:moveTo>
                  <a:pt x="3798996" y="2265358"/>
                </a:moveTo>
                <a:cubicBezTo>
                  <a:pt x="3805148" y="2264255"/>
                  <a:pt x="3809235" y="2258371"/>
                  <a:pt x="3808134" y="2252219"/>
                </a:cubicBezTo>
                <a:cubicBezTo>
                  <a:pt x="3807015" y="2246068"/>
                  <a:pt x="3801148" y="2241961"/>
                  <a:pt x="3794978" y="2243081"/>
                </a:cubicBezTo>
                <a:cubicBezTo>
                  <a:pt x="3788827" y="2244183"/>
                  <a:pt x="3784736" y="2250068"/>
                  <a:pt x="3785857" y="2256219"/>
                </a:cubicBezTo>
                <a:cubicBezTo>
                  <a:pt x="3786834" y="2261695"/>
                  <a:pt x="3791598" y="2265536"/>
                  <a:pt x="3796970" y="2265536"/>
                </a:cubicBezTo>
                <a:cubicBezTo>
                  <a:pt x="3797643" y="2265535"/>
                  <a:pt x="3798303" y="2265464"/>
                  <a:pt x="3798996" y="2265358"/>
                </a:cubicBezTo>
                <a:close/>
                <a:moveTo>
                  <a:pt x="5238323" y="1737432"/>
                </a:moveTo>
                <a:cubicBezTo>
                  <a:pt x="5247638" y="1736204"/>
                  <a:pt x="5254201" y="1727652"/>
                  <a:pt x="5252974" y="1718337"/>
                </a:cubicBezTo>
                <a:cubicBezTo>
                  <a:pt x="5251746" y="1709020"/>
                  <a:pt x="5243195" y="1702478"/>
                  <a:pt x="5233878" y="1703704"/>
                </a:cubicBezTo>
                <a:cubicBezTo>
                  <a:pt x="5224582" y="1704931"/>
                  <a:pt x="5218020" y="1713465"/>
                  <a:pt x="5219246" y="1722781"/>
                </a:cubicBezTo>
                <a:cubicBezTo>
                  <a:pt x="5220369" y="1731351"/>
                  <a:pt x="5227676" y="1737573"/>
                  <a:pt x="5236083" y="1737573"/>
                </a:cubicBezTo>
                <a:cubicBezTo>
                  <a:pt x="5236831" y="1737573"/>
                  <a:pt x="5237577" y="1737520"/>
                  <a:pt x="5238323" y="1737432"/>
                </a:cubicBezTo>
                <a:close/>
                <a:moveTo>
                  <a:pt x="7961089" y="738862"/>
                </a:moveTo>
                <a:cubicBezTo>
                  <a:pt x="7969409" y="738861"/>
                  <a:pt x="7977267" y="733848"/>
                  <a:pt x="7980468" y="725616"/>
                </a:cubicBezTo>
                <a:cubicBezTo>
                  <a:pt x="7984645" y="714913"/>
                  <a:pt x="7979348" y="702859"/>
                  <a:pt x="7968645" y="698681"/>
                </a:cubicBezTo>
                <a:cubicBezTo>
                  <a:pt x="7957941" y="694502"/>
                  <a:pt x="7945887" y="699801"/>
                  <a:pt x="7941709" y="710504"/>
                </a:cubicBezTo>
                <a:cubicBezTo>
                  <a:pt x="7937532" y="721208"/>
                  <a:pt x="7942830" y="733261"/>
                  <a:pt x="7953533" y="737438"/>
                </a:cubicBezTo>
                <a:cubicBezTo>
                  <a:pt x="7956022" y="738417"/>
                  <a:pt x="7958582" y="738861"/>
                  <a:pt x="7961089" y="738862"/>
                </a:cubicBezTo>
                <a:close/>
                <a:moveTo>
                  <a:pt x="7260635" y="996655"/>
                </a:moveTo>
                <a:cubicBezTo>
                  <a:pt x="7270555" y="996619"/>
                  <a:pt x="7278573" y="988566"/>
                  <a:pt x="7278538" y="978645"/>
                </a:cubicBezTo>
                <a:cubicBezTo>
                  <a:pt x="7278519" y="968724"/>
                  <a:pt x="7270449" y="960706"/>
                  <a:pt x="7260545" y="960742"/>
                </a:cubicBezTo>
                <a:cubicBezTo>
                  <a:pt x="7250625" y="960760"/>
                  <a:pt x="7242624" y="968831"/>
                  <a:pt x="7242624" y="978752"/>
                </a:cubicBezTo>
                <a:cubicBezTo>
                  <a:pt x="7242660" y="988637"/>
                  <a:pt x="7250696" y="996655"/>
                  <a:pt x="7260581" y="996655"/>
                </a:cubicBezTo>
                <a:close/>
                <a:moveTo>
                  <a:pt x="2578670" y="2715821"/>
                </a:moveTo>
                <a:cubicBezTo>
                  <a:pt x="2584145" y="2714151"/>
                  <a:pt x="2587239" y="2708354"/>
                  <a:pt x="2585586" y="2702878"/>
                </a:cubicBezTo>
                <a:cubicBezTo>
                  <a:pt x="2583915" y="2697403"/>
                  <a:pt x="2578118" y="2694309"/>
                  <a:pt x="2572625" y="2695981"/>
                </a:cubicBezTo>
                <a:cubicBezTo>
                  <a:pt x="2567149" y="2697652"/>
                  <a:pt x="2564073" y="2703448"/>
                  <a:pt x="2565743" y="2708923"/>
                </a:cubicBezTo>
                <a:cubicBezTo>
                  <a:pt x="2567095" y="2713386"/>
                  <a:pt x="2571202" y="2716266"/>
                  <a:pt x="2575665" y="2716267"/>
                </a:cubicBezTo>
                <a:cubicBezTo>
                  <a:pt x="2576660" y="2716266"/>
                  <a:pt x="2577674" y="2716125"/>
                  <a:pt x="2578670" y="2715821"/>
                </a:cubicBezTo>
                <a:close/>
                <a:moveTo>
                  <a:pt x="3559033" y="2357455"/>
                </a:moveTo>
                <a:lnTo>
                  <a:pt x="3559035" y="2357452"/>
                </a:lnTo>
                <a:lnTo>
                  <a:pt x="3559017" y="2357452"/>
                </a:lnTo>
                <a:close/>
                <a:moveTo>
                  <a:pt x="4514988" y="2007599"/>
                </a:moveTo>
                <a:cubicBezTo>
                  <a:pt x="4522172" y="2007598"/>
                  <a:pt x="4528322" y="2002159"/>
                  <a:pt x="4529070" y="1994851"/>
                </a:cubicBezTo>
                <a:cubicBezTo>
                  <a:pt x="4529851" y="1987082"/>
                  <a:pt x="4524160" y="1980131"/>
                  <a:pt x="4516391" y="1979348"/>
                </a:cubicBezTo>
                <a:cubicBezTo>
                  <a:pt x="4508608" y="1978566"/>
                  <a:pt x="4501654" y="1984238"/>
                  <a:pt x="4500873" y="1992025"/>
                </a:cubicBezTo>
                <a:cubicBezTo>
                  <a:pt x="4500090" y="1999811"/>
                  <a:pt x="4505763" y="2006745"/>
                  <a:pt x="4513549" y="2007527"/>
                </a:cubicBezTo>
                <a:cubicBezTo>
                  <a:pt x="4514028" y="2007581"/>
                  <a:pt x="4514508" y="2007599"/>
                  <a:pt x="4514988" y="2007599"/>
                </a:cubicBezTo>
                <a:close/>
                <a:moveTo>
                  <a:pt x="829063" y="3359810"/>
                </a:moveTo>
                <a:cubicBezTo>
                  <a:pt x="830219" y="3359810"/>
                  <a:pt x="831374" y="3359259"/>
                  <a:pt x="832103" y="3358227"/>
                </a:cubicBezTo>
                <a:cubicBezTo>
                  <a:pt x="833295" y="3356538"/>
                  <a:pt x="832903" y="3354209"/>
                  <a:pt x="831214" y="3353018"/>
                </a:cubicBezTo>
                <a:cubicBezTo>
                  <a:pt x="829525" y="3351827"/>
                  <a:pt x="827196" y="3352235"/>
                  <a:pt x="826005" y="3353907"/>
                </a:cubicBezTo>
                <a:cubicBezTo>
                  <a:pt x="824814" y="3355596"/>
                  <a:pt x="825222" y="3357925"/>
                  <a:pt x="826911" y="3359116"/>
                </a:cubicBezTo>
                <a:cubicBezTo>
                  <a:pt x="827552" y="3359578"/>
                  <a:pt x="828316" y="3359810"/>
                  <a:pt x="829063" y="3359810"/>
                </a:cubicBezTo>
                <a:close/>
                <a:moveTo>
                  <a:pt x="2669235" y="2686896"/>
                </a:moveTo>
                <a:cubicBezTo>
                  <a:pt x="2674658" y="2685082"/>
                  <a:pt x="2677609" y="2679198"/>
                  <a:pt x="2675795" y="2673775"/>
                </a:cubicBezTo>
                <a:cubicBezTo>
                  <a:pt x="2673983" y="2668335"/>
                  <a:pt x="2668115" y="2665401"/>
                  <a:pt x="2662675" y="2667214"/>
                </a:cubicBezTo>
                <a:cubicBezTo>
                  <a:pt x="2657235" y="2669010"/>
                  <a:pt x="2654301" y="2674895"/>
                  <a:pt x="2656115" y="2680317"/>
                </a:cubicBezTo>
                <a:cubicBezTo>
                  <a:pt x="2657554" y="2684673"/>
                  <a:pt x="2661608" y="2687429"/>
                  <a:pt x="2665947" y="2687429"/>
                </a:cubicBezTo>
                <a:cubicBezTo>
                  <a:pt x="2667048" y="2687429"/>
                  <a:pt x="2668151" y="2687251"/>
                  <a:pt x="2669235" y="2686896"/>
                </a:cubicBezTo>
                <a:close/>
                <a:moveTo>
                  <a:pt x="3203474" y="2491079"/>
                </a:moveTo>
                <a:cubicBezTo>
                  <a:pt x="3208860" y="2489141"/>
                  <a:pt x="3211652" y="2483203"/>
                  <a:pt x="3209715" y="2477815"/>
                </a:cubicBezTo>
                <a:cubicBezTo>
                  <a:pt x="3207758" y="2472411"/>
                  <a:pt x="3201820" y="2469619"/>
                  <a:pt x="3196434" y="2471575"/>
                </a:cubicBezTo>
                <a:cubicBezTo>
                  <a:pt x="3191046" y="2473513"/>
                  <a:pt x="3188255" y="2479451"/>
                  <a:pt x="3190193" y="2484856"/>
                </a:cubicBezTo>
                <a:cubicBezTo>
                  <a:pt x="3191722" y="2489070"/>
                  <a:pt x="3195704" y="2491701"/>
                  <a:pt x="3199954" y="2491701"/>
                </a:cubicBezTo>
                <a:cubicBezTo>
                  <a:pt x="3201127" y="2491701"/>
                  <a:pt x="3202318" y="2491505"/>
                  <a:pt x="3203474" y="2491079"/>
                </a:cubicBezTo>
                <a:close/>
                <a:moveTo>
                  <a:pt x="3114579" y="2523704"/>
                </a:moveTo>
                <a:cubicBezTo>
                  <a:pt x="3119949" y="2521712"/>
                  <a:pt x="3122686" y="2515738"/>
                  <a:pt x="3120677" y="2510369"/>
                </a:cubicBezTo>
                <a:cubicBezTo>
                  <a:pt x="3118686" y="2505000"/>
                  <a:pt x="3112713" y="2502261"/>
                  <a:pt x="3107343" y="2504271"/>
                </a:cubicBezTo>
                <a:cubicBezTo>
                  <a:pt x="3101975" y="2506262"/>
                  <a:pt x="3099253" y="2512218"/>
                  <a:pt x="3101245" y="2517605"/>
                </a:cubicBezTo>
                <a:cubicBezTo>
                  <a:pt x="3102792" y="2521765"/>
                  <a:pt x="3106757" y="2524361"/>
                  <a:pt x="3110970" y="2524361"/>
                </a:cubicBezTo>
                <a:cubicBezTo>
                  <a:pt x="3112161" y="2524361"/>
                  <a:pt x="3113388" y="2524147"/>
                  <a:pt x="3114579" y="2523704"/>
                </a:cubicBezTo>
                <a:close/>
                <a:moveTo>
                  <a:pt x="3025863" y="2556985"/>
                </a:moveTo>
                <a:cubicBezTo>
                  <a:pt x="3031232" y="2554959"/>
                  <a:pt x="3033934" y="2548985"/>
                  <a:pt x="3031907" y="2543615"/>
                </a:cubicBezTo>
                <a:cubicBezTo>
                  <a:pt x="3029898" y="2538264"/>
                  <a:pt x="3023907" y="2535544"/>
                  <a:pt x="3018555" y="2537570"/>
                </a:cubicBezTo>
                <a:cubicBezTo>
                  <a:pt x="3013185" y="2539598"/>
                  <a:pt x="3010483" y="2545571"/>
                  <a:pt x="3012511" y="2550940"/>
                </a:cubicBezTo>
                <a:cubicBezTo>
                  <a:pt x="3014076" y="2555100"/>
                  <a:pt x="3018022" y="2557660"/>
                  <a:pt x="3022218" y="2557660"/>
                </a:cubicBezTo>
                <a:cubicBezTo>
                  <a:pt x="3023426" y="2557661"/>
                  <a:pt x="3024671" y="2557430"/>
                  <a:pt x="3025863" y="2556985"/>
                </a:cubicBezTo>
                <a:close/>
                <a:moveTo>
                  <a:pt x="3292706" y="2459574"/>
                </a:moveTo>
                <a:cubicBezTo>
                  <a:pt x="3298128" y="2457708"/>
                  <a:pt x="3301009" y="2451805"/>
                  <a:pt x="3299141" y="2446400"/>
                </a:cubicBezTo>
                <a:cubicBezTo>
                  <a:pt x="3297275" y="2440978"/>
                  <a:pt x="3291373" y="2438098"/>
                  <a:pt x="3285968" y="2439965"/>
                </a:cubicBezTo>
                <a:cubicBezTo>
                  <a:pt x="3280545" y="2441831"/>
                  <a:pt x="3277665" y="2447734"/>
                  <a:pt x="3279532" y="2453157"/>
                </a:cubicBezTo>
                <a:cubicBezTo>
                  <a:pt x="3281008" y="2457441"/>
                  <a:pt x="3285026" y="2460143"/>
                  <a:pt x="3289346" y="2460144"/>
                </a:cubicBezTo>
                <a:cubicBezTo>
                  <a:pt x="3290466" y="2460143"/>
                  <a:pt x="3291586" y="2459966"/>
                  <a:pt x="3292706" y="2459574"/>
                </a:cubicBezTo>
                <a:close/>
                <a:moveTo>
                  <a:pt x="2937163" y="2590445"/>
                </a:moveTo>
                <a:cubicBezTo>
                  <a:pt x="2942532" y="2588436"/>
                  <a:pt x="2945235" y="2582445"/>
                  <a:pt x="2943226" y="2577093"/>
                </a:cubicBezTo>
                <a:cubicBezTo>
                  <a:pt x="2941217" y="2571742"/>
                  <a:pt x="2935226" y="2569022"/>
                  <a:pt x="2929874" y="2571048"/>
                </a:cubicBezTo>
                <a:cubicBezTo>
                  <a:pt x="2924505" y="2573058"/>
                  <a:pt x="2921785" y="2579030"/>
                  <a:pt x="2923810" y="2584400"/>
                </a:cubicBezTo>
                <a:cubicBezTo>
                  <a:pt x="2925376" y="2588561"/>
                  <a:pt x="2929323" y="2591121"/>
                  <a:pt x="2933519" y="2591121"/>
                </a:cubicBezTo>
                <a:cubicBezTo>
                  <a:pt x="2934728" y="2591121"/>
                  <a:pt x="2935972" y="2590907"/>
                  <a:pt x="2937163" y="2590445"/>
                </a:cubicBezTo>
                <a:close/>
                <a:moveTo>
                  <a:pt x="2759054" y="2655961"/>
                </a:moveTo>
                <a:cubicBezTo>
                  <a:pt x="2764442" y="2654040"/>
                  <a:pt x="2767269" y="2648102"/>
                  <a:pt x="2765348" y="2642715"/>
                </a:cubicBezTo>
                <a:cubicBezTo>
                  <a:pt x="2763446" y="2637310"/>
                  <a:pt x="2757508" y="2634484"/>
                  <a:pt x="2752121" y="2636403"/>
                </a:cubicBezTo>
                <a:cubicBezTo>
                  <a:pt x="2746716" y="2638306"/>
                  <a:pt x="2743889" y="2644244"/>
                  <a:pt x="2745809" y="2649649"/>
                </a:cubicBezTo>
                <a:cubicBezTo>
                  <a:pt x="2747320" y="2653899"/>
                  <a:pt x="2751321" y="2656547"/>
                  <a:pt x="2755588" y="2656547"/>
                </a:cubicBezTo>
                <a:cubicBezTo>
                  <a:pt x="2756725" y="2656547"/>
                  <a:pt x="2757899" y="2656352"/>
                  <a:pt x="2759054" y="2655961"/>
                </a:cubicBezTo>
                <a:close/>
                <a:moveTo>
                  <a:pt x="2848305" y="2623621"/>
                </a:moveTo>
                <a:cubicBezTo>
                  <a:pt x="2853674" y="2621630"/>
                  <a:pt x="2856430" y="2615674"/>
                  <a:pt x="2854438" y="2610304"/>
                </a:cubicBezTo>
                <a:cubicBezTo>
                  <a:pt x="2852447" y="2604917"/>
                  <a:pt x="2846491" y="2602179"/>
                  <a:pt x="2841121" y="2604153"/>
                </a:cubicBezTo>
                <a:cubicBezTo>
                  <a:pt x="2835734" y="2606144"/>
                  <a:pt x="2832997" y="2612100"/>
                  <a:pt x="2834988" y="2617487"/>
                </a:cubicBezTo>
                <a:cubicBezTo>
                  <a:pt x="2836517" y="2621665"/>
                  <a:pt x="2840482" y="2624260"/>
                  <a:pt x="2844713" y="2624261"/>
                </a:cubicBezTo>
                <a:cubicBezTo>
                  <a:pt x="2845904" y="2624261"/>
                  <a:pt x="2847114" y="2624047"/>
                  <a:pt x="2848305" y="2623621"/>
                </a:cubicBezTo>
                <a:close/>
                <a:moveTo>
                  <a:pt x="3382437" y="2429671"/>
                </a:moveTo>
                <a:cubicBezTo>
                  <a:pt x="3387894" y="2427929"/>
                  <a:pt x="3390917" y="2422097"/>
                  <a:pt x="3389157" y="2416639"/>
                </a:cubicBezTo>
                <a:cubicBezTo>
                  <a:pt x="3387432" y="2411181"/>
                  <a:pt x="3381583" y="2408159"/>
                  <a:pt x="3376124" y="2409918"/>
                </a:cubicBezTo>
                <a:cubicBezTo>
                  <a:pt x="3370667" y="2411660"/>
                  <a:pt x="3367662" y="2417492"/>
                  <a:pt x="3369404" y="2422950"/>
                </a:cubicBezTo>
                <a:cubicBezTo>
                  <a:pt x="3370809" y="2427359"/>
                  <a:pt x="3374899" y="2430168"/>
                  <a:pt x="3379289" y="2430168"/>
                </a:cubicBezTo>
                <a:cubicBezTo>
                  <a:pt x="3380339" y="2430168"/>
                  <a:pt x="3381387" y="2430009"/>
                  <a:pt x="3382437" y="2429671"/>
                </a:cubicBezTo>
                <a:close/>
                <a:moveTo>
                  <a:pt x="4131534" y="2158347"/>
                </a:moveTo>
                <a:cubicBezTo>
                  <a:pt x="4138306" y="2157973"/>
                  <a:pt x="4143497" y="2152195"/>
                  <a:pt x="4143141" y="2145439"/>
                </a:cubicBezTo>
                <a:cubicBezTo>
                  <a:pt x="4142786" y="2138683"/>
                  <a:pt x="4137008" y="2133492"/>
                  <a:pt x="4130233" y="2133829"/>
                </a:cubicBezTo>
                <a:cubicBezTo>
                  <a:pt x="4126854" y="2134016"/>
                  <a:pt x="4123870" y="2135554"/>
                  <a:pt x="4121771" y="2137889"/>
                </a:cubicBezTo>
                <a:lnTo>
                  <a:pt x="4118647" y="2146727"/>
                </a:lnTo>
                <a:lnTo>
                  <a:pt x="4122458" y="2154987"/>
                </a:lnTo>
                <a:cubicBezTo>
                  <a:pt x="4124666" y="2157076"/>
                  <a:pt x="4127639" y="2158347"/>
                  <a:pt x="4130874" y="2158347"/>
                </a:cubicBezTo>
                <a:cubicBezTo>
                  <a:pt x="4131104" y="2158347"/>
                  <a:pt x="4131320" y="2158347"/>
                  <a:pt x="4131534" y="2158347"/>
                </a:cubicBezTo>
                <a:close/>
                <a:moveTo>
                  <a:pt x="1129439" y="3260799"/>
                </a:moveTo>
                <a:cubicBezTo>
                  <a:pt x="1131571" y="3260799"/>
                  <a:pt x="1133598" y="3259590"/>
                  <a:pt x="1134558" y="3257545"/>
                </a:cubicBezTo>
                <a:cubicBezTo>
                  <a:pt x="1135858" y="3254718"/>
                  <a:pt x="1134630" y="3251376"/>
                  <a:pt x="1131803" y="3250060"/>
                </a:cubicBezTo>
                <a:cubicBezTo>
                  <a:pt x="1128976" y="3248762"/>
                  <a:pt x="1125634" y="3249989"/>
                  <a:pt x="1124335" y="3252816"/>
                </a:cubicBezTo>
                <a:cubicBezTo>
                  <a:pt x="1123021" y="3255625"/>
                  <a:pt x="1124264" y="3258985"/>
                  <a:pt x="1127074" y="3260283"/>
                </a:cubicBezTo>
                <a:cubicBezTo>
                  <a:pt x="1127838" y="3260639"/>
                  <a:pt x="1128657" y="3260799"/>
                  <a:pt x="1129439" y="3260799"/>
                </a:cubicBezTo>
                <a:close/>
                <a:moveTo>
                  <a:pt x="3472895" y="2402220"/>
                </a:moveTo>
                <a:cubicBezTo>
                  <a:pt x="3478388" y="2400638"/>
                  <a:pt x="3481571" y="2394895"/>
                  <a:pt x="3479989" y="2389401"/>
                </a:cubicBezTo>
                <a:cubicBezTo>
                  <a:pt x="3478425" y="2383890"/>
                  <a:pt x="3472664" y="2380707"/>
                  <a:pt x="3467170" y="2382290"/>
                </a:cubicBezTo>
                <a:cubicBezTo>
                  <a:pt x="3461658" y="2383872"/>
                  <a:pt x="3458477" y="2389615"/>
                  <a:pt x="3460059" y="2395126"/>
                </a:cubicBezTo>
                <a:cubicBezTo>
                  <a:pt x="3461375" y="2399677"/>
                  <a:pt x="3465517" y="2402629"/>
                  <a:pt x="3470033" y="2402629"/>
                </a:cubicBezTo>
                <a:cubicBezTo>
                  <a:pt x="3470976" y="2402629"/>
                  <a:pt x="3471934" y="2402505"/>
                  <a:pt x="3472895" y="2402220"/>
                </a:cubicBezTo>
                <a:close/>
                <a:moveTo>
                  <a:pt x="2080770" y="2912954"/>
                </a:moveTo>
                <a:cubicBezTo>
                  <a:pt x="2085927" y="2912278"/>
                  <a:pt x="2089589" y="2907567"/>
                  <a:pt x="2088914" y="2902411"/>
                </a:cubicBezTo>
                <a:cubicBezTo>
                  <a:pt x="2088256" y="2897237"/>
                  <a:pt x="2083527" y="2893593"/>
                  <a:pt x="2078370" y="2894268"/>
                </a:cubicBezTo>
                <a:cubicBezTo>
                  <a:pt x="2073215" y="2894909"/>
                  <a:pt x="2069571" y="2899638"/>
                  <a:pt x="2070228" y="2904812"/>
                </a:cubicBezTo>
                <a:cubicBezTo>
                  <a:pt x="2070833" y="2909559"/>
                  <a:pt x="2074886" y="2913026"/>
                  <a:pt x="2079562" y="2913025"/>
                </a:cubicBezTo>
                <a:cubicBezTo>
                  <a:pt x="2079952" y="2913025"/>
                  <a:pt x="2080362" y="2913008"/>
                  <a:pt x="2080770" y="2912954"/>
                </a:cubicBezTo>
                <a:close/>
                <a:moveTo>
                  <a:pt x="3892781" y="2250370"/>
                </a:moveTo>
                <a:cubicBezTo>
                  <a:pt x="3898984" y="2249517"/>
                  <a:pt x="3903306" y="2243792"/>
                  <a:pt x="3902433" y="2237604"/>
                </a:cubicBezTo>
                <a:cubicBezTo>
                  <a:pt x="3901580" y="2231400"/>
                  <a:pt x="3895853" y="2227080"/>
                  <a:pt x="3889668" y="2227951"/>
                </a:cubicBezTo>
                <a:cubicBezTo>
                  <a:pt x="3883481" y="2228804"/>
                  <a:pt x="3879162" y="2234530"/>
                  <a:pt x="3880014" y="2240716"/>
                </a:cubicBezTo>
                <a:cubicBezTo>
                  <a:pt x="3880796" y="2246388"/>
                  <a:pt x="3885652" y="2250476"/>
                  <a:pt x="3891214" y="2250476"/>
                </a:cubicBezTo>
                <a:cubicBezTo>
                  <a:pt x="3891731" y="2250476"/>
                  <a:pt x="3892263" y="2250441"/>
                  <a:pt x="3892781" y="2250370"/>
                </a:cubicBezTo>
                <a:close/>
                <a:moveTo>
                  <a:pt x="5336942" y="1721519"/>
                </a:moveTo>
                <a:cubicBezTo>
                  <a:pt x="5346169" y="1719777"/>
                  <a:pt x="5352234" y="1710869"/>
                  <a:pt x="5350492" y="1701642"/>
                </a:cubicBezTo>
                <a:cubicBezTo>
                  <a:pt x="5348751" y="1692415"/>
                  <a:pt x="5339859" y="1686352"/>
                  <a:pt x="5330632" y="1688094"/>
                </a:cubicBezTo>
                <a:cubicBezTo>
                  <a:pt x="5321406" y="1689837"/>
                  <a:pt x="5315343" y="1698744"/>
                  <a:pt x="5317084" y="1707971"/>
                </a:cubicBezTo>
                <a:lnTo>
                  <a:pt x="5317066" y="1707971"/>
                </a:lnTo>
                <a:cubicBezTo>
                  <a:pt x="5318614" y="1716132"/>
                  <a:pt x="5325761" y="1721820"/>
                  <a:pt x="5333760" y="1721821"/>
                </a:cubicBezTo>
                <a:cubicBezTo>
                  <a:pt x="5334810" y="1721821"/>
                  <a:pt x="5335878" y="1721715"/>
                  <a:pt x="5336942" y="1721519"/>
                </a:cubicBezTo>
                <a:close/>
                <a:moveTo>
                  <a:pt x="1765923" y="3033957"/>
                </a:moveTo>
                <a:cubicBezTo>
                  <a:pt x="1770528" y="3033957"/>
                  <a:pt x="1774315" y="3030242"/>
                  <a:pt x="1774404" y="3025619"/>
                </a:cubicBezTo>
                <a:cubicBezTo>
                  <a:pt x="1774475" y="3020925"/>
                  <a:pt x="1770741" y="3017085"/>
                  <a:pt x="1766065" y="3016997"/>
                </a:cubicBezTo>
                <a:cubicBezTo>
                  <a:pt x="1761389" y="3016925"/>
                  <a:pt x="1757531" y="3020658"/>
                  <a:pt x="1757442" y="3025334"/>
                </a:cubicBezTo>
                <a:cubicBezTo>
                  <a:pt x="1757373" y="3030010"/>
                  <a:pt x="1761106" y="3033868"/>
                  <a:pt x="1765781" y="3033939"/>
                </a:cubicBezTo>
                <a:cubicBezTo>
                  <a:pt x="1765833" y="3033957"/>
                  <a:pt x="1765923" y="3033957"/>
                  <a:pt x="1765923" y="3033957"/>
                </a:cubicBezTo>
                <a:close/>
                <a:moveTo>
                  <a:pt x="4371513" y="2081151"/>
                </a:moveTo>
                <a:cubicBezTo>
                  <a:pt x="4378463" y="2081150"/>
                  <a:pt x="4384296" y="2075711"/>
                  <a:pt x="4384705" y="2068688"/>
                </a:cubicBezTo>
                <a:cubicBezTo>
                  <a:pt x="4385114" y="2061399"/>
                  <a:pt x="4379548" y="2055158"/>
                  <a:pt x="4372259" y="2054749"/>
                </a:cubicBezTo>
                <a:cubicBezTo>
                  <a:pt x="4364970" y="2054322"/>
                  <a:pt x="4358730" y="2059887"/>
                  <a:pt x="4358301" y="2067177"/>
                </a:cubicBezTo>
                <a:cubicBezTo>
                  <a:pt x="4357894" y="2074466"/>
                  <a:pt x="4363458" y="2080707"/>
                  <a:pt x="4370747" y="2081134"/>
                </a:cubicBezTo>
                <a:cubicBezTo>
                  <a:pt x="4370997" y="2081151"/>
                  <a:pt x="4371263" y="2081150"/>
                  <a:pt x="4371513" y="2081151"/>
                </a:cubicBezTo>
                <a:close/>
                <a:moveTo>
                  <a:pt x="3564118" y="2377578"/>
                </a:moveTo>
                <a:cubicBezTo>
                  <a:pt x="3569666" y="2376156"/>
                  <a:pt x="3573027" y="2370520"/>
                  <a:pt x="3571620" y="2364973"/>
                </a:cubicBezTo>
                <a:cubicBezTo>
                  <a:pt x="3570919" y="2362191"/>
                  <a:pt x="3569159" y="2359960"/>
                  <a:pt x="3566878" y="2358599"/>
                </a:cubicBezTo>
                <a:lnTo>
                  <a:pt x="3559033" y="2357455"/>
                </a:lnTo>
                <a:lnTo>
                  <a:pt x="3551514" y="2370058"/>
                </a:lnTo>
                <a:cubicBezTo>
                  <a:pt x="3552704" y="2374751"/>
                  <a:pt x="3556936" y="2377881"/>
                  <a:pt x="3561558" y="2377881"/>
                </a:cubicBezTo>
                <a:cubicBezTo>
                  <a:pt x="3562411" y="2377881"/>
                  <a:pt x="3563265" y="2377774"/>
                  <a:pt x="3564118" y="2377578"/>
                </a:cubicBezTo>
                <a:close/>
                <a:moveTo>
                  <a:pt x="6640577" y="1251232"/>
                </a:moveTo>
                <a:cubicBezTo>
                  <a:pt x="6649432" y="1248102"/>
                  <a:pt x="6654090" y="1238395"/>
                  <a:pt x="6650961" y="1229523"/>
                </a:cubicBezTo>
                <a:cubicBezTo>
                  <a:pt x="6647849" y="1220669"/>
                  <a:pt x="6638141" y="1216011"/>
                  <a:pt x="6629271" y="1219140"/>
                </a:cubicBezTo>
                <a:cubicBezTo>
                  <a:pt x="6620416" y="1222269"/>
                  <a:pt x="6615758" y="1231977"/>
                  <a:pt x="6618888" y="1240830"/>
                </a:cubicBezTo>
                <a:cubicBezTo>
                  <a:pt x="6621341" y="1247818"/>
                  <a:pt x="6627919" y="1252191"/>
                  <a:pt x="6634924" y="1252192"/>
                </a:cubicBezTo>
                <a:cubicBezTo>
                  <a:pt x="6636808" y="1252192"/>
                  <a:pt x="6638711" y="1251889"/>
                  <a:pt x="6640577" y="1251232"/>
                </a:cubicBezTo>
                <a:close/>
                <a:moveTo>
                  <a:pt x="4754418" y="1943221"/>
                </a:moveTo>
                <a:cubicBezTo>
                  <a:pt x="4761902" y="1943221"/>
                  <a:pt x="4768393" y="1937674"/>
                  <a:pt x="4769388" y="1930065"/>
                </a:cubicBezTo>
                <a:cubicBezTo>
                  <a:pt x="4770471" y="1921780"/>
                  <a:pt x="4764623" y="1914206"/>
                  <a:pt x="4756357" y="1913121"/>
                </a:cubicBezTo>
                <a:cubicBezTo>
                  <a:pt x="4748071" y="1912055"/>
                  <a:pt x="4740496" y="1917887"/>
                  <a:pt x="4739413" y="1926154"/>
                </a:cubicBezTo>
                <a:cubicBezTo>
                  <a:pt x="4738344" y="1934439"/>
                  <a:pt x="4744179" y="1942030"/>
                  <a:pt x="4752443" y="1943097"/>
                </a:cubicBezTo>
                <a:cubicBezTo>
                  <a:pt x="4753119" y="1943186"/>
                  <a:pt x="4753776" y="1943221"/>
                  <a:pt x="4754418" y="1943221"/>
                </a:cubicBezTo>
                <a:close/>
                <a:moveTo>
                  <a:pt x="6548092" y="1285242"/>
                </a:moveTo>
                <a:cubicBezTo>
                  <a:pt x="6556875" y="1281900"/>
                  <a:pt x="6561266" y="1272050"/>
                  <a:pt x="6557906" y="1263285"/>
                </a:cubicBezTo>
                <a:cubicBezTo>
                  <a:pt x="6554545" y="1254502"/>
                  <a:pt x="6544714" y="1250111"/>
                  <a:pt x="6535949" y="1253472"/>
                </a:cubicBezTo>
                <a:cubicBezTo>
                  <a:pt x="6527185" y="1256832"/>
                  <a:pt x="6522793" y="1266663"/>
                  <a:pt x="6526153" y="1275447"/>
                </a:cubicBezTo>
                <a:lnTo>
                  <a:pt x="6526135" y="1275447"/>
                </a:lnTo>
                <a:cubicBezTo>
                  <a:pt x="6528730" y="1282220"/>
                  <a:pt x="6535185" y="1286380"/>
                  <a:pt x="6542029" y="1286380"/>
                </a:cubicBezTo>
                <a:cubicBezTo>
                  <a:pt x="6544038" y="1286380"/>
                  <a:pt x="6546101" y="1286007"/>
                  <a:pt x="6548092" y="1285242"/>
                </a:cubicBezTo>
                <a:close/>
                <a:moveTo>
                  <a:pt x="8513533" y="564431"/>
                </a:moveTo>
                <a:lnTo>
                  <a:pt x="8498276" y="522842"/>
                </a:lnTo>
                <a:lnTo>
                  <a:pt x="8488410" y="532751"/>
                </a:lnTo>
                <a:cubicBezTo>
                  <a:pt x="8483433" y="544840"/>
                  <a:pt x="8489175" y="558654"/>
                  <a:pt x="8501247" y="563633"/>
                </a:cubicBezTo>
                <a:cubicBezTo>
                  <a:pt x="8504198" y="564842"/>
                  <a:pt x="8507256" y="565411"/>
                  <a:pt x="8510260" y="565411"/>
                </a:cubicBezTo>
                <a:close/>
                <a:moveTo>
                  <a:pt x="7612080" y="895682"/>
                </a:moveTo>
                <a:cubicBezTo>
                  <a:pt x="7615360" y="893084"/>
                  <a:pt x="7617804" y="889387"/>
                  <a:pt x="7618791" y="884986"/>
                </a:cubicBezTo>
                <a:cubicBezTo>
                  <a:pt x="7621067" y="874799"/>
                  <a:pt x="7614648" y="864700"/>
                  <a:pt x="7604461" y="862424"/>
                </a:cubicBezTo>
                <a:cubicBezTo>
                  <a:pt x="7594274" y="860131"/>
                  <a:pt x="7584158" y="866549"/>
                  <a:pt x="7581882" y="876736"/>
                </a:cubicBezTo>
                <a:cubicBezTo>
                  <a:pt x="7579607" y="886924"/>
                  <a:pt x="7586026" y="897040"/>
                  <a:pt x="7596213" y="899316"/>
                </a:cubicBezTo>
                <a:cubicBezTo>
                  <a:pt x="7597599" y="899618"/>
                  <a:pt x="7598986" y="899778"/>
                  <a:pt x="7600354" y="899778"/>
                </a:cubicBezTo>
                <a:cubicBezTo>
                  <a:pt x="7604683" y="899778"/>
                  <a:pt x="7608799" y="898280"/>
                  <a:pt x="7612080" y="895682"/>
                </a:cubicBezTo>
                <a:close/>
                <a:moveTo>
                  <a:pt x="6456263" y="1321351"/>
                </a:moveTo>
                <a:cubicBezTo>
                  <a:pt x="6464994" y="1317849"/>
                  <a:pt x="6469224" y="1307946"/>
                  <a:pt x="6465722" y="1299234"/>
                </a:cubicBezTo>
                <a:cubicBezTo>
                  <a:pt x="6462219" y="1290505"/>
                  <a:pt x="6452316" y="1286273"/>
                  <a:pt x="6443588" y="1289776"/>
                </a:cubicBezTo>
                <a:cubicBezTo>
                  <a:pt x="6434858" y="1293278"/>
                  <a:pt x="6430627" y="1303181"/>
                  <a:pt x="6434129" y="1311893"/>
                </a:cubicBezTo>
                <a:lnTo>
                  <a:pt x="6434147" y="1311893"/>
                </a:lnTo>
                <a:cubicBezTo>
                  <a:pt x="6436813" y="1318542"/>
                  <a:pt x="6443196" y="1322578"/>
                  <a:pt x="6449934" y="1322578"/>
                </a:cubicBezTo>
                <a:cubicBezTo>
                  <a:pt x="6452050" y="1322578"/>
                  <a:pt x="6454184" y="1322187"/>
                  <a:pt x="6456263" y="1321351"/>
                </a:cubicBezTo>
                <a:close/>
                <a:moveTo>
                  <a:pt x="6733917" y="1220011"/>
                </a:moveTo>
                <a:cubicBezTo>
                  <a:pt x="6742861" y="1217185"/>
                  <a:pt x="6747838" y="1207620"/>
                  <a:pt x="6745011" y="1198677"/>
                </a:cubicBezTo>
                <a:cubicBezTo>
                  <a:pt x="6742184" y="1189716"/>
                  <a:pt x="6732638" y="1184739"/>
                  <a:pt x="6723676" y="1187565"/>
                </a:cubicBezTo>
                <a:cubicBezTo>
                  <a:pt x="6714716" y="1190392"/>
                  <a:pt x="6709738" y="1199939"/>
                  <a:pt x="6712565" y="1208900"/>
                </a:cubicBezTo>
                <a:cubicBezTo>
                  <a:pt x="6714858" y="1216154"/>
                  <a:pt x="6721561" y="1220794"/>
                  <a:pt x="6728796" y="1220794"/>
                </a:cubicBezTo>
                <a:cubicBezTo>
                  <a:pt x="6730485" y="1220794"/>
                  <a:pt x="6732210" y="1220545"/>
                  <a:pt x="6733917" y="1220011"/>
                </a:cubicBezTo>
                <a:close/>
                <a:moveTo>
                  <a:pt x="4995446" y="1859945"/>
                </a:moveTo>
                <a:cubicBezTo>
                  <a:pt x="5004050" y="1859945"/>
                  <a:pt x="5011178" y="1853118"/>
                  <a:pt x="5011483" y="1844424"/>
                </a:cubicBezTo>
                <a:cubicBezTo>
                  <a:pt x="5011766" y="1835571"/>
                  <a:pt x="5004831" y="1828139"/>
                  <a:pt x="4995978" y="1827837"/>
                </a:cubicBezTo>
                <a:cubicBezTo>
                  <a:pt x="4987107" y="1827535"/>
                  <a:pt x="4979675" y="1834468"/>
                  <a:pt x="4979374" y="1843340"/>
                </a:cubicBezTo>
                <a:cubicBezTo>
                  <a:pt x="4979071" y="1852194"/>
                  <a:pt x="4986005" y="1859625"/>
                  <a:pt x="4994877" y="1859927"/>
                </a:cubicBezTo>
                <a:cubicBezTo>
                  <a:pt x="4995072" y="1859945"/>
                  <a:pt x="4995249" y="1859945"/>
                  <a:pt x="4995446" y="1859945"/>
                </a:cubicBezTo>
                <a:close/>
                <a:moveTo>
                  <a:pt x="8178827" y="692386"/>
                </a:moveTo>
                <a:cubicBezTo>
                  <a:pt x="8187290" y="692386"/>
                  <a:pt x="8195326" y="687427"/>
                  <a:pt x="8198847" y="679141"/>
                </a:cubicBezTo>
                <a:cubicBezTo>
                  <a:pt x="8203558" y="668101"/>
                  <a:pt x="8198419" y="655318"/>
                  <a:pt x="8187361" y="650606"/>
                </a:cubicBezTo>
                <a:cubicBezTo>
                  <a:pt x="8181841" y="648260"/>
                  <a:pt x="8175885" y="648371"/>
                  <a:pt x="8170720" y="650448"/>
                </a:cubicBezTo>
                <a:cubicBezTo>
                  <a:pt x="8165555" y="652527"/>
                  <a:pt x="8161182" y="656571"/>
                  <a:pt x="8158826" y="662092"/>
                </a:cubicBezTo>
                <a:cubicBezTo>
                  <a:pt x="8154114" y="673150"/>
                  <a:pt x="8159270" y="685915"/>
                  <a:pt x="8170310" y="690627"/>
                </a:cubicBezTo>
                <a:cubicBezTo>
                  <a:pt x="8173103" y="691818"/>
                  <a:pt x="8175982" y="692386"/>
                  <a:pt x="8178827" y="692386"/>
                </a:cubicBezTo>
                <a:close/>
                <a:moveTo>
                  <a:pt x="6364738" y="1358651"/>
                </a:moveTo>
                <a:cubicBezTo>
                  <a:pt x="6373432" y="1355060"/>
                  <a:pt x="6377557" y="1345103"/>
                  <a:pt x="6373965" y="1336428"/>
                </a:cubicBezTo>
                <a:cubicBezTo>
                  <a:pt x="6370392" y="1327752"/>
                  <a:pt x="6360436" y="1323609"/>
                  <a:pt x="6351760" y="1327201"/>
                </a:cubicBezTo>
                <a:cubicBezTo>
                  <a:pt x="6343066" y="1330792"/>
                  <a:pt x="6338940" y="1340731"/>
                  <a:pt x="6342532" y="1349425"/>
                </a:cubicBezTo>
                <a:cubicBezTo>
                  <a:pt x="6345234" y="1355985"/>
                  <a:pt x="6351582" y="1359931"/>
                  <a:pt x="6358266" y="1359931"/>
                </a:cubicBezTo>
                <a:cubicBezTo>
                  <a:pt x="6360418" y="1359931"/>
                  <a:pt x="6362622" y="1359523"/>
                  <a:pt x="6364738" y="1358651"/>
                </a:cubicBezTo>
                <a:close/>
                <a:moveTo>
                  <a:pt x="5434496" y="1700646"/>
                </a:moveTo>
                <a:cubicBezTo>
                  <a:pt x="5443653" y="1698477"/>
                  <a:pt x="5449286" y="1689321"/>
                  <a:pt x="5447120" y="1680183"/>
                </a:cubicBezTo>
                <a:cubicBezTo>
                  <a:pt x="5444949" y="1671045"/>
                  <a:pt x="5435795" y="1665391"/>
                  <a:pt x="5426636" y="1667560"/>
                </a:cubicBezTo>
                <a:cubicBezTo>
                  <a:pt x="5417499" y="1669729"/>
                  <a:pt x="5411863" y="1678903"/>
                  <a:pt x="5414032" y="1688041"/>
                </a:cubicBezTo>
                <a:cubicBezTo>
                  <a:pt x="5415880" y="1695846"/>
                  <a:pt x="5422868" y="1701109"/>
                  <a:pt x="5430568" y="1701109"/>
                </a:cubicBezTo>
                <a:cubicBezTo>
                  <a:pt x="5431864" y="1701109"/>
                  <a:pt x="5433181" y="1700966"/>
                  <a:pt x="5434496" y="1700646"/>
                </a:cubicBezTo>
                <a:close/>
                <a:moveTo>
                  <a:pt x="2174358" y="2898607"/>
                </a:moveTo>
                <a:cubicBezTo>
                  <a:pt x="2179480" y="2897700"/>
                  <a:pt x="2182892" y="2892810"/>
                  <a:pt x="2181986" y="2887690"/>
                </a:cubicBezTo>
                <a:cubicBezTo>
                  <a:pt x="2181079" y="2882552"/>
                  <a:pt x="2176172" y="2879138"/>
                  <a:pt x="2171052" y="2880045"/>
                </a:cubicBezTo>
                <a:cubicBezTo>
                  <a:pt x="2165933" y="2880952"/>
                  <a:pt x="2162518" y="2885859"/>
                  <a:pt x="2163426" y="2890980"/>
                </a:cubicBezTo>
                <a:cubicBezTo>
                  <a:pt x="2164243" y="2895548"/>
                  <a:pt x="2168208" y="2898749"/>
                  <a:pt x="2172688" y="2898749"/>
                </a:cubicBezTo>
                <a:cubicBezTo>
                  <a:pt x="2173238" y="2898749"/>
                  <a:pt x="2173790" y="2898713"/>
                  <a:pt x="2174358" y="2898607"/>
                </a:cubicBezTo>
                <a:close/>
                <a:moveTo>
                  <a:pt x="6828199" y="1192241"/>
                </a:moveTo>
                <a:cubicBezTo>
                  <a:pt x="6837265" y="1189788"/>
                  <a:pt x="6842617" y="1180436"/>
                  <a:pt x="6840146" y="1171369"/>
                </a:cubicBezTo>
                <a:cubicBezTo>
                  <a:pt x="6837693" y="1162301"/>
                  <a:pt x="6828340" y="1156950"/>
                  <a:pt x="6819274" y="1159422"/>
                </a:cubicBezTo>
                <a:cubicBezTo>
                  <a:pt x="6810207" y="1161893"/>
                  <a:pt x="6804873" y="1171244"/>
                  <a:pt x="6807325" y="1180294"/>
                </a:cubicBezTo>
                <a:lnTo>
                  <a:pt x="6807308" y="1180294"/>
                </a:lnTo>
                <a:cubicBezTo>
                  <a:pt x="6809371" y="1187867"/>
                  <a:pt x="6816234" y="1192846"/>
                  <a:pt x="6823719" y="1192846"/>
                </a:cubicBezTo>
                <a:cubicBezTo>
                  <a:pt x="6825193" y="1192846"/>
                  <a:pt x="6826704" y="1192650"/>
                  <a:pt x="6828199" y="1192241"/>
                </a:cubicBezTo>
                <a:close/>
                <a:moveTo>
                  <a:pt x="3656071" y="2355924"/>
                </a:moveTo>
                <a:cubicBezTo>
                  <a:pt x="3661670" y="2354697"/>
                  <a:pt x="3665227" y="2349186"/>
                  <a:pt x="3664019" y="2343585"/>
                </a:cubicBezTo>
                <a:cubicBezTo>
                  <a:pt x="3662791" y="2337985"/>
                  <a:pt x="3657280" y="2334429"/>
                  <a:pt x="3651679" y="2335656"/>
                </a:cubicBezTo>
                <a:cubicBezTo>
                  <a:pt x="3646079" y="2336864"/>
                  <a:pt x="3642524" y="2342394"/>
                  <a:pt x="3643733" y="2347994"/>
                </a:cubicBezTo>
                <a:cubicBezTo>
                  <a:pt x="3644799" y="2352848"/>
                  <a:pt x="3649102" y="2356155"/>
                  <a:pt x="3653867" y="2356155"/>
                </a:cubicBezTo>
                <a:cubicBezTo>
                  <a:pt x="3654596" y="2356155"/>
                  <a:pt x="3655343" y="2356084"/>
                  <a:pt x="3656071" y="2355924"/>
                </a:cubicBezTo>
                <a:close/>
                <a:moveTo>
                  <a:pt x="1334180" y="3207888"/>
                </a:moveTo>
                <a:cubicBezTo>
                  <a:pt x="1337043" y="3207889"/>
                  <a:pt x="1339674" y="3205986"/>
                  <a:pt x="1340510" y="3203088"/>
                </a:cubicBezTo>
                <a:cubicBezTo>
                  <a:pt x="1341488" y="3199585"/>
                  <a:pt x="1339462" y="3195958"/>
                  <a:pt x="1335976" y="3194963"/>
                </a:cubicBezTo>
                <a:cubicBezTo>
                  <a:pt x="1332474" y="3193967"/>
                  <a:pt x="1328829" y="3196012"/>
                  <a:pt x="1327852" y="3199497"/>
                </a:cubicBezTo>
                <a:cubicBezTo>
                  <a:pt x="1326856" y="3202999"/>
                  <a:pt x="1328882" y="3206643"/>
                  <a:pt x="1332385" y="3207622"/>
                </a:cubicBezTo>
                <a:cubicBezTo>
                  <a:pt x="1332971" y="3207800"/>
                  <a:pt x="1333576" y="3207888"/>
                  <a:pt x="1334180" y="3207888"/>
                </a:cubicBezTo>
                <a:close/>
                <a:moveTo>
                  <a:pt x="6273479" y="1396698"/>
                </a:moveTo>
                <a:cubicBezTo>
                  <a:pt x="6282137" y="1393054"/>
                  <a:pt x="6286209" y="1383080"/>
                  <a:pt x="6282581" y="1374421"/>
                </a:cubicBezTo>
                <a:cubicBezTo>
                  <a:pt x="6280759" y="1370093"/>
                  <a:pt x="6277355" y="1366910"/>
                  <a:pt x="6273324" y="1365265"/>
                </a:cubicBezTo>
                <a:cubicBezTo>
                  <a:pt x="6269292" y="1363621"/>
                  <a:pt x="6264634" y="1363514"/>
                  <a:pt x="6260305" y="1365336"/>
                </a:cubicBezTo>
                <a:cubicBezTo>
                  <a:pt x="6251646" y="1368963"/>
                  <a:pt x="6247576" y="1378937"/>
                  <a:pt x="6251203" y="1387595"/>
                </a:cubicBezTo>
                <a:cubicBezTo>
                  <a:pt x="6253940" y="1394102"/>
                  <a:pt x="6260269" y="1398031"/>
                  <a:pt x="6266900" y="1398031"/>
                </a:cubicBezTo>
                <a:cubicBezTo>
                  <a:pt x="6269105" y="1398031"/>
                  <a:pt x="6271327" y="1397605"/>
                  <a:pt x="6273479" y="1396698"/>
                </a:cubicBezTo>
                <a:close/>
                <a:moveTo>
                  <a:pt x="1547776" y="3130818"/>
                </a:moveTo>
                <a:cubicBezTo>
                  <a:pt x="1551492" y="3130817"/>
                  <a:pt x="1554728" y="3128080"/>
                  <a:pt x="1555226" y="3124292"/>
                </a:cubicBezTo>
                <a:cubicBezTo>
                  <a:pt x="1555794" y="3120167"/>
                  <a:pt x="1552896" y="3116381"/>
                  <a:pt x="1548772" y="3115830"/>
                </a:cubicBezTo>
                <a:cubicBezTo>
                  <a:pt x="1544665" y="3115279"/>
                  <a:pt x="1540878" y="3118159"/>
                  <a:pt x="1540309" y="3122283"/>
                </a:cubicBezTo>
                <a:cubicBezTo>
                  <a:pt x="1539757" y="3126408"/>
                  <a:pt x="1542656" y="3130195"/>
                  <a:pt x="1546763" y="3130747"/>
                </a:cubicBezTo>
                <a:cubicBezTo>
                  <a:pt x="1547118" y="3130817"/>
                  <a:pt x="1547456" y="3130817"/>
                  <a:pt x="1547776" y="3130818"/>
                </a:cubicBezTo>
                <a:close/>
                <a:moveTo>
                  <a:pt x="7360072" y="1000033"/>
                </a:moveTo>
                <a:cubicBezTo>
                  <a:pt x="7369424" y="1000033"/>
                  <a:pt x="7377300" y="992815"/>
                  <a:pt x="7377976" y="983338"/>
                </a:cubicBezTo>
                <a:cubicBezTo>
                  <a:pt x="7378668" y="973453"/>
                  <a:pt x="7371202" y="964866"/>
                  <a:pt x="7361317" y="964173"/>
                </a:cubicBezTo>
                <a:cubicBezTo>
                  <a:pt x="7351414" y="963480"/>
                  <a:pt x="7342845" y="970947"/>
                  <a:pt x="7342150" y="980833"/>
                </a:cubicBezTo>
                <a:cubicBezTo>
                  <a:pt x="7341458" y="990717"/>
                  <a:pt x="7348907" y="999304"/>
                  <a:pt x="7358810" y="999998"/>
                </a:cubicBezTo>
                <a:lnTo>
                  <a:pt x="7358792" y="999998"/>
                </a:lnTo>
                <a:cubicBezTo>
                  <a:pt x="7359219" y="1000015"/>
                  <a:pt x="7359663" y="1000034"/>
                  <a:pt x="7360072" y="1000033"/>
                </a:cubicBezTo>
                <a:close/>
                <a:moveTo>
                  <a:pt x="3987043" y="2239382"/>
                </a:moveTo>
                <a:cubicBezTo>
                  <a:pt x="3993265" y="2238796"/>
                  <a:pt x="3997854" y="2233284"/>
                  <a:pt x="3997267" y="2227062"/>
                </a:cubicBezTo>
                <a:cubicBezTo>
                  <a:pt x="3996697" y="2220840"/>
                  <a:pt x="3991168" y="2216252"/>
                  <a:pt x="3984945" y="2216839"/>
                </a:cubicBezTo>
                <a:cubicBezTo>
                  <a:pt x="3978724" y="2217426"/>
                  <a:pt x="3974153" y="2222937"/>
                  <a:pt x="3974724" y="2229160"/>
                </a:cubicBezTo>
                <a:cubicBezTo>
                  <a:pt x="3975273" y="2235027"/>
                  <a:pt x="3980216" y="2239418"/>
                  <a:pt x="3985995" y="2239418"/>
                </a:cubicBezTo>
                <a:cubicBezTo>
                  <a:pt x="3986333" y="2239418"/>
                  <a:pt x="3986688" y="2239418"/>
                  <a:pt x="3987043" y="2239382"/>
                </a:cubicBezTo>
                <a:close/>
                <a:moveTo>
                  <a:pt x="7843496" y="825169"/>
                </a:moveTo>
                <a:cubicBezTo>
                  <a:pt x="7846809" y="822836"/>
                  <a:pt x="7849446" y="819471"/>
                  <a:pt x="7850860" y="815347"/>
                </a:cubicBezTo>
                <a:cubicBezTo>
                  <a:pt x="7854379" y="804963"/>
                  <a:pt x="7848832" y="793692"/>
                  <a:pt x="7838450" y="790154"/>
                </a:cubicBezTo>
                <a:cubicBezTo>
                  <a:pt x="7828067" y="786616"/>
                  <a:pt x="7816795" y="792180"/>
                  <a:pt x="7813256" y="802563"/>
                </a:cubicBezTo>
                <a:cubicBezTo>
                  <a:pt x="7809736" y="812929"/>
                  <a:pt x="7815283" y="824219"/>
                  <a:pt x="7825666" y="827738"/>
                </a:cubicBezTo>
                <a:cubicBezTo>
                  <a:pt x="7827782" y="828468"/>
                  <a:pt x="7829934" y="828805"/>
                  <a:pt x="7832066" y="828805"/>
                </a:cubicBezTo>
                <a:cubicBezTo>
                  <a:pt x="7836190" y="828805"/>
                  <a:pt x="7840182" y="827503"/>
                  <a:pt x="7843496" y="825169"/>
                </a:cubicBezTo>
                <a:close/>
                <a:moveTo>
                  <a:pt x="6182291" y="1435101"/>
                </a:moveTo>
                <a:cubicBezTo>
                  <a:pt x="6190950" y="1431457"/>
                  <a:pt x="6195002" y="1421465"/>
                  <a:pt x="6191359" y="1412824"/>
                </a:cubicBezTo>
                <a:cubicBezTo>
                  <a:pt x="6189528" y="1408495"/>
                  <a:pt x="6186118" y="1405317"/>
                  <a:pt x="6182087" y="1403676"/>
                </a:cubicBezTo>
                <a:cubicBezTo>
                  <a:pt x="6178056" y="1402037"/>
                  <a:pt x="6173403" y="1401935"/>
                  <a:pt x="6169081" y="1403757"/>
                </a:cubicBezTo>
                <a:cubicBezTo>
                  <a:pt x="6160424" y="1407401"/>
                  <a:pt x="6156352" y="1417375"/>
                  <a:pt x="6160014" y="1426033"/>
                </a:cubicBezTo>
                <a:cubicBezTo>
                  <a:pt x="6162752" y="1432541"/>
                  <a:pt x="6169064" y="1436434"/>
                  <a:pt x="6175695" y="1436434"/>
                </a:cubicBezTo>
                <a:cubicBezTo>
                  <a:pt x="6177900" y="1436434"/>
                  <a:pt x="6180140" y="1436008"/>
                  <a:pt x="6182291" y="1435101"/>
                </a:cubicBezTo>
                <a:close/>
                <a:moveTo>
                  <a:pt x="1851067" y="3024499"/>
                </a:moveTo>
                <a:lnTo>
                  <a:pt x="1851075" y="3024490"/>
                </a:lnTo>
                <a:lnTo>
                  <a:pt x="1851066" y="3024481"/>
                </a:lnTo>
                <a:close/>
                <a:moveTo>
                  <a:pt x="5530946" y="1675738"/>
                </a:moveTo>
                <a:cubicBezTo>
                  <a:pt x="5539996" y="1673214"/>
                  <a:pt x="5545278" y="1663844"/>
                  <a:pt x="5542770" y="1654795"/>
                </a:cubicBezTo>
                <a:cubicBezTo>
                  <a:pt x="5540246" y="1645744"/>
                  <a:pt x="5530875" y="1640447"/>
                  <a:pt x="5521828" y="1642954"/>
                </a:cubicBezTo>
                <a:cubicBezTo>
                  <a:pt x="5512793" y="1645478"/>
                  <a:pt x="5507497" y="1654866"/>
                  <a:pt x="5510020" y="1663916"/>
                </a:cubicBezTo>
                <a:lnTo>
                  <a:pt x="5510001" y="1663915"/>
                </a:lnTo>
                <a:cubicBezTo>
                  <a:pt x="5512083" y="1671436"/>
                  <a:pt x="5518926" y="1676361"/>
                  <a:pt x="5526378" y="1676360"/>
                </a:cubicBezTo>
                <a:cubicBezTo>
                  <a:pt x="5527889" y="1676361"/>
                  <a:pt x="5529418" y="1676165"/>
                  <a:pt x="5530946" y="1675738"/>
                </a:cubicBezTo>
                <a:close/>
                <a:moveTo>
                  <a:pt x="4226862" y="2156017"/>
                </a:moveTo>
                <a:cubicBezTo>
                  <a:pt x="4233602" y="2156017"/>
                  <a:pt x="4239093" y="2150577"/>
                  <a:pt x="4239131" y="2143821"/>
                </a:cubicBezTo>
                <a:cubicBezTo>
                  <a:pt x="4239164" y="2137047"/>
                  <a:pt x="4233707" y="2131518"/>
                  <a:pt x="4226933" y="2131482"/>
                </a:cubicBezTo>
                <a:cubicBezTo>
                  <a:pt x="4220161" y="2131430"/>
                  <a:pt x="4214630" y="2136905"/>
                  <a:pt x="4214596" y="2143679"/>
                </a:cubicBezTo>
                <a:cubicBezTo>
                  <a:pt x="4214557" y="2150452"/>
                  <a:pt x="4219998" y="2155982"/>
                  <a:pt x="4226792" y="2156017"/>
                </a:cubicBezTo>
                <a:close/>
                <a:moveTo>
                  <a:pt x="6091014" y="1473467"/>
                </a:moveTo>
                <a:cubicBezTo>
                  <a:pt x="6099672" y="1469841"/>
                  <a:pt x="6103761" y="1459885"/>
                  <a:pt x="6100135" y="1451208"/>
                </a:cubicBezTo>
                <a:cubicBezTo>
                  <a:pt x="6098321" y="1446880"/>
                  <a:pt x="6094926" y="1443693"/>
                  <a:pt x="6090900" y="1442042"/>
                </a:cubicBezTo>
                <a:cubicBezTo>
                  <a:pt x="6086876" y="1440390"/>
                  <a:pt x="6082222" y="1440275"/>
                  <a:pt x="6077893" y="1442088"/>
                </a:cubicBezTo>
                <a:cubicBezTo>
                  <a:pt x="6069217" y="1445714"/>
                  <a:pt x="6065129" y="1455671"/>
                  <a:pt x="6068755" y="1464347"/>
                </a:cubicBezTo>
                <a:cubicBezTo>
                  <a:pt x="6071492" y="1470872"/>
                  <a:pt x="6077804" y="1474802"/>
                  <a:pt x="6084453" y="1474802"/>
                </a:cubicBezTo>
                <a:cubicBezTo>
                  <a:pt x="6086640" y="1474802"/>
                  <a:pt x="6088863" y="1474374"/>
                  <a:pt x="6091014" y="1473467"/>
                </a:cubicBezTo>
                <a:close/>
                <a:moveTo>
                  <a:pt x="6923493" y="1168648"/>
                </a:moveTo>
                <a:cubicBezTo>
                  <a:pt x="6932667" y="1166622"/>
                  <a:pt x="6938463" y="1157537"/>
                  <a:pt x="6936419" y="1148380"/>
                </a:cubicBezTo>
                <a:cubicBezTo>
                  <a:pt x="6934392" y="1139207"/>
                  <a:pt x="6925307" y="1133411"/>
                  <a:pt x="6916133" y="1135455"/>
                </a:cubicBezTo>
                <a:cubicBezTo>
                  <a:pt x="6906959" y="1137481"/>
                  <a:pt x="6901181" y="1146567"/>
                  <a:pt x="6903208" y="1155741"/>
                </a:cubicBezTo>
                <a:lnTo>
                  <a:pt x="6903190" y="1155741"/>
                </a:lnTo>
                <a:cubicBezTo>
                  <a:pt x="6904951" y="1163671"/>
                  <a:pt x="6911991" y="1169057"/>
                  <a:pt x="6919778" y="1169057"/>
                </a:cubicBezTo>
                <a:cubicBezTo>
                  <a:pt x="6921004" y="1169057"/>
                  <a:pt x="6922249" y="1168933"/>
                  <a:pt x="6923493" y="1168648"/>
                </a:cubicBezTo>
                <a:close/>
                <a:moveTo>
                  <a:pt x="1015386" y="3337728"/>
                </a:moveTo>
                <a:cubicBezTo>
                  <a:pt x="1017040" y="3337728"/>
                  <a:pt x="1018639" y="3336857"/>
                  <a:pt x="1019492" y="3335292"/>
                </a:cubicBezTo>
                <a:cubicBezTo>
                  <a:pt x="1020737" y="3333017"/>
                  <a:pt x="1019901" y="3330190"/>
                  <a:pt x="1017643" y="3328946"/>
                </a:cubicBezTo>
                <a:cubicBezTo>
                  <a:pt x="1015368" y="3327701"/>
                  <a:pt x="1012524" y="3328536"/>
                  <a:pt x="1011279" y="3330812"/>
                </a:cubicBezTo>
                <a:cubicBezTo>
                  <a:pt x="1010034" y="3333070"/>
                  <a:pt x="1010870" y="3335914"/>
                  <a:pt x="1013145" y="3337159"/>
                </a:cubicBezTo>
                <a:cubicBezTo>
                  <a:pt x="1013856" y="3337550"/>
                  <a:pt x="1014621" y="3337728"/>
                  <a:pt x="1015386" y="3337728"/>
                </a:cubicBezTo>
                <a:close/>
                <a:moveTo>
                  <a:pt x="5626383" y="1647488"/>
                </a:moveTo>
                <a:cubicBezTo>
                  <a:pt x="5635343" y="1644678"/>
                  <a:pt x="5640320" y="1635131"/>
                  <a:pt x="5637529" y="1626170"/>
                </a:cubicBezTo>
                <a:cubicBezTo>
                  <a:pt x="5634720" y="1617210"/>
                  <a:pt x="5625175" y="1612214"/>
                  <a:pt x="5616212" y="1615023"/>
                </a:cubicBezTo>
                <a:cubicBezTo>
                  <a:pt x="5607254" y="1617815"/>
                  <a:pt x="5602259" y="1627361"/>
                  <a:pt x="5605066" y="1636340"/>
                </a:cubicBezTo>
                <a:cubicBezTo>
                  <a:pt x="5607340" y="1643612"/>
                  <a:pt x="5614044" y="1648270"/>
                  <a:pt x="5621300" y="1648270"/>
                </a:cubicBezTo>
                <a:cubicBezTo>
                  <a:pt x="5622970" y="1648270"/>
                  <a:pt x="5624675" y="1648021"/>
                  <a:pt x="5626383" y="1647488"/>
                </a:cubicBezTo>
                <a:close/>
                <a:moveTo>
                  <a:pt x="2267129" y="2879974"/>
                </a:moveTo>
                <a:cubicBezTo>
                  <a:pt x="2272214" y="2878854"/>
                  <a:pt x="2275414" y="2873805"/>
                  <a:pt x="2274275" y="2868738"/>
                </a:cubicBezTo>
                <a:cubicBezTo>
                  <a:pt x="2273139" y="2863654"/>
                  <a:pt x="2268107" y="2860453"/>
                  <a:pt x="2263022" y="2861591"/>
                </a:cubicBezTo>
                <a:cubicBezTo>
                  <a:pt x="2257955" y="2862729"/>
                  <a:pt x="2254756" y="2867760"/>
                  <a:pt x="2255893" y="2872845"/>
                </a:cubicBezTo>
                <a:cubicBezTo>
                  <a:pt x="2256870" y="2877219"/>
                  <a:pt x="2260765" y="2880206"/>
                  <a:pt x="2265085" y="2880206"/>
                </a:cubicBezTo>
                <a:cubicBezTo>
                  <a:pt x="2265761" y="2880206"/>
                  <a:pt x="2266453" y="2880134"/>
                  <a:pt x="2267129" y="2879974"/>
                </a:cubicBezTo>
                <a:close/>
                <a:moveTo>
                  <a:pt x="4611334" y="2020080"/>
                </a:moveTo>
                <a:cubicBezTo>
                  <a:pt x="4618193" y="2020080"/>
                  <a:pt x="4624223" y="2015084"/>
                  <a:pt x="4625307" y="2008096"/>
                </a:cubicBezTo>
                <a:cubicBezTo>
                  <a:pt x="4626518" y="2000364"/>
                  <a:pt x="4621218" y="1993127"/>
                  <a:pt x="4613502" y="1991918"/>
                </a:cubicBezTo>
                <a:cubicBezTo>
                  <a:pt x="4605766" y="1990709"/>
                  <a:pt x="4598533" y="1996008"/>
                  <a:pt x="4597322" y="2003741"/>
                </a:cubicBezTo>
                <a:cubicBezTo>
                  <a:pt x="4596113" y="2011457"/>
                  <a:pt x="4601411" y="2018710"/>
                  <a:pt x="4609130" y="2019902"/>
                </a:cubicBezTo>
                <a:cubicBezTo>
                  <a:pt x="4609874" y="2020027"/>
                  <a:pt x="4610602" y="2020080"/>
                  <a:pt x="4611334" y="2020080"/>
                </a:cubicBezTo>
                <a:close/>
                <a:moveTo>
                  <a:pt x="5999471" y="1511408"/>
                </a:moveTo>
                <a:cubicBezTo>
                  <a:pt x="6008164" y="1507852"/>
                  <a:pt x="6012325" y="1497914"/>
                  <a:pt x="6008768" y="1489220"/>
                </a:cubicBezTo>
                <a:cubicBezTo>
                  <a:pt x="6005196" y="1480526"/>
                  <a:pt x="5995275" y="1476366"/>
                  <a:pt x="5986581" y="1479939"/>
                </a:cubicBezTo>
                <a:cubicBezTo>
                  <a:pt x="5977887" y="1483495"/>
                  <a:pt x="5973727" y="1493433"/>
                  <a:pt x="5977283" y="1502127"/>
                </a:cubicBezTo>
                <a:cubicBezTo>
                  <a:pt x="5979985" y="1508705"/>
                  <a:pt x="5986332" y="1512688"/>
                  <a:pt x="5993035" y="1512688"/>
                </a:cubicBezTo>
                <a:cubicBezTo>
                  <a:pt x="5995186" y="1512687"/>
                  <a:pt x="5997372" y="1512279"/>
                  <a:pt x="5999471" y="1511408"/>
                </a:cubicBezTo>
                <a:close/>
                <a:moveTo>
                  <a:pt x="3748717" y="2337594"/>
                </a:moveTo>
                <a:cubicBezTo>
                  <a:pt x="3754353" y="2336598"/>
                  <a:pt x="3758122" y="2331210"/>
                  <a:pt x="3757108" y="2325575"/>
                </a:cubicBezTo>
                <a:cubicBezTo>
                  <a:pt x="3756113" y="2319939"/>
                  <a:pt x="3750727" y="2316171"/>
                  <a:pt x="3745089" y="2317183"/>
                </a:cubicBezTo>
                <a:cubicBezTo>
                  <a:pt x="3739456" y="2318179"/>
                  <a:pt x="3735684" y="2323566"/>
                  <a:pt x="3736700" y="2329202"/>
                </a:cubicBezTo>
                <a:cubicBezTo>
                  <a:pt x="3737587" y="2334233"/>
                  <a:pt x="3741961" y="2337771"/>
                  <a:pt x="3746904" y="2337771"/>
                </a:cubicBezTo>
                <a:cubicBezTo>
                  <a:pt x="3747509" y="2337771"/>
                  <a:pt x="3748112" y="2337718"/>
                  <a:pt x="3748717" y="2337594"/>
                </a:cubicBezTo>
                <a:close/>
                <a:moveTo>
                  <a:pt x="1859920" y="3032571"/>
                </a:moveTo>
                <a:cubicBezTo>
                  <a:pt x="1864596" y="3032357"/>
                  <a:pt x="1868205" y="3028392"/>
                  <a:pt x="1868010" y="3023716"/>
                </a:cubicBezTo>
                <a:cubicBezTo>
                  <a:pt x="1867797" y="3019041"/>
                  <a:pt x="1863831" y="3015432"/>
                  <a:pt x="1859156" y="3015645"/>
                </a:cubicBezTo>
                <a:lnTo>
                  <a:pt x="1851075" y="3024490"/>
                </a:lnTo>
                <a:lnTo>
                  <a:pt x="1859528" y="3032570"/>
                </a:lnTo>
                <a:cubicBezTo>
                  <a:pt x="1859653" y="3032570"/>
                  <a:pt x="1859778" y="3032570"/>
                  <a:pt x="1859920" y="3032571"/>
                </a:cubicBezTo>
                <a:close/>
                <a:moveTo>
                  <a:pt x="5907234" y="1548103"/>
                </a:moveTo>
                <a:cubicBezTo>
                  <a:pt x="5915980" y="1544708"/>
                  <a:pt x="5920320" y="1534840"/>
                  <a:pt x="5916923" y="1526093"/>
                </a:cubicBezTo>
                <a:cubicBezTo>
                  <a:pt x="5913510" y="1517328"/>
                  <a:pt x="5903660" y="1512989"/>
                  <a:pt x="5894913" y="1516404"/>
                </a:cubicBezTo>
                <a:cubicBezTo>
                  <a:pt x="5886148" y="1519800"/>
                  <a:pt x="5881810" y="1529667"/>
                  <a:pt x="5885223" y="1538413"/>
                </a:cubicBezTo>
                <a:cubicBezTo>
                  <a:pt x="5887837" y="1545134"/>
                  <a:pt x="5894255" y="1549259"/>
                  <a:pt x="5901064" y="1549259"/>
                </a:cubicBezTo>
                <a:cubicBezTo>
                  <a:pt x="5903127" y="1549259"/>
                  <a:pt x="5905206" y="1548885"/>
                  <a:pt x="5907234" y="1548103"/>
                </a:cubicBezTo>
                <a:close/>
                <a:moveTo>
                  <a:pt x="5720839" y="1616481"/>
                </a:moveTo>
                <a:cubicBezTo>
                  <a:pt x="5729729" y="1613441"/>
                  <a:pt x="5734458" y="1603770"/>
                  <a:pt x="5731418" y="1594879"/>
                </a:cubicBezTo>
                <a:cubicBezTo>
                  <a:pt x="5728378" y="1585990"/>
                  <a:pt x="5718706" y="1581261"/>
                  <a:pt x="5709817" y="1584301"/>
                </a:cubicBezTo>
                <a:cubicBezTo>
                  <a:pt x="5700927" y="1587342"/>
                  <a:pt x="5696199" y="1597013"/>
                  <a:pt x="5699238" y="1605903"/>
                </a:cubicBezTo>
                <a:cubicBezTo>
                  <a:pt x="5701657" y="1612961"/>
                  <a:pt x="5708253" y="1617406"/>
                  <a:pt x="5715328" y="1617406"/>
                </a:cubicBezTo>
                <a:cubicBezTo>
                  <a:pt x="5717159" y="1617406"/>
                  <a:pt x="5719008" y="1617104"/>
                  <a:pt x="5720839" y="1616481"/>
                </a:cubicBezTo>
                <a:close/>
                <a:moveTo>
                  <a:pt x="5814410" y="1583234"/>
                </a:moveTo>
                <a:cubicBezTo>
                  <a:pt x="5823228" y="1579981"/>
                  <a:pt x="5827744" y="1570220"/>
                  <a:pt x="5824508" y="1561402"/>
                </a:cubicBezTo>
                <a:cubicBezTo>
                  <a:pt x="5821255" y="1552584"/>
                  <a:pt x="5811495" y="1548068"/>
                  <a:pt x="5802676" y="1551303"/>
                </a:cubicBezTo>
                <a:cubicBezTo>
                  <a:pt x="5793857" y="1554539"/>
                  <a:pt x="5789341" y="1564318"/>
                  <a:pt x="5792578" y="1573136"/>
                </a:cubicBezTo>
                <a:cubicBezTo>
                  <a:pt x="5795102" y="1580017"/>
                  <a:pt x="5801610" y="1584284"/>
                  <a:pt x="5808543" y="1584284"/>
                </a:cubicBezTo>
                <a:cubicBezTo>
                  <a:pt x="5810499" y="1584284"/>
                  <a:pt x="5812473" y="1583945"/>
                  <a:pt x="5814410" y="1583234"/>
                </a:cubicBezTo>
                <a:close/>
                <a:moveTo>
                  <a:pt x="2359010" y="2857484"/>
                </a:moveTo>
                <a:cubicBezTo>
                  <a:pt x="2364042" y="2856151"/>
                  <a:pt x="2367047" y="2850995"/>
                  <a:pt x="2365713" y="2845963"/>
                </a:cubicBezTo>
                <a:cubicBezTo>
                  <a:pt x="2364380" y="2840932"/>
                  <a:pt x="2359225" y="2837927"/>
                  <a:pt x="2354193" y="2839260"/>
                </a:cubicBezTo>
                <a:cubicBezTo>
                  <a:pt x="2349161" y="2840594"/>
                  <a:pt x="2346156" y="2845768"/>
                  <a:pt x="2347490" y="2850781"/>
                </a:cubicBezTo>
                <a:cubicBezTo>
                  <a:pt x="2348610" y="2855013"/>
                  <a:pt x="2352433" y="2857804"/>
                  <a:pt x="2356593" y="2857804"/>
                </a:cubicBezTo>
                <a:cubicBezTo>
                  <a:pt x="2357393" y="2857804"/>
                  <a:pt x="2358211" y="2857697"/>
                  <a:pt x="2359010" y="2857484"/>
                </a:cubicBezTo>
                <a:close/>
                <a:moveTo>
                  <a:pt x="3244277" y="2534477"/>
                </a:moveTo>
                <a:cubicBezTo>
                  <a:pt x="3249182" y="2532735"/>
                  <a:pt x="3251726" y="2527329"/>
                  <a:pt x="3249965" y="2522440"/>
                </a:cubicBezTo>
                <a:cubicBezTo>
                  <a:pt x="3248205" y="2517534"/>
                  <a:pt x="3242818" y="2514991"/>
                  <a:pt x="3237911" y="2516752"/>
                </a:cubicBezTo>
                <a:cubicBezTo>
                  <a:pt x="3233022" y="2518512"/>
                  <a:pt x="3230463" y="2523898"/>
                  <a:pt x="3232222" y="2528788"/>
                </a:cubicBezTo>
                <a:cubicBezTo>
                  <a:pt x="3233608" y="2532646"/>
                  <a:pt x="3237236" y="2535046"/>
                  <a:pt x="3241093" y="2535046"/>
                </a:cubicBezTo>
                <a:cubicBezTo>
                  <a:pt x="3242160" y="2535046"/>
                  <a:pt x="3243227" y="2534869"/>
                  <a:pt x="3244277" y="2534477"/>
                </a:cubicBezTo>
                <a:close/>
                <a:moveTo>
                  <a:pt x="3156040" y="2567012"/>
                </a:moveTo>
                <a:cubicBezTo>
                  <a:pt x="3160911" y="2565181"/>
                  <a:pt x="3163363" y="2559740"/>
                  <a:pt x="3161532" y="2554869"/>
                </a:cubicBezTo>
                <a:cubicBezTo>
                  <a:pt x="3159684" y="2549998"/>
                  <a:pt x="3154262" y="2547544"/>
                  <a:pt x="3149390" y="2549376"/>
                </a:cubicBezTo>
                <a:cubicBezTo>
                  <a:pt x="3144519" y="2551225"/>
                  <a:pt x="3142066" y="2556665"/>
                  <a:pt x="3143895" y="2561519"/>
                </a:cubicBezTo>
                <a:cubicBezTo>
                  <a:pt x="3145319" y="2565306"/>
                  <a:pt x="3148910" y="2567616"/>
                  <a:pt x="3152714" y="2567616"/>
                </a:cubicBezTo>
                <a:cubicBezTo>
                  <a:pt x="3153817" y="2567617"/>
                  <a:pt x="3154955" y="2567421"/>
                  <a:pt x="3156040" y="2567012"/>
                </a:cubicBezTo>
                <a:close/>
                <a:moveTo>
                  <a:pt x="7019749" y="1150016"/>
                </a:moveTo>
                <a:cubicBezTo>
                  <a:pt x="7029011" y="1148487"/>
                  <a:pt x="7035287" y="1139739"/>
                  <a:pt x="7033758" y="1130477"/>
                </a:cubicBezTo>
                <a:cubicBezTo>
                  <a:pt x="7032247" y="1121214"/>
                  <a:pt x="7023482" y="1114920"/>
                  <a:pt x="7014219" y="1116449"/>
                </a:cubicBezTo>
                <a:cubicBezTo>
                  <a:pt x="7004956" y="1117978"/>
                  <a:pt x="6998681" y="1126726"/>
                  <a:pt x="7000192" y="1135988"/>
                </a:cubicBezTo>
                <a:cubicBezTo>
                  <a:pt x="7001561" y="1144327"/>
                  <a:pt x="7008779" y="1150247"/>
                  <a:pt x="7016958" y="1150247"/>
                </a:cubicBezTo>
                <a:cubicBezTo>
                  <a:pt x="7017881" y="1150247"/>
                  <a:pt x="7018806" y="1150176"/>
                  <a:pt x="7019749" y="1150016"/>
                </a:cubicBezTo>
                <a:close/>
                <a:moveTo>
                  <a:pt x="3068230" y="2600810"/>
                </a:moveTo>
                <a:cubicBezTo>
                  <a:pt x="3073083" y="2598926"/>
                  <a:pt x="3075482" y="2593449"/>
                  <a:pt x="3073580" y="2588596"/>
                </a:cubicBezTo>
                <a:cubicBezTo>
                  <a:pt x="3071679" y="2583760"/>
                  <a:pt x="3066220" y="2581360"/>
                  <a:pt x="3061367" y="2583262"/>
                </a:cubicBezTo>
                <a:cubicBezTo>
                  <a:pt x="3056531" y="2585147"/>
                  <a:pt x="3054131" y="2590622"/>
                  <a:pt x="3056034" y="2595458"/>
                </a:cubicBezTo>
                <a:cubicBezTo>
                  <a:pt x="3057491" y="2599192"/>
                  <a:pt x="3061046" y="2601468"/>
                  <a:pt x="3064816" y="2601467"/>
                </a:cubicBezTo>
                <a:cubicBezTo>
                  <a:pt x="3065954" y="2601468"/>
                  <a:pt x="3067110" y="2601254"/>
                  <a:pt x="3068230" y="2600810"/>
                </a:cubicBezTo>
                <a:close/>
                <a:moveTo>
                  <a:pt x="3333065" y="2503701"/>
                </a:moveTo>
                <a:cubicBezTo>
                  <a:pt x="3338007" y="2502048"/>
                  <a:pt x="3340673" y="2496714"/>
                  <a:pt x="3339020" y="2491772"/>
                </a:cubicBezTo>
                <a:cubicBezTo>
                  <a:pt x="3337384" y="2486829"/>
                  <a:pt x="3332050" y="2484163"/>
                  <a:pt x="3327108" y="2485815"/>
                </a:cubicBezTo>
                <a:cubicBezTo>
                  <a:pt x="3322183" y="2487452"/>
                  <a:pt x="3319499" y="2492785"/>
                  <a:pt x="3321151" y="2497728"/>
                </a:cubicBezTo>
                <a:cubicBezTo>
                  <a:pt x="3322469" y="2501675"/>
                  <a:pt x="3326149" y="2504182"/>
                  <a:pt x="3330095" y="2504182"/>
                </a:cubicBezTo>
                <a:cubicBezTo>
                  <a:pt x="3331073" y="2504182"/>
                  <a:pt x="3332069" y="2504021"/>
                  <a:pt x="3333065" y="2503701"/>
                </a:cubicBezTo>
                <a:close/>
                <a:moveTo>
                  <a:pt x="8405537" y="645314"/>
                </a:moveTo>
                <a:cubicBezTo>
                  <a:pt x="8409211" y="642914"/>
                  <a:pt x="8412229" y="639425"/>
                  <a:pt x="8414042" y="635069"/>
                </a:cubicBezTo>
                <a:cubicBezTo>
                  <a:pt x="8418878" y="623512"/>
                  <a:pt x="8413420" y="610214"/>
                  <a:pt x="8401863" y="605378"/>
                </a:cubicBezTo>
                <a:cubicBezTo>
                  <a:pt x="8396076" y="602961"/>
                  <a:pt x="8389858" y="603116"/>
                  <a:pt x="8384484" y="605322"/>
                </a:cubicBezTo>
                <a:cubicBezTo>
                  <a:pt x="8379111" y="607530"/>
                  <a:pt x="8374581" y="611787"/>
                  <a:pt x="8372173" y="617574"/>
                </a:cubicBezTo>
                <a:cubicBezTo>
                  <a:pt x="8367319" y="629131"/>
                  <a:pt x="8372795" y="642429"/>
                  <a:pt x="8384351" y="647264"/>
                </a:cubicBezTo>
                <a:cubicBezTo>
                  <a:pt x="8387214" y="648456"/>
                  <a:pt x="8390183" y="649025"/>
                  <a:pt x="8393098" y="649025"/>
                </a:cubicBezTo>
                <a:cubicBezTo>
                  <a:pt x="8397534" y="649025"/>
                  <a:pt x="8401864" y="647714"/>
                  <a:pt x="8405537" y="645314"/>
                </a:cubicBezTo>
                <a:close/>
                <a:moveTo>
                  <a:pt x="2980686" y="2635426"/>
                </a:moveTo>
                <a:cubicBezTo>
                  <a:pt x="2985523" y="2633505"/>
                  <a:pt x="2987886" y="2628030"/>
                  <a:pt x="2985948" y="2623193"/>
                </a:cubicBezTo>
                <a:cubicBezTo>
                  <a:pt x="2984028" y="2618357"/>
                  <a:pt x="2978552" y="2615993"/>
                  <a:pt x="2973717" y="2617914"/>
                </a:cubicBezTo>
                <a:cubicBezTo>
                  <a:pt x="2968880" y="2619851"/>
                  <a:pt x="2966516" y="2625327"/>
                  <a:pt x="2968436" y="2630163"/>
                </a:cubicBezTo>
                <a:cubicBezTo>
                  <a:pt x="2969912" y="2633861"/>
                  <a:pt x="2973468" y="2636101"/>
                  <a:pt x="2977201" y="2636101"/>
                </a:cubicBezTo>
                <a:cubicBezTo>
                  <a:pt x="2978356" y="2636101"/>
                  <a:pt x="2979548" y="2635888"/>
                  <a:pt x="2980686" y="2635426"/>
                </a:cubicBezTo>
                <a:close/>
                <a:moveTo>
                  <a:pt x="4467645" y="2090484"/>
                </a:moveTo>
                <a:cubicBezTo>
                  <a:pt x="4474132" y="2090485"/>
                  <a:pt x="4479804" y="2085702"/>
                  <a:pt x="4480711" y="2079071"/>
                </a:cubicBezTo>
                <a:cubicBezTo>
                  <a:pt x="4481705" y="2071852"/>
                  <a:pt x="4476657" y="2065185"/>
                  <a:pt x="4469421" y="2064190"/>
                </a:cubicBezTo>
                <a:cubicBezTo>
                  <a:pt x="4462186" y="2063194"/>
                  <a:pt x="4455519" y="2068244"/>
                  <a:pt x="4454521" y="2075479"/>
                </a:cubicBezTo>
                <a:cubicBezTo>
                  <a:pt x="4453526" y="2082697"/>
                  <a:pt x="4458593" y="2089364"/>
                  <a:pt x="4465811" y="2090360"/>
                </a:cubicBezTo>
                <a:cubicBezTo>
                  <a:pt x="4466433" y="2090449"/>
                  <a:pt x="4467040" y="2090485"/>
                  <a:pt x="4467645" y="2090484"/>
                </a:cubicBezTo>
                <a:close/>
                <a:moveTo>
                  <a:pt x="5094011" y="1860995"/>
                </a:moveTo>
                <a:cubicBezTo>
                  <a:pt x="5102883" y="1860870"/>
                  <a:pt x="5109960" y="1853563"/>
                  <a:pt x="5109835" y="1844690"/>
                </a:cubicBezTo>
                <a:cubicBezTo>
                  <a:pt x="5109694" y="1835819"/>
                  <a:pt x="5102403" y="1828744"/>
                  <a:pt x="5093530" y="1828885"/>
                </a:cubicBezTo>
                <a:cubicBezTo>
                  <a:pt x="5084659" y="1829010"/>
                  <a:pt x="5077566" y="1836317"/>
                  <a:pt x="5077707" y="1845189"/>
                </a:cubicBezTo>
                <a:cubicBezTo>
                  <a:pt x="5077851" y="1853972"/>
                  <a:pt x="5085016" y="1860995"/>
                  <a:pt x="5093779" y="1860995"/>
                </a:cubicBezTo>
                <a:close/>
                <a:moveTo>
                  <a:pt x="4081644" y="2233018"/>
                </a:moveTo>
                <a:cubicBezTo>
                  <a:pt x="4087884" y="2232769"/>
                  <a:pt x="4092755" y="2227507"/>
                  <a:pt x="4092508" y="2221248"/>
                </a:cubicBezTo>
                <a:cubicBezTo>
                  <a:pt x="4092259" y="2215008"/>
                  <a:pt x="4086995" y="2210136"/>
                  <a:pt x="4080738" y="2210404"/>
                </a:cubicBezTo>
                <a:cubicBezTo>
                  <a:pt x="4074497" y="2210652"/>
                  <a:pt x="4069626" y="2215915"/>
                  <a:pt x="4069893" y="2222155"/>
                </a:cubicBezTo>
                <a:cubicBezTo>
                  <a:pt x="4070123" y="2228253"/>
                  <a:pt x="4075138" y="2233018"/>
                  <a:pt x="4081184" y="2233018"/>
                </a:cubicBezTo>
                <a:close/>
                <a:moveTo>
                  <a:pt x="2449984" y="2831705"/>
                </a:moveTo>
                <a:cubicBezTo>
                  <a:pt x="2454982" y="2830211"/>
                  <a:pt x="2457789" y="2824948"/>
                  <a:pt x="2456297" y="2819970"/>
                </a:cubicBezTo>
                <a:cubicBezTo>
                  <a:pt x="2454784" y="2814975"/>
                  <a:pt x="2449542" y="2812165"/>
                  <a:pt x="2444545" y="2813659"/>
                </a:cubicBezTo>
                <a:cubicBezTo>
                  <a:pt x="2439550" y="2815170"/>
                  <a:pt x="2436741" y="2820415"/>
                  <a:pt x="2438233" y="2825411"/>
                </a:cubicBezTo>
                <a:lnTo>
                  <a:pt x="2438252" y="2825410"/>
                </a:lnTo>
                <a:cubicBezTo>
                  <a:pt x="2439477" y="2829482"/>
                  <a:pt x="2443211" y="2832114"/>
                  <a:pt x="2447266" y="2832114"/>
                </a:cubicBezTo>
                <a:cubicBezTo>
                  <a:pt x="2448171" y="2832114"/>
                  <a:pt x="2449078" y="2831971"/>
                  <a:pt x="2449984" y="2831705"/>
                </a:cubicBezTo>
                <a:close/>
                <a:moveTo>
                  <a:pt x="3422653" y="2475505"/>
                </a:moveTo>
                <a:cubicBezTo>
                  <a:pt x="3427647" y="2474010"/>
                  <a:pt x="3430491" y="2468766"/>
                  <a:pt x="3429000" y="2463788"/>
                </a:cubicBezTo>
                <a:cubicBezTo>
                  <a:pt x="3427522" y="2458792"/>
                  <a:pt x="3422279" y="2455947"/>
                  <a:pt x="3417301" y="2457423"/>
                </a:cubicBezTo>
                <a:cubicBezTo>
                  <a:pt x="3412305" y="2458916"/>
                  <a:pt x="3409460" y="2464161"/>
                  <a:pt x="3410935" y="2469140"/>
                </a:cubicBezTo>
                <a:cubicBezTo>
                  <a:pt x="3412145" y="2473229"/>
                  <a:pt x="3415913" y="2475896"/>
                  <a:pt x="3419966" y="2475896"/>
                </a:cubicBezTo>
                <a:cubicBezTo>
                  <a:pt x="3420856" y="2475896"/>
                  <a:pt x="3421762" y="2475771"/>
                  <a:pt x="3422653" y="2475505"/>
                </a:cubicBezTo>
                <a:close/>
                <a:moveTo>
                  <a:pt x="8055210" y="776428"/>
                </a:moveTo>
                <a:cubicBezTo>
                  <a:pt x="8063424" y="776428"/>
                  <a:pt x="8071211" y="771521"/>
                  <a:pt x="8074500" y="763432"/>
                </a:cubicBezTo>
                <a:cubicBezTo>
                  <a:pt x="8078820" y="752782"/>
                  <a:pt x="8073682" y="740657"/>
                  <a:pt x="8063033" y="736337"/>
                </a:cubicBezTo>
                <a:cubicBezTo>
                  <a:pt x="8052401" y="732016"/>
                  <a:pt x="8040258" y="737154"/>
                  <a:pt x="8035937" y="747786"/>
                </a:cubicBezTo>
                <a:cubicBezTo>
                  <a:pt x="8031617" y="758436"/>
                  <a:pt x="8036756" y="770561"/>
                  <a:pt x="8047405" y="774881"/>
                </a:cubicBezTo>
                <a:cubicBezTo>
                  <a:pt x="8049965" y="775930"/>
                  <a:pt x="8052614" y="776428"/>
                  <a:pt x="8055210" y="776428"/>
                </a:cubicBezTo>
                <a:close/>
                <a:moveTo>
                  <a:pt x="2893214" y="2670379"/>
                </a:moveTo>
                <a:cubicBezTo>
                  <a:pt x="2898050" y="2668441"/>
                  <a:pt x="2900397" y="2662964"/>
                  <a:pt x="2898476" y="2658129"/>
                </a:cubicBezTo>
                <a:cubicBezTo>
                  <a:pt x="2896538" y="2653293"/>
                  <a:pt x="2891062" y="2650947"/>
                  <a:pt x="2886225" y="2652885"/>
                </a:cubicBezTo>
                <a:cubicBezTo>
                  <a:pt x="2881391" y="2654805"/>
                  <a:pt x="2879045" y="2660298"/>
                  <a:pt x="2880964" y="2665133"/>
                </a:cubicBezTo>
                <a:cubicBezTo>
                  <a:pt x="2882440" y="2668814"/>
                  <a:pt x="2885978" y="2671055"/>
                  <a:pt x="2889729" y="2671055"/>
                </a:cubicBezTo>
                <a:cubicBezTo>
                  <a:pt x="2890884" y="2671055"/>
                  <a:pt x="2892076" y="2670841"/>
                  <a:pt x="2893214" y="2670379"/>
                </a:cubicBezTo>
                <a:close/>
                <a:moveTo>
                  <a:pt x="3841967" y="2322998"/>
                </a:moveTo>
                <a:cubicBezTo>
                  <a:pt x="3847640" y="2322233"/>
                  <a:pt x="3851639" y="2317023"/>
                  <a:pt x="3850875" y="2311352"/>
                </a:cubicBezTo>
                <a:cubicBezTo>
                  <a:pt x="3850093" y="2305663"/>
                  <a:pt x="3844883" y="2301680"/>
                  <a:pt x="3839211" y="2302444"/>
                </a:cubicBezTo>
                <a:cubicBezTo>
                  <a:pt x="3833523" y="2303210"/>
                  <a:pt x="3829539" y="2308436"/>
                  <a:pt x="3830305" y="2314107"/>
                </a:cubicBezTo>
                <a:cubicBezTo>
                  <a:pt x="3831013" y="2319317"/>
                  <a:pt x="3835461" y="2323104"/>
                  <a:pt x="3840582" y="2323103"/>
                </a:cubicBezTo>
                <a:cubicBezTo>
                  <a:pt x="3841042" y="2323103"/>
                  <a:pt x="3841506" y="2323068"/>
                  <a:pt x="3841967" y="2322998"/>
                </a:cubicBezTo>
                <a:close/>
                <a:moveTo>
                  <a:pt x="2805618" y="2705172"/>
                </a:moveTo>
                <a:cubicBezTo>
                  <a:pt x="2810470" y="2703270"/>
                  <a:pt x="2812853" y="2697794"/>
                  <a:pt x="2810933" y="2692958"/>
                </a:cubicBezTo>
                <a:cubicBezTo>
                  <a:pt x="2809031" y="2688122"/>
                  <a:pt x="2803555" y="2685739"/>
                  <a:pt x="2798718" y="2687642"/>
                </a:cubicBezTo>
                <a:cubicBezTo>
                  <a:pt x="2793883" y="2689545"/>
                  <a:pt x="2791501" y="2695020"/>
                  <a:pt x="2793403" y="2699856"/>
                </a:cubicBezTo>
                <a:cubicBezTo>
                  <a:pt x="2794861" y="2703572"/>
                  <a:pt x="2798417" y="2705830"/>
                  <a:pt x="2802168" y="2705830"/>
                </a:cubicBezTo>
                <a:cubicBezTo>
                  <a:pt x="2803325" y="2705830"/>
                  <a:pt x="2804498" y="2705616"/>
                  <a:pt x="2805618" y="2705172"/>
                </a:cubicBezTo>
                <a:close/>
                <a:moveTo>
                  <a:pt x="2540017" y="2803133"/>
                </a:moveTo>
                <a:cubicBezTo>
                  <a:pt x="2544960" y="2801480"/>
                  <a:pt x="2547628" y="2796146"/>
                  <a:pt x="2545992" y="2791204"/>
                </a:cubicBezTo>
                <a:cubicBezTo>
                  <a:pt x="2544356" y="2786279"/>
                  <a:pt x="2539003" y="2783613"/>
                  <a:pt x="2534080" y="2785248"/>
                </a:cubicBezTo>
                <a:cubicBezTo>
                  <a:pt x="2529138" y="2786902"/>
                  <a:pt x="2526471" y="2792236"/>
                  <a:pt x="2528106" y="2797178"/>
                </a:cubicBezTo>
                <a:cubicBezTo>
                  <a:pt x="2529421" y="2801125"/>
                  <a:pt x="2533102" y="2803614"/>
                  <a:pt x="2537049" y="2803614"/>
                </a:cubicBezTo>
                <a:cubicBezTo>
                  <a:pt x="2538044" y="2803614"/>
                  <a:pt x="2539040" y="2803454"/>
                  <a:pt x="2540017" y="2803133"/>
                </a:cubicBezTo>
                <a:close/>
                <a:moveTo>
                  <a:pt x="4851348" y="1955952"/>
                </a:moveTo>
                <a:cubicBezTo>
                  <a:pt x="4858834" y="1955952"/>
                  <a:pt x="4865339" y="1950387"/>
                  <a:pt x="4866319" y="1942759"/>
                </a:cubicBezTo>
                <a:cubicBezTo>
                  <a:pt x="4867367" y="1934475"/>
                  <a:pt x="4861516" y="1926901"/>
                  <a:pt x="4853231" y="1925852"/>
                </a:cubicBezTo>
                <a:cubicBezTo>
                  <a:pt x="4844966" y="1924802"/>
                  <a:pt x="4837392" y="1930652"/>
                  <a:pt x="4836342" y="1938937"/>
                </a:cubicBezTo>
                <a:cubicBezTo>
                  <a:pt x="4835277" y="1947204"/>
                  <a:pt x="4841126" y="1954778"/>
                  <a:pt x="4849409" y="1955827"/>
                </a:cubicBezTo>
                <a:cubicBezTo>
                  <a:pt x="4850068" y="1955916"/>
                  <a:pt x="4850706" y="1955951"/>
                  <a:pt x="4851348" y="1955952"/>
                </a:cubicBezTo>
                <a:close/>
                <a:moveTo>
                  <a:pt x="2717701" y="2739272"/>
                </a:moveTo>
                <a:cubicBezTo>
                  <a:pt x="2722555" y="2737423"/>
                  <a:pt x="2725007" y="2731983"/>
                  <a:pt x="2723141" y="2727111"/>
                </a:cubicBezTo>
                <a:cubicBezTo>
                  <a:pt x="2721292" y="2722257"/>
                  <a:pt x="2715850" y="2719822"/>
                  <a:pt x="2710998" y="2721671"/>
                </a:cubicBezTo>
                <a:cubicBezTo>
                  <a:pt x="2706126" y="2723519"/>
                  <a:pt x="2703690" y="2728960"/>
                  <a:pt x="2705540" y="2733832"/>
                </a:cubicBezTo>
                <a:cubicBezTo>
                  <a:pt x="2706961" y="2737583"/>
                  <a:pt x="2710553" y="2739894"/>
                  <a:pt x="2714341" y="2739895"/>
                </a:cubicBezTo>
                <a:cubicBezTo>
                  <a:pt x="2715460" y="2739895"/>
                  <a:pt x="2716597" y="2739699"/>
                  <a:pt x="2717701" y="2739272"/>
                </a:cubicBezTo>
                <a:close/>
                <a:moveTo>
                  <a:pt x="2629233" y="2772127"/>
                </a:moveTo>
                <a:cubicBezTo>
                  <a:pt x="2634122" y="2770367"/>
                  <a:pt x="2636663" y="2764962"/>
                  <a:pt x="2634905" y="2760074"/>
                </a:cubicBezTo>
                <a:cubicBezTo>
                  <a:pt x="2633126" y="2755184"/>
                  <a:pt x="2627740" y="2752642"/>
                  <a:pt x="2622832" y="2754402"/>
                </a:cubicBezTo>
                <a:cubicBezTo>
                  <a:pt x="2617943" y="2756162"/>
                  <a:pt x="2615401" y="2761567"/>
                  <a:pt x="2617161" y="2766474"/>
                </a:cubicBezTo>
                <a:cubicBezTo>
                  <a:pt x="2618546" y="2770314"/>
                  <a:pt x="2622175" y="2772696"/>
                  <a:pt x="2626032" y="2772696"/>
                </a:cubicBezTo>
                <a:cubicBezTo>
                  <a:pt x="2627100" y="2772696"/>
                  <a:pt x="2628165" y="2772518"/>
                  <a:pt x="2629233" y="2772127"/>
                </a:cubicBezTo>
                <a:close/>
                <a:moveTo>
                  <a:pt x="3513128" y="2450329"/>
                </a:moveTo>
                <a:cubicBezTo>
                  <a:pt x="3518160" y="2449013"/>
                  <a:pt x="3521182" y="2443876"/>
                  <a:pt x="3519884" y="2438844"/>
                </a:cubicBezTo>
                <a:cubicBezTo>
                  <a:pt x="3518569" y="2433795"/>
                  <a:pt x="3513431" y="2430773"/>
                  <a:pt x="3508382" y="2432088"/>
                </a:cubicBezTo>
                <a:cubicBezTo>
                  <a:pt x="3503350" y="2433386"/>
                  <a:pt x="3500327" y="2438542"/>
                  <a:pt x="3501643" y="2443573"/>
                </a:cubicBezTo>
                <a:cubicBezTo>
                  <a:pt x="3502745" y="2447804"/>
                  <a:pt x="3506568" y="2450631"/>
                  <a:pt x="3510747" y="2450631"/>
                </a:cubicBezTo>
                <a:cubicBezTo>
                  <a:pt x="3511527" y="2450632"/>
                  <a:pt x="3512328" y="2450525"/>
                  <a:pt x="3513128" y="2450329"/>
                </a:cubicBezTo>
                <a:close/>
                <a:moveTo>
                  <a:pt x="1214226" y="3295983"/>
                </a:moveTo>
                <a:cubicBezTo>
                  <a:pt x="1216519" y="3295983"/>
                  <a:pt x="1218671" y="3294578"/>
                  <a:pt x="1219506" y="3292303"/>
                </a:cubicBezTo>
                <a:cubicBezTo>
                  <a:pt x="1220572" y="3289370"/>
                  <a:pt x="1219080" y="3286151"/>
                  <a:pt x="1216164" y="3285067"/>
                </a:cubicBezTo>
                <a:cubicBezTo>
                  <a:pt x="1213247" y="3284000"/>
                  <a:pt x="1210012" y="3285494"/>
                  <a:pt x="1208928" y="3288410"/>
                </a:cubicBezTo>
                <a:cubicBezTo>
                  <a:pt x="1207861" y="3291325"/>
                  <a:pt x="1209355" y="3294561"/>
                  <a:pt x="1212270" y="3295646"/>
                </a:cubicBezTo>
                <a:cubicBezTo>
                  <a:pt x="1212911" y="3295876"/>
                  <a:pt x="1213568" y="3295983"/>
                  <a:pt x="1214226" y="3295983"/>
                </a:cubicBezTo>
                <a:close/>
                <a:moveTo>
                  <a:pt x="1640369" y="3139849"/>
                </a:moveTo>
                <a:cubicBezTo>
                  <a:pt x="1644315" y="3139849"/>
                  <a:pt x="1647623" y="3136774"/>
                  <a:pt x="1647871" y="3132791"/>
                </a:cubicBezTo>
                <a:cubicBezTo>
                  <a:pt x="1648120" y="3128631"/>
                  <a:pt x="1644973" y="3125057"/>
                  <a:pt x="1640814" y="3124808"/>
                </a:cubicBezTo>
                <a:cubicBezTo>
                  <a:pt x="1636671" y="3124559"/>
                  <a:pt x="1633097" y="3127706"/>
                  <a:pt x="1632848" y="3131866"/>
                </a:cubicBezTo>
                <a:cubicBezTo>
                  <a:pt x="1632581" y="3136009"/>
                  <a:pt x="1635746" y="3139582"/>
                  <a:pt x="1639889" y="3139832"/>
                </a:cubicBezTo>
                <a:lnTo>
                  <a:pt x="1639889" y="3139848"/>
                </a:lnTo>
                <a:cubicBezTo>
                  <a:pt x="1640049" y="3139848"/>
                  <a:pt x="1640209" y="3139849"/>
                  <a:pt x="1640369" y="3139849"/>
                </a:cubicBezTo>
                <a:close/>
                <a:moveTo>
                  <a:pt x="904463" y="3410196"/>
                </a:moveTo>
                <a:cubicBezTo>
                  <a:pt x="905708" y="3410195"/>
                  <a:pt x="906916" y="3409573"/>
                  <a:pt x="907628" y="3408452"/>
                </a:cubicBezTo>
                <a:cubicBezTo>
                  <a:pt x="908730" y="3406710"/>
                  <a:pt x="908197" y="3404399"/>
                  <a:pt x="906455" y="3403297"/>
                </a:cubicBezTo>
                <a:cubicBezTo>
                  <a:pt x="904712" y="3402194"/>
                  <a:pt x="902401" y="3402728"/>
                  <a:pt x="901299" y="3404471"/>
                </a:cubicBezTo>
                <a:cubicBezTo>
                  <a:pt x="900214" y="3406213"/>
                  <a:pt x="900730" y="3408524"/>
                  <a:pt x="902472" y="3409625"/>
                </a:cubicBezTo>
                <a:cubicBezTo>
                  <a:pt x="903094" y="3410017"/>
                  <a:pt x="903788" y="3410196"/>
                  <a:pt x="904463" y="3410196"/>
                </a:cubicBezTo>
                <a:close/>
                <a:moveTo>
                  <a:pt x="1953775" y="3025566"/>
                </a:moveTo>
                <a:lnTo>
                  <a:pt x="1953757" y="3025566"/>
                </a:lnTo>
                <a:cubicBezTo>
                  <a:pt x="1958416" y="3025086"/>
                  <a:pt x="1961812" y="3020925"/>
                  <a:pt x="1961331" y="3016285"/>
                </a:cubicBezTo>
                <a:cubicBezTo>
                  <a:pt x="1960851" y="3011627"/>
                  <a:pt x="1956690" y="3008231"/>
                  <a:pt x="1952032" y="3008711"/>
                </a:cubicBezTo>
                <a:cubicBezTo>
                  <a:pt x="1947374" y="3009191"/>
                  <a:pt x="1943980" y="3013351"/>
                  <a:pt x="1944459" y="3018009"/>
                </a:cubicBezTo>
                <a:cubicBezTo>
                  <a:pt x="1944921" y="3022383"/>
                  <a:pt x="1948602" y="3025619"/>
                  <a:pt x="1952886" y="3025618"/>
                </a:cubicBezTo>
                <a:cubicBezTo>
                  <a:pt x="1953188" y="3025619"/>
                  <a:pt x="1953474" y="3025601"/>
                  <a:pt x="1953775" y="3025566"/>
                </a:cubicBezTo>
                <a:close/>
                <a:moveTo>
                  <a:pt x="4322761" y="2160053"/>
                </a:moveTo>
                <a:cubicBezTo>
                  <a:pt x="4329092" y="2160053"/>
                  <a:pt x="4334461" y="2155199"/>
                  <a:pt x="4334993" y="2148781"/>
                </a:cubicBezTo>
                <a:cubicBezTo>
                  <a:pt x="4335545" y="2142025"/>
                  <a:pt x="4330515" y="2136105"/>
                  <a:pt x="4323758" y="2135572"/>
                </a:cubicBezTo>
                <a:cubicBezTo>
                  <a:pt x="4317002" y="2135020"/>
                  <a:pt x="4311082" y="2140034"/>
                  <a:pt x="4310531" y="2146790"/>
                </a:cubicBezTo>
                <a:cubicBezTo>
                  <a:pt x="4309980" y="2153546"/>
                  <a:pt x="4315009" y="2159466"/>
                  <a:pt x="4321767" y="2160018"/>
                </a:cubicBezTo>
                <a:cubicBezTo>
                  <a:pt x="4322105" y="2160053"/>
                  <a:pt x="4322442" y="2160053"/>
                  <a:pt x="4322761" y="2160053"/>
                </a:cubicBezTo>
                <a:close/>
                <a:moveTo>
                  <a:pt x="7459065" y="1010380"/>
                </a:moveTo>
                <a:cubicBezTo>
                  <a:pt x="7467901" y="1010380"/>
                  <a:pt x="7475599" y="1003856"/>
                  <a:pt x="7476844" y="994859"/>
                </a:cubicBezTo>
                <a:cubicBezTo>
                  <a:pt x="7478195" y="985028"/>
                  <a:pt x="7471315" y="975979"/>
                  <a:pt x="7461501" y="974627"/>
                </a:cubicBezTo>
                <a:cubicBezTo>
                  <a:pt x="7451669" y="973276"/>
                  <a:pt x="7442620" y="980139"/>
                  <a:pt x="7441268" y="989953"/>
                </a:cubicBezTo>
                <a:cubicBezTo>
                  <a:pt x="7439917" y="999784"/>
                  <a:pt x="7446780" y="1008851"/>
                  <a:pt x="7456594" y="1010203"/>
                </a:cubicBezTo>
                <a:cubicBezTo>
                  <a:pt x="7457430" y="1010310"/>
                  <a:pt x="7458247" y="1010380"/>
                  <a:pt x="7459065" y="1010380"/>
                </a:cubicBezTo>
                <a:close/>
                <a:moveTo>
                  <a:pt x="7116767" y="1137162"/>
                </a:moveTo>
                <a:cubicBezTo>
                  <a:pt x="7126120" y="1136238"/>
                  <a:pt x="7132929" y="1127899"/>
                  <a:pt x="7132005" y="1118548"/>
                </a:cubicBezTo>
                <a:cubicBezTo>
                  <a:pt x="7131080" y="1109195"/>
                  <a:pt x="7122742" y="1102386"/>
                  <a:pt x="7113408" y="1103311"/>
                </a:cubicBezTo>
                <a:cubicBezTo>
                  <a:pt x="7104056" y="1104235"/>
                  <a:pt x="7097229" y="1112574"/>
                  <a:pt x="7098154" y="1121926"/>
                </a:cubicBezTo>
                <a:cubicBezTo>
                  <a:pt x="7099024" y="1130690"/>
                  <a:pt x="7106421" y="1137251"/>
                  <a:pt x="7115060" y="1137251"/>
                </a:cubicBezTo>
                <a:cubicBezTo>
                  <a:pt x="7115630" y="1137251"/>
                  <a:pt x="7116199" y="1137215"/>
                  <a:pt x="7116767" y="1137162"/>
                </a:cubicBezTo>
                <a:close/>
                <a:moveTo>
                  <a:pt x="7708823" y="920304"/>
                </a:moveTo>
                <a:cubicBezTo>
                  <a:pt x="7712050" y="917881"/>
                  <a:pt x="7714531" y="914410"/>
                  <a:pt x="7715686" y="910214"/>
                </a:cubicBezTo>
                <a:cubicBezTo>
                  <a:pt x="7718460" y="900151"/>
                  <a:pt x="7712557" y="889733"/>
                  <a:pt x="7702495" y="886960"/>
                </a:cubicBezTo>
                <a:cubicBezTo>
                  <a:pt x="7692431" y="884186"/>
                  <a:pt x="7682013" y="890106"/>
                  <a:pt x="7679240" y="900169"/>
                </a:cubicBezTo>
                <a:cubicBezTo>
                  <a:pt x="7676466" y="910231"/>
                  <a:pt x="7682369" y="920632"/>
                  <a:pt x="7692449" y="923406"/>
                </a:cubicBezTo>
                <a:cubicBezTo>
                  <a:pt x="7694120" y="923886"/>
                  <a:pt x="7695827" y="924099"/>
                  <a:pt x="7697481" y="924099"/>
                </a:cubicBezTo>
                <a:cubicBezTo>
                  <a:pt x="7701623" y="924099"/>
                  <a:pt x="7705596" y="922726"/>
                  <a:pt x="7708823" y="920304"/>
                </a:cubicBezTo>
                <a:close/>
                <a:moveTo>
                  <a:pt x="3604424" y="2428408"/>
                </a:moveTo>
                <a:cubicBezTo>
                  <a:pt x="3609510" y="2427288"/>
                  <a:pt x="3612708" y="2422257"/>
                  <a:pt x="3611588" y="2417172"/>
                </a:cubicBezTo>
                <a:cubicBezTo>
                  <a:pt x="3610468" y="2412087"/>
                  <a:pt x="3605436" y="2408869"/>
                  <a:pt x="3600370" y="2409990"/>
                </a:cubicBezTo>
                <a:cubicBezTo>
                  <a:pt x="3595285" y="2411109"/>
                  <a:pt x="3592066" y="2416141"/>
                  <a:pt x="3593186" y="2421225"/>
                </a:cubicBezTo>
                <a:cubicBezTo>
                  <a:pt x="3594148" y="2425617"/>
                  <a:pt x="3598058" y="2428622"/>
                  <a:pt x="3602378" y="2428622"/>
                </a:cubicBezTo>
                <a:cubicBezTo>
                  <a:pt x="3603055" y="2428622"/>
                  <a:pt x="3603730" y="2428550"/>
                  <a:pt x="3604424" y="2428408"/>
                </a:cubicBezTo>
                <a:close/>
                <a:moveTo>
                  <a:pt x="1424071" y="3229400"/>
                </a:moveTo>
                <a:cubicBezTo>
                  <a:pt x="1427147" y="3229401"/>
                  <a:pt x="1429902" y="3227231"/>
                  <a:pt x="1430525" y="3224085"/>
                </a:cubicBezTo>
                <a:cubicBezTo>
                  <a:pt x="1431218" y="3220529"/>
                  <a:pt x="1428889" y="3217062"/>
                  <a:pt x="1425334" y="3216369"/>
                </a:cubicBezTo>
                <a:cubicBezTo>
                  <a:pt x="1421778" y="3215657"/>
                  <a:pt x="1418309" y="3217987"/>
                  <a:pt x="1417599" y="3221542"/>
                </a:cubicBezTo>
                <a:cubicBezTo>
                  <a:pt x="1416907" y="3225115"/>
                  <a:pt x="1419235" y="3228565"/>
                  <a:pt x="1422790" y="3229276"/>
                </a:cubicBezTo>
                <a:cubicBezTo>
                  <a:pt x="1423218" y="3229366"/>
                  <a:pt x="1423644" y="3229400"/>
                  <a:pt x="1424071" y="3229400"/>
                </a:cubicBezTo>
                <a:close/>
                <a:moveTo>
                  <a:pt x="3935715" y="2312632"/>
                </a:moveTo>
                <a:cubicBezTo>
                  <a:pt x="3941424" y="2312152"/>
                  <a:pt x="3945655" y="2307121"/>
                  <a:pt x="3945174" y="2301414"/>
                </a:cubicBezTo>
                <a:cubicBezTo>
                  <a:pt x="3944676" y="2295706"/>
                  <a:pt x="3939664" y="2291475"/>
                  <a:pt x="3933955" y="2291973"/>
                </a:cubicBezTo>
                <a:cubicBezTo>
                  <a:pt x="3928249" y="2292453"/>
                  <a:pt x="3924016" y="2297484"/>
                  <a:pt x="3924497" y="2303192"/>
                </a:cubicBezTo>
                <a:cubicBezTo>
                  <a:pt x="3924958" y="2308596"/>
                  <a:pt x="3929494" y="2312668"/>
                  <a:pt x="3934827" y="2312668"/>
                </a:cubicBezTo>
                <a:cubicBezTo>
                  <a:pt x="3935128" y="2312668"/>
                  <a:pt x="3935413" y="2312668"/>
                  <a:pt x="3935715" y="2312632"/>
                </a:cubicBezTo>
                <a:close/>
                <a:moveTo>
                  <a:pt x="5193361" y="1856212"/>
                </a:moveTo>
                <a:cubicBezTo>
                  <a:pt x="5202196" y="1855466"/>
                  <a:pt x="5208758" y="1847696"/>
                  <a:pt x="5208011" y="1838860"/>
                </a:cubicBezTo>
                <a:cubicBezTo>
                  <a:pt x="5207262" y="1830024"/>
                  <a:pt x="5199495" y="1823463"/>
                  <a:pt x="5190659" y="1824210"/>
                </a:cubicBezTo>
                <a:cubicBezTo>
                  <a:pt x="5181819" y="1824939"/>
                  <a:pt x="5175263" y="1832708"/>
                  <a:pt x="5176008" y="1841562"/>
                </a:cubicBezTo>
                <a:cubicBezTo>
                  <a:pt x="5176720" y="1849936"/>
                  <a:pt x="5183741" y="1856265"/>
                  <a:pt x="5191990" y="1856265"/>
                </a:cubicBezTo>
                <a:cubicBezTo>
                  <a:pt x="5192453" y="1856265"/>
                  <a:pt x="5192898" y="1856247"/>
                  <a:pt x="5193361" y="1856212"/>
                </a:cubicBezTo>
                <a:close/>
                <a:moveTo>
                  <a:pt x="4707072" y="2036810"/>
                </a:moveTo>
                <a:cubicBezTo>
                  <a:pt x="4713739" y="2036810"/>
                  <a:pt x="4719677" y="2032081"/>
                  <a:pt x="4720975" y="2025271"/>
                </a:cubicBezTo>
                <a:cubicBezTo>
                  <a:pt x="4722413" y="2017591"/>
                  <a:pt x="4717366" y="2010177"/>
                  <a:pt x="4709684" y="2008719"/>
                </a:cubicBezTo>
                <a:cubicBezTo>
                  <a:pt x="4702006" y="2007262"/>
                  <a:pt x="4694591" y="2012311"/>
                  <a:pt x="4693134" y="2020009"/>
                </a:cubicBezTo>
                <a:cubicBezTo>
                  <a:pt x="4691675" y="2027689"/>
                  <a:pt x="4696725" y="2035103"/>
                  <a:pt x="4704424" y="2036561"/>
                </a:cubicBezTo>
                <a:cubicBezTo>
                  <a:pt x="4705313" y="2036721"/>
                  <a:pt x="4706200" y="2036809"/>
                  <a:pt x="4707072" y="2036810"/>
                </a:cubicBezTo>
                <a:close/>
                <a:moveTo>
                  <a:pt x="4176585" y="2232111"/>
                </a:moveTo>
                <a:cubicBezTo>
                  <a:pt x="4182737" y="2232111"/>
                  <a:pt x="4187768" y="2227204"/>
                  <a:pt x="4187908" y="2221053"/>
                </a:cubicBezTo>
                <a:cubicBezTo>
                  <a:pt x="4188051" y="2214795"/>
                  <a:pt x="4183091" y="2209621"/>
                  <a:pt x="4176850" y="2209479"/>
                </a:cubicBezTo>
                <a:cubicBezTo>
                  <a:pt x="4170592" y="2209336"/>
                  <a:pt x="4165419" y="2214279"/>
                  <a:pt x="4165277" y="2220537"/>
                </a:cubicBezTo>
                <a:cubicBezTo>
                  <a:pt x="4165135" y="2226777"/>
                  <a:pt x="4170077" y="2231969"/>
                  <a:pt x="4176335" y="2232111"/>
                </a:cubicBezTo>
                <a:close/>
                <a:moveTo>
                  <a:pt x="2047061" y="3013423"/>
                </a:moveTo>
                <a:cubicBezTo>
                  <a:pt x="2051665" y="3012694"/>
                  <a:pt x="2054831" y="3008356"/>
                  <a:pt x="2054119" y="3003732"/>
                </a:cubicBezTo>
                <a:cubicBezTo>
                  <a:pt x="2053390" y="2999111"/>
                  <a:pt x="2049052" y="2995946"/>
                  <a:pt x="2044430" y="2996675"/>
                </a:cubicBezTo>
                <a:cubicBezTo>
                  <a:pt x="2039807" y="2997404"/>
                  <a:pt x="2036643" y="3001742"/>
                  <a:pt x="2037372" y="3006365"/>
                </a:cubicBezTo>
                <a:lnTo>
                  <a:pt x="2037389" y="3006365"/>
                </a:lnTo>
                <a:cubicBezTo>
                  <a:pt x="2038047" y="3010542"/>
                  <a:pt x="2041656" y="3013529"/>
                  <a:pt x="2045745" y="3013529"/>
                </a:cubicBezTo>
                <a:cubicBezTo>
                  <a:pt x="2046189" y="3013529"/>
                  <a:pt x="2046616" y="3013494"/>
                  <a:pt x="2047061" y="3013423"/>
                </a:cubicBezTo>
                <a:close/>
                <a:moveTo>
                  <a:pt x="3696464" y="2410024"/>
                </a:moveTo>
                <a:cubicBezTo>
                  <a:pt x="3701585" y="2409117"/>
                  <a:pt x="3704998" y="2404211"/>
                  <a:pt x="3704073" y="2399090"/>
                </a:cubicBezTo>
                <a:cubicBezTo>
                  <a:pt x="3703167" y="2393971"/>
                  <a:pt x="3698278" y="2390556"/>
                  <a:pt x="3693157" y="2391481"/>
                </a:cubicBezTo>
                <a:cubicBezTo>
                  <a:pt x="3688038" y="2392388"/>
                  <a:pt x="3684624" y="2397277"/>
                  <a:pt x="3685531" y="2402398"/>
                </a:cubicBezTo>
                <a:cubicBezTo>
                  <a:pt x="3686348" y="2406966"/>
                  <a:pt x="3690313" y="2410166"/>
                  <a:pt x="3694794" y="2410167"/>
                </a:cubicBezTo>
                <a:cubicBezTo>
                  <a:pt x="3695344" y="2410167"/>
                  <a:pt x="3695895" y="2410114"/>
                  <a:pt x="3696464" y="2410024"/>
                </a:cubicBezTo>
                <a:close/>
                <a:moveTo>
                  <a:pt x="8272790" y="731856"/>
                </a:moveTo>
                <a:cubicBezTo>
                  <a:pt x="8281305" y="731855"/>
                  <a:pt x="8289394" y="726825"/>
                  <a:pt x="8292878" y="718469"/>
                </a:cubicBezTo>
                <a:cubicBezTo>
                  <a:pt x="8297483" y="707375"/>
                  <a:pt x="8292239" y="694645"/>
                  <a:pt x="8281145" y="690022"/>
                </a:cubicBezTo>
                <a:cubicBezTo>
                  <a:pt x="8275607" y="687720"/>
                  <a:pt x="8269656" y="687876"/>
                  <a:pt x="8264511" y="689994"/>
                </a:cubicBezTo>
                <a:cubicBezTo>
                  <a:pt x="8259366" y="692111"/>
                  <a:pt x="8255027" y="696192"/>
                  <a:pt x="8252716" y="701738"/>
                </a:cubicBezTo>
                <a:cubicBezTo>
                  <a:pt x="8248093" y="712833"/>
                  <a:pt x="8253339" y="725562"/>
                  <a:pt x="8264432" y="730185"/>
                </a:cubicBezTo>
                <a:cubicBezTo>
                  <a:pt x="8267170" y="731323"/>
                  <a:pt x="8269997" y="731856"/>
                  <a:pt x="8272790" y="731856"/>
                </a:cubicBezTo>
                <a:close/>
                <a:moveTo>
                  <a:pt x="7926971" y="862586"/>
                </a:moveTo>
                <a:cubicBezTo>
                  <a:pt x="7935042" y="862585"/>
                  <a:pt x="7942616" y="857625"/>
                  <a:pt x="7945584" y="849607"/>
                </a:cubicBezTo>
                <a:cubicBezTo>
                  <a:pt x="7949390" y="839330"/>
                  <a:pt x="7944128" y="827898"/>
                  <a:pt x="7933851" y="824094"/>
                </a:cubicBezTo>
                <a:cubicBezTo>
                  <a:pt x="7923557" y="820307"/>
                  <a:pt x="7912143" y="825552"/>
                  <a:pt x="7908338" y="835845"/>
                </a:cubicBezTo>
                <a:cubicBezTo>
                  <a:pt x="7904534" y="846122"/>
                  <a:pt x="7909796" y="857536"/>
                  <a:pt x="7920090" y="861340"/>
                </a:cubicBezTo>
                <a:cubicBezTo>
                  <a:pt x="7922348" y="862176"/>
                  <a:pt x="7924678" y="862585"/>
                  <a:pt x="7926971" y="862586"/>
                </a:cubicBezTo>
                <a:close/>
                <a:moveTo>
                  <a:pt x="7214268" y="1130939"/>
                </a:moveTo>
                <a:cubicBezTo>
                  <a:pt x="7223655" y="1130672"/>
                  <a:pt x="7231087" y="1122868"/>
                  <a:pt x="7230820" y="1113481"/>
                </a:cubicBezTo>
                <a:cubicBezTo>
                  <a:pt x="7230571" y="1104093"/>
                  <a:pt x="7222766" y="1096680"/>
                  <a:pt x="7213379" y="1096928"/>
                </a:cubicBezTo>
                <a:cubicBezTo>
                  <a:pt x="7203991" y="1097178"/>
                  <a:pt x="7196577" y="1104982"/>
                  <a:pt x="7196826" y="1114370"/>
                </a:cubicBezTo>
                <a:cubicBezTo>
                  <a:pt x="7197075" y="1123615"/>
                  <a:pt x="7204632" y="1130939"/>
                  <a:pt x="7213805" y="1130939"/>
                </a:cubicBezTo>
                <a:cubicBezTo>
                  <a:pt x="7213965" y="1130939"/>
                  <a:pt x="7214107" y="1130939"/>
                  <a:pt x="7214268" y="1130939"/>
                </a:cubicBezTo>
                <a:close/>
                <a:moveTo>
                  <a:pt x="1733406" y="3142321"/>
                </a:moveTo>
                <a:cubicBezTo>
                  <a:pt x="1737566" y="3142303"/>
                  <a:pt x="1740909" y="3138907"/>
                  <a:pt x="1740873" y="3134746"/>
                </a:cubicBezTo>
                <a:cubicBezTo>
                  <a:pt x="1740837" y="3130586"/>
                  <a:pt x="1737460" y="3127244"/>
                  <a:pt x="1733299" y="3127279"/>
                </a:cubicBezTo>
                <a:cubicBezTo>
                  <a:pt x="1729139" y="3127297"/>
                  <a:pt x="1725797" y="3130693"/>
                  <a:pt x="1725832" y="3134853"/>
                </a:cubicBezTo>
                <a:cubicBezTo>
                  <a:pt x="1725850" y="3138996"/>
                  <a:pt x="1729228" y="3142321"/>
                  <a:pt x="1733352" y="3142321"/>
                </a:cubicBezTo>
                <a:close/>
                <a:moveTo>
                  <a:pt x="4562795" y="2106823"/>
                </a:moveTo>
                <a:cubicBezTo>
                  <a:pt x="4568946" y="2106824"/>
                  <a:pt x="4574458" y="2102504"/>
                  <a:pt x="4575738" y="2096245"/>
                </a:cubicBezTo>
                <a:cubicBezTo>
                  <a:pt x="4577197" y="2089080"/>
                  <a:pt x="4572574" y="2082111"/>
                  <a:pt x="4565410" y="2080653"/>
                </a:cubicBezTo>
                <a:cubicBezTo>
                  <a:pt x="4558262" y="2079195"/>
                  <a:pt x="4551293" y="2083817"/>
                  <a:pt x="4549835" y="2090965"/>
                </a:cubicBezTo>
                <a:cubicBezTo>
                  <a:pt x="4548378" y="2098130"/>
                  <a:pt x="4552998" y="2105099"/>
                  <a:pt x="4560147" y="2106557"/>
                </a:cubicBezTo>
                <a:cubicBezTo>
                  <a:pt x="4561037" y="2106735"/>
                  <a:pt x="4561924" y="2106824"/>
                  <a:pt x="4562795" y="2106823"/>
                </a:cubicBezTo>
                <a:close/>
                <a:moveTo>
                  <a:pt x="1096955" y="3378602"/>
                </a:moveTo>
                <a:cubicBezTo>
                  <a:pt x="1098733" y="3378602"/>
                  <a:pt x="1100440" y="3377589"/>
                  <a:pt x="1101222" y="3375864"/>
                </a:cubicBezTo>
                <a:cubicBezTo>
                  <a:pt x="1102289" y="3373517"/>
                  <a:pt x="1101258" y="3370743"/>
                  <a:pt x="1098894" y="3369659"/>
                </a:cubicBezTo>
                <a:cubicBezTo>
                  <a:pt x="1096546" y="3368592"/>
                  <a:pt x="1093773" y="3369623"/>
                  <a:pt x="1092688" y="3371988"/>
                </a:cubicBezTo>
                <a:cubicBezTo>
                  <a:pt x="1091622" y="3374335"/>
                  <a:pt x="1092671" y="3377108"/>
                  <a:pt x="1095017" y="3378175"/>
                </a:cubicBezTo>
                <a:cubicBezTo>
                  <a:pt x="1095641" y="3378477"/>
                  <a:pt x="1096298" y="3378602"/>
                  <a:pt x="1096955" y="3378602"/>
                </a:cubicBezTo>
                <a:close/>
                <a:moveTo>
                  <a:pt x="2139565" y="2996586"/>
                </a:moveTo>
                <a:cubicBezTo>
                  <a:pt x="2144151" y="2995626"/>
                  <a:pt x="2147102" y="2991146"/>
                  <a:pt x="2146161" y="2986558"/>
                </a:cubicBezTo>
                <a:cubicBezTo>
                  <a:pt x="2145200" y="2981971"/>
                  <a:pt x="2140720" y="2979020"/>
                  <a:pt x="2136134" y="2979981"/>
                </a:cubicBezTo>
                <a:cubicBezTo>
                  <a:pt x="2131546" y="2980923"/>
                  <a:pt x="2128613" y="2985403"/>
                  <a:pt x="2129555" y="2989990"/>
                </a:cubicBezTo>
                <a:cubicBezTo>
                  <a:pt x="2130391" y="2994008"/>
                  <a:pt x="2133911" y="2996746"/>
                  <a:pt x="2137858" y="2996746"/>
                </a:cubicBezTo>
                <a:cubicBezTo>
                  <a:pt x="2138409" y="2996746"/>
                  <a:pt x="2138995" y="2996693"/>
                  <a:pt x="2139565" y="2996586"/>
                </a:cubicBezTo>
                <a:close/>
                <a:moveTo>
                  <a:pt x="3194121" y="2610482"/>
                </a:moveTo>
                <a:cubicBezTo>
                  <a:pt x="3198512" y="2608828"/>
                  <a:pt x="3200734" y="2603939"/>
                  <a:pt x="3199080" y="2599565"/>
                </a:cubicBezTo>
                <a:cubicBezTo>
                  <a:pt x="3197446" y="2595174"/>
                  <a:pt x="3192556" y="2592969"/>
                  <a:pt x="3188182" y="2594605"/>
                </a:cubicBezTo>
                <a:cubicBezTo>
                  <a:pt x="3183809" y="2596240"/>
                  <a:pt x="3181568" y="2601130"/>
                  <a:pt x="3183221" y="2605521"/>
                </a:cubicBezTo>
                <a:cubicBezTo>
                  <a:pt x="3184501" y="2608917"/>
                  <a:pt x="3187720" y="2611014"/>
                  <a:pt x="3191151" y="2611015"/>
                </a:cubicBezTo>
                <a:cubicBezTo>
                  <a:pt x="3192147" y="2611015"/>
                  <a:pt x="3193143" y="2610837"/>
                  <a:pt x="3194121" y="2610482"/>
                </a:cubicBezTo>
                <a:close/>
                <a:moveTo>
                  <a:pt x="4948454" y="1967045"/>
                </a:moveTo>
                <a:cubicBezTo>
                  <a:pt x="4956136" y="1967045"/>
                  <a:pt x="4962713" y="1961196"/>
                  <a:pt x="4963462" y="1953391"/>
                </a:cubicBezTo>
                <a:cubicBezTo>
                  <a:pt x="4964260" y="1945088"/>
                  <a:pt x="4958181" y="1937692"/>
                  <a:pt x="4949879" y="1936892"/>
                </a:cubicBezTo>
                <a:cubicBezTo>
                  <a:pt x="4941576" y="1936092"/>
                  <a:pt x="4934180" y="1942173"/>
                  <a:pt x="4933381" y="1950494"/>
                </a:cubicBezTo>
                <a:cubicBezTo>
                  <a:pt x="4932579" y="1958796"/>
                  <a:pt x="4938677" y="1966174"/>
                  <a:pt x="4946981" y="1966975"/>
                </a:cubicBezTo>
                <a:cubicBezTo>
                  <a:pt x="4947479" y="1967045"/>
                  <a:pt x="4947958" y="1967045"/>
                  <a:pt x="4948454" y="1967045"/>
                </a:cubicBezTo>
                <a:close/>
                <a:moveTo>
                  <a:pt x="3281966" y="2578675"/>
                </a:moveTo>
                <a:cubicBezTo>
                  <a:pt x="3286393" y="2577146"/>
                  <a:pt x="3288722" y="2572310"/>
                  <a:pt x="3287193" y="2567883"/>
                </a:cubicBezTo>
                <a:cubicBezTo>
                  <a:pt x="3285646" y="2563474"/>
                  <a:pt x="3280811" y="2561127"/>
                  <a:pt x="3276401" y="2562674"/>
                </a:cubicBezTo>
                <a:cubicBezTo>
                  <a:pt x="3271974" y="2564203"/>
                  <a:pt x="3269646" y="2569039"/>
                  <a:pt x="3271175" y="2573466"/>
                </a:cubicBezTo>
                <a:cubicBezTo>
                  <a:pt x="3272402" y="2576968"/>
                  <a:pt x="3275673" y="2579155"/>
                  <a:pt x="3279193" y="2579155"/>
                </a:cubicBezTo>
                <a:cubicBezTo>
                  <a:pt x="3280117" y="2579155"/>
                  <a:pt x="3281043" y="2578995"/>
                  <a:pt x="3281966" y="2578675"/>
                </a:cubicBezTo>
                <a:close/>
                <a:moveTo>
                  <a:pt x="3106950" y="2644120"/>
                </a:moveTo>
                <a:cubicBezTo>
                  <a:pt x="3111308" y="2642412"/>
                  <a:pt x="3113440" y="2637488"/>
                  <a:pt x="3111715" y="2633132"/>
                </a:cubicBezTo>
                <a:cubicBezTo>
                  <a:pt x="3109991" y="2628776"/>
                  <a:pt x="3105067" y="2626643"/>
                  <a:pt x="3100710" y="2628367"/>
                </a:cubicBezTo>
                <a:cubicBezTo>
                  <a:pt x="3096354" y="2630092"/>
                  <a:pt x="3094221" y="2635017"/>
                  <a:pt x="3095946" y="2639372"/>
                </a:cubicBezTo>
                <a:cubicBezTo>
                  <a:pt x="3097260" y="2642697"/>
                  <a:pt x="3100461" y="2644724"/>
                  <a:pt x="3103839" y="2644724"/>
                </a:cubicBezTo>
                <a:cubicBezTo>
                  <a:pt x="3104870" y="2644724"/>
                  <a:pt x="3105919" y="2644528"/>
                  <a:pt x="3106950" y="2644120"/>
                </a:cubicBezTo>
                <a:close/>
                <a:moveTo>
                  <a:pt x="4029802" y="2307138"/>
                </a:moveTo>
                <a:cubicBezTo>
                  <a:pt x="4035526" y="2306978"/>
                  <a:pt x="4040025" y="2302196"/>
                  <a:pt x="4039865" y="2296471"/>
                </a:cubicBezTo>
                <a:cubicBezTo>
                  <a:pt x="4039687" y="2290747"/>
                  <a:pt x="4034906" y="2286248"/>
                  <a:pt x="4029181" y="2286408"/>
                </a:cubicBezTo>
                <a:cubicBezTo>
                  <a:pt x="4023456" y="2286586"/>
                  <a:pt x="4018956" y="2291350"/>
                  <a:pt x="4019115" y="2297076"/>
                </a:cubicBezTo>
                <a:cubicBezTo>
                  <a:pt x="4019294" y="2302801"/>
                  <a:pt x="4024078" y="2307316"/>
                  <a:pt x="4029802" y="2307138"/>
                </a:cubicBezTo>
                <a:close/>
                <a:moveTo>
                  <a:pt x="3789163" y="2395588"/>
                </a:moveTo>
                <a:cubicBezTo>
                  <a:pt x="3794319" y="2394912"/>
                  <a:pt x="3797946" y="2390183"/>
                  <a:pt x="3797270" y="2385010"/>
                </a:cubicBezTo>
                <a:cubicBezTo>
                  <a:pt x="3796578" y="2379853"/>
                  <a:pt x="3791848" y="2376227"/>
                  <a:pt x="3786693" y="2376920"/>
                </a:cubicBezTo>
                <a:cubicBezTo>
                  <a:pt x="3781537" y="2377596"/>
                  <a:pt x="3777908" y="2382325"/>
                  <a:pt x="3778584" y="2387481"/>
                </a:cubicBezTo>
                <a:cubicBezTo>
                  <a:pt x="3779209" y="2392228"/>
                  <a:pt x="3783261" y="2395676"/>
                  <a:pt x="3787919" y="2395677"/>
                </a:cubicBezTo>
                <a:cubicBezTo>
                  <a:pt x="3788327" y="2395677"/>
                  <a:pt x="3788738" y="2395659"/>
                  <a:pt x="3789163" y="2395588"/>
                </a:cubicBezTo>
                <a:close/>
                <a:moveTo>
                  <a:pt x="5292050" y="1844674"/>
                </a:moveTo>
                <a:cubicBezTo>
                  <a:pt x="5300816" y="1843393"/>
                  <a:pt x="5306878" y="1835215"/>
                  <a:pt x="5305598" y="1826450"/>
                </a:cubicBezTo>
                <a:cubicBezTo>
                  <a:pt x="5304301" y="1817667"/>
                  <a:pt x="5296122" y="1811605"/>
                  <a:pt x="5287356" y="1812903"/>
                </a:cubicBezTo>
                <a:cubicBezTo>
                  <a:pt x="5278593" y="1814201"/>
                  <a:pt x="5272513" y="1822361"/>
                  <a:pt x="5273827" y="1831143"/>
                </a:cubicBezTo>
                <a:cubicBezTo>
                  <a:pt x="5275001" y="1839126"/>
                  <a:pt x="5281844" y="1844851"/>
                  <a:pt x="5289685" y="1844851"/>
                </a:cubicBezTo>
                <a:cubicBezTo>
                  <a:pt x="5290469" y="1844851"/>
                  <a:pt x="5291250" y="1844797"/>
                  <a:pt x="5292050" y="1844674"/>
                </a:cubicBezTo>
                <a:close/>
                <a:moveTo>
                  <a:pt x="3370630" y="2549553"/>
                </a:moveTo>
                <a:cubicBezTo>
                  <a:pt x="3375110" y="2548185"/>
                  <a:pt x="3377617" y="2543420"/>
                  <a:pt x="3376229" y="2538957"/>
                </a:cubicBezTo>
                <a:cubicBezTo>
                  <a:pt x="3374861" y="2534495"/>
                  <a:pt x="3370114" y="2531987"/>
                  <a:pt x="3365634" y="2533356"/>
                </a:cubicBezTo>
                <a:cubicBezTo>
                  <a:pt x="3361170" y="2534743"/>
                  <a:pt x="3358665" y="2539490"/>
                  <a:pt x="3360051" y="2543953"/>
                </a:cubicBezTo>
                <a:cubicBezTo>
                  <a:pt x="3361171" y="2547597"/>
                  <a:pt x="3364514" y="2549926"/>
                  <a:pt x="3368140" y="2549927"/>
                </a:cubicBezTo>
                <a:cubicBezTo>
                  <a:pt x="3368958" y="2549926"/>
                  <a:pt x="3369811" y="2549820"/>
                  <a:pt x="3370630" y="2549553"/>
                </a:cubicBezTo>
                <a:close/>
                <a:moveTo>
                  <a:pt x="3020278" y="2679196"/>
                </a:moveTo>
                <a:cubicBezTo>
                  <a:pt x="3024599" y="2677419"/>
                  <a:pt x="3026679" y="2672458"/>
                  <a:pt x="3024884" y="2668138"/>
                </a:cubicBezTo>
                <a:cubicBezTo>
                  <a:pt x="3023105" y="2663800"/>
                  <a:pt x="3018145" y="2661738"/>
                  <a:pt x="3013825" y="2663516"/>
                </a:cubicBezTo>
                <a:cubicBezTo>
                  <a:pt x="3009505" y="2665312"/>
                  <a:pt x="3007442" y="2670255"/>
                  <a:pt x="3009220" y="2674592"/>
                </a:cubicBezTo>
                <a:cubicBezTo>
                  <a:pt x="3010572" y="2677864"/>
                  <a:pt x="3013736" y="2679837"/>
                  <a:pt x="3017061" y="2679837"/>
                </a:cubicBezTo>
                <a:cubicBezTo>
                  <a:pt x="3018127" y="2679837"/>
                  <a:pt x="3019229" y="2679624"/>
                  <a:pt x="3020278" y="2679196"/>
                </a:cubicBezTo>
                <a:close/>
                <a:moveTo>
                  <a:pt x="2933944" y="2715199"/>
                </a:moveTo>
                <a:cubicBezTo>
                  <a:pt x="2938264" y="2713386"/>
                  <a:pt x="2940291" y="2708426"/>
                  <a:pt x="2938459" y="2704105"/>
                </a:cubicBezTo>
                <a:cubicBezTo>
                  <a:pt x="2936646" y="2699803"/>
                  <a:pt x="2931686" y="2697758"/>
                  <a:pt x="2927366" y="2699589"/>
                </a:cubicBezTo>
                <a:cubicBezTo>
                  <a:pt x="2923063" y="2701403"/>
                  <a:pt x="2921037" y="2706363"/>
                  <a:pt x="2922850" y="2710684"/>
                </a:cubicBezTo>
                <a:cubicBezTo>
                  <a:pt x="2924219" y="2713919"/>
                  <a:pt x="2927348" y="2715875"/>
                  <a:pt x="2930655" y="2715875"/>
                </a:cubicBezTo>
                <a:cubicBezTo>
                  <a:pt x="2931758" y="2715874"/>
                  <a:pt x="2932877" y="2715662"/>
                  <a:pt x="2933944" y="2715199"/>
                </a:cubicBezTo>
                <a:close/>
                <a:moveTo>
                  <a:pt x="4418021" y="2171859"/>
                </a:moveTo>
                <a:cubicBezTo>
                  <a:pt x="4423906" y="2171859"/>
                  <a:pt x="4429098" y="2167627"/>
                  <a:pt x="4430109" y="2161635"/>
                </a:cubicBezTo>
                <a:cubicBezTo>
                  <a:pt x="4431230" y="2154951"/>
                  <a:pt x="4426734" y="2148622"/>
                  <a:pt x="4420065" y="2147501"/>
                </a:cubicBezTo>
                <a:cubicBezTo>
                  <a:pt x="4413381" y="2146364"/>
                  <a:pt x="4407052" y="2150862"/>
                  <a:pt x="4405914" y="2157546"/>
                </a:cubicBezTo>
                <a:cubicBezTo>
                  <a:pt x="4404794" y="2164231"/>
                  <a:pt x="4409292" y="2170561"/>
                  <a:pt x="4415976" y="2171699"/>
                </a:cubicBezTo>
                <a:cubicBezTo>
                  <a:pt x="4416652" y="2171804"/>
                  <a:pt x="4417346" y="2171858"/>
                  <a:pt x="4418021" y="2171859"/>
                </a:cubicBezTo>
                <a:close/>
                <a:moveTo>
                  <a:pt x="3460306" y="2523685"/>
                </a:moveTo>
                <a:cubicBezTo>
                  <a:pt x="3464822" y="2522476"/>
                  <a:pt x="3467507" y="2517835"/>
                  <a:pt x="3466298" y="2513302"/>
                </a:cubicBezTo>
                <a:cubicBezTo>
                  <a:pt x="3465071" y="2508786"/>
                  <a:pt x="3460431" y="2506101"/>
                  <a:pt x="3455916" y="2507327"/>
                </a:cubicBezTo>
                <a:cubicBezTo>
                  <a:pt x="3451398" y="2508537"/>
                  <a:pt x="3448714" y="2513177"/>
                  <a:pt x="3449923" y="2517693"/>
                </a:cubicBezTo>
                <a:cubicBezTo>
                  <a:pt x="3450936" y="2521481"/>
                  <a:pt x="3454368" y="2523987"/>
                  <a:pt x="3458101" y="2523987"/>
                </a:cubicBezTo>
                <a:cubicBezTo>
                  <a:pt x="3458830" y="2523987"/>
                  <a:pt x="3459577" y="2523881"/>
                  <a:pt x="3460306" y="2523685"/>
                </a:cubicBezTo>
                <a:close/>
                <a:moveTo>
                  <a:pt x="2231180" y="2975482"/>
                </a:moveTo>
                <a:cubicBezTo>
                  <a:pt x="2235713" y="2974344"/>
                  <a:pt x="2238469" y="2969722"/>
                  <a:pt x="2237313" y="2965188"/>
                </a:cubicBezTo>
                <a:cubicBezTo>
                  <a:pt x="2236176" y="2960655"/>
                  <a:pt x="2231553" y="2957916"/>
                  <a:pt x="2227019" y="2959055"/>
                </a:cubicBezTo>
                <a:cubicBezTo>
                  <a:pt x="2222485" y="2960210"/>
                  <a:pt x="2219730" y="2964815"/>
                  <a:pt x="2220885" y="2969348"/>
                </a:cubicBezTo>
                <a:cubicBezTo>
                  <a:pt x="2221863" y="2973189"/>
                  <a:pt x="2225313" y="2975749"/>
                  <a:pt x="2229099" y="2975749"/>
                </a:cubicBezTo>
                <a:cubicBezTo>
                  <a:pt x="2229792" y="2975749"/>
                  <a:pt x="2230486" y="2975661"/>
                  <a:pt x="2231180" y="2975482"/>
                </a:cubicBezTo>
                <a:close/>
                <a:moveTo>
                  <a:pt x="2847753" y="2751681"/>
                </a:moveTo>
                <a:cubicBezTo>
                  <a:pt x="2852054" y="2749850"/>
                  <a:pt x="2854081" y="2744872"/>
                  <a:pt x="2852250" y="2740570"/>
                </a:cubicBezTo>
                <a:cubicBezTo>
                  <a:pt x="2850419" y="2736267"/>
                  <a:pt x="2845441" y="2734241"/>
                  <a:pt x="2841138" y="2736072"/>
                </a:cubicBezTo>
                <a:cubicBezTo>
                  <a:pt x="2836835" y="2737903"/>
                  <a:pt x="2834810" y="2742881"/>
                  <a:pt x="2836640" y="2747183"/>
                </a:cubicBezTo>
                <a:cubicBezTo>
                  <a:pt x="2838009" y="2750419"/>
                  <a:pt x="2841156" y="2752357"/>
                  <a:pt x="2844463" y="2752357"/>
                </a:cubicBezTo>
                <a:cubicBezTo>
                  <a:pt x="2845564" y="2752357"/>
                  <a:pt x="2846668" y="2752144"/>
                  <a:pt x="2847753" y="2751681"/>
                </a:cubicBezTo>
                <a:close/>
                <a:moveTo>
                  <a:pt x="3872246" y="2376974"/>
                </a:moveTo>
                <a:lnTo>
                  <a:pt x="3872253" y="2376964"/>
                </a:lnTo>
                <a:lnTo>
                  <a:pt x="3872245" y="2376956"/>
                </a:lnTo>
                <a:close/>
                <a:moveTo>
                  <a:pt x="1818797" y="3131671"/>
                </a:moveTo>
                <a:lnTo>
                  <a:pt x="1818805" y="3131661"/>
                </a:lnTo>
                <a:lnTo>
                  <a:pt x="1818798" y="3131653"/>
                </a:lnTo>
                <a:close/>
                <a:moveTo>
                  <a:pt x="7568528" y="1022886"/>
                </a:moveTo>
                <a:cubicBezTo>
                  <a:pt x="7571663" y="1020336"/>
                  <a:pt x="7573962" y="1016718"/>
                  <a:pt x="7574806" y="1012443"/>
                </a:cubicBezTo>
                <a:cubicBezTo>
                  <a:pt x="7576743" y="1002718"/>
                  <a:pt x="7570414" y="993277"/>
                  <a:pt x="7560690" y="991340"/>
                </a:cubicBezTo>
                <a:cubicBezTo>
                  <a:pt x="7550964" y="989419"/>
                  <a:pt x="7541523" y="995730"/>
                  <a:pt x="7539586" y="1005474"/>
                </a:cubicBezTo>
                <a:cubicBezTo>
                  <a:pt x="7537647" y="1015198"/>
                  <a:pt x="7543977" y="1024639"/>
                  <a:pt x="7553702" y="1026577"/>
                </a:cubicBezTo>
                <a:cubicBezTo>
                  <a:pt x="7554893" y="1026808"/>
                  <a:pt x="7556067" y="1026915"/>
                  <a:pt x="7557223" y="1026915"/>
                </a:cubicBezTo>
                <a:cubicBezTo>
                  <a:pt x="7561418" y="1026915"/>
                  <a:pt x="7565392" y="1025435"/>
                  <a:pt x="7568528" y="1022886"/>
                </a:cubicBezTo>
                <a:close/>
                <a:moveTo>
                  <a:pt x="1515401" y="3243624"/>
                </a:moveTo>
                <a:cubicBezTo>
                  <a:pt x="1518691" y="3243624"/>
                  <a:pt x="1521535" y="3241152"/>
                  <a:pt x="1521926" y="3237810"/>
                </a:cubicBezTo>
                <a:cubicBezTo>
                  <a:pt x="1522335" y="3234201"/>
                  <a:pt x="1519756" y="3230930"/>
                  <a:pt x="1516148" y="3230521"/>
                </a:cubicBezTo>
                <a:cubicBezTo>
                  <a:pt x="1512539" y="3230094"/>
                  <a:pt x="1509267" y="3232690"/>
                  <a:pt x="1508858" y="3236298"/>
                </a:cubicBezTo>
                <a:cubicBezTo>
                  <a:pt x="1508432" y="3239908"/>
                  <a:pt x="1511027" y="3243161"/>
                  <a:pt x="1514637" y="3243588"/>
                </a:cubicBezTo>
                <a:cubicBezTo>
                  <a:pt x="1514885" y="3243624"/>
                  <a:pt x="1515151" y="3243624"/>
                  <a:pt x="1515401" y="3243624"/>
                </a:cubicBezTo>
                <a:close/>
                <a:moveTo>
                  <a:pt x="2761489" y="2788110"/>
                </a:moveTo>
                <a:cubicBezTo>
                  <a:pt x="2765809" y="2786314"/>
                  <a:pt x="2767836" y="2781337"/>
                  <a:pt x="2766022" y="2777016"/>
                </a:cubicBezTo>
                <a:cubicBezTo>
                  <a:pt x="2764209" y="2772714"/>
                  <a:pt x="2759249" y="2770687"/>
                  <a:pt x="2754928" y="2772483"/>
                </a:cubicBezTo>
                <a:cubicBezTo>
                  <a:pt x="2750625" y="2774296"/>
                  <a:pt x="2748581" y="2779275"/>
                  <a:pt x="2750395" y="2783577"/>
                </a:cubicBezTo>
                <a:cubicBezTo>
                  <a:pt x="2751763" y="2786830"/>
                  <a:pt x="2754910" y="2788785"/>
                  <a:pt x="2758218" y="2788786"/>
                </a:cubicBezTo>
                <a:cubicBezTo>
                  <a:pt x="2759302" y="2788786"/>
                  <a:pt x="2760422" y="2788573"/>
                  <a:pt x="2761489" y="2788110"/>
                </a:cubicBezTo>
                <a:close/>
                <a:moveTo>
                  <a:pt x="1301716" y="3323878"/>
                </a:moveTo>
                <a:cubicBezTo>
                  <a:pt x="1304187" y="3323878"/>
                  <a:pt x="1306463" y="3322225"/>
                  <a:pt x="1307139" y="3319718"/>
                </a:cubicBezTo>
                <a:cubicBezTo>
                  <a:pt x="1307957" y="3316713"/>
                  <a:pt x="1306179" y="3313620"/>
                  <a:pt x="1303173" y="3312803"/>
                </a:cubicBezTo>
                <a:cubicBezTo>
                  <a:pt x="1300170" y="3311984"/>
                  <a:pt x="1297093" y="3313762"/>
                  <a:pt x="1296276" y="3316767"/>
                </a:cubicBezTo>
                <a:cubicBezTo>
                  <a:pt x="1295458" y="3319771"/>
                  <a:pt x="1297235" y="3322864"/>
                  <a:pt x="1300241" y="3323665"/>
                </a:cubicBezTo>
                <a:cubicBezTo>
                  <a:pt x="1300738" y="3323807"/>
                  <a:pt x="1301219" y="3323879"/>
                  <a:pt x="1301716" y="3323878"/>
                </a:cubicBezTo>
                <a:close/>
                <a:moveTo>
                  <a:pt x="2321781" y="2950592"/>
                </a:moveTo>
                <a:cubicBezTo>
                  <a:pt x="2326278" y="2949276"/>
                  <a:pt x="2328839" y="2944565"/>
                  <a:pt x="2327523" y="2940067"/>
                </a:cubicBezTo>
                <a:cubicBezTo>
                  <a:pt x="2326190" y="2935586"/>
                  <a:pt x="2321479" y="2933009"/>
                  <a:pt x="2316998" y="2934342"/>
                </a:cubicBezTo>
                <a:cubicBezTo>
                  <a:pt x="2312500" y="2935658"/>
                  <a:pt x="2309940" y="2940369"/>
                  <a:pt x="2311255" y="2944867"/>
                </a:cubicBezTo>
                <a:cubicBezTo>
                  <a:pt x="2312340" y="2948548"/>
                  <a:pt x="2315718" y="2950947"/>
                  <a:pt x="2319380" y="2950947"/>
                </a:cubicBezTo>
                <a:cubicBezTo>
                  <a:pt x="2320181" y="2950947"/>
                  <a:pt x="2320980" y="2950823"/>
                  <a:pt x="2321781" y="2950592"/>
                </a:cubicBezTo>
                <a:close/>
                <a:moveTo>
                  <a:pt x="8500523" y="684107"/>
                </a:moveTo>
                <a:cubicBezTo>
                  <a:pt x="8504221" y="681653"/>
                  <a:pt x="8507239" y="678093"/>
                  <a:pt x="8509017" y="673666"/>
                </a:cubicBezTo>
                <a:cubicBezTo>
                  <a:pt x="8513693" y="662021"/>
                  <a:pt x="8508057" y="648811"/>
                  <a:pt x="8496412" y="644135"/>
                </a:cubicBezTo>
                <a:cubicBezTo>
                  <a:pt x="8484785" y="639477"/>
                  <a:pt x="8471574" y="645114"/>
                  <a:pt x="8466899" y="656741"/>
                </a:cubicBezTo>
                <a:cubicBezTo>
                  <a:pt x="8462222" y="668386"/>
                  <a:pt x="8467859" y="681596"/>
                  <a:pt x="8479504" y="686272"/>
                </a:cubicBezTo>
                <a:cubicBezTo>
                  <a:pt x="8482277" y="687374"/>
                  <a:pt x="8485140" y="687908"/>
                  <a:pt x="8487949" y="687908"/>
                </a:cubicBezTo>
                <a:cubicBezTo>
                  <a:pt x="8492447" y="687908"/>
                  <a:pt x="8496825" y="686561"/>
                  <a:pt x="8500523" y="684107"/>
                </a:cubicBezTo>
                <a:close/>
                <a:moveTo>
                  <a:pt x="3550890" y="2501302"/>
                </a:moveTo>
                <a:cubicBezTo>
                  <a:pt x="3555441" y="2500270"/>
                  <a:pt x="3558305" y="2495719"/>
                  <a:pt x="3557273" y="2491167"/>
                </a:cubicBezTo>
                <a:cubicBezTo>
                  <a:pt x="3556241" y="2486598"/>
                  <a:pt x="3551707" y="2483736"/>
                  <a:pt x="3547139" y="2484767"/>
                </a:cubicBezTo>
                <a:cubicBezTo>
                  <a:pt x="3542587" y="2485798"/>
                  <a:pt x="3539707" y="2490331"/>
                  <a:pt x="3540756" y="2494901"/>
                </a:cubicBezTo>
                <a:cubicBezTo>
                  <a:pt x="3541644" y="2498830"/>
                  <a:pt x="3545129" y="2501514"/>
                  <a:pt x="3549006" y="2501514"/>
                </a:cubicBezTo>
                <a:cubicBezTo>
                  <a:pt x="3549627" y="2501514"/>
                  <a:pt x="3550250" y="2501444"/>
                  <a:pt x="3550872" y="2501302"/>
                </a:cubicBezTo>
                <a:close/>
                <a:moveTo>
                  <a:pt x="8149030" y="814724"/>
                </a:moveTo>
                <a:cubicBezTo>
                  <a:pt x="8157243" y="814723"/>
                  <a:pt x="8165031" y="809835"/>
                  <a:pt x="8168302" y="801745"/>
                </a:cubicBezTo>
                <a:cubicBezTo>
                  <a:pt x="8172622" y="791096"/>
                  <a:pt x="8167501" y="778971"/>
                  <a:pt x="8156852" y="774650"/>
                </a:cubicBezTo>
                <a:cubicBezTo>
                  <a:pt x="8146202" y="770330"/>
                  <a:pt x="8134077" y="775450"/>
                  <a:pt x="8129757" y="786100"/>
                </a:cubicBezTo>
                <a:cubicBezTo>
                  <a:pt x="8125437" y="796749"/>
                  <a:pt x="8130557" y="808874"/>
                  <a:pt x="8141207" y="813195"/>
                </a:cubicBezTo>
                <a:cubicBezTo>
                  <a:pt x="8143767" y="814244"/>
                  <a:pt x="8146416" y="814724"/>
                  <a:pt x="8149030" y="814724"/>
                </a:cubicBezTo>
                <a:close/>
                <a:moveTo>
                  <a:pt x="5389761" y="1827570"/>
                </a:moveTo>
                <a:cubicBezTo>
                  <a:pt x="5398457" y="1825810"/>
                  <a:pt x="5404095" y="1817348"/>
                  <a:pt x="5402333" y="1808654"/>
                </a:cubicBezTo>
                <a:cubicBezTo>
                  <a:pt x="5400592" y="1799959"/>
                  <a:pt x="5392129" y="1794324"/>
                  <a:pt x="5383434" y="1796066"/>
                </a:cubicBezTo>
                <a:cubicBezTo>
                  <a:pt x="5374741" y="1797826"/>
                  <a:pt x="5369104" y="1806289"/>
                  <a:pt x="5370846" y="1814983"/>
                </a:cubicBezTo>
                <a:cubicBezTo>
                  <a:pt x="5372393" y="1822610"/>
                  <a:pt x="5379095" y="1827890"/>
                  <a:pt x="5386581" y="1827890"/>
                </a:cubicBezTo>
                <a:cubicBezTo>
                  <a:pt x="5387632" y="1827890"/>
                  <a:pt x="5388699" y="1827783"/>
                  <a:pt x="5389761" y="1827570"/>
                </a:cubicBezTo>
                <a:close/>
                <a:moveTo>
                  <a:pt x="4271825" y="2237818"/>
                </a:moveTo>
                <a:cubicBezTo>
                  <a:pt x="4277568" y="2237818"/>
                  <a:pt x="4282494" y="2233462"/>
                  <a:pt x="4283078" y="2227631"/>
                </a:cubicBezTo>
                <a:cubicBezTo>
                  <a:pt x="4283701" y="2221408"/>
                  <a:pt x="4279169" y="2215861"/>
                  <a:pt x="4272946" y="2215240"/>
                </a:cubicBezTo>
                <a:cubicBezTo>
                  <a:pt x="4266722" y="2214599"/>
                  <a:pt x="4261177" y="2219133"/>
                  <a:pt x="4260554" y="2225355"/>
                </a:cubicBezTo>
                <a:cubicBezTo>
                  <a:pt x="4259932" y="2231578"/>
                  <a:pt x="4264466" y="2237125"/>
                  <a:pt x="4270670" y="2237765"/>
                </a:cubicBezTo>
                <a:cubicBezTo>
                  <a:pt x="4271062" y="2237818"/>
                  <a:pt x="4271451" y="2237818"/>
                  <a:pt x="4271825" y="2237818"/>
                </a:cubicBezTo>
                <a:close/>
                <a:moveTo>
                  <a:pt x="2674923" y="2823989"/>
                </a:moveTo>
                <a:cubicBezTo>
                  <a:pt x="2679261" y="2822211"/>
                  <a:pt x="2681341" y="2817268"/>
                  <a:pt x="2679582" y="2812929"/>
                </a:cubicBezTo>
                <a:cubicBezTo>
                  <a:pt x="2677804" y="2808610"/>
                  <a:pt x="2672861" y="2806511"/>
                  <a:pt x="2668524" y="2808289"/>
                </a:cubicBezTo>
                <a:cubicBezTo>
                  <a:pt x="2664203" y="2810067"/>
                  <a:pt x="2662122" y="2815010"/>
                  <a:pt x="2663882" y="2819347"/>
                </a:cubicBezTo>
                <a:cubicBezTo>
                  <a:pt x="2665234" y="2822619"/>
                  <a:pt x="2668398" y="2824611"/>
                  <a:pt x="2671723" y="2824610"/>
                </a:cubicBezTo>
                <a:cubicBezTo>
                  <a:pt x="2672789" y="2824610"/>
                  <a:pt x="2673874" y="2824415"/>
                  <a:pt x="2674923" y="2823989"/>
                </a:cubicBezTo>
                <a:close/>
                <a:moveTo>
                  <a:pt x="2411404" y="2922502"/>
                </a:moveTo>
                <a:cubicBezTo>
                  <a:pt x="2415831" y="2921026"/>
                  <a:pt x="2418249" y="2916225"/>
                  <a:pt x="2416773" y="2911798"/>
                </a:cubicBezTo>
                <a:cubicBezTo>
                  <a:pt x="2415298" y="2907353"/>
                  <a:pt x="2410498" y="2904936"/>
                  <a:pt x="2406053" y="2906411"/>
                </a:cubicBezTo>
                <a:cubicBezTo>
                  <a:pt x="2401625" y="2907887"/>
                  <a:pt x="2399208" y="2912670"/>
                  <a:pt x="2400684" y="2917114"/>
                </a:cubicBezTo>
                <a:cubicBezTo>
                  <a:pt x="2401857" y="2920670"/>
                  <a:pt x="2405164" y="2922928"/>
                  <a:pt x="2408720" y="2922927"/>
                </a:cubicBezTo>
                <a:cubicBezTo>
                  <a:pt x="2409608" y="2922928"/>
                  <a:pt x="2410516" y="2922804"/>
                  <a:pt x="2411404" y="2922502"/>
                </a:cubicBezTo>
                <a:close/>
                <a:moveTo>
                  <a:pt x="2587860" y="2858728"/>
                </a:moveTo>
                <a:cubicBezTo>
                  <a:pt x="2592216" y="2857039"/>
                  <a:pt x="2594385" y="2852115"/>
                  <a:pt x="2592678" y="2847758"/>
                </a:cubicBezTo>
                <a:cubicBezTo>
                  <a:pt x="2590989" y="2843403"/>
                  <a:pt x="2586083" y="2841234"/>
                  <a:pt x="2581708" y="2842941"/>
                </a:cubicBezTo>
                <a:cubicBezTo>
                  <a:pt x="2577352" y="2844630"/>
                  <a:pt x="2575183" y="2849536"/>
                  <a:pt x="2576890" y="2853892"/>
                </a:cubicBezTo>
                <a:cubicBezTo>
                  <a:pt x="2578188" y="2857252"/>
                  <a:pt x="2581388" y="2859316"/>
                  <a:pt x="2584784" y="2859316"/>
                </a:cubicBezTo>
                <a:cubicBezTo>
                  <a:pt x="2585816" y="2859315"/>
                  <a:pt x="2586846" y="2859120"/>
                  <a:pt x="2587860" y="2858728"/>
                </a:cubicBezTo>
                <a:close/>
                <a:moveTo>
                  <a:pt x="1826833" y="3138640"/>
                </a:moveTo>
                <a:cubicBezTo>
                  <a:pt x="1830976" y="3138356"/>
                  <a:pt x="1834106" y="3134747"/>
                  <a:pt x="1833821" y="3130604"/>
                </a:cubicBezTo>
                <a:cubicBezTo>
                  <a:pt x="1833520" y="3126462"/>
                  <a:pt x="1829927" y="3123332"/>
                  <a:pt x="1825767" y="3123635"/>
                </a:cubicBezTo>
                <a:lnTo>
                  <a:pt x="1818805" y="3131661"/>
                </a:lnTo>
                <a:lnTo>
                  <a:pt x="1826300" y="3138641"/>
                </a:lnTo>
                <a:cubicBezTo>
                  <a:pt x="1826478" y="3138641"/>
                  <a:pt x="1826656" y="3138641"/>
                  <a:pt x="1826833" y="3138640"/>
                </a:cubicBezTo>
                <a:close/>
                <a:moveTo>
                  <a:pt x="2500049" y="2891744"/>
                </a:moveTo>
                <a:cubicBezTo>
                  <a:pt x="2504441" y="2890144"/>
                  <a:pt x="2506717" y="2885290"/>
                  <a:pt x="2505134" y="2880881"/>
                </a:cubicBezTo>
                <a:cubicBezTo>
                  <a:pt x="2503534" y="2876490"/>
                  <a:pt x="2498681" y="2874214"/>
                  <a:pt x="2494272" y="2875814"/>
                </a:cubicBezTo>
                <a:cubicBezTo>
                  <a:pt x="2489880" y="2877396"/>
                  <a:pt x="2487604" y="2882267"/>
                  <a:pt x="2489187" y="2886659"/>
                </a:cubicBezTo>
                <a:cubicBezTo>
                  <a:pt x="2490431" y="2890108"/>
                  <a:pt x="2493685" y="2892241"/>
                  <a:pt x="2497152" y="2892241"/>
                </a:cubicBezTo>
                <a:cubicBezTo>
                  <a:pt x="2498112" y="2892241"/>
                  <a:pt x="2499090" y="2892081"/>
                  <a:pt x="2500049" y="2891744"/>
                </a:cubicBezTo>
                <a:close/>
                <a:moveTo>
                  <a:pt x="3882397" y="2385614"/>
                </a:moveTo>
                <a:cubicBezTo>
                  <a:pt x="3887589" y="2385187"/>
                  <a:pt x="3891445" y="2380654"/>
                  <a:pt x="3891037" y="2375462"/>
                </a:cubicBezTo>
                <a:cubicBezTo>
                  <a:pt x="3890611" y="2370271"/>
                  <a:pt x="3886058" y="2366413"/>
                  <a:pt x="3880884" y="2366822"/>
                </a:cubicBezTo>
                <a:lnTo>
                  <a:pt x="3872253" y="2376964"/>
                </a:lnTo>
                <a:lnTo>
                  <a:pt x="3881631" y="2385614"/>
                </a:lnTo>
                <a:cubicBezTo>
                  <a:pt x="3881882" y="2385614"/>
                  <a:pt x="3882148" y="2385614"/>
                  <a:pt x="3882397" y="2385614"/>
                </a:cubicBezTo>
                <a:close/>
                <a:moveTo>
                  <a:pt x="7804503" y="949077"/>
                </a:moveTo>
                <a:cubicBezTo>
                  <a:pt x="7807683" y="946785"/>
                  <a:pt x="7810181" y="943487"/>
                  <a:pt x="7811461" y="939461"/>
                </a:cubicBezTo>
                <a:cubicBezTo>
                  <a:pt x="7814626" y="929521"/>
                  <a:pt x="7809115" y="918890"/>
                  <a:pt x="7799176" y="915726"/>
                </a:cubicBezTo>
                <a:cubicBezTo>
                  <a:pt x="7789220" y="912561"/>
                  <a:pt x="7778588" y="918072"/>
                  <a:pt x="7775424" y="928029"/>
                </a:cubicBezTo>
                <a:cubicBezTo>
                  <a:pt x="7772276" y="937967"/>
                  <a:pt x="7777770" y="948599"/>
                  <a:pt x="7787726" y="951764"/>
                </a:cubicBezTo>
                <a:cubicBezTo>
                  <a:pt x="7789629" y="952368"/>
                  <a:pt x="7791549" y="952653"/>
                  <a:pt x="7793452" y="952653"/>
                </a:cubicBezTo>
                <a:cubicBezTo>
                  <a:pt x="7797461" y="952653"/>
                  <a:pt x="7801323" y="951368"/>
                  <a:pt x="7804503" y="949077"/>
                </a:cubicBezTo>
                <a:close/>
                <a:moveTo>
                  <a:pt x="6963971" y="1257776"/>
                </a:moveTo>
                <a:lnTo>
                  <a:pt x="6963975" y="1257774"/>
                </a:lnTo>
                <a:lnTo>
                  <a:pt x="6963958" y="1257774"/>
                </a:lnTo>
                <a:close/>
                <a:moveTo>
                  <a:pt x="6593943" y="1395241"/>
                </a:moveTo>
                <a:cubicBezTo>
                  <a:pt x="6602282" y="1392236"/>
                  <a:pt x="6606601" y="1383026"/>
                  <a:pt x="6603598" y="1374688"/>
                </a:cubicBezTo>
                <a:cubicBezTo>
                  <a:pt x="6600575" y="1366332"/>
                  <a:pt x="6591383" y="1362012"/>
                  <a:pt x="6583046" y="1365034"/>
                </a:cubicBezTo>
                <a:cubicBezTo>
                  <a:pt x="6574689" y="1368039"/>
                  <a:pt x="6570369" y="1377231"/>
                  <a:pt x="6573391" y="1385586"/>
                </a:cubicBezTo>
                <a:cubicBezTo>
                  <a:pt x="6575738" y="1392129"/>
                  <a:pt x="6581907" y="1396201"/>
                  <a:pt x="6588486" y="1396200"/>
                </a:cubicBezTo>
                <a:cubicBezTo>
                  <a:pt x="6590299" y="1396201"/>
                  <a:pt x="6592130" y="1395898"/>
                  <a:pt x="6593943" y="1395241"/>
                </a:cubicBezTo>
                <a:close/>
                <a:moveTo>
                  <a:pt x="7312798" y="1131846"/>
                </a:moveTo>
                <a:cubicBezTo>
                  <a:pt x="7321847" y="1131846"/>
                  <a:pt x="7329386" y="1124699"/>
                  <a:pt x="7329777" y="1115578"/>
                </a:cubicBezTo>
                <a:cubicBezTo>
                  <a:pt x="7330204" y="1106191"/>
                  <a:pt x="7322914" y="1098262"/>
                  <a:pt x="7313545" y="1097835"/>
                </a:cubicBezTo>
                <a:cubicBezTo>
                  <a:pt x="7304158" y="1097426"/>
                  <a:pt x="7296210" y="1104698"/>
                  <a:pt x="7295802" y="1114085"/>
                </a:cubicBezTo>
                <a:cubicBezTo>
                  <a:pt x="7295393" y="1123472"/>
                  <a:pt x="7302664" y="1131402"/>
                  <a:pt x="7312033" y="1131828"/>
                </a:cubicBezTo>
                <a:cubicBezTo>
                  <a:pt x="7312300" y="1131828"/>
                  <a:pt x="7312549" y="1131846"/>
                  <a:pt x="7312798" y="1131846"/>
                </a:cubicBezTo>
                <a:close/>
                <a:moveTo>
                  <a:pt x="6502169" y="1429643"/>
                </a:moveTo>
                <a:cubicBezTo>
                  <a:pt x="6510436" y="1426424"/>
                  <a:pt x="6514543" y="1417127"/>
                  <a:pt x="6511342" y="1408859"/>
                </a:cubicBezTo>
                <a:cubicBezTo>
                  <a:pt x="6508125" y="1400592"/>
                  <a:pt x="6498826" y="1396485"/>
                  <a:pt x="6490560" y="1399703"/>
                </a:cubicBezTo>
                <a:cubicBezTo>
                  <a:pt x="6482292" y="1402903"/>
                  <a:pt x="6478186" y="1412201"/>
                  <a:pt x="6481385" y="1420487"/>
                </a:cubicBezTo>
                <a:cubicBezTo>
                  <a:pt x="6483856" y="1426834"/>
                  <a:pt x="6489937" y="1430727"/>
                  <a:pt x="6496373" y="1430727"/>
                </a:cubicBezTo>
                <a:cubicBezTo>
                  <a:pt x="6498293" y="1430727"/>
                  <a:pt x="6500266" y="1430389"/>
                  <a:pt x="6502169" y="1429643"/>
                </a:cubicBezTo>
                <a:close/>
                <a:moveTo>
                  <a:pt x="6686501" y="1363345"/>
                </a:moveTo>
                <a:cubicBezTo>
                  <a:pt x="6694927" y="1360589"/>
                  <a:pt x="6699533" y="1351523"/>
                  <a:pt x="6696775" y="1343095"/>
                </a:cubicBezTo>
                <a:cubicBezTo>
                  <a:pt x="6694021" y="1334668"/>
                  <a:pt x="6684953" y="1330063"/>
                  <a:pt x="6676508" y="1332819"/>
                </a:cubicBezTo>
                <a:cubicBezTo>
                  <a:pt x="6668081" y="1335575"/>
                  <a:pt x="6663494" y="1344642"/>
                  <a:pt x="6666250" y="1353087"/>
                </a:cubicBezTo>
                <a:cubicBezTo>
                  <a:pt x="6668455" y="1359843"/>
                  <a:pt x="6674749" y="1364145"/>
                  <a:pt x="6681505" y="1364145"/>
                </a:cubicBezTo>
                <a:cubicBezTo>
                  <a:pt x="6683159" y="1364145"/>
                  <a:pt x="6684847" y="1363896"/>
                  <a:pt x="6686501" y="1363345"/>
                </a:cubicBezTo>
                <a:close/>
                <a:moveTo>
                  <a:pt x="4802454" y="2055300"/>
                </a:moveTo>
                <a:cubicBezTo>
                  <a:pt x="4809123" y="2055300"/>
                  <a:pt x="4815041" y="2050588"/>
                  <a:pt x="4816357" y="2043814"/>
                </a:cubicBezTo>
                <a:cubicBezTo>
                  <a:pt x="4817834" y="2036116"/>
                  <a:pt x="4812803" y="2028702"/>
                  <a:pt x="4805123" y="2027209"/>
                </a:cubicBezTo>
                <a:cubicBezTo>
                  <a:pt x="4797443" y="2025734"/>
                  <a:pt x="4790010" y="2030765"/>
                  <a:pt x="4788537" y="2038445"/>
                </a:cubicBezTo>
                <a:cubicBezTo>
                  <a:pt x="4787060" y="2046126"/>
                  <a:pt x="4792090" y="2053558"/>
                  <a:pt x="4799772" y="2055033"/>
                </a:cubicBezTo>
                <a:cubicBezTo>
                  <a:pt x="4800677" y="2055211"/>
                  <a:pt x="4801567" y="2055300"/>
                  <a:pt x="4802454" y="2055300"/>
                </a:cubicBezTo>
                <a:close/>
                <a:moveTo>
                  <a:pt x="6410874" y="1465805"/>
                </a:moveTo>
                <a:cubicBezTo>
                  <a:pt x="6419106" y="1462498"/>
                  <a:pt x="6423087" y="1453146"/>
                  <a:pt x="6419782" y="1444915"/>
                </a:cubicBezTo>
                <a:cubicBezTo>
                  <a:pt x="6416475" y="1436683"/>
                  <a:pt x="6407105" y="1432700"/>
                  <a:pt x="6398891" y="1436008"/>
                </a:cubicBezTo>
                <a:cubicBezTo>
                  <a:pt x="6390677" y="1439332"/>
                  <a:pt x="6386696" y="1448684"/>
                  <a:pt x="6390002" y="1456915"/>
                </a:cubicBezTo>
                <a:lnTo>
                  <a:pt x="6389985" y="1456915"/>
                </a:lnTo>
                <a:cubicBezTo>
                  <a:pt x="6392509" y="1463174"/>
                  <a:pt x="6398518" y="1466979"/>
                  <a:pt x="6404883" y="1466979"/>
                </a:cubicBezTo>
                <a:cubicBezTo>
                  <a:pt x="6406892" y="1466979"/>
                  <a:pt x="6408919" y="1466605"/>
                  <a:pt x="6410874" y="1465805"/>
                </a:cubicBezTo>
                <a:close/>
                <a:moveTo>
                  <a:pt x="5486429" y="1805862"/>
                </a:moveTo>
                <a:cubicBezTo>
                  <a:pt x="5495031" y="1803728"/>
                  <a:pt x="5500293" y="1795035"/>
                  <a:pt x="5498178" y="1786430"/>
                </a:cubicBezTo>
                <a:cubicBezTo>
                  <a:pt x="5496048" y="1777807"/>
                  <a:pt x="5487353" y="1772545"/>
                  <a:pt x="5478746" y="1774678"/>
                </a:cubicBezTo>
                <a:cubicBezTo>
                  <a:pt x="5470124" y="1776794"/>
                  <a:pt x="5464860" y="1785505"/>
                  <a:pt x="5466997" y="1794110"/>
                </a:cubicBezTo>
                <a:cubicBezTo>
                  <a:pt x="5468791" y="1801435"/>
                  <a:pt x="5475351" y="1806342"/>
                  <a:pt x="5482571" y="1806342"/>
                </a:cubicBezTo>
                <a:cubicBezTo>
                  <a:pt x="5483852" y="1806342"/>
                  <a:pt x="5485130" y="1806182"/>
                  <a:pt x="5486429" y="1805862"/>
                </a:cubicBezTo>
                <a:close/>
                <a:moveTo>
                  <a:pt x="3642293" y="2482669"/>
                </a:moveTo>
                <a:cubicBezTo>
                  <a:pt x="3646895" y="2481833"/>
                  <a:pt x="3649936" y="2477424"/>
                  <a:pt x="3649118" y="2472802"/>
                </a:cubicBezTo>
                <a:cubicBezTo>
                  <a:pt x="3648283" y="2468197"/>
                  <a:pt x="3643874" y="2465157"/>
                  <a:pt x="3639250" y="2465992"/>
                </a:cubicBezTo>
                <a:cubicBezTo>
                  <a:pt x="3634665" y="2466810"/>
                  <a:pt x="3631607" y="2471237"/>
                  <a:pt x="3632441" y="2475824"/>
                </a:cubicBezTo>
                <a:cubicBezTo>
                  <a:pt x="3633170" y="2479932"/>
                  <a:pt x="3636745" y="2482794"/>
                  <a:pt x="3640763" y="2482794"/>
                </a:cubicBezTo>
                <a:cubicBezTo>
                  <a:pt x="3641260" y="2482794"/>
                  <a:pt x="3641777" y="2482758"/>
                  <a:pt x="3642293" y="2482669"/>
                </a:cubicBezTo>
                <a:close/>
                <a:moveTo>
                  <a:pt x="4124296" y="2307352"/>
                </a:moveTo>
                <a:cubicBezTo>
                  <a:pt x="4129860" y="2307352"/>
                  <a:pt x="4134466" y="2302960"/>
                  <a:pt x="4134661" y="2297360"/>
                </a:cubicBezTo>
                <a:cubicBezTo>
                  <a:pt x="4134875" y="2291635"/>
                  <a:pt x="4130393" y="2286835"/>
                  <a:pt x="4124668" y="2286621"/>
                </a:cubicBezTo>
                <a:cubicBezTo>
                  <a:pt x="4118946" y="2286426"/>
                  <a:pt x="4114144" y="2290889"/>
                  <a:pt x="4113932" y="2296613"/>
                </a:cubicBezTo>
                <a:cubicBezTo>
                  <a:pt x="4113736" y="2302338"/>
                  <a:pt x="4118199" y="2307138"/>
                  <a:pt x="4123923" y="2307352"/>
                </a:cubicBezTo>
                <a:close/>
                <a:moveTo>
                  <a:pt x="6319882" y="1502874"/>
                </a:moveTo>
                <a:cubicBezTo>
                  <a:pt x="6328077" y="1499496"/>
                  <a:pt x="6331990" y="1490126"/>
                  <a:pt x="6328628" y="1481913"/>
                </a:cubicBezTo>
                <a:cubicBezTo>
                  <a:pt x="6325251" y="1473716"/>
                  <a:pt x="6315863" y="1469787"/>
                  <a:pt x="6307667" y="1473165"/>
                </a:cubicBezTo>
                <a:cubicBezTo>
                  <a:pt x="6299453" y="1476543"/>
                  <a:pt x="6295543" y="1485913"/>
                  <a:pt x="6298920" y="1494127"/>
                </a:cubicBezTo>
                <a:cubicBezTo>
                  <a:pt x="6301463" y="1500332"/>
                  <a:pt x="6307454" y="1504083"/>
                  <a:pt x="6313783" y="1504083"/>
                </a:cubicBezTo>
                <a:cubicBezTo>
                  <a:pt x="6315810" y="1504083"/>
                  <a:pt x="6317873" y="1503692"/>
                  <a:pt x="6319882" y="1502874"/>
                </a:cubicBezTo>
                <a:close/>
                <a:moveTo>
                  <a:pt x="6779982" y="1334597"/>
                </a:moveTo>
                <a:cubicBezTo>
                  <a:pt x="6788499" y="1332160"/>
                  <a:pt x="6793440" y="1323253"/>
                  <a:pt x="6790987" y="1314738"/>
                </a:cubicBezTo>
                <a:cubicBezTo>
                  <a:pt x="6788534" y="1306204"/>
                  <a:pt x="6779644" y="1301279"/>
                  <a:pt x="6771128" y="1303733"/>
                </a:cubicBezTo>
                <a:cubicBezTo>
                  <a:pt x="6762594" y="1306168"/>
                  <a:pt x="6757669" y="1315057"/>
                  <a:pt x="6760105" y="1323592"/>
                </a:cubicBezTo>
                <a:cubicBezTo>
                  <a:pt x="6762132" y="1330632"/>
                  <a:pt x="6768550" y="1335236"/>
                  <a:pt x="6775537" y="1335236"/>
                </a:cubicBezTo>
                <a:cubicBezTo>
                  <a:pt x="6777013" y="1335236"/>
                  <a:pt x="6778488" y="1335024"/>
                  <a:pt x="6779982" y="1334597"/>
                </a:cubicBezTo>
                <a:close/>
                <a:moveTo>
                  <a:pt x="5045939" y="1973979"/>
                </a:moveTo>
                <a:cubicBezTo>
                  <a:pt x="5053973" y="1973979"/>
                  <a:pt x="5060676" y="1967632"/>
                  <a:pt x="5061016" y="1959508"/>
                </a:cubicBezTo>
                <a:cubicBezTo>
                  <a:pt x="5061371" y="1951169"/>
                  <a:pt x="5054898" y="1944129"/>
                  <a:pt x="5046560" y="1943755"/>
                </a:cubicBezTo>
                <a:cubicBezTo>
                  <a:pt x="5038240" y="1943417"/>
                  <a:pt x="5031181" y="1949889"/>
                  <a:pt x="5030827" y="1958210"/>
                </a:cubicBezTo>
                <a:cubicBezTo>
                  <a:pt x="5030471" y="1966547"/>
                  <a:pt x="5036942" y="1973606"/>
                  <a:pt x="5045280" y="1973961"/>
                </a:cubicBezTo>
                <a:lnTo>
                  <a:pt x="5045280" y="1973979"/>
                </a:lnTo>
                <a:cubicBezTo>
                  <a:pt x="5045493" y="1973979"/>
                  <a:pt x="5045725" y="1973979"/>
                  <a:pt x="5045939" y="1973979"/>
                </a:cubicBezTo>
                <a:close/>
                <a:moveTo>
                  <a:pt x="6228996" y="1540423"/>
                </a:moveTo>
                <a:cubicBezTo>
                  <a:pt x="6237174" y="1537028"/>
                  <a:pt x="6241068" y="1527640"/>
                  <a:pt x="6237672" y="1519444"/>
                </a:cubicBezTo>
                <a:cubicBezTo>
                  <a:pt x="6235974" y="1515346"/>
                  <a:pt x="6232779" y="1512324"/>
                  <a:pt x="6228984" y="1510750"/>
                </a:cubicBezTo>
                <a:cubicBezTo>
                  <a:pt x="6225187" y="1509177"/>
                  <a:pt x="6220791" y="1509052"/>
                  <a:pt x="6216693" y="1510750"/>
                </a:cubicBezTo>
                <a:cubicBezTo>
                  <a:pt x="6208497" y="1514146"/>
                  <a:pt x="6204604" y="1523533"/>
                  <a:pt x="6207999" y="1531747"/>
                </a:cubicBezTo>
                <a:lnTo>
                  <a:pt x="6208017" y="1531747"/>
                </a:lnTo>
                <a:cubicBezTo>
                  <a:pt x="6210577" y="1537917"/>
                  <a:pt x="6216569" y="1541650"/>
                  <a:pt x="6222862" y="1541650"/>
                </a:cubicBezTo>
                <a:cubicBezTo>
                  <a:pt x="6224907" y="1541650"/>
                  <a:pt x="6226987" y="1541259"/>
                  <a:pt x="6228996" y="1540423"/>
                </a:cubicBezTo>
                <a:close/>
                <a:moveTo>
                  <a:pt x="5582043" y="1780385"/>
                </a:moveTo>
                <a:cubicBezTo>
                  <a:pt x="5590577" y="1777949"/>
                  <a:pt x="5595517" y="1769078"/>
                  <a:pt x="5593085" y="1760543"/>
                </a:cubicBezTo>
                <a:cubicBezTo>
                  <a:pt x="5590646" y="1752009"/>
                  <a:pt x="5581759" y="1747067"/>
                  <a:pt x="5573241" y="1749503"/>
                </a:cubicBezTo>
                <a:cubicBezTo>
                  <a:pt x="5564710" y="1751939"/>
                  <a:pt x="5559766" y="1760810"/>
                  <a:pt x="5562202" y="1769344"/>
                </a:cubicBezTo>
                <a:cubicBezTo>
                  <a:pt x="5564211" y="1776403"/>
                  <a:pt x="5570646" y="1781007"/>
                  <a:pt x="5577635" y="1781007"/>
                </a:cubicBezTo>
                <a:cubicBezTo>
                  <a:pt x="5579091" y="1781007"/>
                  <a:pt x="5580568" y="1780811"/>
                  <a:pt x="5582043" y="1780385"/>
                </a:cubicBezTo>
                <a:close/>
                <a:moveTo>
                  <a:pt x="6138074" y="1578079"/>
                </a:moveTo>
                <a:cubicBezTo>
                  <a:pt x="6146270" y="1574683"/>
                  <a:pt x="6150181" y="1565296"/>
                  <a:pt x="6146786" y="1557100"/>
                </a:cubicBezTo>
                <a:cubicBezTo>
                  <a:pt x="6143409" y="1548903"/>
                  <a:pt x="6134021" y="1544992"/>
                  <a:pt x="6125807" y="1548388"/>
                </a:cubicBezTo>
                <a:cubicBezTo>
                  <a:pt x="6117611" y="1551784"/>
                  <a:pt x="6113718" y="1561171"/>
                  <a:pt x="6117114" y="1569367"/>
                </a:cubicBezTo>
                <a:cubicBezTo>
                  <a:pt x="6119656" y="1575554"/>
                  <a:pt x="6125647" y="1579288"/>
                  <a:pt x="6131941" y="1579288"/>
                </a:cubicBezTo>
                <a:cubicBezTo>
                  <a:pt x="6133985" y="1579288"/>
                  <a:pt x="6136066" y="1578896"/>
                  <a:pt x="6138074" y="1578079"/>
                </a:cubicBezTo>
                <a:close/>
                <a:moveTo>
                  <a:pt x="6874423" y="1309689"/>
                </a:moveTo>
                <a:cubicBezTo>
                  <a:pt x="6883045" y="1307609"/>
                  <a:pt x="6888362" y="1298950"/>
                  <a:pt x="6886300" y="1290327"/>
                </a:cubicBezTo>
                <a:cubicBezTo>
                  <a:pt x="6884220" y="1281704"/>
                  <a:pt x="6875561" y="1276388"/>
                  <a:pt x="6866938" y="1278450"/>
                </a:cubicBezTo>
                <a:cubicBezTo>
                  <a:pt x="6858298" y="1280514"/>
                  <a:pt x="6852983" y="1289190"/>
                  <a:pt x="6855063" y="1297812"/>
                </a:cubicBezTo>
                <a:cubicBezTo>
                  <a:pt x="6856822" y="1305172"/>
                  <a:pt x="6863400" y="1310133"/>
                  <a:pt x="6870672" y="1310133"/>
                </a:cubicBezTo>
                <a:cubicBezTo>
                  <a:pt x="6871917" y="1310132"/>
                  <a:pt x="6873160" y="1309991"/>
                  <a:pt x="6874423" y="1309689"/>
                </a:cubicBezTo>
                <a:close/>
                <a:moveTo>
                  <a:pt x="1919835" y="3129288"/>
                </a:moveTo>
                <a:cubicBezTo>
                  <a:pt x="1923960" y="3128755"/>
                  <a:pt x="1926858" y="3124968"/>
                  <a:pt x="1926325" y="3120862"/>
                </a:cubicBezTo>
                <a:cubicBezTo>
                  <a:pt x="1925791" y="3116737"/>
                  <a:pt x="1922022" y="3113821"/>
                  <a:pt x="1917898" y="3114354"/>
                </a:cubicBezTo>
                <a:cubicBezTo>
                  <a:pt x="1913772" y="3114888"/>
                  <a:pt x="1910875" y="3118675"/>
                  <a:pt x="1911408" y="3122799"/>
                </a:cubicBezTo>
                <a:cubicBezTo>
                  <a:pt x="1911888" y="3126586"/>
                  <a:pt x="1915142" y="3129342"/>
                  <a:pt x="1918857" y="3129360"/>
                </a:cubicBezTo>
                <a:cubicBezTo>
                  <a:pt x="1919178" y="3129360"/>
                  <a:pt x="1919515" y="3129324"/>
                  <a:pt x="1919835" y="3129288"/>
                </a:cubicBezTo>
                <a:close/>
                <a:moveTo>
                  <a:pt x="6046976" y="1615450"/>
                </a:moveTo>
                <a:cubicBezTo>
                  <a:pt x="6055206" y="1612108"/>
                  <a:pt x="6059155" y="1602738"/>
                  <a:pt x="6055812" y="1594524"/>
                </a:cubicBezTo>
                <a:cubicBezTo>
                  <a:pt x="6052469" y="1586310"/>
                  <a:pt x="6043100" y="1582345"/>
                  <a:pt x="6034886" y="1585689"/>
                </a:cubicBezTo>
                <a:cubicBezTo>
                  <a:pt x="6026672" y="1589031"/>
                  <a:pt x="6022707" y="1598400"/>
                  <a:pt x="6026049" y="1606614"/>
                </a:cubicBezTo>
                <a:cubicBezTo>
                  <a:pt x="6028592" y="1612855"/>
                  <a:pt x="6034602" y="1616642"/>
                  <a:pt x="6040948" y="1616641"/>
                </a:cubicBezTo>
                <a:cubicBezTo>
                  <a:pt x="6042958" y="1616642"/>
                  <a:pt x="6045002" y="1616250"/>
                  <a:pt x="6046976" y="1615450"/>
                </a:cubicBezTo>
                <a:close/>
                <a:moveTo>
                  <a:pt x="5676678" y="1751796"/>
                </a:moveTo>
                <a:cubicBezTo>
                  <a:pt x="5685141" y="1749094"/>
                  <a:pt x="5689798" y="1740062"/>
                  <a:pt x="5687114" y="1731617"/>
                </a:cubicBezTo>
                <a:cubicBezTo>
                  <a:pt x="5684429" y="1723173"/>
                  <a:pt x="5675397" y="1718497"/>
                  <a:pt x="5666936" y="1721181"/>
                </a:cubicBezTo>
                <a:cubicBezTo>
                  <a:pt x="5658491" y="1723866"/>
                  <a:pt x="5653815" y="1732897"/>
                  <a:pt x="5656517" y="1741360"/>
                </a:cubicBezTo>
                <a:cubicBezTo>
                  <a:pt x="5658686" y="1748187"/>
                  <a:pt x="5664997" y="1752543"/>
                  <a:pt x="5671806" y="1752543"/>
                </a:cubicBezTo>
                <a:cubicBezTo>
                  <a:pt x="5673425" y="1752543"/>
                  <a:pt x="5675060" y="1752312"/>
                  <a:pt x="5676678" y="1751796"/>
                </a:cubicBezTo>
                <a:close/>
                <a:moveTo>
                  <a:pt x="4656952" y="2128264"/>
                </a:moveTo>
                <a:cubicBezTo>
                  <a:pt x="4662873" y="2128265"/>
                  <a:pt x="4668280" y="2124247"/>
                  <a:pt x="4669753" y="2118220"/>
                </a:cubicBezTo>
                <a:cubicBezTo>
                  <a:pt x="4671513" y="2111144"/>
                  <a:pt x="4667193" y="2103979"/>
                  <a:pt x="4660118" y="2102219"/>
                </a:cubicBezTo>
                <a:cubicBezTo>
                  <a:pt x="4653024" y="2100458"/>
                  <a:pt x="4645859" y="2104779"/>
                  <a:pt x="4644117" y="2111873"/>
                </a:cubicBezTo>
                <a:cubicBezTo>
                  <a:pt x="4642356" y="2118948"/>
                  <a:pt x="4646677" y="2126114"/>
                  <a:pt x="4653753" y="2127874"/>
                </a:cubicBezTo>
                <a:cubicBezTo>
                  <a:pt x="4654820" y="2128140"/>
                  <a:pt x="4655886" y="2128265"/>
                  <a:pt x="4656952" y="2128264"/>
                </a:cubicBezTo>
                <a:close/>
                <a:moveTo>
                  <a:pt x="5955485" y="1652128"/>
                </a:moveTo>
                <a:cubicBezTo>
                  <a:pt x="5963753" y="1648892"/>
                  <a:pt x="5967824" y="1639576"/>
                  <a:pt x="5964588" y="1631326"/>
                </a:cubicBezTo>
                <a:cubicBezTo>
                  <a:pt x="5961370" y="1623059"/>
                  <a:pt x="5952053" y="1618988"/>
                  <a:pt x="5943787" y="1622223"/>
                </a:cubicBezTo>
                <a:cubicBezTo>
                  <a:pt x="5935520" y="1625442"/>
                  <a:pt x="5931449" y="1634758"/>
                  <a:pt x="5934684" y="1643025"/>
                </a:cubicBezTo>
                <a:cubicBezTo>
                  <a:pt x="5937156" y="1649354"/>
                  <a:pt x="5943218" y="1653230"/>
                  <a:pt x="5949636" y="1653230"/>
                </a:cubicBezTo>
                <a:cubicBezTo>
                  <a:pt x="5951592" y="1653230"/>
                  <a:pt x="5953565" y="1652874"/>
                  <a:pt x="5955485" y="1652128"/>
                </a:cubicBezTo>
                <a:close/>
                <a:moveTo>
                  <a:pt x="5770425" y="1720594"/>
                </a:moveTo>
                <a:cubicBezTo>
                  <a:pt x="5778799" y="1717696"/>
                  <a:pt x="5783244" y="1708541"/>
                  <a:pt x="5780327" y="1700166"/>
                </a:cubicBezTo>
                <a:cubicBezTo>
                  <a:pt x="5777430" y="1691793"/>
                  <a:pt x="5768273" y="1687348"/>
                  <a:pt x="5759899" y="1690246"/>
                </a:cubicBezTo>
                <a:cubicBezTo>
                  <a:pt x="5751526" y="1693144"/>
                  <a:pt x="5747080" y="1702300"/>
                  <a:pt x="5749979" y="1710674"/>
                </a:cubicBezTo>
                <a:cubicBezTo>
                  <a:pt x="5752291" y="1717323"/>
                  <a:pt x="5758513" y="1721483"/>
                  <a:pt x="5765162" y="1721484"/>
                </a:cubicBezTo>
                <a:cubicBezTo>
                  <a:pt x="5766905" y="1721483"/>
                  <a:pt x="5768682" y="1721199"/>
                  <a:pt x="5770425" y="1720594"/>
                </a:cubicBezTo>
                <a:close/>
                <a:moveTo>
                  <a:pt x="3734405" y="2468179"/>
                </a:moveTo>
                <a:cubicBezTo>
                  <a:pt x="3739043" y="2467557"/>
                  <a:pt x="3742298" y="2463290"/>
                  <a:pt x="3741693" y="2458650"/>
                </a:cubicBezTo>
                <a:cubicBezTo>
                  <a:pt x="3741072" y="2454009"/>
                  <a:pt x="3736823" y="2450755"/>
                  <a:pt x="3732182" y="2451378"/>
                </a:cubicBezTo>
                <a:cubicBezTo>
                  <a:pt x="3727541" y="2451982"/>
                  <a:pt x="3724269" y="2456250"/>
                  <a:pt x="3724893" y="2460890"/>
                </a:cubicBezTo>
                <a:cubicBezTo>
                  <a:pt x="3725462" y="2465157"/>
                  <a:pt x="3729088" y="2468251"/>
                  <a:pt x="3733284" y="2468251"/>
                </a:cubicBezTo>
                <a:cubicBezTo>
                  <a:pt x="3733657" y="2468251"/>
                  <a:pt x="3734031" y="2468233"/>
                  <a:pt x="3734405" y="2468179"/>
                </a:cubicBezTo>
                <a:close/>
                <a:moveTo>
                  <a:pt x="5863302" y="1687259"/>
                </a:moveTo>
                <a:cubicBezTo>
                  <a:pt x="5871604" y="1684184"/>
                  <a:pt x="5875854" y="1674938"/>
                  <a:pt x="5872778" y="1666618"/>
                </a:cubicBezTo>
                <a:cubicBezTo>
                  <a:pt x="5869684" y="1658315"/>
                  <a:pt x="5860439" y="1654066"/>
                  <a:pt x="5852136" y="1657160"/>
                </a:cubicBezTo>
                <a:cubicBezTo>
                  <a:pt x="5843817" y="1660235"/>
                  <a:pt x="5839567" y="1669462"/>
                  <a:pt x="5842660" y="1677783"/>
                </a:cubicBezTo>
                <a:cubicBezTo>
                  <a:pt x="5845060" y="1684254"/>
                  <a:pt x="5851194" y="1688273"/>
                  <a:pt x="5857719" y="1688273"/>
                </a:cubicBezTo>
                <a:cubicBezTo>
                  <a:pt x="5859568" y="1688273"/>
                  <a:pt x="5861453" y="1687953"/>
                  <a:pt x="5863302" y="1687259"/>
                </a:cubicBezTo>
                <a:close/>
                <a:moveTo>
                  <a:pt x="3975948" y="2380725"/>
                </a:moveTo>
                <a:cubicBezTo>
                  <a:pt x="3981141" y="2380600"/>
                  <a:pt x="3985265" y="2376297"/>
                  <a:pt x="3985158" y="2371089"/>
                </a:cubicBezTo>
                <a:cubicBezTo>
                  <a:pt x="3985036" y="2365879"/>
                  <a:pt x="3980730" y="2361754"/>
                  <a:pt x="3975522" y="2361879"/>
                </a:cubicBezTo>
                <a:cubicBezTo>
                  <a:pt x="3970313" y="2362004"/>
                  <a:pt x="3966188" y="2366306"/>
                  <a:pt x="3966313" y="2371515"/>
                </a:cubicBezTo>
                <a:cubicBezTo>
                  <a:pt x="3966420" y="2376636"/>
                  <a:pt x="3970614" y="2380725"/>
                  <a:pt x="3975737" y="2380725"/>
                </a:cubicBezTo>
                <a:close/>
                <a:moveTo>
                  <a:pt x="3229003" y="2654805"/>
                </a:moveTo>
                <a:cubicBezTo>
                  <a:pt x="3232914" y="2653383"/>
                  <a:pt x="3234923" y="2649063"/>
                  <a:pt x="3233502" y="2645151"/>
                </a:cubicBezTo>
                <a:cubicBezTo>
                  <a:pt x="3232079" y="2641240"/>
                  <a:pt x="3227759" y="2639231"/>
                  <a:pt x="3223847" y="2640653"/>
                </a:cubicBezTo>
                <a:cubicBezTo>
                  <a:pt x="3219953" y="2642075"/>
                  <a:pt x="3217928" y="2646396"/>
                  <a:pt x="3219350" y="2650307"/>
                </a:cubicBezTo>
                <a:cubicBezTo>
                  <a:pt x="3220469" y="2653364"/>
                  <a:pt x="3223349" y="2655249"/>
                  <a:pt x="3226425" y="2655250"/>
                </a:cubicBezTo>
                <a:cubicBezTo>
                  <a:pt x="3227278" y="2655249"/>
                  <a:pt x="3228150" y="2655108"/>
                  <a:pt x="3229003" y="2654805"/>
                </a:cubicBezTo>
                <a:close/>
                <a:moveTo>
                  <a:pt x="8367017" y="770649"/>
                </a:moveTo>
                <a:cubicBezTo>
                  <a:pt x="8375604" y="770667"/>
                  <a:pt x="8383747" y="765529"/>
                  <a:pt x="8387178" y="757084"/>
                </a:cubicBezTo>
                <a:cubicBezTo>
                  <a:pt x="8391712" y="745955"/>
                  <a:pt x="8386343" y="733278"/>
                  <a:pt x="8375230" y="728745"/>
                </a:cubicBezTo>
                <a:cubicBezTo>
                  <a:pt x="8364100" y="724229"/>
                  <a:pt x="8351407" y="729580"/>
                  <a:pt x="8346891" y="740710"/>
                </a:cubicBezTo>
                <a:cubicBezTo>
                  <a:pt x="8342357" y="751839"/>
                  <a:pt x="8347709" y="764534"/>
                  <a:pt x="8358839" y="769049"/>
                </a:cubicBezTo>
                <a:cubicBezTo>
                  <a:pt x="8361523" y="770134"/>
                  <a:pt x="8364297" y="770650"/>
                  <a:pt x="8367017" y="770649"/>
                </a:cubicBezTo>
                <a:close/>
                <a:moveTo>
                  <a:pt x="3142206" y="2687696"/>
                </a:moveTo>
                <a:cubicBezTo>
                  <a:pt x="3146082" y="2686167"/>
                  <a:pt x="3147984" y="2681812"/>
                  <a:pt x="3146456" y="2677936"/>
                </a:cubicBezTo>
                <a:cubicBezTo>
                  <a:pt x="3144944" y="2674078"/>
                  <a:pt x="3140571" y="2672175"/>
                  <a:pt x="3136695" y="2673687"/>
                </a:cubicBezTo>
                <a:cubicBezTo>
                  <a:pt x="3132837" y="2675215"/>
                  <a:pt x="3130935" y="2679589"/>
                  <a:pt x="3132446" y="2683447"/>
                </a:cubicBezTo>
                <a:cubicBezTo>
                  <a:pt x="3133619" y="2686416"/>
                  <a:pt x="3136446" y="2688212"/>
                  <a:pt x="3139451" y="2688212"/>
                </a:cubicBezTo>
                <a:cubicBezTo>
                  <a:pt x="3140376" y="2688212"/>
                  <a:pt x="3141299" y="2688052"/>
                  <a:pt x="3142206" y="2687696"/>
                </a:cubicBezTo>
                <a:close/>
                <a:moveTo>
                  <a:pt x="1607532" y="3250771"/>
                </a:moveTo>
                <a:cubicBezTo>
                  <a:pt x="1611051" y="3250771"/>
                  <a:pt x="1613968" y="3247980"/>
                  <a:pt x="1614110" y="3244459"/>
                </a:cubicBezTo>
                <a:cubicBezTo>
                  <a:pt x="1614252" y="3240815"/>
                  <a:pt x="1611425" y="3237757"/>
                  <a:pt x="1607798" y="3237614"/>
                </a:cubicBezTo>
                <a:cubicBezTo>
                  <a:pt x="1604171" y="3237473"/>
                  <a:pt x="1601114" y="3240299"/>
                  <a:pt x="1600971" y="3243926"/>
                </a:cubicBezTo>
                <a:cubicBezTo>
                  <a:pt x="1600828" y="3247553"/>
                  <a:pt x="1603638" y="3250611"/>
                  <a:pt x="1607283" y="3250753"/>
                </a:cubicBezTo>
                <a:lnTo>
                  <a:pt x="1607282" y="3250771"/>
                </a:lnTo>
                <a:cubicBezTo>
                  <a:pt x="1607372" y="3250770"/>
                  <a:pt x="1607532" y="3250771"/>
                  <a:pt x="1607532" y="3250771"/>
                </a:cubicBezTo>
                <a:close/>
                <a:moveTo>
                  <a:pt x="8021145" y="898320"/>
                </a:moveTo>
                <a:cubicBezTo>
                  <a:pt x="8029111" y="898320"/>
                  <a:pt x="8036613" y="893503"/>
                  <a:pt x="8039671" y="885627"/>
                </a:cubicBezTo>
                <a:cubicBezTo>
                  <a:pt x="8043618" y="875403"/>
                  <a:pt x="8038550" y="863900"/>
                  <a:pt x="8028329" y="859937"/>
                </a:cubicBezTo>
                <a:cubicBezTo>
                  <a:pt x="8018105" y="855989"/>
                  <a:pt x="8006602" y="861056"/>
                  <a:pt x="8002637" y="871297"/>
                </a:cubicBezTo>
                <a:cubicBezTo>
                  <a:pt x="7998691" y="881519"/>
                  <a:pt x="8003758" y="893005"/>
                  <a:pt x="8013981" y="896969"/>
                </a:cubicBezTo>
                <a:cubicBezTo>
                  <a:pt x="8016345" y="897876"/>
                  <a:pt x="8018764" y="898320"/>
                  <a:pt x="8021145" y="898320"/>
                </a:cubicBezTo>
                <a:close/>
                <a:moveTo>
                  <a:pt x="3316689" y="2624563"/>
                </a:moveTo>
                <a:cubicBezTo>
                  <a:pt x="3320654" y="2623282"/>
                  <a:pt x="3322823" y="2619052"/>
                  <a:pt x="3321543" y="2615087"/>
                </a:cubicBezTo>
                <a:cubicBezTo>
                  <a:pt x="3320262" y="2611140"/>
                  <a:pt x="3316013" y="2608971"/>
                  <a:pt x="3312066" y="2610251"/>
                </a:cubicBezTo>
                <a:cubicBezTo>
                  <a:pt x="3308119" y="2611531"/>
                  <a:pt x="3305950" y="2615762"/>
                  <a:pt x="3307231" y="2619727"/>
                </a:cubicBezTo>
                <a:cubicBezTo>
                  <a:pt x="3308244" y="2622910"/>
                  <a:pt x="3311195" y="2624937"/>
                  <a:pt x="3314378" y="2624936"/>
                </a:cubicBezTo>
                <a:cubicBezTo>
                  <a:pt x="3315141" y="2624937"/>
                  <a:pt x="3315924" y="2624812"/>
                  <a:pt x="3316689" y="2624563"/>
                </a:cubicBezTo>
                <a:close/>
                <a:moveTo>
                  <a:pt x="5128575" y="1960041"/>
                </a:moveTo>
                <a:lnTo>
                  <a:pt x="5128578" y="1960031"/>
                </a:lnTo>
                <a:lnTo>
                  <a:pt x="5128575" y="1960022"/>
                </a:lnTo>
                <a:close/>
                <a:moveTo>
                  <a:pt x="3056157" y="2722595"/>
                </a:moveTo>
                <a:cubicBezTo>
                  <a:pt x="3059979" y="2720996"/>
                  <a:pt x="3061810" y="2716587"/>
                  <a:pt x="3060194" y="2712746"/>
                </a:cubicBezTo>
                <a:cubicBezTo>
                  <a:pt x="3058609" y="2708906"/>
                  <a:pt x="3054201" y="2707093"/>
                  <a:pt x="3050361" y="2708693"/>
                </a:cubicBezTo>
                <a:cubicBezTo>
                  <a:pt x="3046520" y="2710293"/>
                  <a:pt x="3044708" y="2714702"/>
                  <a:pt x="3046308" y="2718542"/>
                </a:cubicBezTo>
                <a:cubicBezTo>
                  <a:pt x="3047516" y="2721422"/>
                  <a:pt x="3050307" y="2723165"/>
                  <a:pt x="3053258" y="2723165"/>
                </a:cubicBezTo>
                <a:cubicBezTo>
                  <a:pt x="3054218" y="2723165"/>
                  <a:pt x="3055214" y="2722987"/>
                  <a:pt x="3056157" y="2722595"/>
                </a:cubicBezTo>
                <a:close/>
                <a:moveTo>
                  <a:pt x="6969825" y="1289349"/>
                </a:moveTo>
                <a:cubicBezTo>
                  <a:pt x="6978536" y="1287731"/>
                  <a:pt x="6984297" y="1279339"/>
                  <a:pt x="6982678" y="1270628"/>
                </a:cubicBezTo>
                <a:cubicBezTo>
                  <a:pt x="6981870" y="1266263"/>
                  <a:pt x="6979373" y="1262641"/>
                  <a:pt x="6975986" y="1260314"/>
                </a:cubicBezTo>
                <a:lnTo>
                  <a:pt x="6963971" y="1257776"/>
                </a:lnTo>
                <a:lnTo>
                  <a:pt x="6953660" y="1264459"/>
                </a:lnTo>
                <a:cubicBezTo>
                  <a:pt x="6951330" y="1267846"/>
                  <a:pt x="6950296" y="1272121"/>
                  <a:pt x="6951104" y="1276477"/>
                </a:cubicBezTo>
                <a:cubicBezTo>
                  <a:pt x="6952545" y="1284211"/>
                  <a:pt x="6959282" y="1289617"/>
                  <a:pt x="6966874" y="1289617"/>
                </a:cubicBezTo>
                <a:cubicBezTo>
                  <a:pt x="6967851" y="1289616"/>
                  <a:pt x="6968829" y="1289527"/>
                  <a:pt x="6969825" y="1289349"/>
                </a:cubicBezTo>
                <a:close/>
                <a:moveTo>
                  <a:pt x="1181422" y="3412986"/>
                </a:moveTo>
                <a:cubicBezTo>
                  <a:pt x="1183343" y="3412986"/>
                  <a:pt x="1185139" y="3411795"/>
                  <a:pt x="1185815" y="3409892"/>
                </a:cubicBezTo>
                <a:cubicBezTo>
                  <a:pt x="1186686" y="3407457"/>
                  <a:pt x="1185423" y="3404772"/>
                  <a:pt x="1182988" y="3403901"/>
                </a:cubicBezTo>
                <a:cubicBezTo>
                  <a:pt x="1180570" y="3403030"/>
                  <a:pt x="1177885" y="3404292"/>
                  <a:pt x="1177014" y="3406728"/>
                </a:cubicBezTo>
                <a:cubicBezTo>
                  <a:pt x="1176143" y="3409163"/>
                  <a:pt x="1177405" y="3411830"/>
                  <a:pt x="1179840" y="3412702"/>
                </a:cubicBezTo>
                <a:cubicBezTo>
                  <a:pt x="1180357" y="3412897"/>
                  <a:pt x="1180890" y="3412986"/>
                  <a:pt x="1181422" y="3412986"/>
                </a:cubicBezTo>
                <a:close/>
                <a:moveTo>
                  <a:pt x="4511946" y="2191539"/>
                </a:moveTo>
                <a:cubicBezTo>
                  <a:pt x="4517460" y="2191539"/>
                  <a:pt x="4522455" y="2187788"/>
                  <a:pt x="4523841" y="2182206"/>
                </a:cubicBezTo>
                <a:cubicBezTo>
                  <a:pt x="4525461" y="2175627"/>
                  <a:pt x="4521441" y="2168978"/>
                  <a:pt x="4514880" y="2167360"/>
                </a:cubicBezTo>
                <a:cubicBezTo>
                  <a:pt x="4508301" y="2165725"/>
                  <a:pt x="4501654" y="2169742"/>
                  <a:pt x="4500017" y="2176321"/>
                </a:cubicBezTo>
                <a:cubicBezTo>
                  <a:pt x="4498400" y="2182899"/>
                  <a:pt x="4502418" y="2189548"/>
                  <a:pt x="4508996" y="2191167"/>
                </a:cubicBezTo>
                <a:cubicBezTo>
                  <a:pt x="4509973" y="2191415"/>
                  <a:pt x="4510970" y="2191539"/>
                  <a:pt x="4511946" y="2191539"/>
                </a:cubicBezTo>
                <a:close/>
                <a:moveTo>
                  <a:pt x="3405495" y="2597806"/>
                </a:moveTo>
                <a:cubicBezTo>
                  <a:pt x="3409494" y="2596685"/>
                  <a:pt x="3411823" y="2592543"/>
                  <a:pt x="3410703" y="2588525"/>
                </a:cubicBezTo>
                <a:cubicBezTo>
                  <a:pt x="3409601" y="2584525"/>
                  <a:pt x="3405440" y="2582196"/>
                  <a:pt x="3401442" y="2583315"/>
                </a:cubicBezTo>
                <a:cubicBezTo>
                  <a:pt x="3397441" y="2584418"/>
                  <a:pt x="3395094" y="2588578"/>
                  <a:pt x="3396214" y="2592579"/>
                </a:cubicBezTo>
                <a:cubicBezTo>
                  <a:pt x="3397139" y="2595903"/>
                  <a:pt x="3400161" y="2598091"/>
                  <a:pt x="3403467" y="2598091"/>
                </a:cubicBezTo>
                <a:cubicBezTo>
                  <a:pt x="3404126" y="2598090"/>
                  <a:pt x="3404818" y="2598001"/>
                  <a:pt x="3405495" y="2597806"/>
                </a:cubicBezTo>
                <a:close/>
                <a:moveTo>
                  <a:pt x="2970676" y="2759007"/>
                </a:moveTo>
                <a:cubicBezTo>
                  <a:pt x="2974498" y="2757353"/>
                  <a:pt x="2976240" y="2752927"/>
                  <a:pt x="2974587" y="2749122"/>
                </a:cubicBezTo>
                <a:cubicBezTo>
                  <a:pt x="2972933" y="2745300"/>
                  <a:pt x="2968489" y="2743540"/>
                  <a:pt x="2964684" y="2745211"/>
                </a:cubicBezTo>
                <a:cubicBezTo>
                  <a:pt x="2960880" y="2746864"/>
                  <a:pt x="2959119" y="2751291"/>
                  <a:pt x="2960773" y="2755114"/>
                </a:cubicBezTo>
                <a:cubicBezTo>
                  <a:pt x="2962017" y="2757940"/>
                  <a:pt x="2964773" y="2759647"/>
                  <a:pt x="2967690" y="2759647"/>
                </a:cubicBezTo>
                <a:cubicBezTo>
                  <a:pt x="2968684" y="2759648"/>
                  <a:pt x="2969698" y="2759434"/>
                  <a:pt x="2970676" y="2759007"/>
                </a:cubicBezTo>
                <a:close/>
                <a:moveTo>
                  <a:pt x="2012143" y="3114745"/>
                </a:moveTo>
                <a:cubicBezTo>
                  <a:pt x="2016233" y="3113999"/>
                  <a:pt x="2018918" y="3110087"/>
                  <a:pt x="2018170" y="3105981"/>
                </a:cubicBezTo>
                <a:cubicBezTo>
                  <a:pt x="2017423" y="3101909"/>
                  <a:pt x="2013494" y="3099207"/>
                  <a:pt x="2009405" y="3099954"/>
                </a:cubicBezTo>
                <a:cubicBezTo>
                  <a:pt x="2005316" y="3100700"/>
                  <a:pt x="2002613" y="3104629"/>
                  <a:pt x="2003361" y="3108718"/>
                </a:cubicBezTo>
                <a:cubicBezTo>
                  <a:pt x="2004037" y="3112346"/>
                  <a:pt x="2007201" y="3114888"/>
                  <a:pt x="2010757" y="3114888"/>
                </a:cubicBezTo>
                <a:cubicBezTo>
                  <a:pt x="2011218" y="3114888"/>
                  <a:pt x="2011681" y="3114834"/>
                  <a:pt x="2012143" y="3114745"/>
                </a:cubicBezTo>
                <a:close/>
                <a:moveTo>
                  <a:pt x="4366212" y="2251615"/>
                </a:moveTo>
                <a:cubicBezTo>
                  <a:pt x="4371530" y="2251615"/>
                  <a:pt x="4376258" y="2247845"/>
                  <a:pt x="4377308" y="2242440"/>
                </a:cubicBezTo>
                <a:cubicBezTo>
                  <a:pt x="4378500" y="2236307"/>
                  <a:pt x="4374483" y="2230369"/>
                  <a:pt x="4368346" y="2229178"/>
                </a:cubicBezTo>
                <a:cubicBezTo>
                  <a:pt x="4362214" y="2227987"/>
                  <a:pt x="4356276" y="2231987"/>
                  <a:pt x="4355085" y="2238120"/>
                </a:cubicBezTo>
                <a:cubicBezTo>
                  <a:pt x="4353895" y="2244272"/>
                  <a:pt x="4357912" y="2250210"/>
                  <a:pt x="4364044" y="2251401"/>
                </a:cubicBezTo>
                <a:cubicBezTo>
                  <a:pt x="4364774" y="2251543"/>
                  <a:pt x="4365503" y="2251615"/>
                  <a:pt x="4366212" y="2251615"/>
                </a:cubicBezTo>
                <a:close/>
                <a:moveTo>
                  <a:pt x="1391303" y="3344057"/>
                </a:moveTo>
                <a:cubicBezTo>
                  <a:pt x="1393972" y="3344057"/>
                  <a:pt x="1396335" y="3342155"/>
                  <a:pt x="1396834" y="3339435"/>
                </a:cubicBezTo>
                <a:cubicBezTo>
                  <a:pt x="1397384" y="3336377"/>
                  <a:pt x="1395357" y="3333444"/>
                  <a:pt x="1392299" y="3332892"/>
                </a:cubicBezTo>
                <a:cubicBezTo>
                  <a:pt x="1389241" y="3332324"/>
                  <a:pt x="1386308" y="3334350"/>
                  <a:pt x="1385757" y="3337426"/>
                </a:cubicBezTo>
                <a:cubicBezTo>
                  <a:pt x="1385207" y="3340484"/>
                  <a:pt x="1387233" y="3343400"/>
                  <a:pt x="1390290" y="3343969"/>
                </a:cubicBezTo>
                <a:cubicBezTo>
                  <a:pt x="1390629" y="3344022"/>
                  <a:pt x="1390966" y="3344057"/>
                  <a:pt x="1391303" y="3344057"/>
                </a:cubicBezTo>
                <a:close/>
                <a:moveTo>
                  <a:pt x="2885621" y="2796485"/>
                </a:moveTo>
                <a:cubicBezTo>
                  <a:pt x="2889408" y="2794796"/>
                  <a:pt x="2891115" y="2790351"/>
                  <a:pt x="2889426" y="2786547"/>
                </a:cubicBezTo>
                <a:cubicBezTo>
                  <a:pt x="2887737" y="2782742"/>
                  <a:pt x="2883293" y="2781035"/>
                  <a:pt x="2879487" y="2782742"/>
                </a:cubicBezTo>
                <a:cubicBezTo>
                  <a:pt x="2875700" y="2784431"/>
                  <a:pt x="2873994" y="2788875"/>
                  <a:pt x="2875683" y="2792680"/>
                </a:cubicBezTo>
                <a:cubicBezTo>
                  <a:pt x="2876927" y="2795472"/>
                  <a:pt x="2879683" y="2797143"/>
                  <a:pt x="2882564" y="2797143"/>
                </a:cubicBezTo>
                <a:cubicBezTo>
                  <a:pt x="2883577" y="2797143"/>
                  <a:pt x="2884626" y="2796930"/>
                  <a:pt x="2885621" y="2796485"/>
                </a:cubicBezTo>
                <a:close/>
                <a:moveTo>
                  <a:pt x="3495295" y="2574729"/>
                </a:moveTo>
                <a:cubicBezTo>
                  <a:pt x="3499350" y="2573787"/>
                  <a:pt x="3501856" y="2569734"/>
                  <a:pt x="3500914" y="2565680"/>
                </a:cubicBezTo>
                <a:cubicBezTo>
                  <a:pt x="3499971" y="2561643"/>
                  <a:pt x="3495918" y="2559119"/>
                  <a:pt x="3491864" y="2560079"/>
                </a:cubicBezTo>
                <a:cubicBezTo>
                  <a:pt x="3487811" y="2561021"/>
                  <a:pt x="3485304" y="2565075"/>
                  <a:pt x="3486246" y="2569129"/>
                </a:cubicBezTo>
                <a:cubicBezTo>
                  <a:pt x="3487063" y="2572596"/>
                  <a:pt x="3490158" y="2574924"/>
                  <a:pt x="3493571" y="2574924"/>
                </a:cubicBezTo>
                <a:cubicBezTo>
                  <a:pt x="3494140" y="2574924"/>
                  <a:pt x="3494727" y="2574872"/>
                  <a:pt x="3495295" y="2574729"/>
                </a:cubicBezTo>
                <a:close/>
                <a:moveTo>
                  <a:pt x="7665270" y="1045043"/>
                </a:moveTo>
                <a:cubicBezTo>
                  <a:pt x="7668358" y="1042662"/>
                  <a:pt x="7670696" y="1039262"/>
                  <a:pt x="7671718" y="1035182"/>
                </a:cubicBezTo>
                <a:cubicBezTo>
                  <a:pt x="7674136" y="1025564"/>
                  <a:pt x="7668287" y="1015803"/>
                  <a:pt x="7658669" y="1013403"/>
                </a:cubicBezTo>
                <a:cubicBezTo>
                  <a:pt x="7649050" y="1010985"/>
                  <a:pt x="7639290" y="1016834"/>
                  <a:pt x="7636890" y="1026453"/>
                </a:cubicBezTo>
                <a:cubicBezTo>
                  <a:pt x="7634472" y="1036071"/>
                  <a:pt x="7640321" y="1045814"/>
                  <a:pt x="7649939" y="1048232"/>
                </a:cubicBezTo>
                <a:cubicBezTo>
                  <a:pt x="7651398" y="1048605"/>
                  <a:pt x="7652872" y="1048783"/>
                  <a:pt x="7654313" y="1048783"/>
                </a:cubicBezTo>
                <a:cubicBezTo>
                  <a:pt x="7658340" y="1048783"/>
                  <a:pt x="7662180" y="1047423"/>
                  <a:pt x="7665270" y="1045043"/>
                </a:cubicBezTo>
                <a:close/>
                <a:moveTo>
                  <a:pt x="7411453" y="1139491"/>
                </a:moveTo>
                <a:cubicBezTo>
                  <a:pt x="7420023" y="1139491"/>
                  <a:pt x="7427384" y="1133037"/>
                  <a:pt x="7428343" y="1124343"/>
                </a:cubicBezTo>
                <a:cubicBezTo>
                  <a:pt x="7429374" y="1115009"/>
                  <a:pt x="7422636" y="1106600"/>
                  <a:pt x="7413302" y="1105569"/>
                </a:cubicBezTo>
                <a:cubicBezTo>
                  <a:pt x="7403968" y="1104537"/>
                  <a:pt x="7395559" y="1111275"/>
                  <a:pt x="7394527" y="1120610"/>
                </a:cubicBezTo>
                <a:cubicBezTo>
                  <a:pt x="7393497" y="1129943"/>
                  <a:pt x="7400235" y="1138353"/>
                  <a:pt x="7409569" y="1139384"/>
                </a:cubicBezTo>
                <a:cubicBezTo>
                  <a:pt x="7410209" y="1139455"/>
                  <a:pt x="7410831" y="1139491"/>
                  <a:pt x="7411453" y="1139491"/>
                </a:cubicBezTo>
                <a:close/>
                <a:moveTo>
                  <a:pt x="5144149" y="1974654"/>
                </a:moveTo>
                <a:cubicBezTo>
                  <a:pt x="5152488" y="1974388"/>
                  <a:pt x="5159047" y="1967402"/>
                  <a:pt x="5158781" y="1959063"/>
                </a:cubicBezTo>
                <a:cubicBezTo>
                  <a:pt x="5158496" y="1950724"/>
                  <a:pt x="5151527" y="1944181"/>
                  <a:pt x="5143189" y="1944449"/>
                </a:cubicBezTo>
                <a:cubicBezTo>
                  <a:pt x="5139018" y="1944582"/>
                  <a:pt x="5135295" y="1946395"/>
                  <a:pt x="5132648" y="1949218"/>
                </a:cubicBezTo>
                <a:lnTo>
                  <a:pt x="5128578" y="1960031"/>
                </a:lnTo>
                <a:lnTo>
                  <a:pt x="5133165" y="1970406"/>
                </a:lnTo>
                <a:cubicBezTo>
                  <a:pt x="5135894" y="1973041"/>
                  <a:pt x="5139606" y="1974654"/>
                  <a:pt x="5143668" y="1974655"/>
                </a:cubicBezTo>
                <a:cubicBezTo>
                  <a:pt x="5143830" y="1974654"/>
                  <a:pt x="5143990" y="1974655"/>
                  <a:pt x="5144149" y="1974654"/>
                </a:cubicBezTo>
                <a:close/>
                <a:moveTo>
                  <a:pt x="2800763" y="2834514"/>
                </a:moveTo>
                <a:cubicBezTo>
                  <a:pt x="2804532" y="2832825"/>
                  <a:pt x="2806238" y="2828362"/>
                  <a:pt x="2804532" y="2824576"/>
                </a:cubicBezTo>
                <a:cubicBezTo>
                  <a:pt x="2802825" y="2820789"/>
                  <a:pt x="2798380" y="2819082"/>
                  <a:pt x="2794575" y="2820789"/>
                </a:cubicBezTo>
                <a:cubicBezTo>
                  <a:pt x="2790789" y="2822495"/>
                  <a:pt x="2789100" y="2826957"/>
                  <a:pt x="2790806" y="2830745"/>
                </a:cubicBezTo>
                <a:cubicBezTo>
                  <a:pt x="2792051" y="2833536"/>
                  <a:pt x="2794806" y="2835190"/>
                  <a:pt x="2797687" y="2835190"/>
                </a:cubicBezTo>
                <a:cubicBezTo>
                  <a:pt x="2798701" y="2835190"/>
                  <a:pt x="2799749" y="2834976"/>
                  <a:pt x="2800763" y="2834514"/>
                </a:cubicBezTo>
                <a:close/>
                <a:moveTo>
                  <a:pt x="4218846" y="2314375"/>
                </a:moveTo>
                <a:cubicBezTo>
                  <a:pt x="4224036" y="2314375"/>
                  <a:pt x="4228517" y="2310481"/>
                  <a:pt x="4229140" y="2305200"/>
                </a:cubicBezTo>
                <a:cubicBezTo>
                  <a:pt x="4229797" y="2299511"/>
                  <a:pt x="4225725" y="2294355"/>
                  <a:pt x="4220035" y="2293698"/>
                </a:cubicBezTo>
                <a:cubicBezTo>
                  <a:pt x="4214346" y="2293039"/>
                  <a:pt x="4209207" y="2297111"/>
                  <a:pt x="4208532" y="2302801"/>
                </a:cubicBezTo>
                <a:cubicBezTo>
                  <a:pt x="4207875" y="2308490"/>
                  <a:pt x="4211947" y="2313645"/>
                  <a:pt x="4217638" y="2314303"/>
                </a:cubicBezTo>
                <a:cubicBezTo>
                  <a:pt x="4218045" y="2314375"/>
                  <a:pt x="4218453" y="2314375"/>
                  <a:pt x="4218846" y="2314375"/>
                </a:cubicBezTo>
                <a:close/>
                <a:moveTo>
                  <a:pt x="3827084" y="2458330"/>
                </a:moveTo>
                <a:cubicBezTo>
                  <a:pt x="3831760" y="2457956"/>
                  <a:pt x="3835247" y="2453885"/>
                  <a:pt x="3834872" y="2449209"/>
                </a:cubicBezTo>
                <a:cubicBezTo>
                  <a:pt x="3834499" y="2444551"/>
                  <a:pt x="3830428" y="2441067"/>
                  <a:pt x="3825752" y="2441440"/>
                </a:cubicBezTo>
                <a:cubicBezTo>
                  <a:pt x="3821095" y="2441795"/>
                  <a:pt x="3817608" y="2445885"/>
                  <a:pt x="3817982" y="2450543"/>
                </a:cubicBezTo>
                <a:cubicBezTo>
                  <a:pt x="3818319" y="2454987"/>
                  <a:pt x="3822037" y="2458366"/>
                  <a:pt x="3826428" y="2458366"/>
                </a:cubicBezTo>
                <a:cubicBezTo>
                  <a:pt x="3826642" y="2458366"/>
                  <a:pt x="3826873" y="2458330"/>
                  <a:pt x="3827084" y="2458330"/>
                </a:cubicBezTo>
                <a:close/>
                <a:moveTo>
                  <a:pt x="8570262" y="719074"/>
                </a:moveTo>
                <a:lnTo>
                  <a:pt x="8562269" y="697287"/>
                </a:lnTo>
                <a:lnTo>
                  <a:pt x="8562671" y="711893"/>
                </a:lnTo>
                <a:close/>
                <a:moveTo>
                  <a:pt x="7066081" y="1274397"/>
                </a:moveTo>
                <a:cubicBezTo>
                  <a:pt x="7074882" y="1273313"/>
                  <a:pt x="7081121" y="1265294"/>
                  <a:pt x="7080037" y="1256477"/>
                </a:cubicBezTo>
                <a:cubicBezTo>
                  <a:pt x="7078951" y="1247676"/>
                  <a:pt x="7070934" y="1241436"/>
                  <a:pt x="7062133" y="1242520"/>
                </a:cubicBezTo>
                <a:cubicBezTo>
                  <a:pt x="7053333" y="1243622"/>
                  <a:pt x="7047075" y="1251623"/>
                  <a:pt x="7048160" y="1260440"/>
                </a:cubicBezTo>
                <a:cubicBezTo>
                  <a:pt x="7049172" y="1268565"/>
                  <a:pt x="7056088" y="1274521"/>
                  <a:pt x="7064089" y="1274522"/>
                </a:cubicBezTo>
                <a:cubicBezTo>
                  <a:pt x="7064747" y="1274521"/>
                  <a:pt x="7065405" y="1274486"/>
                  <a:pt x="7066081" y="1274397"/>
                </a:cubicBezTo>
                <a:close/>
                <a:moveTo>
                  <a:pt x="2103545" y="3095562"/>
                </a:moveTo>
                <a:cubicBezTo>
                  <a:pt x="2107598" y="3094602"/>
                  <a:pt x="2110104" y="3090548"/>
                  <a:pt x="2109145" y="3086513"/>
                </a:cubicBezTo>
                <a:cubicBezTo>
                  <a:pt x="2108203" y="3082459"/>
                  <a:pt x="2104150" y="3079952"/>
                  <a:pt x="2100096" y="3080911"/>
                </a:cubicBezTo>
                <a:cubicBezTo>
                  <a:pt x="2096060" y="3081855"/>
                  <a:pt x="2093535" y="3085908"/>
                  <a:pt x="2094495" y="3089944"/>
                </a:cubicBezTo>
                <a:cubicBezTo>
                  <a:pt x="2095313" y="3093411"/>
                  <a:pt x="2098407" y="3095757"/>
                  <a:pt x="2101819" y="3095757"/>
                </a:cubicBezTo>
                <a:cubicBezTo>
                  <a:pt x="2102389" y="3095757"/>
                  <a:pt x="2102958" y="3095687"/>
                  <a:pt x="2103545" y="3095562"/>
                </a:cubicBezTo>
                <a:close/>
                <a:moveTo>
                  <a:pt x="2715868" y="2872614"/>
                </a:moveTo>
                <a:cubicBezTo>
                  <a:pt x="2719673" y="2870926"/>
                  <a:pt x="2721362" y="2866463"/>
                  <a:pt x="2719673" y="2862676"/>
                </a:cubicBezTo>
                <a:cubicBezTo>
                  <a:pt x="2717984" y="2858871"/>
                  <a:pt x="2713521" y="2857164"/>
                  <a:pt x="2709735" y="2858871"/>
                </a:cubicBezTo>
                <a:cubicBezTo>
                  <a:pt x="2705930" y="2860560"/>
                  <a:pt x="2704241" y="2865023"/>
                  <a:pt x="2705930" y="2868810"/>
                </a:cubicBezTo>
                <a:cubicBezTo>
                  <a:pt x="2707175" y="2871618"/>
                  <a:pt x="2709930" y="2873272"/>
                  <a:pt x="2712810" y="2873272"/>
                </a:cubicBezTo>
                <a:cubicBezTo>
                  <a:pt x="2713824" y="2873272"/>
                  <a:pt x="2714872" y="2873058"/>
                  <a:pt x="2715868" y="2872614"/>
                </a:cubicBezTo>
                <a:close/>
                <a:moveTo>
                  <a:pt x="4898071" y="2072510"/>
                </a:moveTo>
                <a:cubicBezTo>
                  <a:pt x="4904896" y="2072510"/>
                  <a:pt x="4910908" y="2067567"/>
                  <a:pt x="4912045" y="2060616"/>
                </a:cubicBezTo>
                <a:cubicBezTo>
                  <a:pt x="4913288" y="2052899"/>
                  <a:pt x="4908044" y="2045628"/>
                  <a:pt x="4900328" y="2044366"/>
                </a:cubicBezTo>
                <a:cubicBezTo>
                  <a:pt x="4892596" y="2043103"/>
                  <a:pt x="4885321" y="2048365"/>
                  <a:pt x="4884078" y="2056082"/>
                </a:cubicBezTo>
                <a:cubicBezTo>
                  <a:pt x="4882817" y="2063798"/>
                  <a:pt x="4888061" y="2071070"/>
                  <a:pt x="4895777" y="2072332"/>
                </a:cubicBezTo>
                <a:cubicBezTo>
                  <a:pt x="4896561" y="2072457"/>
                  <a:pt x="4897323" y="2072510"/>
                  <a:pt x="4898071" y="2072510"/>
                </a:cubicBezTo>
                <a:close/>
                <a:moveTo>
                  <a:pt x="3586022" y="2555616"/>
                </a:moveTo>
                <a:cubicBezTo>
                  <a:pt x="3590109" y="2554852"/>
                  <a:pt x="3592795" y="2550923"/>
                  <a:pt x="3592030" y="2546834"/>
                </a:cubicBezTo>
                <a:cubicBezTo>
                  <a:pt x="3591267" y="2542744"/>
                  <a:pt x="3587338" y="2540042"/>
                  <a:pt x="3583248" y="2540807"/>
                </a:cubicBezTo>
                <a:cubicBezTo>
                  <a:pt x="3579177" y="2541571"/>
                  <a:pt x="3576475" y="2545501"/>
                  <a:pt x="3577237" y="2549589"/>
                </a:cubicBezTo>
                <a:cubicBezTo>
                  <a:pt x="3577915" y="2553217"/>
                  <a:pt x="3581079" y="2555741"/>
                  <a:pt x="3584634" y="2555741"/>
                </a:cubicBezTo>
                <a:cubicBezTo>
                  <a:pt x="3585078" y="2555741"/>
                  <a:pt x="3585559" y="2555688"/>
                  <a:pt x="3586022" y="2555616"/>
                </a:cubicBezTo>
                <a:close/>
                <a:moveTo>
                  <a:pt x="4069945" y="2381738"/>
                </a:moveTo>
                <a:cubicBezTo>
                  <a:pt x="4074961" y="2381738"/>
                  <a:pt x="4079120" y="2377791"/>
                  <a:pt x="4079350" y="2372742"/>
                </a:cubicBezTo>
                <a:cubicBezTo>
                  <a:pt x="4079583" y="2367551"/>
                  <a:pt x="4075564" y="2363141"/>
                  <a:pt x="4070373" y="2362911"/>
                </a:cubicBezTo>
                <a:cubicBezTo>
                  <a:pt x="4065165" y="2362661"/>
                  <a:pt x="4060772" y="2366679"/>
                  <a:pt x="4060522" y="2371889"/>
                </a:cubicBezTo>
                <a:cubicBezTo>
                  <a:pt x="4060292" y="2377081"/>
                  <a:pt x="4064311" y="2381489"/>
                  <a:pt x="4069520" y="2381738"/>
                </a:cubicBezTo>
                <a:close/>
                <a:moveTo>
                  <a:pt x="1700159" y="3251179"/>
                </a:moveTo>
                <a:cubicBezTo>
                  <a:pt x="1703805" y="3251073"/>
                  <a:pt x="1706649" y="3248033"/>
                  <a:pt x="1706542" y="3244407"/>
                </a:cubicBezTo>
                <a:cubicBezTo>
                  <a:pt x="1706436" y="3240779"/>
                  <a:pt x="1703396" y="3237916"/>
                  <a:pt x="1699768" y="3238023"/>
                </a:cubicBezTo>
                <a:cubicBezTo>
                  <a:pt x="1696141" y="3238130"/>
                  <a:pt x="1693279" y="3241170"/>
                  <a:pt x="1693387" y="3244797"/>
                </a:cubicBezTo>
                <a:cubicBezTo>
                  <a:pt x="1693511" y="3248371"/>
                  <a:pt x="1696426" y="3251179"/>
                  <a:pt x="1699964" y="3251179"/>
                </a:cubicBezTo>
                <a:close/>
                <a:moveTo>
                  <a:pt x="2630725" y="2910235"/>
                </a:moveTo>
                <a:cubicBezTo>
                  <a:pt x="2634530" y="2908581"/>
                  <a:pt x="2636272" y="2904136"/>
                  <a:pt x="2634618" y="2900332"/>
                </a:cubicBezTo>
                <a:cubicBezTo>
                  <a:pt x="2632947" y="2896509"/>
                  <a:pt x="2628520" y="2894785"/>
                  <a:pt x="2624716" y="2896438"/>
                </a:cubicBezTo>
                <a:cubicBezTo>
                  <a:pt x="2620894" y="2898091"/>
                  <a:pt x="2619151" y="2902536"/>
                  <a:pt x="2620822" y="2906341"/>
                </a:cubicBezTo>
                <a:cubicBezTo>
                  <a:pt x="2622049" y="2909168"/>
                  <a:pt x="2624823" y="2910874"/>
                  <a:pt x="2627720" y="2910874"/>
                </a:cubicBezTo>
                <a:cubicBezTo>
                  <a:pt x="2628716" y="2910874"/>
                  <a:pt x="2629747" y="2910661"/>
                  <a:pt x="2630725" y="2910235"/>
                </a:cubicBezTo>
                <a:close/>
                <a:moveTo>
                  <a:pt x="8242937" y="852753"/>
                </a:moveTo>
                <a:cubicBezTo>
                  <a:pt x="8251169" y="852753"/>
                  <a:pt x="8258957" y="847829"/>
                  <a:pt x="8262227" y="839721"/>
                </a:cubicBezTo>
                <a:cubicBezTo>
                  <a:pt x="8266530" y="829071"/>
                  <a:pt x="8261374" y="816947"/>
                  <a:pt x="8250724" y="812644"/>
                </a:cubicBezTo>
                <a:cubicBezTo>
                  <a:pt x="8240057" y="808359"/>
                  <a:pt x="8227949" y="813498"/>
                  <a:pt x="8223647" y="824165"/>
                </a:cubicBezTo>
                <a:cubicBezTo>
                  <a:pt x="8219363" y="834814"/>
                  <a:pt x="8224500" y="846940"/>
                  <a:pt x="8235167" y="851224"/>
                </a:cubicBezTo>
                <a:cubicBezTo>
                  <a:pt x="8237710" y="852256"/>
                  <a:pt x="8240341" y="852753"/>
                  <a:pt x="8242937" y="852753"/>
                </a:cubicBezTo>
                <a:close/>
                <a:moveTo>
                  <a:pt x="2193951" y="3072147"/>
                </a:moveTo>
                <a:lnTo>
                  <a:pt x="2193932" y="3072147"/>
                </a:lnTo>
                <a:cubicBezTo>
                  <a:pt x="2197951" y="3071027"/>
                  <a:pt x="2200280" y="3066866"/>
                  <a:pt x="2199142" y="3062867"/>
                </a:cubicBezTo>
                <a:cubicBezTo>
                  <a:pt x="2198023" y="3058866"/>
                  <a:pt x="2193862" y="3056537"/>
                  <a:pt x="2189862" y="3057675"/>
                </a:cubicBezTo>
                <a:cubicBezTo>
                  <a:pt x="2185862" y="3058795"/>
                  <a:pt x="2183532" y="3062956"/>
                  <a:pt x="2184652" y="3066955"/>
                </a:cubicBezTo>
                <a:cubicBezTo>
                  <a:pt x="2185595" y="3070281"/>
                  <a:pt x="2188600" y="3072431"/>
                  <a:pt x="2191888" y="3072431"/>
                </a:cubicBezTo>
                <a:cubicBezTo>
                  <a:pt x="2192564" y="3072432"/>
                  <a:pt x="2193257" y="3072343"/>
                  <a:pt x="2193951" y="3072147"/>
                </a:cubicBezTo>
                <a:close/>
                <a:moveTo>
                  <a:pt x="7888444" y="984370"/>
                </a:moveTo>
                <a:cubicBezTo>
                  <a:pt x="7896267" y="984370"/>
                  <a:pt x="7903592" y="979498"/>
                  <a:pt x="7906312" y="971694"/>
                </a:cubicBezTo>
                <a:cubicBezTo>
                  <a:pt x="7909743" y="961826"/>
                  <a:pt x="7904535" y="951052"/>
                  <a:pt x="7894667" y="947620"/>
                </a:cubicBezTo>
                <a:cubicBezTo>
                  <a:pt x="7884800" y="944172"/>
                  <a:pt x="7874026" y="949381"/>
                  <a:pt x="7870577" y="959248"/>
                </a:cubicBezTo>
                <a:cubicBezTo>
                  <a:pt x="7867145" y="969097"/>
                  <a:pt x="7872354" y="979890"/>
                  <a:pt x="7882222" y="983321"/>
                </a:cubicBezTo>
                <a:lnTo>
                  <a:pt x="7882239" y="983321"/>
                </a:lnTo>
                <a:cubicBezTo>
                  <a:pt x="7884284" y="984032"/>
                  <a:pt x="7886382" y="984370"/>
                  <a:pt x="7888444" y="984370"/>
                </a:cubicBezTo>
                <a:close/>
                <a:moveTo>
                  <a:pt x="2545067" y="2946823"/>
                </a:moveTo>
                <a:cubicBezTo>
                  <a:pt x="2548907" y="2945223"/>
                  <a:pt x="2550720" y="2940814"/>
                  <a:pt x="2549119" y="2936992"/>
                </a:cubicBezTo>
                <a:cubicBezTo>
                  <a:pt x="2547520" y="2933152"/>
                  <a:pt x="2543110" y="2931338"/>
                  <a:pt x="2539270" y="2932938"/>
                </a:cubicBezTo>
                <a:cubicBezTo>
                  <a:pt x="2535430" y="2934538"/>
                  <a:pt x="2533634" y="2938947"/>
                  <a:pt x="2535235" y="2942788"/>
                </a:cubicBezTo>
                <a:cubicBezTo>
                  <a:pt x="2536425" y="2945667"/>
                  <a:pt x="2539236" y="2947410"/>
                  <a:pt x="2542168" y="2947411"/>
                </a:cubicBezTo>
                <a:cubicBezTo>
                  <a:pt x="2543146" y="2947410"/>
                  <a:pt x="2544124" y="2947233"/>
                  <a:pt x="2545067" y="2946823"/>
                </a:cubicBezTo>
                <a:close/>
                <a:moveTo>
                  <a:pt x="2283253" y="3044999"/>
                </a:moveTo>
                <a:cubicBezTo>
                  <a:pt x="2287201" y="3043718"/>
                  <a:pt x="2289370" y="3039469"/>
                  <a:pt x="2288089" y="3035504"/>
                </a:cubicBezTo>
                <a:cubicBezTo>
                  <a:pt x="2286792" y="3031558"/>
                  <a:pt x="2282543" y="3029407"/>
                  <a:pt x="2278595" y="3030687"/>
                </a:cubicBezTo>
                <a:cubicBezTo>
                  <a:pt x="2274631" y="3031985"/>
                  <a:pt x="2272480" y="3036216"/>
                  <a:pt x="2273760" y="3040180"/>
                </a:cubicBezTo>
                <a:cubicBezTo>
                  <a:pt x="2274810" y="3043345"/>
                  <a:pt x="2277761" y="3045372"/>
                  <a:pt x="2280925" y="3045372"/>
                </a:cubicBezTo>
                <a:cubicBezTo>
                  <a:pt x="2281689" y="3045372"/>
                  <a:pt x="2282472" y="3045248"/>
                  <a:pt x="2283253" y="3044999"/>
                </a:cubicBezTo>
                <a:close/>
                <a:moveTo>
                  <a:pt x="2458696" y="2981812"/>
                </a:moveTo>
                <a:cubicBezTo>
                  <a:pt x="2462572" y="2980301"/>
                  <a:pt x="2464474" y="2975928"/>
                  <a:pt x="2462964" y="2972052"/>
                </a:cubicBezTo>
                <a:cubicBezTo>
                  <a:pt x="2461452" y="2968194"/>
                  <a:pt x="2457079" y="2966273"/>
                  <a:pt x="2453220" y="2967785"/>
                </a:cubicBezTo>
                <a:cubicBezTo>
                  <a:pt x="2449344" y="2969296"/>
                  <a:pt x="2447425" y="2973670"/>
                  <a:pt x="2448953" y="2977545"/>
                </a:cubicBezTo>
                <a:cubicBezTo>
                  <a:pt x="2450109" y="2980514"/>
                  <a:pt x="2452954" y="2982328"/>
                  <a:pt x="2455958" y="2982328"/>
                </a:cubicBezTo>
                <a:cubicBezTo>
                  <a:pt x="2456865" y="2982328"/>
                  <a:pt x="2457808" y="2982169"/>
                  <a:pt x="2458696" y="2981812"/>
                </a:cubicBezTo>
                <a:close/>
                <a:moveTo>
                  <a:pt x="2371473" y="3014686"/>
                </a:moveTo>
                <a:cubicBezTo>
                  <a:pt x="2375367" y="3013281"/>
                  <a:pt x="2377394" y="3008961"/>
                  <a:pt x="2375989" y="3005049"/>
                </a:cubicBezTo>
                <a:cubicBezTo>
                  <a:pt x="2374584" y="3001138"/>
                  <a:pt x="2370264" y="2999111"/>
                  <a:pt x="2366352" y="3000534"/>
                </a:cubicBezTo>
                <a:cubicBezTo>
                  <a:pt x="2362441" y="3001938"/>
                  <a:pt x="2360415" y="3006258"/>
                  <a:pt x="2361837" y="3010169"/>
                </a:cubicBezTo>
                <a:cubicBezTo>
                  <a:pt x="2362940" y="3013227"/>
                  <a:pt x="2365837" y="3015130"/>
                  <a:pt x="2368912" y="3015130"/>
                </a:cubicBezTo>
                <a:cubicBezTo>
                  <a:pt x="2369766" y="3015130"/>
                  <a:pt x="2370619" y="3014988"/>
                  <a:pt x="2371473" y="3014686"/>
                </a:cubicBezTo>
                <a:close/>
                <a:moveTo>
                  <a:pt x="3677511" y="2540825"/>
                </a:moveTo>
                <a:cubicBezTo>
                  <a:pt x="3681637" y="2540256"/>
                  <a:pt x="3684516" y="2536469"/>
                  <a:pt x="3683966" y="2532344"/>
                </a:cubicBezTo>
                <a:cubicBezTo>
                  <a:pt x="3683397" y="2528237"/>
                  <a:pt x="3679611" y="2525357"/>
                  <a:pt x="3675502" y="2525908"/>
                </a:cubicBezTo>
                <a:cubicBezTo>
                  <a:pt x="3671378" y="2526477"/>
                  <a:pt x="3668480" y="2530265"/>
                  <a:pt x="3669048" y="2534371"/>
                </a:cubicBezTo>
                <a:cubicBezTo>
                  <a:pt x="3669564" y="2538158"/>
                  <a:pt x="3672781" y="2540896"/>
                  <a:pt x="3676498" y="2540896"/>
                </a:cubicBezTo>
                <a:cubicBezTo>
                  <a:pt x="3676836" y="2540895"/>
                  <a:pt x="3677173" y="2540878"/>
                  <a:pt x="3677511" y="2540825"/>
                </a:cubicBezTo>
                <a:close/>
                <a:moveTo>
                  <a:pt x="5242750" y="1967899"/>
                </a:moveTo>
                <a:cubicBezTo>
                  <a:pt x="5251053" y="1967045"/>
                  <a:pt x="5257081" y="1959631"/>
                  <a:pt x="5256245" y="1951329"/>
                </a:cubicBezTo>
                <a:cubicBezTo>
                  <a:pt x="5255372" y="1943026"/>
                  <a:pt x="5247960" y="1936981"/>
                  <a:pt x="5239655" y="1937835"/>
                </a:cubicBezTo>
                <a:cubicBezTo>
                  <a:pt x="5231354" y="1938688"/>
                  <a:pt x="5225310" y="1946120"/>
                  <a:pt x="5226164" y="1954423"/>
                </a:cubicBezTo>
                <a:cubicBezTo>
                  <a:pt x="5226962" y="1962191"/>
                  <a:pt x="5233540" y="1967988"/>
                  <a:pt x="5241185" y="1967988"/>
                </a:cubicBezTo>
                <a:cubicBezTo>
                  <a:pt x="5241703" y="1967988"/>
                  <a:pt x="5242217" y="1967952"/>
                  <a:pt x="5242750" y="1967899"/>
                </a:cubicBezTo>
                <a:close/>
                <a:moveTo>
                  <a:pt x="3920123" y="2453760"/>
                </a:moveTo>
                <a:cubicBezTo>
                  <a:pt x="3924799" y="2453672"/>
                  <a:pt x="3928533" y="2449813"/>
                  <a:pt x="3928443" y="2445138"/>
                </a:cubicBezTo>
                <a:cubicBezTo>
                  <a:pt x="3928354" y="2440444"/>
                  <a:pt x="3924495" y="2436728"/>
                  <a:pt x="3919821" y="2436817"/>
                </a:cubicBezTo>
                <a:cubicBezTo>
                  <a:pt x="3915143" y="2436906"/>
                  <a:pt x="3911411" y="2440764"/>
                  <a:pt x="3911499" y="2445440"/>
                </a:cubicBezTo>
                <a:cubicBezTo>
                  <a:pt x="3911589" y="2450062"/>
                  <a:pt x="3915359" y="2453761"/>
                  <a:pt x="3919979" y="2453760"/>
                </a:cubicBezTo>
                <a:close/>
                <a:moveTo>
                  <a:pt x="7162939" y="1265686"/>
                </a:moveTo>
                <a:cubicBezTo>
                  <a:pt x="7171793" y="1265188"/>
                  <a:pt x="7178585" y="1257614"/>
                  <a:pt x="7178105" y="1248761"/>
                </a:cubicBezTo>
                <a:cubicBezTo>
                  <a:pt x="7177607" y="1239906"/>
                  <a:pt x="7170034" y="1233115"/>
                  <a:pt x="7161180" y="1233613"/>
                </a:cubicBezTo>
                <a:cubicBezTo>
                  <a:pt x="7152325" y="1234093"/>
                  <a:pt x="7145534" y="1241666"/>
                  <a:pt x="7146014" y="1250521"/>
                </a:cubicBezTo>
                <a:cubicBezTo>
                  <a:pt x="7146495" y="1259071"/>
                  <a:pt x="7153588" y="1265703"/>
                  <a:pt x="7162051" y="1265703"/>
                </a:cubicBezTo>
                <a:cubicBezTo>
                  <a:pt x="7162336" y="1265703"/>
                  <a:pt x="7162639" y="1265703"/>
                  <a:pt x="7162939" y="1265686"/>
                </a:cubicBezTo>
                <a:close/>
                <a:moveTo>
                  <a:pt x="4750504" y="2152266"/>
                </a:moveTo>
                <a:cubicBezTo>
                  <a:pt x="4756373" y="2152266"/>
                  <a:pt x="4761741" y="2148302"/>
                  <a:pt x="4763289" y="2142346"/>
                </a:cubicBezTo>
                <a:cubicBezTo>
                  <a:pt x="4765120" y="2135288"/>
                  <a:pt x="4760870" y="2128069"/>
                  <a:pt x="4753814" y="2126238"/>
                </a:cubicBezTo>
                <a:cubicBezTo>
                  <a:pt x="4746736" y="2124407"/>
                  <a:pt x="4739517" y="2128656"/>
                  <a:pt x="4737688" y="2135732"/>
                </a:cubicBezTo>
                <a:cubicBezTo>
                  <a:pt x="4735872" y="2142790"/>
                  <a:pt x="4740103" y="2150008"/>
                  <a:pt x="4747179" y="2151840"/>
                </a:cubicBezTo>
                <a:cubicBezTo>
                  <a:pt x="4748283" y="2152124"/>
                  <a:pt x="4749404" y="2152266"/>
                  <a:pt x="4750504" y="2152266"/>
                </a:cubicBezTo>
                <a:close/>
                <a:moveTo>
                  <a:pt x="3174369" y="2732107"/>
                </a:moveTo>
                <a:cubicBezTo>
                  <a:pt x="3177765" y="2730808"/>
                  <a:pt x="3179453" y="2727005"/>
                  <a:pt x="3178156" y="2723608"/>
                </a:cubicBezTo>
                <a:cubicBezTo>
                  <a:pt x="3176859" y="2720213"/>
                  <a:pt x="3173053" y="2718524"/>
                  <a:pt x="3169658" y="2719821"/>
                </a:cubicBezTo>
                <a:cubicBezTo>
                  <a:pt x="3166262" y="2721119"/>
                  <a:pt x="3164573" y="2724907"/>
                  <a:pt x="3165871" y="2728302"/>
                </a:cubicBezTo>
                <a:cubicBezTo>
                  <a:pt x="3166866" y="2730933"/>
                  <a:pt x="3169373" y="2732533"/>
                  <a:pt x="3172022" y="2732534"/>
                </a:cubicBezTo>
                <a:cubicBezTo>
                  <a:pt x="3172804" y="2732534"/>
                  <a:pt x="3173586" y="2732409"/>
                  <a:pt x="3174369" y="2732107"/>
                </a:cubicBezTo>
                <a:close/>
                <a:moveTo>
                  <a:pt x="3261005" y="2700621"/>
                </a:moveTo>
                <a:cubicBezTo>
                  <a:pt x="3264455" y="2699447"/>
                  <a:pt x="3266286" y="2695714"/>
                  <a:pt x="3265113" y="2692282"/>
                </a:cubicBezTo>
                <a:cubicBezTo>
                  <a:pt x="3263938" y="2688833"/>
                  <a:pt x="3260206" y="2687001"/>
                  <a:pt x="3256774" y="2688175"/>
                </a:cubicBezTo>
                <a:cubicBezTo>
                  <a:pt x="3253325" y="2689348"/>
                  <a:pt x="3251493" y="2693083"/>
                  <a:pt x="3252667" y="2696531"/>
                </a:cubicBezTo>
                <a:cubicBezTo>
                  <a:pt x="3253592" y="2699251"/>
                  <a:pt x="3256152" y="2700976"/>
                  <a:pt x="3258890" y="2700976"/>
                </a:cubicBezTo>
                <a:cubicBezTo>
                  <a:pt x="3259601" y="2700976"/>
                  <a:pt x="3260312" y="2700869"/>
                  <a:pt x="3261005" y="2700621"/>
                </a:cubicBezTo>
                <a:close/>
                <a:moveTo>
                  <a:pt x="3088675" y="2766260"/>
                </a:moveTo>
                <a:cubicBezTo>
                  <a:pt x="3092035" y="2764855"/>
                  <a:pt x="3093635" y="2761015"/>
                  <a:pt x="3092248" y="2757655"/>
                </a:cubicBezTo>
                <a:cubicBezTo>
                  <a:pt x="3090843" y="2754295"/>
                  <a:pt x="3087004" y="2752713"/>
                  <a:pt x="3083643" y="2754100"/>
                </a:cubicBezTo>
                <a:cubicBezTo>
                  <a:pt x="3080283" y="2755486"/>
                  <a:pt x="3078701" y="2759326"/>
                  <a:pt x="3080087" y="2762686"/>
                </a:cubicBezTo>
                <a:cubicBezTo>
                  <a:pt x="3081136" y="2765229"/>
                  <a:pt x="3083589" y="2766758"/>
                  <a:pt x="3086168" y="2766758"/>
                </a:cubicBezTo>
                <a:cubicBezTo>
                  <a:pt x="3087004" y="2766758"/>
                  <a:pt x="3087856" y="2766598"/>
                  <a:pt x="3088675" y="2766260"/>
                </a:cubicBezTo>
                <a:close/>
                <a:moveTo>
                  <a:pt x="1482262" y="3356716"/>
                </a:moveTo>
                <a:cubicBezTo>
                  <a:pt x="1485124" y="3356716"/>
                  <a:pt x="1487576" y="3354547"/>
                  <a:pt x="1487860" y="3351632"/>
                </a:cubicBezTo>
                <a:cubicBezTo>
                  <a:pt x="1488163" y="3348538"/>
                  <a:pt x="1485887" y="3345782"/>
                  <a:pt x="1482795" y="3345480"/>
                </a:cubicBezTo>
                <a:cubicBezTo>
                  <a:pt x="1479700" y="3345178"/>
                  <a:pt x="1476945" y="3347436"/>
                  <a:pt x="1476643" y="3350529"/>
                </a:cubicBezTo>
                <a:cubicBezTo>
                  <a:pt x="1476342" y="3353622"/>
                  <a:pt x="1478617" y="3356379"/>
                  <a:pt x="1481710" y="3356680"/>
                </a:cubicBezTo>
                <a:cubicBezTo>
                  <a:pt x="1481888" y="3356698"/>
                  <a:pt x="1482066" y="3356716"/>
                  <a:pt x="1482262" y="3356716"/>
                </a:cubicBezTo>
                <a:close/>
                <a:moveTo>
                  <a:pt x="3348851" y="2672761"/>
                </a:moveTo>
                <a:cubicBezTo>
                  <a:pt x="3352336" y="2671730"/>
                  <a:pt x="3354327" y="2668068"/>
                  <a:pt x="3353313" y="2664583"/>
                </a:cubicBezTo>
                <a:cubicBezTo>
                  <a:pt x="3352282" y="2661098"/>
                  <a:pt x="3348638" y="2659106"/>
                  <a:pt x="3345153" y="2660138"/>
                </a:cubicBezTo>
                <a:cubicBezTo>
                  <a:pt x="3341668" y="2661152"/>
                  <a:pt x="3339659" y="2664814"/>
                  <a:pt x="3340691" y="2668298"/>
                </a:cubicBezTo>
                <a:cubicBezTo>
                  <a:pt x="3341526" y="2671161"/>
                  <a:pt x="3344157" y="2673028"/>
                  <a:pt x="3347002" y="2673028"/>
                </a:cubicBezTo>
                <a:cubicBezTo>
                  <a:pt x="3347607" y="2673028"/>
                  <a:pt x="3348229" y="2672938"/>
                  <a:pt x="3348851" y="2672761"/>
                </a:cubicBezTo>
                <a:close/>
                <a:moveTo>
                  <a:pt x="1792840" y="3245330"/>
                </a:moveTo>
                <a:cubicBezTo>
                  <a:pt x="1796450" y="3244993"/>
                  <a:pt x="1799117" y="3241775"/>
                  <a:pt x="1798762" y="3238166"/>
                </a:cubicBezTo>
                <a:cubicBezTo>
                  <a:pt x="1798423" y="3234538"/>
                  <a:pt x="1795205" y="3231890"/>
                  <a:pt x="1791597" y="3232245"/>
                </a:cubicBezTo>
                <a:cubicBezTo>
                  <a:pt x="1787988" y="3232583"/>
                  <a:pt x="1785321" y="3235800"/>
                  <a:pt x="1785676" y="3239410"/>
                </a:cubicBezTo>
                <a:cubicBezTo>
                  <a:pt x="1785996" y="3242823"/>
                  <a:pt x="1788859" y="3245366"/>
                  <a:pt x="1792219" y="3245366"/>
                </a:cubicBezTo>
                <a:cubicBezTo>
                  <a:pt x="1792432" y="3245366"/>
                  <a:pt x="1792628" y="3245366"/>
                  <a:pt x="1792840" y="3245330"/>
                </a:cubicBezTo>
                <a:close/>
                <a:moveTo>
                  <a:pt x="3761536" y="2523953"/>
                </a:moveTo>
                <a:lnTo>
                  <a:pt x="3761543" y="2523943"/>
                </a:lnTo>
                <a:lnTo>
                  <a:pt x="3761536" y="2523935"/>
                </a:lnTo>
                <a:close/>
                <a:moveTo>
                  <a:pt x="1271732" y="3437464"/>
                </a:moveTo>
                <a:lnTo>
                  <a:pt x="1273109" y="3436401"/>
                </a:lnTo>
                <a:cubicBezTo>
                  <a:pt x="1273767" y="3433894"/>
                  <a:pt x="1272255" y="3431334"/>
                  <a:pt x="1269749" y="3430694"/>
                </a:cubicBezTo>
                <a:cubicBezTo>
                  <a:pt x="1267260" y="3430036"/>
                  <a:pt x="1264699" y="3431547"/>
                  <a:pt x="1264041" y="3434036"/>
                </a:cubicBezTo>
                <a:lnTo>
                  <a:pt x="1265917" y="3437222"/>
                </a:lnTo>
                <a:close/>
                <a:moveTo>
                  <a:pt x="3003816" y="2802494"/>
                </a:moveTo>
                <a:cubicBezTo>
                  <a:pt x="3007140" y="2801036"/>
                  <a:pt x="3008652" y="2797160"/>
                  <a:pt x="3007194" y="2793835"/>
                </a:cubicBezTo>
                <a:cubicBezTo>
                  <a:pt x="3005717" y="2790511"/>
                  <a:pt x="3001843" y="2788999"/>
                  <a:pt x="2998518" y="2790457"/>
                </a:cubicBezTo>
                <a:cubicBezTo>
                  <a:pt x="2995193" y="2791915"/>
                  <a:pt x="2993681" y="2795791"/>
                  <a:pt x="2995141" y="2799115"/>
                </a:cubicBezTo>
                <a:cubicBezTo>
                  <a:pt x="2996225" y="2801587"/>
                  <a:pt x="2998642" y="2803044"/>
                  <a:pt x="3001166" y="2803044"/>
                </a:cubicBezTo>
                <a:cubicBezTo>
                  <a:pt x="3002055" y="2803044"/>
                  <a:pt x="3002944" y="2802867"/>
                  <a:pt x="3003816" y="2802494"/>
                </a:cubicBezTo>
                <a:close/>
                <a:moveTo>
                  <a:pt x="4604399" y="2217212"/>
                </a:moveTo>
                <a:cubicBezTo>
                  <a:pt x="4609660" y="2217212"/>
                  <a:pt x="4614532" y="2213799"/>
                  <a:pt x="4616130" y="2208501"/>
                </a:cubicBezTo>
                <a:cubicBezTo>
                  <a:pt x="4618105" y="2202029"/>
                  <a:pt x="4614444" y="2195166"/>
                  <a:pt x="4607971" y="2193210"/>
                </a:cubicBezTo>
                <a:cubicBezTo>
                  <a:pt x="4601482" y="2191237"/>
                  <a:pt x="4594637" y="2194899"/>
                  <a:pt x="4592663" y="2201372"/>
                </a:cubicBezTo>
                <a:cubicBezTo>
                  <a:pt x="4590689" y="2207861"/>
                  <a:pt x="4594353" y="2214706"/>
                  <a:pt x="4600841" y="2216679"/>
                </a:cubicBezTo>
                <a:cubicBezTo>
                  <a:pt x="4602016" y="2217034"/>
                  <a:pt x="4603225" y="2217212"/>
                  <a:pt x="4604399" y="2217212"/>
                </a:cubicBezTo>
                <a:close/>
                <a:moveTo>
                  <a:pt x="7520334" y="1149307"/>
                </a:moveTo>
                <a:cubicBezTo>
                  <a:pt x="7523327" y="1146807"/>
                  <a:pt x="7525479" y="1143269"/>
                  <a:pt x="7526181" y="1139118"/>
                </a:cubicBezTo>
                <a:cubicBezTo>
                  <a:pt x="7527763" y="1129854"/>
                  <a:pt x="7521523" y="1121072"/>
                  <a:pt x="7512278" y="1119489"/>
                </a:cubicBezTo>
                <a:cubicBezTo>
                  <a:pt x="7503014" y="1117925"/>
                  <a:pt x="7494231" y="1124148"/>
                  <a:pt x="7492650" y="1133411"/>
                </a:cubicBezTo>
                <a:cubicBezTo>
                  <a:pt x="7491068" y="1142673"/>
                  <a:pt x="7497307" y="1151456"/>
                  <a:pt x="7506553" y="1153038"/>
                </a:cubicBezTo>
                <a:cubicBezTo>
                  <a:pt x="7507530" y="1153198"/>
                  <a:pt x="7508490" y="1153270"/>
                  <a:pt x="7509433" y="1153270"/>
                </a:cubicBezTo>
                <a:cubicBezTo>
                  <a:pt x="7513505" y="1153269"/>
                  <a:pt x="7517340" y="1151807"/>
                  <a:pt x="7520334" y="1149307"/>
                </a:cubicBezTo>
                <a:close/>
                <a:moveTo>
                  <a:pt x="4458894" y="2273981"/>
                </a:moveTo>
                <a:cubicBezTo>
                  <a:pt x="4463820" y="2273981"/>
                  <a:pt x="4468352" y="2270744"/>
                  <a:pt x="4469775" y="2265784"/>
                </a:cubicBezTo>
                <a:cubicBezTo>
                  <a:pt x="4471499" y="2259757"/>
                  <a:pt x="4468017" y="2253499"/>
                  <a:pt x="4462006" y="2251774"/>
                </a:cubicBezTo>
                <a:cubicBezTo>
                  <a:pt x="4455996" y="2250067"/>
                  <a:pt x="4449722" y="2253552"/>
                  <a:pt x="4448014" y="2259562"/>
                </a:cubicBezTo>
                <a:cubicBezTo>
                  <a:pt x="4446289" y="2265571"/>
                  <a:pt x="4449775" y="2271829"/>
                  <a:pt x="4455785" y="2273554"/>
                </a:cubicBezTo>
                <a:cubicBezTo>
                  <a:pt x="4456815" y="2273838"/>
                  <a:pt x="4457865" y="2273981"/>
                  <a:pt x="4458894" y="2273981"/>
                </a:cubicBezTo>
                <a:close/>
                <a:moveTo>
                  <a:pt x="3437834" y="2648777"/>
                </a:moveTo>
                <a:cubicBezTo>
                  <a:pt x="3441355" y="2647907"/>
                  <a:pt x="3443524" y="2644350"/>
                  <a:pt x="3442653" y="2640812"/>
                </a:cubicBezTo>
                <a:cubicBezTo>
                  <a:pt x="3441800" y="2637292"/>
                  <a:pt x="3438225" y="2635141"/>
                  <a:pt x="3434706" y="2635994"/>
                </a:cubicBezTo>
                <a:cubicBezTo>
                  <a:pt x="3431168" y="2636865"/>
                  <a:pt x="3429017" y="2640421"/>
                  <a:pt x="3429870" y="2643959"/>
                </a:cubicBezTo>
                <a:cubicBezTo>
                  <a:pt x="3430616" y="2646946"/>
                  <a:pt x="3433300" y="2648973"/>
                  <a:pt x="3436253" y="2648973"/>
                </a:cubicBezTo>
                <a:cubicBezTo>
                  <a:pt x="3436786" y="2648973"/>
                  <a:pt x="3437300" y="2648901"/>
                  <a:pt x="3437834" y="2648777"/>
                </a:cubicBezTo>
                <a:close/>
                <a:moveTo>
                  <a:pt x="2919615" y="2840363"/>
                </a:moveTo>
                <a:cubicBezTo>
                  <a:pt x="2922922" y="2838833"/>
                  <a:pt x="2924362" y="2834940"/>
                  <a:pt x="2922851" y="2831633"/>
                </a:cubicBezTo>
                <a:cubicBezTo>
                  <a:pt x="2921322" y="2828327"/>
                  <a:pt x="2917428" y="2826886"/>
                  <a:pt x="2914121" y="2828398"/>
                </a:cubicBezTo>
                <a:cubicBezTo>
                  <a:pt x="2910814" y="2829909"/>
                  <a:pt x="2909375" y="2833820"/>
                  <a:pt x="2910886" y="2837127"/>
                </a:cubicBezTo>
                <a:cubicBezTo>
                  <a:pt x="2911987" y="2839527"/>
                  <a:pt x="2914388" y="2840949"/>
                  <a:pt x="2916878" y="2840949"/>
                </a:cubicBezTo>
                <a:cubicBezTo>
                  <a:pt x="2917784" y="2840949"/>
                  <a:pt x="2918726" y="2840772"/>
                  <a:pt x="2919615" y="2840363"/>
                </a:cubicBezTo>
                <a:close/>
                <a:moveTo>
                  <a:pt x="4312397" y="2329682"/>
                </a:moveTo>
                <a:cubicBezTo>
                  <a:pt x="4317180" y="2329682"/>
                  <a:pt x="4321484" y="2326358"/>
                  <a:pt x="4322530" y="2321486"/>
                </a:cubicBezTo>
                <a:cubicBezTo>
                  <a:pt x="4323722" y="2315885"/>
                  <a:pt x="4320149" y="2310356"/>
                  <a:pt x="4314548" y="2309165"/>
                </a:cubicBezTo>
                <a:cubicBezTo>
                  <a:pt x="4308948" y="2307974"/>
                  <a:pt x="4303436" y="2311530"/>
                  <a:pt x="4302247" y="2317148"/>
                </a:cubicBezTo>
                <a:cubicBezTo>
                  <a:pt x="4301037" y="2322748"/>
                  <a:pt x="4304610" y="2328260"/>
                  <a:pt x="4310210" y="2329451"/>
                </a:cubicBezTo>
                <a:cubicBezTo>
                  <a:pt x="4310941" y="2329611"/>
                  <a:pt x="4311669" y="2329682"/>
                  <a:pt x="4312397" y="2329682"/>
                </a:cubicBezTo>
                <a:close/>
                <a:moveTo>
                  <a:pt x="8114965" y="934963"/>
                </a:moveTo>
                <a:cubicBezTo>
                  <a:pt x="8122913" y="934963"/>
                  <a:pt x="8130414" y="930163"/>
                  <a:pt x="8133473" y="922322"/>
                </a:cubicBezTo>
                <a:cubicBezTo>
                  <a:pt x="8137455" y="912099"/>
                  <a:pt x="8132406" y="900597"/>
                  <a:pt x="8122183" y="896614"/>
                </a:cubicBezTo>
                <a:cubicBezTo>
                  <a:pt x="8111978" y="892631"/>
                  <a:pt x="8100456" y="897681"/>
                  <a:pt x="8096475" y="907904"/>
                </a:cubicBezTo>
                <a:cubicBezTo>
                  <a:pt x="8092492" y="918108"/>
                  <a:pt x="8097542" y="929611"/>
                  <a:pt x="8107765" y="933612"/>
                </a:cubicBezTo>
                <a:cubicBezTo>
                  <a:pt x="8110128" y="934519"/>
                  <a:pt x="8112565" y="934963"/>
                  <a:pt x="8114965" y="934963"/>
                </a:cubicBezTo>
                <a:close/>
                <a:moveTo>
                  <a:pt x="8473779" y="804816"/>
                </a:moveTo>
                <a:cubicBezTo>
                  <a:pt x="8477335" y="802438"/>
                  <a:pt x="8480224" y="798989"/>
                  <a:pt x="8481904" y="794705"/>
                </a:cubicBezTo>
                <a:cubicBezTo>
                  <a:pt x="8486314" y="783521"/>
                  <a:pt x="8480802" y="770899"/>
                  <a:pt x="8469619" y="766507"/>
                </a:cubicBezTo>
                <a:cubicBezTo>
                  <a:pt x="8458436" y="762116"/>
                  <a:pt x="8445812" y="767610"/>
                  <a:pt x="8441421" y="778793"/>
                </a:cubicBezTo>
                <a:cubicBezTo>
                  <a:pt x="8437030" y="789975"/>
                  <a:pt x="8442542" y="802598"/>
                  <a:pt x="8453706" y="806990"/>
                </a:cubicBezTo>
                <a:cubicBezTo>
                  <a:pt x="8456320" y="808021"/>
                  <a:pt x="8459023" y="808501"/>
                  <a:pt x="8461654" y="808501"/>
                </a:cubicBezTo>
                <a:cubicBezTo>
                  <a:pt x="8466001" y="808501"/>
                  <a:pt x="8470223" y="807194"/>
                  <a:pt x="8473779" y="804816"/>
                </a:cubicBezTo>
                <a:close/>
                <a:moveTo>
                  <a:pt x="3769623" y="2530851"/>
                </a:moveTo>
                <a:cubicBezTo>
                  <a:pt x="3773765" y="2530513"/>
                  <a:pt x="3776861" y="2526886"/>
                  <a:pt x="3776540" y="2522744"/>
                </a:cubicBezTo>
                <a:cubicBezTo>
                  <a:pt x="3776201" y="2518601"/>
                  <a:pt x="3772576" y="2515507"/>
                  <a:pt x="3768433" y="2515845"/>
                </a:cubicBezTo>
                <a:lnTo>
                  <a:pt x="3761543" y="2523943"/>
                </a:lnTo>
                <a:lnTo>
                  <a:pt x="3769021" y="2530851"/>
                </a:lnTo>
                <a:cubicBezTo>
                  <a:pt x="3769232" y="2530851"/>
                  <a:pt x="3769429" y="2530851"/>
                  <a:pt x="3769623" y="2530851"/>
                </a:cubicBezTo>
                <a:close/>
                <a:moveTo>
                  <a:pt x="5340535" y="1954867"/>
                </a:moveTo>
                <a:cubicBezTo>
                  <a:pt x="5348767" y="1953534"/>
                  <a:pt x="5354368" y="1945781"/>
                  <a:pt x="5353033" y="1937532"/>
                </a:cubicBezTo>
                <a:cubicBezTo>
                  <a:pt x="5351698" y="1929301"/>
                  <a:pt x="5343931" y="1923701"/>
                  <a:pt x="5335697" y="1925034"/>
                </a:cubicBezTo>
                <a:cubicBezTo>
                  <a:pt x="5327465" y="1926368"/>
                  <a:pt x="5321866" y="1934137"/>
                  <a:pt x="5323200" y="1942369"/>
                </a:cubicBezTo>
                <a:cubicBezTo>
                  <a:pt x="5324409" y="1949782"/>
                  <a:pt x="5330809" y="1955063"/>
                  <a:pt x="5338098" y="1955063"/>
                </a:cubicBezTo>
                <a:cubicBezTo>
                  <a:pt x="5338898" y="1955063"/>
                  <a:pt x="5339718" y="1954991"/>
                  <a:pt x="5340535" y="1954867"/>
                </a:cubicBezTo>
                <a:close/>
                <a:moveTo>
                  <a:pt x="4163818" y="2389721"/>
                </a:moveTo>
                <a:cubicBezTo>
                  <a:pt x="4168495" y="2389721"/>
                  <a:pt x="4172547" y="2386236"/>
                  <a:pt x="4173152" y="2381472"/>
                </a:cubicBezTo>
                <a:cubicBezTo>
                  <a:pt x="4173811" y="2376316"/>
                  <a:pt x="4170165" y="2371604"/>
                  <a:pt x="4164991" y="2370946"/>
                </a:cubicBezTo>
                <a:cubicBezTo>
                  <a:pt x="4159835" y="2370289"/>
                  <a:pt x="4155106" y="2373951"/>
                  <a:pt x="4154466" y="2379107"/>
                </a:cubicBezTo>
                <a:cubicBezTo>
                  <a:pt x="4153810" y="2384281"/>
                  <a:pt x="4157454" y="2388992"/>
                  <a:pt x="4162628" y="2389649"/>
                </a:cubicBezTo>
                <a:cubicBezTo>
                  <a:pt x="4163019" y="2389721"/>
                  <a:pt x="4163428" y="2389721"/>
                  <a:pt x="4163818" y="2389721"/>
                </a:cubicBezTo>
                <a:close/>
                <a:moveTo>
                  <a:pt x="4994344" y="2085559"/>
                </a:moveTo>
                <a:cubicBezTo>
                  <a:pt x="5001490" y="2085560"/>
                  <a:pt x="5007641" y="2080155"/>
                  <a:pt x="5008406" y="2072866"/>
                </a:cubicBezTo>
                <a:cubicBezTo>
                  <a:pt x="5009224" y="2065096"/>
                  <a:pt x="5003588" y="2058127"/>
                  <a:pt x="4995800" y="2057309"/>
                </a:cubicBezTo>
                <a:cubicBezTo>
                  <a:pt x="4988013" y="2056491"/>
                  <a:pt x="4981043" y="2062127"/>
                  <a:pt x="4980227" y="2069914"/>
                </a:cubicBezTo>
                <a:cubicBezTo>
                  <a:pt x="4979427" y="2077702"/>
                  <a:pt x="4985061" y="2084670"/>
                  <a:pt x="4992850" y="2085489"/>
                </a:cubicBezTo>
                <a:cubicBezTo>
                  <a:pt x="4993348" y="2085559"/>
                  <a:pt x="4993846" y="2085559"/>
                  <a:pt x="4994344" y="2085559"/>
                </a:cubicBezTo>
                <a:close/>
                <a:moveTo>
                  <a:pt x="7750337" y="1074971"/>
                </a:moveTo>
                <a:cubicBezTo>
                  <a:pt x="7758106" y="1074971"/>
                  <a:pt x="7765271" y="1069887"/>
                  <a:pt x="7767564" y="1062064"/>
                </a:cubicBezTo>
                <a:cubicBezTo>
                  <a:pt x="7770356" y="1052552"/>
                  <a:pt x="7764916" y="1042579"/>
                  <a:pt x="7755386" y="1039769"/>
                </a:cubicBezTo>
                <a:cubicBezTo>
                  <a:pt x="7745874" y="1036977"/>
                  <a:pt x="7735900" y="1042436"/>
                  <a:pt x="7733110" y="1051948"/>
                </a:cubicBezTo>
                <a:cubicBezTo>
                  <a:pt x="7730317" y="1061477"/>
                  <a:pt x="7735776" y="1071452"/>
                  <a:pt x="7745287" y="1074243"/>
                </a:cubicBezTo>
                <a:cubicBezTo>
                  <a:pt x="7746976" y="1074740"/>
                  <a:pt x="7748666" y="1074971"/>
                  <a:pt x="7750337" y="1074971"/>
                </a:cubicBezTo>
                <a:close/>
                <a:moveTo>
                  <a:pt x="2835876" y="2879352"/>
                </a:moveTo>
                <a:cubicBezTo>
                  <a:pt x="2839165" y="2877805"/>
                  <a:pt x="2840570" y="2873875"/>
                  <a:pt x="2839023" y="2870586"/>
                </a:cubicBezTo>
                <a:cubicBezTo>
                  <a:pt x="2837477" y="2867316"/>
                  <a:pt x="2833547" y="2865893"/>
                  <a:pt x="2830276" y="2867458"/>
                </a:cubicBezTo>
                <a:cubicBezTo>
                  <a:pt x="2826987" y="2869004"/>
                  <a:pt x="2825582" y="2872916"/>
                  <a:pt x="2827129" y="2876205"/>
                </a:cubicBezTo>
                <a:cubicBezTo>
                  <a:pt x="2828249" y="2878588"/>
                  <a:pt x="2830614" y="2879974"/>
                  <a:pt x="2833086" y="2879974"/>
                </a:cubicBezTo>
                <a:cubicBezTo>
                  <a:pt x="2834027" y="2879974"/>
                  <a:pt x="2834970" y="2879779"/>
                  <a:pt x="2835876" y="2879352"/>
                </a:cubicBezTo>
                <a:close/>
                <a:moveTo>
                  <a:pt x="3527813" y="2628936"/>
                </a:moveTo>
                <a:cubicBezTo>
                  <a:pt x="3531387" y="2628243"/>
                  <a:pt x="3533716" y="2624793"/>
                  <a:pt x="3533022" y="2621220"/>
                </a:cubicBezTo>
                <a:cubicBezTo>
                  <a:pt x="3532312" y="2617664"/>
                  <a:pt x="3528863" y="2615335"/>
                  <a:pt x="3525288" y="2616029"/>
                </a:cubicBezTo>
                <a:cubicBezTo>
                  <a:pt x="3521733" y="2616722"/>
                  <a:pt x="3519405" y="2620171"/>
                  <a:pt x="3520098" y="2623745"/>
                </a:cubicBezTo>
                <a:cubicBezTo>
                  <a:pt x="3520720" y="2626873"/>
                  <a:pt x="3523459" y="2629061"/>
                  <a:pt x="3526551" y="2629061"/>
                </a:cubicBezTo>
                <a:cubicBezTo>
                  <a:pt x="3526960" y="2629061"/>
                  <a:pt x="3527387" y="2629025"/>
                  <a:pt x="3527813" y="2628936"/>
                </a:cubicBezTo>
                <a:close/>
                <a:moveTo>
                  <a:pt x="1884954" y="3233756"/>
                </a:moveTo>
                <a:cubicBezTo>
                  <a:pt x="1888527" y="3233205"/>
                  <a:pt x="1890980" y="3229845"/>
                  <a:pt x="1890430" y="3226254"/>
                </a:cubicBezTo>
                <a:cubicBezTo>
                  <a:pt x="1889878" y="3222663"/>
                  <a:pt x="1886518" y="3220209"/>
                  <a:pt x="1882927" y="3220761"/>
                </a:cubicBezTo>
                <a:cubicBezTo>
                  <a:pt x="1879335" y="3221311"/>
                  <a:pt x="1876882" y="3224689"/>
                  <a:pt x="1877433" y="3228263"/>
                </a:cubicBezTo>
                <a:cubicBezTo>
                  <a:pt x="1877930" y="3231517"/>
                  <a:pt x="1880741" y="3233846"/>
                  <a:pt x="1883922" y="3233846"/>
                </a:cubicBezTo>
                <a:cubicBezTo>
                  <a:pt x="1884260" y="3233846"/>
                  <a:pt x="1884599" y="3233810"/>
                  <a:pt x="1884954" y="3233756"/>
                </a:cubicBezTo>
                <a:close/>
                <a:moveTo>
                  <a:pt x="7260421" y="1263800"/>
                </a:moveTo>
                <a:cubicBezTo>
                  <a:pt x="7269204" y="1263800"/>
                  <a:pt x="7276368" y="1256761"/>
                  <a:pt x="7276494" y="1247960"/>
                </a:cubicBezTo>
                <a:cubicBezTo>
                  <a:pt x="7276618" y="1239106"/>
                  <a:pt x="7269542" y="1231799"/>
                  <a:pt x="7260671" y="1231674"/>
                </a:cubicBezTo>
                <a:cubicBezTo>
                  <a:pt x="7251799" y="1231550"/>
                  <a:pt x="7244491" y="1238626"/>
                  <a:pt x="7244367" y="1247497"/>
                </a:cubicBezTo>
                <a:cubicBezTo>
                  <a:pt x="7244242" y="1256369"/>
                  <a:pt x="7251337" y="1263659"/>
                  <a:pt x="7260191" y="1263783"/>
                </a:cubicBezTo>
                <a:lnTo>
                  <a:pt x="7260191" y="1263801"/>
                </a:lnTo>
                <a:cubicBezTo>
                  <a:pt x="7260280" y="1263801"/>
                  <a:pt x="7260421" y="1263800"/>
                  <a:pt x="7260421" y="1263800"/>
                </a:cubicBezTo>
                <a:close/>
                <a:moveTo>
                  <a:pt x="4013587" y="2455272"/>
                </a:moveTo>
                <a:cubicBezTo>
                  <a:pt x="4018065" y="2455272"/>
                  <a:pt x="4021817" y="2451752"/>
                  <a:pt x="4022049" y="2447235"/>
                </a:cubicBezTo>
                <a:cubicBezTo>
                  <a:pt x="4022279" y="2442559"/>
                  <a:pt x="4018688" y="2438560"/>
                  <a:pt x="4014012" y="2438328"/>
                </a:cubicBezTo>
                <a:cubicBezTo>
                  <a:pt x="4009356" y="2438080"/>
                  <a:pt x="4005354" y="2441670"/>
                  <a:pt x="4005124" y="2446347"/>
                </a:cubicBezTo>
                <a:cubicBezTo>
                  <a:pt x="4004875" y="2451022"/>
                  <a:pt x="4008467" y="2455006"/>
                  <a:pt x="4013141" y="2455254"/>
                </a:cubicBezTo>
                <a:lnTo>
                  <a:pt x="4013142" y="2455271"/>
                </a:lnTo>
                <a:cubicBezTo>
                  <a:pt x="4013284" y="2455272"/>
                  <a:pt x="4013445" y="2455272"/>
                  <a:pt x="4013587" y="2455272"/>
                </a:cubicBezTo>
                <a:close/>
                <a:moveTo>
                  <a:pt x="2752404" y="2918981"/>
                </a:moveTo>
                <a:cubicBezTo>
                  <a:pt x="2755693" y="2917416"/>
                  <a:pt x="2757080" y="2913487"/>
                  <a:pt x="2755516" y="2910216"/>
                </a:cubicBezTo>
                <a:cubicBezTo>
                  <a:pt x="2753951" y="2906927"/>
                  <a:pt x="2750022" y="2905540"/>
                  <a:pt x="2746751" y="2907104"/>
                </a:cubicBezTo>
                <a:cubicBezTo>
                  <a:pt x="2743462" y="2908670"/>
                  <a:pt x="2742075" y="2912598"/>
                  <a:pt x="2743639" y="2915870"/>
                </a:cubicBezTo>
                <a:cubicBezTo>
                  <a:pt x="2744760" y="2918234"/>
                  <a:pt x="2747125" y="2919621"/>
                  <a:pt x="2749577" y="2919621"/>
                </a:cubicBezTo>
                <a:cubicBezTo>
                  <a:pt x="2750537" y="2919621"/>
                  <a:pt x="2751497" y="2919408"/>
                  <a:pt x="2752404" y="2918981"/>
                </a:cubicBezTo>
                <a:close/>
                <a:moveTo>
                  <a:pt x="5437359" y="1936661"/>
                </a:moveTo>
                <a:cubicBezTo>
                  <a:pt x="5445520" y="1934937"/>
                  <a:pt x="5450731" y="1926901"/>
                  <a:pt x="5448986" y="1918740"/>
                </a:cubicBezTo>
                <a:cubicBezTo>
                  <a:pt x="5447261" y="1910580"/>
                  <a:pt x="5439225" y="1905370"/>
                  <a:pt x="5431063" y="1907113"/>
                </a:cubicBezTo>
                <a:cubicBezTo>
                  <a:pt x="5422905" y="1908837"/>
                  <a:pt x="5417695" y="1916873"/>
                  <a:pt x="5419420" y="1925034"/>
                </a:cubicBezTo>
                <a:cubicBezTo>
                  <a:pt x="5420930" y="1932127"/>
                  <a:pt x="5427205" y="1936999"/>
                  <a:pt x="5434194" y="1936999"/>
                </a:cubicBezTo>
                <a:cubicBezTo>
                  <a:pt x="5435225" y="1936999"/>
                  <a:pt x="5436291" y="1936892"/>
                  <a:pt x="5437340" y="1936661"/>
                </a:cubicBezTo>
                <a:close/>
                <a:moveTo>
                  <a:pt x="2668950" y="2958735"/>
                </a:moveTo>
                <a:cubicBezTo>
                  <a:pt x="2672240" y="2957188"/>
                  <a:pt x="2673627" y="2953259"/>
                  <a:pt x="2672079" y="2949970"/>
                </a:cubicBezTo>
                <a:cubicBezTo>
                  <a:pt x="2670514" y="2946698"/>
                  <a:pt x="2666585" y="2945293"/>
                  <a:pt x="2663315" y="2946858"/>
                </a:cubicBezTo>
                <a:cubicBezTo>
                  <a:pt x="2660026" y="2948405"/>
                  <a:pt x="2658620" y="2952334"/>
                  <a:pt x="2660186" y="2955623"/>
                </a:cubicBezTo>
                <a:cubicBezTo>
                  <a:pt x="2661305" y="2957988"/>
                  <a:pt x="2663670" y="2959375"/>
                  <a:pt x="2666141" y="2959375"/>
                </a:cubicBezTo>
                <a:cubicBezTo>
                  <a:pt x="2667084" y="2959375"/>
                  <a:pt x="2668043" y="2959179"/>
                  <a:pt x="2668950" y="2958735"/>
                </a:cubicBezTo>
                <a:close/>
                <a:moveTo>
                  <a:pt x="1573928" y="3362086"/>
                </a:moveTo>
                <a:cubicBezTo>
                  <a:pt x="1576986" y="3362085"/>
                  <a:pt x="1579493" y="3359632"/>
                  <a:pt x="1579565" y="3356556"/>
                </a:cubicBezTo>
                <a:cubicBezTo>
                  <a:pt x="1579618" y="3353444"/>
                  <a:pt x="1577147" y="3350884"/>
                  <a:pt x="1574036" y="3350813"/>
                </a:cubicBezTo>
                <a:cubicBezTo>
                  <a:pt x="1570925" y="3350760"/>
                  <a:pt x="1568364" y="3353231"/>
                  <a:pt x="1568311" y="3356325"/>
                </a:cubicBezTo>
                <a:cubicBezTo>
                  <a:pt x="1568239" y="3359436"/>
                  <a:pt x="1570710" y="3362014"/>
                  <a:pt x="1573805" y="3362067"/>
                </a:cubicBezTo>
                <a:lnTo>
                  <a:pt x="1573821" y="3362067"/>
                </a:lnTo>
                <a:lnTo>
                  <a:pt x="1573821" y="3362085"/>
                </a:lnTo>
                <a:cubicBezTo>
                  <a:pt x="1573858" y="3362085"/>
                  <a:pt x="1573928" y="3362086"/>
                  <a:pt x="1573928" y="3362086"/>
                </a:cubicBezTo>
                <a:close/>
                <a:moveTo>
                  <a:pt x="3618663" y="2613611"/>
                </a:moveTo>
                <a:cubicBezTo>
                  <a:pt x="3622254" y="2613095"/>
                  <a:pt x="3624762" y="2609770"/>
                  <a:pt x="3624246" y="2606162"/>
                </a:cubicBezTo>
                <a:cubicBezTo>
                  <a:pt x="3623731" y="2602570"/>
                  <a:pt x="3620406" y="2600063"/>
                  <a:pt x="3616814" y="2600579"/>
                </a:cubicBezTo>
                <a:cubicBezTo>
                  <a:pt x="3613204" y="2601094"/>
                  <a:pt x="3610699" y="2604419"/>
                  <a:pt x="3611214" y="2608011"/>
                </a:cubicBezTo>
                <a:cubicBezTo>
                  <a:pt x="3611678" y="2611299"/>
                  <a:pt x="3614503" y="2613664"/>
                  <a:pt x="3617722" y="2613664"/>
                </a:cubicBezTo>
                <a:cubicBezTo>
                  <a:pt x="3618024" y="2613664"/>
                  <a:pt x="3618344" y="2613646"/>
                  <a:pt x="3618645" y="2613610"/>
                </a:cubicBezTo>
                <a:close/>
                <a:moveTo>
                  <a:pt x="6542758" y="1541046"/>
                </a:moveTo>
                <a:cubicBezTo>
                  <a:pt x="6550581" y="1538147"/>
                  <a:pt x="6554582" y="1529453"/>
                  <a:pt x="6551683" y="1521630"/>
                </a:cubicBezTo>
                <a:cubicBezTo>
                  <a:pt x="6548786" y="1513790"/>
                  <a:pt x="6540091" y="1509807"/>
                  <a:pt x="6532270" y="1512705"/>
                </a:cubicBezTo>
                <a:cubicBezTo>
                  <a:pt x="6524446" y="1515604"/>
                  <a:pt x="6520446" y="1524298"/>
                  <a:pt x="6523344" y="1532120"/>
                </a:cubicBezTo>
                <a:cubicBezTo>
                  <a:pt x="6525602" y="1538218"/>
                  <a:pt x="6531380" y="1541988"/>
                  <a:pt x="6537514" y="1541987"/>
                </a:cubicBezTo>
                <a:cubicBezTo>
                  <a:pt x="6539257" y="1541987"/>
                  <a:pt x="6541034" y="1541685"/>
                  <a:pt x="6542758" y="1541046"/>
                </a:cubicBezTo>
                <a:close/>
                <a:moveTo>
                  <a:pt x="1976213" y="3217009"/>
                </a:moveTo>
                <a:cubicBezTo>
                  <a:pt x="1979769" y="3216244"/>
                  <a:pt x="1982045" y="3212759"/>
                  <a:pt x="1981297" y="3209203"/>
                </a:cubicBezTo>
                <a:cubicBezTo>
                  <a:pt x="1980533" y="3205665"/>
                  <a:pt x="1977048" y="3203390"/>
                  <a:pt x="1973493" y="3204137"/>
                </a:cubicBezTo>
                <a:cubicBezTo>
                  <a:pt x="1969937" y="3204884"/>
                  <a:pt x="1967661" y="3208368"/>
                  <a:pt x="1968425" y="3211924"/>
                </a:cubicBezTo>
                <a:cubicBezTo>
                  <a:pt x="1969066" y="3215017"/>
                  <a:pt x="1971804" y="3217151"/>
                  <a:pt x="1974844" y="3217151"/>
                </a:cubicBezTo>
                <a:cubicBezTo>
                  <a:pt x="1975306" y="3217151"/>
                  <a:pt x="1975751" y="3217097"/>
                  <a:pt x="1976213" y="3217009"/>
                </a:cubicBezTo>
                <a:close/>
                <a:moveTo>
                  <a:pt x="6634515" y="1508403"/>
                </a:moveTo>
                <a:cubicBezTo>
                  <a:pt x="6642410" y="1505719"/>
                  <a:pt x="6646641" y="1497132"/>
                  <a:pt x="6643956" y="1489237"/>
                </a:cubicBezTo>
                <a:cubicBezTo>
                  <a:pt x="6641272" y="1481326"/>
                  <a:pt x="6632685" y="1477094"/>
                  <a:pt x="6624790" y="1479797"/>
                </a:cubicBezTo>
                <a:cubicBezTo>
                  <a:pt x="6616878" y="1482482"/>
                  <a:pt x="6612666" y="1491069"/>
                  <a:pt x="6615350" y="1498962"/>
                </a:cubicBezTo>
                <a:cubicBezTo>
                  <a:pt x="6617484" y="1505257"/>
                  <a:pt x="6623351" y="1509220"/>
                  <a:pt x="6629644" y="1509220"/>
                </a:cubicBezTo>
                <a:cubicBezTo>
                  <a:pt x="6631262" y="1509221"/>
                  <a:pt x="6632897" y="1508954"/>
                  <a:pt x="6634515" y="1508403"/>
                </a:cubicBezTo>
                <a:close/>
                <a:moveTo>
                  <a:pt x="6451713" y="1575892"/>
                </a:moveTo>
                <a:cubicBezTo>
                  <a:pt x="6459482" y="1572817"/>
                  <a:pt x="6463305" y="1564051"/>
                  <a:pt x="6460246" y="1556282"/>
                </a:cubicBezTo>
                <a:cubicBezTo>
                  <a:pt x="6457189" y="1548512"/>
                  <a:pt x="6448406" y="1544708"/>
                  <a:pt x="6440637" y="1547766"/>
                </a:cubicBezTo>
                <a:cubicBezTo>
                  <a:pt x="6432885" y="1550824"/>
                  <a:pt x="6429062" y="1559588"/>
                  <a:pt x="6432121" y="1567358"/>
                </a:cubicBezTo>
                <a:cubicBezTo>
                  <a:pt x="6434467" y="1573314"/>
                  <a:pt x="6440157" y="1576941"/>
                  <a:pt x="6446184" y="1576941"/>
                </a:cubicBezTo>
                <a:cubicBezTo>
                  <a:pt x="6448032" y="1576941"/>
                  <a:pt x="6449899" y="1576603"/>
                  <a:pt x="6451713" y="1575892"/>
                </a:cubicBezTo>
                <a:close/>
                <a:moveTo>
                  <a:pt x="3862111" y="2526317"/>
                </a:moveTo>
                <a:cubicBezTo>
                  <a:pt x="3866271" y="2526228"/>
                  <a:pt x="3869577" y="2522797"/>
                  <a:pt x="3869506" y="2518654"/>
                </a:cubicBezTo>
                <a:cubicBezTo>
                  <a:pt x="3869436" y="2514494"/>
                  <a:pt x="3866004" y="2511170"/>
                  <a:pt x="3861860" y="2511258"/>
                </a:cubicBezTo>
                <a:cubicBezTo>
                  <a:pt x="3857701" y="2511329"/>
                  <a:pt x="3854393" y="2514742"/>
                  <a:pt x="3854465" y="2518903"/>
                </a:cubicBezTo>
                <a:cubicBezTo>
                  <a:pt x="3854536" y="2523063"/>
                  <a:pt x="3857951" y="2526370"/>
                  <a:pt x="3862111" y="2526300"/>
                </a:cubicBezTo>
                <a:close/>
                <a:moveTo>
                  <a:pt x="5533150" y="1914206"/>
                </a:moveTo>
                <a:cubicBezTo>
                  <a:pt x="5541241" y="1912144"/>
                  <a:pt x="5546113" y="1903913"/>
                  <a:pt x="5544050" y="1895823"/>
                </a:cubicBezTo>
                <a:cubicBezTo>
                  <a:pt x="5541988" y="1887733"/>
                  <a:pt x="5533755" y="1882862"/>
                  <a:pt x="5525667" y="1884924"/>
                </a:cubicBezTo>
                <a:cubicBezTo>
                  <a:pt x="5517577" y="1886987"/>
                  <a:pt x="5512705" y="1895218"/>
                  <a:pt x="5514769" y="1903308"/>
                </a:cubicBezTo>
                <a:cubicBezTo>
                  <a:pt x="5516511" y="1910135"/>
                  <a:pt x="5522662" y="1914687"/>
                  <a:pt x="5529401" y="1914687"/>
                </a:cubicBezTo>
                <a:cubicBezTo>
                  <a:pt x="5530644" y="1914687"/>
                  <a:pt x="5531888" y="1914527"/>
                  <a:pt x="5533150" y="1914206"/>
                </a:cubicBezTo>
                <a:close/>
                <a:moveTo>
                  <a:pt x="6361023" y="1612107"/>
                </a:moveTo>
                <a:cubicBezTo>
                  <a:pt x="6368756" y="1608978"/>
                  <a:pt x="6372508" y="1600160"/>
                  <a:pt x="6369378" y="1592426"/>
                </a:cubicBezTo>
                <a:cubicBezTo>
                  <a:pt x="6366250" y="1584692"/>
                  <a:pt x="6357449" y="1580941"/>
                  <a:pt x="6349698" y="1584070"/>
                </a:cubicBezTo>
                <a:cubicBezTo>
                  <a:pt x="6341963" y="1587199"/>
                  <a:pt x="6338230" y="1596017"/>
                  <a:pt x="6341341" y="1603752"/>
                </a:cubicBezTo>
                <a:cubicBezTo>
                  <a:pt x="6343724" y="1609636"/>
                  <a:pt x="6349395" y="1613209"/>
                  <a:pt x="6355369" y="1613209"/>
                </a:cubicBezTo>
                <a:cubicBezTo>
                  <a:pt x="6357253" y="1613209"/>
                  <a:pt x="6359155" y="1612854"/>
                  <a:pt x="6361023" y="1612107"/>
                </a:cubicBezTo>
                <a:close/>
                <a:moveTo>
                  <a:pt x="6727126" y="1478570"/>
                </a:moveTo>
                <a:cubicBezTo>
                  <a:pt x="6735108" y="1476153"/>
                  <a:pt x="6739624" y="1467707"/>
                  <a:pt x="6737189" y="1459725"/>
                </a:cubicBezTo>
                <a:cubicBezTo>
                  <a:pt x="6734770" y="1451724"/>
                  <a:pt x="6726326" y="1447226"/>
                  <a:pt x="6718343" y="1449644"/>
                </a:cubicBezTo>
                <a:cubicBezTo>
                  <a:pt x="6710360" y="1452062"/>
                  <a:pt x="6705845" y="1460507"/>
                  <a:pt x="6708262" y="1468489"/>
                </a:cubicBezTo>
                <a:cubicBezTo>
                  <a:pt x="6710253" y="1475014"/>
                  <a:pt x="6716245" y="1479228"/>
                  <a:pt x="6722734" y="1479228"/>
                </a:cubicBezTo>
                <a:cubicBezTo>
                  <a:pt x="6724174" y="1479228"/>
                  <a:pt x="6725650" y="1479015"/>
                  <a:pt x="6727126" y="1478570"/>
                </a:cubicBezTo>
                <a:close/>
                <a:moveTo>
                  <a:pt x="2585265" y="2998097"/>
                </a:moveTo>
                <a:cubicBezTo>
                  <a:pt x="2588554" y="2996568"/>
                  <a:pt x="2589977" y="2992657"/>
                  <a:pt x="2588447" y="2989368"/>
                </a:cubicBezTo>
                <a:cubicBezTo>
                  <a:pt x="2586918" y="2986061"/>
                  <a:pt x="2583007" y="2984638"/>
                  <a:pt x="2579718" y="2986167"/>
                </a:cubicBezTo>
                <a:cubicBezTo>
                  <a:pt x="2576411" y="2987696"/>
                  <a:pt x="2574989" y="2991608"/>
                  <a:pt x="2576518" y="2994915"/>
                </a:cubicBezTo>
                <a:cubicBezTo>
                  <a:pt x="2577638" y="2997297"/>
                  <a:pt x="2580002" y="2998719"/>
                  <a:pt x="2582491" y="2998719"/>
                </a:cubicBezTo>
                <a:cubicBezTo>
                  <a:pt x="2583416" y="2998719"/>
                  <a:pt x="2584358" y="2998524"/>
                  <a:pt x="2585265" y="2998097"/>
                </a:cubicBezTo>
                <a:close/>
                <a:moveTo>
                  <a:pt x="7982690" y="1018239"/>
                </a:moveTo>
                <a:cubicBezTo>
                  <a:pt x="7990370" y="1018239"/>
                  <a:pt x="7997607" y="1013509"/>
                  <a:pt x="8000416" y="1005865"/>
                </a:cubicBezTo>
                <a:cubicBezTo>
                  <a:pt x="8004025" y="996069"/>
                  <a:pt x="7999011" y="985205"/>
                  <a:pt x="7989215" y="981597"/>
                </a:cubicBezTo>
                <a:cubicBezTo>
                  <a:pt x="7979419" y="977987"/>
                  <a:pt x="7968556" y="983001"/>
                  <a:pt x="7964947" y="992797"/>
                </a:cubicBezTo>
                <a:cubicBezTo>
                  <a:pt x="7961337" y="1002593"/>
                  <a:pt x="7966352" y="1013474"/>
                  <a:pt x="7976147" y="1017083"/>
                </a:cubicBezTo>
                <a:cubicBezTo>
                  <a:pt x="7978298" y="1017865"/>
                  <a:pt x="7980521" y="1018239"/>
                  <a:pt x="7982690" y="1018239"/>
                </a:cubicBezTo>
                <a:close/>
                <a:moveTo>
                  <a:pt x="8337005" y="890391"/>
                </a:moveTo>
                <a:cubicBezTo>
                  <a:pt x="8345273" y="890391"/>
                  <a:pt x="8353095" y="885413"/>
                  <a:pt x="8356331" y="877252"/>
                </a:cubicBezTo>
                <a:cubicBezTo>
                  <a:pt x="8360581" y="866567"/>
                  <a:pt x="8355354" y="854477"/>
                  <a:pt x="8344669" y="850246"/>
                </a:cubicBezTo>
                <a:cubicBezTo>
                  <a:pt x="8334001" y="846015"/>
                  <a:pt x="8321911" y="851242"/>
                  <a:pt x="8317662" y="861927"/>
                </a:cubicBezTo>
                <a:cubicBezTo>
                  <a:pt x="8313430" y="872594"/>
                  <a:pt x="8318657" y="884684"/>
                  <a:pt x="8329343" y="888933"/>
                </a:cubicBezTo>
                <a:cubicBezTo>
                  <a:pt x="8331850" y="889929"/>
                  <a:pt x="8334445" y="890391"/>
                  <a:pt x="8337005" y="890391"/>
                </a:cubicBezTo>
                <a:close/>
                <a:moveTo>
                  <a:pt x="6270475" y="1648909"/>
                </a:moveTo>
                <a:cubicBezTo>
                  <a:pt x="6278208" y="1645763"/>
                  <a:pt x="6281907" y="1636944"/>
                  <a:pt x="6278741" y="1629210"/>
                </a:cubicBezTo>
                <a:cubicBezTo>
                  <a:pt x="6275595" y="1621494"/>
                  <a:pt x="6266776" y="1617779"/>
                  <a:pt x="6259043" y="1620943"/>
                </a:cubicBezTo>
                <a:cubicBezTo>
                  <a:pt x="6251327" y="1624090"/>
                  <a:pt x="6247611" y="1632908"/>
                  <a:pt x="6250776" y="1640643"/>
                </a:cubicBezTo>
                <a:cubicBezTo>
                  <a:pt x="6253158" y="1646492"/>
                  <a:pt x="6258812" y="1650048"/>
                  <a:pt x="6264768" y="1650048"/>
                </a:cubicBezTo>
                <a:cubicBezTo>
                  <a:pt x="6266670" y="1650048"/>
                  <a:pt x="6268608" y="1649674"/>
                  <a:pt x="6270475" y="1648909"/>
                </a:cubicBezTo>
                <a:close/>
                <a:moveTo>
                  <a:pt x="4844200" y="2175557"/>
                </a:moveTo>
                <a:cubicBezTo>
                  <a:pt x="4850210" y="2175575"/>
                  <a:pt x="4855650" y="2171450"/>
                  <a:pt x="4857070" y="2165334"/>
                </a:cubicBezTo>
                <a:cubicBezTo>
                  <a:pt x="4858708" y="2158222"/>
                  <a:pt x="4854282" y="2151129"/>
                  <a:pt x="4847187" y="2149476"/>
                </a:cubicBezTo>
                <a:cubicBezTo>
                  <a:pt x="4840076" y="2147821"/>
                  <a:pt x="4832964" y="2152249"/>
                  <a:pt x="4831328" y="2159360"/>
                </a:cubicBezTo>
                <a:cubicBezTo>
                  <a:pt x="4829656" y="2166472"/>
                  <a:pt x="4834084" y="2173566"/>
                  <a:pt x="4841196" y="2175220"/>
                </a:cubicBezTo>
                <a:cubicBezTo>
                  <a:pt x="4842208" y="2175450"/>
                  <a:pt x="4843222" y="2175557"/>
                  <a:pt x="4844200" y="2175557"/>
                </a:cubicBezTo>
                <a:close/>
                <a:moveTo>
                  <a:pt x="5627948" y="1888213"/>
                </a:moveTo>
                <a:cubicBezTo>
                  <a:pt x="5635965" y="1885867"/>
                  <a:pt x="5640553" y="1877475"/>
                  <a:pt x="5638222" y="1869457"/>
                </a:cubicBezTo>
                <a:cubicBezTo>
                  <a:pt x="5635876" y="1861457"/>
                  <a:pt x="5627484" y="1856851"/>
                  <a:pt x="5619468" y="1859199"/>
                </a:cubicBezTo>
                <a:cubicBezTo>
                  <a:pt x="5611465" y="1861546"/>
                  <a:pt x="5606862" y="1869937"/>
                  <a:pt x="5609208" y="1877937"/>
                </a:cubicBezTo>
                <a:cubicBezTo>
                  <a:pt x="5611128" y="1884533"/>
                  <a:pt x="5617173" y="1888818"/>
                  <a:pt x="5623717" y="1888818"/>
                </a:cubicBezTo>
                <a:cubicBezTo>
                  <a:pt x="5625120" y="1888818"/>
                  <a:pt x="5626543" y="1888622"/>
                  <a:pt x="5627948" y="1888213"/>
                </a:cubicBezTo>
                <a:close/>
                <a:moveTo>
                  <a:pt x="6179962" y="1685926"/>
                </a:moveTo>
                <a:cubicBezTo>
                  <a:pt x="6187696" y="1682778"/>
                  <a:pt x="6191394" y="1673960"/>
                  <a:pt x="6188229" y="1666226"/>
                </a:cubicBezTo>
                <a:cubicBezTo>
                  <a:pt x="6185083" y="1658510"/>
                  <a:pt x="6176264" y="1654795"/>
                  <a:pt x="6168531" y="1657959"/>
                </a:cubicBezTo>
                <a:cubicBezTo>
                  <a:pt x="6160797" y="1661106"/>
                  <a:pt x="6157098" y="1669942"/>
                  <a:pt x="6160263" y="1677658"/>
                </a:cubicBezTo>
                <a:cubicBezTo>
                  <a:pt x="6162645" y="1683507"/>
                  <a:pt x="6168299" y="1687064"/>
                  <a:pt x="6174255" y="1687063"/>
                </a:cubicBezTo>
                <a:cubicBezTo>
                  <a:pt x="6176158" y="1687064"/>
                  <a:pt x="6178096" y="1686689"/>
                  <a:pt x="6179962" y="1685926"/>
                </a:cubicBezTo>
                <a:close/>
                <a:moveTo>
                  <a:pt x="3203614" y="2777888"/>
                </a:moveTo>
                <a:cubicBezTo>
                  <a:pt x="3206531" y="2776839"/>
                  <a:pt x="3208042" y="2773604"/>
                  <a:pt x="3206976" y="2770688"/>
                </a:cubicBezTo>
                <a:cubicBezTo>
                  <a:pt x="3205926" y="2767772"/>
                  <a:pt x="3202691" y="2766261"/>
                  <a:pt x="3199775" y="2767310"/>
                </a:cubicBezTo>
                <a:cubicBezTo>
                  <a:pt x="3196842" y="2768377"/>
                  <a:pt x="3195331" y="2771595"/>
                  <a:pt x="3196396" y="2774528"/>
                </a:cubicBezTo>
                <a:cubicBezTo>
                  <a:pt x="3197232" y="2776803"/>
                  <a:pt x="3199384" y="2778226"/>
                  <a:pt x="3201694" y="2778226"/>
                </a:cubicBezTo>
                <a:cubicBezTo>
                  <a:pt x="3202336" y="2778244"/>
                  <a:pt x="3202975" y="2778120"/>
                  <a:pt x="3203614" y="2777888"/>
                </a:cubicBezTo>
                <a:close/>
                <a:moveTo>
                  <a:pt x="2066477" y="3195585"/>
                </a:moveTo>
                <a:cubicBezTo>
                  <a:pt x="2069997" y="3194678"/>
                  <a:pt x="2072094" y="3191069"/>
                  <a:pt x="2071170" y="3187567"/>
                </a:cubicBezTo>
                <a:cubicBezTo>
                  <a:pt x="2070245" y="3184047"/>
                  <a:pt x="2066655" y="3181949"/>
                  <a:pt x="2063134" y="3182873"/>
                </a:cubicBezTo>
                <a:cubicBezTo>
                  <a:pt x="2059614" y="3183797"/>
                  <a:pt x="2057516" y="3187389"/>
                  <a:pt x="2058441" y="3190909"/>
                </a:cubicBezTo>
                <a:cubicBezTo>
                  <a:pt x="2059223" y="3193861"/>
                  <a:pt x="2061889" y="3195817"/>
                  <a:pt x="2064805" y="3195816"/>
                </a:cubicBezTo>
                <a:cubicBezTo>
                  <a:pt x="2065357" y="3195816"/>
                  <a:pt x="2065926" y="3195745"/>
                  <a:pt x="2066477" y="3195585"/>
                </a:cubicBezTo>
                <a:close/>
                <a:moveTo>
                  <a:pt x="2501082" y="3036517"/>
                </a:moveTo>
                <a:cubicBezTo>
                  <a:pt x="2504406" y="3035042"/>
                  <a:pt x="2505881" y="3031149"/>
                  <a:pt x="2504406" y="3027824"/>
                </a:cubicBezTo>
                <a:cubicBezTo>
                  <a:pt x="2502913" y="3024499"/>
                  <a:pt x="2499037" y="3023023"/>
                  <a:pt x="2495712" y="3024499"/>
                </a:cubicBezTo>
                <a:cubicBezTo>
                  <a:pt x="2492406" y="3025974"/>
                  <a:pt x="2490912" y="3029868"/>
                  <a:pt x="2492388" y="3033193"/>
                </a:cubicBezTo>
                <a:cubicBezTo>
                  <a:pt x="2493490" y="3035628"/>
                  <a:pt x="2495890" y="3037086"/>
                  <a:pt x="2498397" y="3037086"/>
                </a:cubicBezTo>
                <a:cubicBezTo>
                  <a:pt x="2499304" y="3037086"/>
                  <a:pt x="2500210" y="3036908"/>
                  <a:pt x="2501082" y="3036517"/>
                </a:cubicBezTo>
                <a:close/>
                <a:moveTo>
                  <a:pt x="6820661" y="1452186"/>
                </a:moveTo>
                <a:cubicBezTo>
                  <a:pt x="6828732" y="1450088"/>
                  <a:pt x="6833568" y="1441839"/>
                  <a:pt x="6831488" y="1433767"/>
                </a:cubicBezTo>
                <a:cubicBezTo>
                  <a:pt x="6829390" y="1425678"/>
                  <a:pt x="6821141" y="1420842"/>
                  <a:pt x="6813051" y="1422940"/>
                </a:cubicBezTo>
                <a:cubicBezTo>
                  <a:pt x="6804980" y="1425021"/>
                  <a:pt x="6800127" y="1433287"/>
                  <a:pt x="6802224" y="1441358"/>
                </a:cubicBezTo>
                <a:cubicBezTo>
                  <a:pt x="6804002" y="1448168"/>
                  <a:pt x="6810117" y="1452684"/>
                  <a:pt x="6816838" y="1452684"/>
                </a:cubicBezTo>
                <a:cubicBezTo>
                  <a:pt x="6818101" y="1452684"/>
                  <a:pt x="6819380" y="1452525"/>
                  <a:pt x="6820661" y="1452186"/>
                </a:cubicBezTo>
                <a:close/>
                <a:moveTo>
                  <a:pt x="3118080" y="2810761"/>
                </a:moveTo>
                <a:cubicBezTo>
                  <a:pt x="3120962" y="2809588"/>
                  <a:pt x="3122348" y="2806317"/>
                  <a:pt x="3121191" y="2803436"/>
                </a:cubicBezTo>
                <a:cubicBezTo>
                  <a:pt x="3120037" y="2800538"/>
                  <a:pt x="3116748" y="2799152"/>
                  <a:pt x="3113867" y="2800308"/>
                </a:cubicBezTo>
                <a:cubicBezTo>
                  <a:pt x="3110986" y="2801481"/>
                  <a:pt x="3109581" y="2804752"/>
                  <a:pt x="3110756" y="2807633"/>
                </a:cubicBezTo>
                <a:cubicBezTo>
                  <a:pt x="3111627" y="2809837"/>
                  <a:pt x="3113743" y="2811171"/>
                  <a:pt x="3115983" y="2811171"/>
                </a:cubicBezTo>
                <a:cubicBezTo>
                  <a:pt x="3116677" y="2811171"/>
                  <a:pt x="3117387" y="2811028"/>
                  <a:pt x="3118080" y="2810761"/>
                </a:cubicBezTo>
                <a:close/>
                <a:moveTo>
                  <a:pt x="3290412" y="2748695"/>
                </a:moveTo>
                <a:cubicBezTo>
                  <a:pt x="3293381" y="2747771"/>
                  <a:pt x="3295035" y="2744606"/>
                  <a:pt x="3294110" y="2741637"/>
                </a:cubicBezTo>
                <a:cubicBezTo>
                  <a:pt x="3293184" y="2738668"/>
                  <a:pt x="3290038" y="2737014"/>
                  <a:pt x="3287069" y="2737939"/>
                </a:cubicBezTo>
                <a:cubicBezTo>
                  <a:pt x="3284100" y="2738864"/>
                  <a:pt x="3282446" y="2742010"/>
                  <a:pt x="3283372" y="2744980"/>
                </a:cubicBezTo>
                <a:cubicBezTo>
                  <a:pt x="3284118" y="2747397"/>
                  <a:pt x="3286340" y="2748944"/>
                  <a:pt x="3288740" y="2748944"/>
                </a:cubicBezTo>
                <a:cubicBezTo>
                  <a:pt x="3289291" y="2748944"/>
                  <a:pt x="3289861" y="2748856"/>
                  <a:pt x="3290412" y="2748695"/>
                </a:cubicBezTo>
                <a:close/>
                <a:moveTo>
                  <a:pt x="6089308" y="1722782"/>
                </a:moveTo>
                <a:cubicBezTo>
                  <a:pt x="6097059" y="1719652"/>
                  <a:pt x="6100794" y="1710851"/>
                  <a:pt x="6097682" y="1703117"/>
                </a:cubicBezTo>
                <a:cubicBezTo>
                  <a:pt x="6094553" y="1695384"/>
                  <a:pt x="6085735" y="1691632"/>
                  <a:pt x="6078000" y="1694762"/>
                </a:cubicBezTo>
                <a:cubicBezTo>
                  <a:pt x="6070267" y="1697891"/>
                  <a:pt x="6066515" y="1706691"/>
                  <a:pt x="6069645" y="1714425"/>
                </a:cubicBezTo>
                <a:cubicBezTo>
                  <a:pt x="6072027" y="1720310"/>
                  <a:pt x="6077680" y="1723883"/>
                  <a:pt x="6083654" y="1723883"/>
                </a:cubicBezTo>
                <a:cubicBezTo>
                  <a:pt x="6085539" y="1723883"/>
                  <a:pt x="6087459" y="1723528"/>
                  <a:pt x="6089308" y="1722782"/>
                </a:cubicBezTo>
                <a:close/>
                <a:moveTo>
                  <a:pt x="5721817" y="1859252"/>
                </a:moveTo>
                <a:cubicBezTo>
                  <a:pt x="5729747" y="1856692"/>
                  <a:pt x="5734103" y="1848158"/>
                  <a:pt x="5731524" y="1840228"/>
                </a:cubicBezTo>
                <a:cubicBezTo>
                  <a:pt x="5728964" y="1832282"/>
                  <a:pt x="5720431" y="1827926"/>
                  <a:pt x="5712502" y="1830504"/>
                </a:cubicBezTo>
                <a:cubicBezTo>
                  <a:pt x="5704554" y="1833081"/>
                  <a:pt x="5700198" y="1841597"/>
                  <a:pt x="5702776" y="1849545"/>
                </a:cubicBezTo>
                <a:cubicBezTo>
                  <a:pt x="5704857" y="1855927"/>
                  <a:pt x="5710777" y="1859998"/>
                  <a:pt x="5717160" y="1859998"/>
                </a:cubicBezTo>
                <a:cubicBezTo>
                  <a:pt x="5718689" y="1859998"/>
                  <a:pt x="5720271" y="1859750"/>
                  <a:pt x="5721817" y="1859252"/>
                </a:cubicBezTo>
                <a:close/>
                <a:moveTo>
                  <a:pt x="3033577" y="2846283"/>
                </a:moveTo>
                <a:cubicBezTo>
                  <a:pt x="3036422" y="2845040"/>
                  <a:pt x="3037719" y="2841714"/>
                  <a:pt x="3036477" y="2838870"/>
                </a:cubicBezTo>
                <a:cubicBezTo>
                  <a:pt x="3035232" y="2836026"/>
                  <a:pt x="3031925" y="2834728"/>
                  <a:pt x="3029062" y="2835972"/>
                </a:cubicBezTo>
                <a:cubicBezTo>
                  <a:pt x="3026217" y="2837217"/>
                  <a:pt x="3024918" y="2840541"/>
                  <a:pt x="3026164" y="2843386"/>
                </a:cubicBezTo>
                <a:cubicBezTo>
                  <a:pt x="3027088" y="2845502"/>
                  <a:pt x="3029150" y="2846764"/>
                  <a:pt x="3031319" y="2846764"/>
                </a:cubicBezTo>
                <a:cubicBezTo>
                  <a:pt x="3032085" y="2846764"/>
                  <a:pt x="3032848" y="2846604"/>
                  <a:pt x="3033577" y="2846283"/>
                </a:cubicBezTo>
                <a:close/>
                <a:moveTo>
                  <a:pt x="5998387" y="1759085"/>
                </a:moveTo>
                <a:cubicBezTo>
                  <a:pt x="6006156" y="1756027"/>
                  <a:pt x="6009961" y="1747245"/>
                  <a:pt x="6006903" y="1739476"/>
                </a:cubicBezTo>
                <a:cubicBezTo>
                  <a:pt x="6003845" y="1731724"/>
                  <a:pt x="5995080" y="1727901"/>
                  <a:pt x="5987311" y="1730959"/>
                </a:cubicBezTo>
                <a:cubicBezTo>
                  <a:pt x="5979540" y="1734017"/>
                  <a:pt x="5975718" y="1742800"/>
                  <a:pt x="5978794" y="1750570"/>
                </a:cubicBezTo>
                <a:cubicBezTo>
                  <a:pt x="5981123" y="1756508"/>
                  <a:pt x="5986830" y="1760135"/>
                  <a:pt x="5992858" y="1760134"/>
                </a:cubicBezTo>
                <a:cubicBezTo>
                  <a:pt x="5994689" y="1760134"/>
                  <a:pt x="5996573" y="1759797"/>
                  <a:pt x="5998387" y="1759085"/>
                </a:cubicBezTo>
                <a:close/>
                <a:moveTo>
                  <a:pt x="5091256" y="2092084"/>
                </a:moveTo>
                <a:cubicBezTo>
                  <a:pt x="5098918" y="2092084"/>
                  <a:pt x="5105212" y="2085986"/>
                  <a:pt x="5105407" y="2078288"/>
                </a:cubicBezTo>
                <a:cubicBezTo>
                  <a:pt x="5105604" y="2070465"/>
                  <a:pt x="5099417" y="2063958"/>
                  <a:pt x="5091613" y="2063763"/>
                </a:cubicBezTo>
                <a:cubicBezTo>
                  <a:pt x="5083788" y="2063567"/>
                  <a:pt x="5077300" y="2069754"/>
                  <a:pt x="5077087" y="2077577"/>
                </a:cubicBezTo>
                <a:cubicBezTo>
                  <a:pt x="5076890" y="2085382"/>
                  <a:pt x="5083077" y="2091888"/>
                  <a:pt x="5090900" y="2092084"/>
                </a:cubicBezTo>
                <a:close/>
                <a:moveTo>
                  <a:pt x="2416187" y="3073409"/>
                </a:moveTo>
                <a:cubicBezTo>
                  <a:pt x="2419530" y="3071986"/>
                  <a:pt x="2421112" y="3068129"/>
                  <a:pt x="2419690" y="3064785"/>
                </a:cubicBezTo>
                <a:cubicBezTo>
                  <a:pt x="2418285" y="3061426"/>
                  <a:pt x="2414427" y="3059861"/>
                  <a:pt x="2411067" y="3061283"/>
                </a:cubicBezTo>
                <a:cubicBezTo>
                  <a:pt x="2407725" y="3062688"/>
                  <a:pt x="2406160" y="3066546"/>
                  <a:pt x="2407565" y="3069888"/>
                </a:cubicBezTo>
                <a:cubicBezTo>
                  <a:pt x="2408631" y="3072413"/>
                  <a:pt x="2411067" y="3073924"/>
                  <a:pt x="2413628" y="3073924"/>
                </a:cubicBezTo>
                <a:cubicBezTo>
                  <a:pt x="2414481" y="3073924"/>
                  <a:pt x="2415352" y="3073746"/>
                  <a:pt x="2416187" y="3073409"/>
                </a:cubicBezTo>
                <a:close/>
                <a:moveTo>
                  <a:pt x="2155620" y="3170019"/>
                </a:moveTo>
                <a:cubicBezTo>
                  <a:pt x="2159086" y="3168935"/>
                  <a:pt x="2161042" y="3165254"/>
                  <a:pt x="2159957" y="3161788"/>
                </a:cubicBezTo>
                <a:cubicBezTo>
                  <a:pt x="2158873" y="3158321"/>
                  <a:pt x="2155193" y="3156382"/>
                  <a:pt x="2151725" y="3157450"/>
                </a:cubicBezTo>
                <a:cubicBezTo>
                  <a:pt x="2148260" y="3158534"/>
                  <a:pt x="2146321" y="3162215"/>
                  <a:pt x="2147388" y="3165699"/>
                </a:cubicBezTo>
                <a:cubicBezTo>
                  <a:pt x="2148260" y="3168508"/>
                  <a:pt x="2150873" y="3170321"/>
                  <a:pt x="2153682" y="3170322"/>
                </a:cubicBezTo>
                <a:cubicBezTo>
                  <a:pt x="2154322" y="3170322"/>
                  <a:pt x="2154980" y="3170215"/>
                  <a:pt x="2155620" y="3170019"/>
                </a:cubicBezTo>
                <a:close/>
                <a:moveTo>
                  <a:pt x="5814766" y="1827854"/>
                </a:moveTo>
                <a:cubicBezTo>
                  <a:pt x="5822642" y="1825080"/>
                  <a:pt x="5826784" y="1816458"/>
                  <a:pt x="5824011" y="1808600"/>
                </a:cubicBezTo>
                <a:cubicBezTo>
                  <a:pt x="5821256" y="1800706"/>
                  <a:pt x="5812615" y="1796563"/>
                  <a:pt x="5804756" y="1799337"/>
                </a:cubicBezTo>
                <a:cubicBezTo>
                  <a:pt x="5796880" y="1802111"/>
                  <a:pt x="5792738" y="1810733"/>
                  <a:pt x="5795493" y="1818609"/>
                </a:cubicBezTo>
                <a:cubicBezTo>
                  <a:pt x="5797680" y="1824814"/>
                  <a:pt x="5803512" y="1828708"/>
                  <a:pt x="5809752" y="1828708"/>
                </a:cubicBezTo>
                <a:cubicBezTo>
                  <a:pt x="5811424" y="1828708"/>
                  <a:pt x="5813095" y="1828441"/>
                  <a:pt x="5814766" y="1827854"/>
                </a:cubicBezTo>
                <a:close/>
                <a:moveTo>
                  <a:pt x="5906931" y="1794395"/>
                </a:moveTo>
                <a:cubicBezTo>
                  <a:pt x="5914754" y="1791461"/>
                  <a:pt x="5918719" y="1782749"/>
                  <a:pt x="5915786" y="1774926"/>
                </a:cubicBezTo>
                <a:cubicBezTo>
                  <a:pt x="5912853" y="1767121"/>
                  <a:pt x="5904158" y="1763157"/>
                  <a:pt x="5896336" y="1766073"/>
                </a:cubicBezTo>
                <a:cubicBezTo>
                  <a:pt x="5888513" y="1769006"/>
                  <a:pt x="5884547" y="1777718"/>
                  <a:pt x="5887481" y="1785541"/>
                </a:cubicBezTo>
                <a:cubicBezTo>
                  <a:pt x="5889757" y="1791603"/>
                  <a:pt x="5895518" y="1795355"/>
                  <a:pt x="5901652" y="1795355"/>
                </a:cubicBezTo>
                <a:cubicBezTo>
                  <a:pt x="5903393" y="1795355"/>
                  <a:pt x="5905189" y="1795035"/>
                  <a:pt x="5906931" y="1794395"/>
                </a:cubicBezTo>
                <a:close/>
                <a:moveTo>
                  <a:pt x="3378488" y="2723573"/>
                </a:moveTo>
                <a:cubicBezTo>
                  <a:pt x="3381493" y="2722791"/>
                  <a:pt x="3383307" y="2719716"/>
                  <a:pt x="3382524" y="2716693"/>
                </a:cubicBezTo>
                <a:cubicBezTo>
                  <a:pt x="3381742" y="2713689"/>
                  <a:pt x="3378666" y="2711893"/>
                  <a:pt x="3375662" y="2712657"/>
                </a:cubicBezTo>
                <a:cubicBezTo>
                  <a:pt x="3372639" y="2713440"/>
                  <a:pt x="3370845" y="2716515"/>
                  <a:pt x="3371627" y="2719520"/>
                </a:cubicBezTo>
                <a:cubicBezTo>
                  <a:pt x="3372284" y="2722063"/>
                  <a:pt x="3374560" y="2723752"/>
                  <a:pt x="3377067" y="2723752"/>
                </a:cubicBezTo>
                <a:cubicBezTo>
                  <a:pt x="3377529" y="2723752"/>
                  <a:pt x="3378008" y="2723698"/>
                  <a:pt x="3378488" y="2723573"/>
                </a:cubicBezTo>
                <a:close/>
                <a:moveTo>
                  <a:pt x="7617053" y="1168735"/>
                </a:moveTo>
                <a:cubicBezTo>
                  <a:pt x="7620004" y="1166399"/>
                  <a:pt x="7622205" y="1163074"/>
                  <a:pt x="7623094" y="1159119"/>
                </a:cubicBezTo>
                <a:cubicBezTo>
                  <a:pt x="7625139" y="1149944"/>
                  <a:pt x="7619360" y="1140860"/>
                  <a:pt x="7610186" y="1138797"/>
                </a:cubicBezTo>
                <a:cubicBezTo>
                  <a:pt x="7601012" y="1136771"/>
                  <a:pt x="7591927" y="1142531"/>
                  <a:pt x="7589883" y="1151705"/>
                </a:cubicBezTo>
                <a:cubicBezTo>
                  <a:pt x="7587838" y="1160879"/>
                  <a:pt x="7593616" y="1169964"/>
                  <a:pt x="7602790" y="1172008"/>
                </a:cubicBezTo>
                <a:cubicBezTo>
                  <a:pt x="7604035" y="1172293"/>
                  <a:pt x="7605279" y="1172417"/>
                  <a:pt x="7606506" y="1172417"/>
                </a:cubicBezTo>
                <a:cubicBezTo>
                  <a:pt x="7610399" y="1172418"/>
                  <a:pt x="7614102" y="1171070"/>
                  <a:pt x="7617053" y="1168735"/>
                </a:cubicBezTo>
                <a:close/>
                <a:moveTo>
                  <a:pt x="2330404" y="3108326"/>
                </a:moveTo>
                <a:cubicBezTo>
                  <a:pt x="2333782" y="3106993"/>
                  <a:pt x="2335453" y="3103188"/>
                  <a:pt x="2334137" y="3099792"/>
                </a:cubicBezTo>
                <a:cubicBezTo>
                  <a:pt x="2332804" y="3096415"/>
                  <a:pt x="2328982" y="3094744"/>
                  <a:pt x="2325604" y="3096059"/>
                </a:cubicBezTo>
                <a:cubicBezTo>
                  <a:pt x="2322226" y="3097392"/>
                  <a:pt x="2320555" y="3101215"/>
                  <a:pt x="2321870" y="3104593"/>
                </a:cubicBezTo>
                <a:cubicBezTo>
                  <a:pt x="2322901" y="3107189"/>
                  <a:pt x="2325372" y="3108771"/>
                  <a:pt x="2328005" y="3108771"/>
                </a:cubicBezTo>
                <a:cubicBezTo>
                  <a:pt x="2328803" y="3108771"/>
                  <a:pt x="2329622" y="3108628"/>
                  <a:pt x="2330404" y="3108326"/>
                </a:cubicBezTo>
                <a:close/>
                <a:moveTo>
                  <a:pt x="2243608" y="3140738"/>
                </a:moveTo>
                <a:cubicBezTo>
                  <a:pt x="2247021" y="3139528"/>
                  <a:pt x="2248817" y="3135777"/>
                  <a:pt x="2247608" y="3132345"/>
                </a:cubicBezTo>
                <a:cubicBezTo>
                  <a:pt x="2246398" y="3128914"/>
                  <a:pt x="2242630" y="3127136"/>
                  <a:pt x="2239199" y="3128345"/>
                </a:cubicBezTo>
                <a:cubicBezTo>
                  <a:pt x="2235784" y="3129554"/>
                  <a:pt x="2233989" y="3133324"/>
                  <a:pt x="2235198" y="3136737"/>
                </a:cubicBezTo>
                <a:cubicBezTo>
                  <a:pt x="2236158" y="3139440"/>
                  <a:pt x="2238699" y="3141128"/>
                  <a:pt x="2241403" y="3141128"/>
                </a:cubicBezTo>
                <a:cubicBezTo>
                  <a:pt x="2242132" y="3141128"/>
                  <a:pt x="2242879" y="3141004"/>
                  <a:pt x="2243608" y="3140738"/>
                </a:cubicBezTo>
                <a:close/>
                <a:moveTo>
                  <a:pt x="3710172" y="2603245"/>
                </a:moveTo>
                <a:cubicBezTo>
                  <a:pt x="3713781" y="2602925"/>
                  <a:pt x="3716466" y="2599743"/>
                  <a:pt x="3716165" y="2596134"/>
                </a:cubicBezTo>
                <a:cubicBezTo>
                  <a:pt x="3715860" y="2592507"/>
                  <a:pt x="3712679" y="2589823"/>
                  <a:pt x="3709069" y="2590125"/>
                </a:cubicBezTo>
                <a:cubicBezTo>
                  <a:pt x="3705442" y="2590427"/>
                  <a:pt x="3702757" y="2593609"/>
                  <a:pt x="3703059" y="2597236"/>
                </a:cubicBezTo>
                <a:cubicBezTo>
                  <a:pt x="3703345" y="2600668"/>
                  <a:pt x="3706224" y="2603263"/>
                  <a:pt x="3709604" y="2603263"/>
                </a:cubicBezTo>
                <a:cubicBezTo>
                  <a:pt x="3709799" y="2603263"/>
                  <a:pt x="3709977" y="2603245"/>
                  <a:pt x="3710172" y="2603245"/>
                </a:cubicBezTo>
                <a:close/>
                <a:moveTo>
                  <a:pt x="2949981" y="2883993"/>
                </a:moveTo>
                <a:cubicBezTo>
                  <a:pt x="2952790" y="2882677"/>
                  <a:pt x="2954017" y="2879335"/>
                  <a:pt x="2952719" y="2876508"/>
                </a:cubicBezTo>
                <a:cubicBezTo>
                  <a:pt x="2951403" y="2873699"/>
                  <a:pt x="2948061" y="2872472"/>
                  <a:pt x="2945235" y="2873770"/>
                </a:cubicBezTo>
                <a:cubicBezTo>
                  <a:pt x="2942426" y="2875086"/>
                  <a:pt x="2941199" y="2878428"/>
                  <a:pt x="2942495" y="2881254"/>
                </a:cubicBezTo>
                <a:cubicBezTo>
                  <a:pt x="2943456" y="2883317"/>
                  <a:pt x="2945484" y="2884508"/>
                  <a:pt x="2947616" y="2884508"/>
                </a:cubicBezTo>
                <a:cubicBezTo>
                  <a:pt x="2948399" y="2884508"/>
                  <a:pt x="2949217" y="2884348"/>
                  <a:pt x="2949981" y="2883993"/>
                </a:cubicBezTo>
                <a:close/>
                <a:moveTo>
                  <a:pt x="6915138" y="1429980"/>
                </a:moveTo>
                <a:cubicBezTo>
                  <a:pt x="6923317" y="1428274"/>
                  <a:pt x="6928560" y="1420274"/>
                  <a:pt x="6926837" y="1412094"/>
                </a:cubicBezTo>
                <a:cubicBezTo>
                  <a:pt x="6925130" y="1403935"/>
                  <a:pt x="6917129" y="1398689"/>
                  <a:pt x="6908968" y="1400414"/>
                </a:cubicBezTo>
                <a:cubicBezTo>
                  <a:pt x="6900790" y="1402120"/>
                  <a:pt x="6895546" y="1410121"/>
                  <a:pt x="6897270" y="1418282"/>
                </a:cubicBezTo>
                <a:cubicBezTo>
                  <a:pt x="6898746" y="1425411"/>
                  <a:pt x="6905039" y="1430318"/>
                  <a:pt x="6912044" y="1430318"/>
                </a:cubicBezTo>
                <a:cubicBezTo>
                  <a:pt x="6913058" y="1430318"/>
                  <a:pt x="6914107" y="1430212"/>
                  <a:pt x="6915138" y="1429980"/>
                </a:cubicBezTo>
                <a:close/>
                <a:moveTo>
                  <a:pt x="4256587" y="2406024"/>
                </a:moveTo>
                <a:cubicBezTo>
                  <a:pt x="4260890" y="2406024"/>
                  <a:pt x="4264769" y="2403073"/>
                  <a:pt x="4265764" y="2398699"/>
                </a:cubicBezTo>
                <a:cubicBezTo>
                  <a:pt x="4266918" y="2393614"/>
                  <a:pt x="4263734" y="2388565"/>
                  <a:pt x="4258669" y="2387428"/>
                </a:cubicBezTo>
                <a:cubicBezTo>
                  <a:pt x="4253602" y="2386272"/>
                  <a:pt x="4248536" y="2389437"/>
                  <a:pt x="4247397" y="2394521"/>
                </a:cubicBezTo>
                <a:cubicBezTo>
                  <a:pt x="4246242" y="2399589"/>
                  <a:pt x="4249406" y="2404638"/>
                  <a:pt x="4254492" y="2405793"/>
                </a:cubicBezTo>
                <a:cubicBezTo>
                  <a:pt x="4255186" y="2405953"/>
                  <a:pt x="4255896" y="2406024"/>
                  <a:pt x="4256587" y="2406024"/>
                </a:cubicBezTo>
                <a:close/>
                <a:moveTo>
                  <a:pt x="7358703" y="1268442"/>
                </a:moveTo>
                <a:cubicBezTo>
                  <a:pt x="7366988" y="1268442"/>
                  <a:pt x="7374028" y="1262058"/>
                  <a:pt x="7374687" y="1253649"/>
                </a:cubicBezTo>
                <a:cubicBezTo>
                  <a:pt x="7375398" y="1244813"/>
                  <a:pt x="7368783" y="1237062"/>
                  <a:pt x="7359948" y="1236368"/>
                </a:cubicBezTo>
                <a:cubicBezTo>
                  <a:pt x="7351111" y="1235675"/>
                  <a:pt x="7343378" y="1242271"/>
                  <a:pt x="7342666" y="1251107"/>
                </a:cubicBezTo>
                <a:cubicBezTo>
                  <a:pt x="7341974" y="1259943"/>
                  <a:pt x="7348569" y="1267695"/>
                  <a:pt x="7357405" y="1268388"/>
                </a:cubicBezTo>
                <a:cubicBezTo>
                  <a:pt x="7357832" y="1268442"/>
                  <a:pt x="7358277" y="1268442"/>
                  <a:pt x="7358703" y="1268442"/>
                </a:cubicBezTo>
                <a:close/>
                <a:moveTo>
                  <a:pt x="4695870" y="2246317"/>
                </a:moveTo>
                <a:cubicBezTo>
                  <a:pt x="4701043" y="2246316"/>
                  <a:pt x="4705845" y="2243028"/>
                  <a:pt x="4707532" y="2237854"/>
                </a:cubicBezTo>
                <a:cubicBezTo>
                  <a:pt x="4709632" y="2231400"/>
                  <a:pt x="4706111" y="2224484"/>
                  <a:pt x="4699675" y="2222386"/>
                </a:cubicBezTo>
                <a:cubicBezTo>
                  <a:pt x="4693238" y="2220288"/>
                  <a:pt x="4686307" y="2223808"/>
                  <a:pt x="4684208" y="2230245"/>
                </a:cubicBezTo>
                <a:cubicBezTo>
                  <a:pt x="4682110" y="2236697"/>
                  <a:pt x="4685630" y="2243614"/>
                  <a:pt x="4692064" y="2245711"/>
                </a:cubicBezTo>
                <a:cubicBezTo>
                  <a:pt x="4693329" y="2246121"/>
                  <a:pt x="4694607" y="2246316"/>
                  <a:pt x="4695870" y="2246317"/>
                </a:cubicBezTo>
                <a:close/>
                <a:moveTo>
                  <a:pt x="4403959" y="2354110"/>
                </a:moveTo>
                <a:cubicBezTo>
                  <a:pt x="4408349" y="2354110"/>
                  <a:pt x="4412422" y="2351284"/>
                  <a:pt x="4413827" y="2346874"/>
                </a:cubicBezTo>
                <a:cubicBezTo>
                  <a:pt x="4415568" y="2341416"/>
                  <a:pt x="4412545" y="2335584"/>
                  <a:pt x="4407087" y="2333842"/>
                </a:cubicBezTo>
                <a:cubicBezTo>
                  <a:pt x="4401630" y="2332117"/>
                  <a:pt x="4395797" y="2335140"/>
                  <a:pt x="4394073" y="2340599"/>
                </a:cubicBezTo>
                <a:cubicBezTo>
                  <a:pt x="4392331" y="2346056"/>
                  <a:pt x="4395337" y="2351888"/>
                  <a:pt x="4400812" y="2353613"/>
                </a:cubicBezTo>
                <a:cubicBezTo>
                  <a:pt x="4401842" y="2353950"/>
                  <a:pt x="4402910" y="2354110"/>
                  <a:pt x="4403959" y="2354110"/>
                </a:cubicBezTo>
                <a:close/>
                <a:moveTo>
                  <a:pt x="4106820" y="2463859"/>
                </a:moveTo>
                <a:cubicBezTo>
                  <a:pt x="4110979" y="2463859"/>
                  <a:pt x="4114623" y="2460765"/>
                  <a:pt x="4115210" y="2456516"/>
                </a:cubicBezTo>
                <a:cubicBezTo>
                  <a:pt x="4115833" y="2451876"/>
                  <a:pt x="4112579" y="2447609"/>
                  <a:pt x="4107939" y="2446987"/>
                </a:cubicBezTo>
                <a:cubicBezTo>
                  <a:pt x="4103299" y="2446365"/>
                  <a:pt x="4099031" y="2449618"/>
                  <a:pt x="4098409" y="2454240"/>
                </a:cubicBezTo>
                <a:cubicBezTo>
                  <a:pt x="4097770" y="2458881"/>
                  <a:pt x="4101021" y="2463147"/>
                  <a:pt x="4105662" y="2463770"/>
                </a:cubicBezTo>
                <a:cubicBezTo>
                  <a:pt x="4106056" y="2463823"/>
                  <a:pt x="4106427" y="2463859"/>
                  <a:pt x="4106820" y="2463859"/>
                </a:cubicBezTo>
                <a:close/>
                <a:moveTo>
                  <a:pt x="1666042" y="3360574"/>
                </a:moveTo>
                <a:cubicBezTo>
                  <a:pt x="1669153" y="3360414"/>
                  <a:pt x="1671536" y="3357766"/>
                  <a:pt x="1671375" y="3354654"/>
                </a:cubicBezTo>
                <a:cubicBezTo>
                  <a:pt x="1671216" y="3351542"/>
                  <a:pt x="1668566" y="3349159"/>
                  <a:pt x="1665454" y="3349320"/>
                </a:cubicBezTo>
                <a:cubicBezTo>
                  <a:pt x="1662362" y="3349480"/>
                  <a:pt x="1659961" y="3352130"/>
                  <a:pt x="1660140" y="3355240"/>
                </a:cubicBezTo>
                <a:cubicBezTo>
                  <a:pt x="1660281" y="3358245"/>
                  <a:pt x="1662771" y="3360574"/>
                  <a:pt x="1665756" y="3360574"/>
                </a:cubicBezTo>
                <a:close/>
                <a:moveTo>
                  <a:pt x="4549640" y="2303297"/>
                </a:moveTo>
                <a:cubicBezTo>
                  <a:pt x="4554298" y="2303297"/>
                  <a:pt x="4558652" y="2300418"/>
                  <a:pt x="4560307" y="2295777"/>
                </a:cubicBezTo>
                <a:cubicBezTo>
                  <a:pt x="4562406" y="2289893"/>
                  <a:pt x="4559330" y="2283420"/>
                  <a:pt x="4553442" y="2281323"/>
                </a:cubicBezTo>
                <a:cubicBezTo>
                  <a:pt x="4547558" y="2279225"/>
                  <a:pt x="4541087" y="2282301"/>
                  <a:pt x="4538990" y="2288186"/>
                </a:cubicBezTo>
                <a:cubicBezTo>
                  <a:pt x="4536893" y="2294071"/>
                  <a:pt x="4539950" y="2300542"/>
                  <a:pt x="4545853" y="2302640"/>
                </a:cubicBezTo>
                <a:cubicBezTo>
                  <a:pt x="4547097" y="2303102"/>
                  <a:pt x="4548378" y="2303297"/>
                  <a:pt x="4549640" y="2303297"/>
                </a:cubicBezTo>
                <a:close/>
                <a:moveTo>
                  <a:pt x="3467667" y="2702773"/>
                </a:moveTo>
                <a:cubicBezTo>
                  <a:pt x="3470725" y="2702132"/>
                  <a:pt x="3472681" y="2699163"/>
                  <a:pt x="3472041" y="2696123"/>
                </a:cubicBezTo>
                <a:cubicBezTo>
                  <a:pt x="3471419" y="2693065"/>
                  <a:pt x="3468431" y="2691110"/>
                  <a:pt x="3465392" y="2691749"/>
                </a:cubicBezTo>
                <a:cubicBezTo>
                  <a:pt x="3462352" y="2692372"/>
                  <a:pt x="3460377" y="2695341"/>
                  <a:pt x="3461018" y="2698399"/>
                </a:cubicBezTo>
                <a:cubicBezTo>
                  <a:pt x="3461570" y="2701066"/>
                  <a:pt x="3463915" y="2702897"/>
                  <a:pt x="3466530" y="2702897"/>
                </a:cubicBezTo>
                <a:cubicBezTo>
                  <a:pt x="3466904" y="2702896"/>
                  <a:pt x="3467276" y="2702844"/>
                  <a:pt x="3467667" y="2702773"/>
                </a:cubicBezTo>
                <a:close/>
                <a:moveTo>
                  <a:pt x="2867115" y="2923373"/>
                </a:moveTo>
                <a:cubicBezTo>
                  <a:pt x="2869923" y="2922021"/>
                  <a:pt x="2871079" y="2918644"/>
                  <a:pt x="2869727" y="2915853"/>
                </a:cubicBezTo>
                <a:cubicBezTo>
                  <a:pt x="2868358" y="2913062"/>
                  <a:pt x="2864998" y="2911888"/>
                  <a:pt x="2862206" y="2913257"/>
                </a:cubicBezTo>
                <a:cubicBezTo>
                  <a:pt x="2859415" y="2914608"/>
                  <a:pt x="2858242" y="2917968"/>
                  <a:pt x="2859594" y="2920778"/>
                </a:cubicBezTo>
                <a:cubicBezTo>
                  <a:pt x="2860570" y="2922769"/>
                  <a:pt x="2862579" y="2923942"/>
                  <a:pt x="2864660" y="2923942"/>
                </a:cubicBezTo>
                <a:cubicBezTo>
                  <a:pt x="2865496" y="2923942"/>
                  <a:pt x="2866332" y="2923765"/>
                  <a:pt x="2867115" y="2923373"/>
                </a:cubicBezTo>
                <a:close/>
                <a:moveTo>
                  <a:pt x="5174264" y="2077186"/>
                </a:moveTo>
                <a:lnTo>
                  <a:pt x="5174270" y="2077176"/>
                </a:lnTo>
                <a:lnTo>
                  <a:pt x="5174264" y="2077168"/>
                </a:lnTo>
                <a:close/>
                <a:moveTo>
                  <a:pt x="3955004" y="2527953"/>
                </a:moveTo>
                <a:cubicBezTo>
                  <a:pt x="3958969" y="2527953"/>
                  <a:pt x="3962294" y="2524859"/>
                  <a:pt x="3962508" y="2520841"/>
                </a:cubicBezTo>
                <a:cubicBezTo>
                  <a:pt x="3962739" y="2516699"/>
                  <a:pt x="3959555" y="2513143"/>
                  <a:pt x="3955413" y="2512912"/>
                </a:cubicBezTo>
                <a:cubicBezTo>
                  <a:pt x="3951252" y="2512698"/>
                  <a:pt x="3947715" y="2515881"/>
                  <a:pt x="3947485" y="2520023"/>
                </a:cubicBezTo>
                <a:cubicBezTo>
                  <a:pt x="3947252" y="2524183"/>
                  <a:pt x="3950435" y="2527722"/>
                  <a:pt x="3954596" y="2527953"/>
                </a:cubicBezTo>
                <a:close/>
                <a:moveTo>
                  <a:pt x="7845383" y="1104502"/>
                </a:moveTo>
                <a:cubicBezTo>
                  <a:pt x="7852957" y="1104502"/>
                  <a:pt x="7859979" y="1099701"/>
                  <a:pt x="7862451" y="1092110"/>
                </a:cubicBezTo>
                <a:cubicBezTo>
                  <a:pt x="7865527" y="1082687"/>
                  <a:pt x="7860388" y="1072554"/>
                  <a:pt x="7850966" y="1069478"/>
                </a:cubicBezTo>
                <a:cubicBezTo>
                  <a:pt x="7841542" y="1066402"/>
                  <a:pt x="7831409" y="1071540"/>
                  <a:pt x="7828332" y="1080980"/>
                </a:cubicBezTo>
                <a:cubicBezTo>
                  <a:pt x="7825257" y="1090403"/>
                  <a:pt x="7830413" y="1100538"/>
                  <a:pt x="7839836" y="1103613"/>
                </a:cubicBezTo>
                <a:lnTo>
                  <a:pt x="7839818" y="1103613"/>
                </a:lnTo>
                <a:cubicBezTo>
                  <a:pt x="7841667" y="1104217"/>
                  <a:pt x="7843534" y="1104502"/>
                  <a:pt x="7845383" y="1104502"/>
                </a:cubicBezTo>
                <a:close/>
                <a:moveTo>
                  <a:pt x="8208784" y="971640"/>
                </a:moveTo>
                <a:cubicBezTo>
                  <a:pt x="8216713" y="971640"/>
                  <a:pt x="8224198" y="966841"/>
                  <a:pt x="8227274" y="959000"/>
                </a:cubicBezTo>
                <a:cubicBezTo>
                  <a:pt x="8231257" y="948795"/>
                  <a:pt x="8226225" y="937274"/>
                  <a:pt x="8216020" y="933292"/>
                </a:cubicBezTo>
                <a:cubicBezTo>
                  <a:pt x="8205797" y="929291"/>
                  <a:pt x="8194277" y="934323"/>
                  <a:pt x="8190295" y="944546"/>
                </a:cubicBezTo>
                <a:cubicBezTo>
                  <a:pt x="8186294" y="954751"/>
                  <a:pt x="8191343" y="966272"/>
                  <a:pt x="8201549" y="970271"/>
                </a:cubicBezTo>
                <a:cubicBezTo>
                  <a:pt x="8203931" y="971197"/>
                  <a:pt x="8206366" y="971640"/>
                  <a:pt x="8208784" y="971640"/>
                </a:cubicBezTo>
                <a:close/>
                <a:moveTo>
                  <a:pt x="7010539" y="1412753"/>
                </a:moveTo>
                <a:cubicBezTo>
                  <a:pt x="7018788" y="1411508"/>
                  <a:pt x="7024461" y="1403810"/>
                  <a:pt x="7023216" y="1395560"/>
                </a:cubicBezTo>
                <a:cubicBezTo>
                  <a:pt x="7021971" y="1387293"/>
                  <a:pt x="7014273" y="1381621"/>
                  <a:pt x="7006024" y="1382866"/>
                </a:cubicBezTo>
                <a:cubicBezTo>
                  <a:pt x="6997757" y="1384111"/>
                  <a:pt x="6992084" y="1391827"/>
                  <a:pt x="6993330" y="1400077"/>
                </a:cubicBezTo>
                <a:cubicBezTo>
                  <a:pt x="6994468" y="1407561"/>
                  <a:pt x="7000921" y="1412931"/>
                  <a:pt x="7008264" y="1412931"/>
                </a:cubicBezTo>
                <a:cubicBezTo>
                  <a:pt x="7009011" y="1412930"/>
                  <a:pt x="7009775" y="1412877"/>
                  <a:pt x="7010539" y="1412753"/>
                </a:cubicBezTo>
                <a:close/>
                <a:moveTo>
                  <a:pt x="8569043" y="841314"/>
                </a:moveTo>
                <a:cubicBezTo>
                  <a:pt x="8572625" y="838881"/>
                  <a:pt x="8575519" y="835356"/>
                  <a:pt x="8577164" y="830991"/>
                </a:cubicBezTo>
                <a:cubicBezTo>
                  <a:pt x="8581377" y="819755"/>
                  <a:pt x="8575688" y="807203"/>
                  <a:pt x="8564451" y="802989"/>
                </a:cubicBezTo>
                <a:cubicBezTo>
                  <a:pt x="8553215" y="798758"/>
                  <a:pt x="8540664" y="804447"/>
                  <a:pt x="8536432" y="815683"/>
                </a:cubicBezTo>
                <a:cubicBezTo>
                  <a:pt x="8532218" y="826937"/>
                  <a:pt x="8537908" y="839472"/>
                  <a:pt x="8549144" y="843704"/>
                </a:cubicBezTo>
                <a:cubicBezTo>
                  <a:pt x="8551668" y="844645"/>
                  <a:pt x="8554247" y="845090"/>
                  <a:pt x="8556789" y="845090"/>
                </a:cubicBezTo>
                <a:cubicBezTo>
                  <a:pt x="8561190" y="845090"/>
                  <a:pt x="8565461" y="843748"/>
                  <a:pt x="8569043" y="841314"/>
                </a:cubicBezTo>
                <a:close/>
                <a:moveTo>
                  <a:pt x="2784798" y="2963945"/>
                </a:moveTo>
                <a:cubicBezTo>
                  <a:pt x="2787571" y="2962558"/>
                  <a:pt x="2788709" y="2959180"/>
                  <a:pt x="2787323" y="2956388"/>
                </a:cubicBezTo>
                <a:cubicBezTo>
                  <a:pt x="2785935" y="2953615"/>
                  <a:pt x="2782539" y="2952478"/>
                  <a:pt x="2779767" y="2953864"/>
                </a:cubicBezTo>
                <a:cubicBezTo>
                  <a:pt x="2776975" y="2955250"/>
                  <a:pt x="2775855" y="2958646"/>
                  <a:pt x="2777240" y="2961420"/>
                </a:cubicBezTo>
                <a:cubicBezTo>
                  <a:pt x="2778220" y="2963393"/>
                  <a:pt x="2780210" y="2964532"/>
                  <a:pt x="2782273" y="2964531"/>
                </a:cubicBezTo>
                <a:cubicBezTo>
                  <a:pt x="2783127" y="2964531"/>
                  <a:pt x="2783980" y="2964353"/>
                  <a:pt x="2784798" y="2963945"/>
                </a:cubicBezTo>
                <a:close/>
                <a:moveTo>
                  <a:pt x="3557806" y="2686629"/>
                </a:moveTo>
                <a:cubicBezTo>
                  <a:pt x="3560881" y="2686167"/>
                  <a:pt x="3562997" y="2683305"/>
                  <a:pt x="3562518" y="2680228"/>
                </a:cubicBezTo>
                <a:cubicBezTo>
                  <a:pt x="3562055" y="2677153"/>
                  <a:pt x="3559193" y="2675037"/>
                  <a:pt x="3556118" y="2675499"/>
                </a:cubicBezTo>
                <a:cubicBezTo>
                  <a:pt x="3553043" y="2675962"/>
                  <a:pt x="3550926" y="2678825"/>
                  <a:pt x="3551388" y="2681900"/>
                </a:cubicBezTo>
                <a:cubicBezTo>
                  <a:pt x="3551814" y="2684691"/>
                  <a:pt x="3554216" y="2686700"/>
                  <a:pt x="3556952" y="2686700"/>
                </a:cubicBezTo>
                <a:cubicBezTo>
                  <a:pt x="3557238" y="2686700"/>
                  <a:pt x="3557523" y="2686682"/>
                  <a:pt x="3557806" y="2686629"/>
                </a:cubicBezTo>
                <a:close/>
                <a:moveTo>
                  <a:pt x="3802088" y="2598427"/>
                </a:moveTo>
                <a:cubicBezTo>
                  <a:pt x="3805714" y="2598356"/>
                  <a:pt x="3808614" y="2595352"/>
                  <a:pt x="3808541" y="2591724"/>
                </a:cubicBezTo>
                <a:cubicBezTo>
                  <a:pt x="3808471" y="2588080"/>
                  <a:pt x="3805466" y="2585199"/>
                  <a:pt x="3801841" y="2585271"/>
                </a:cubicBezTo>
                <a:cubicBezTo>
                  <a:pt x="3798194" y="2585342"/>
                  <a:pt x="3795316" y="2588347"/>
                  <a:pt x="3795386" y="2591974"/>
                </a:cubicBezTo>
                <a:cubicBezTo>
                  <a:pt x="3795457" y="2595564"/>
                  <a:pt x="3798391" y="2598428"/>
                  <a:pt x="3801964" y="2598427"/>
                </a:cubicBezTo>
                <a:close/>
                <a:moveTo>
                  <a:pt x="5189164" y="2090573"/>
                </a:moveTo>
                <a:cubicBezTo>
                  <a:pt x="5196970" y="2090146"/>
                  <a:pt x="5202962" y="2083479"/>
                  <a:pt x="5202553" y="2075674"/>
                </a:cubicBezTo>
                <a:cubicBezTo>
                  <a:pt x="5202126" y="2067869"/>
                  <a:pt x="5195459" y="2061860"/>
                  <a:pt x="5187652" y="2062287"/>
                </a:cubicBezTo>
                <a:cubicBezTo>
                  <a:pt x="5183741" y="2062492"/>
                  <a:pt x="5180287" y="2064265"/>
                  <a:pt x="5177869" y="2066963"/>
                </a:cubicBezTo>
                <a:lnTo>
                  <a:pt x="5174270" y="2077176"/>
                </a:lnTo>
                <a:lnTo>
                  <a:pt x="5178673" y="2086704"/>
                </a:lnTo>
                <a:cubicBezTo>
                  <a:pt x="5181223" y="2089111"/>
                  <a:pt x="5184656" y="2090574"/>
                  <a:pt x="5188398" y="2090574"/>
                </a:cubicBezTo>
                <a:cubicBezTo>
                  <a:pt x="5188649" y="2090573"/>
                  <a:pt x="5188897" y="2090573"/>
                  <a:pt x="5189164" y="2090573"/>
                </a:cubicBezTo>
                <a:close/>
                <a:moveTo>
                  <a:pt x="2702766" y="3005191"/>
                </a:moveTo>
                <a:cubicBezTo>
                  <a:pt x="2705540" y="3003804"/>
                  <a:pt x="2706659" y="3000409"/>
                  <a:pt x="2705254" y="2997635"/>
                </a:cubicBezTo>
                <a:cubicBezTo>
                  <a:pt x="2703850" y="2994862"/>
                  <a:pt x="2700454" y="2993741"/>
                  <a:pt x="2697681" y="2995146"/>
                </a:cubicBezTo>
                <a:cubicBezTo>
                  <a:pt x="2694907" y="2996551"/>
                  <a:pt x="2693805" y="2999947"/>
                  <a:pt x="2695211" y="3002721"/>
                </a:cubicBezTo>
                <a:cubicBezTo>
                  <a:pt x="2696206" y="3004676"/>
                  <a:pt x="2698179" y="3005813"/>
                  <a:pt x="2700240" y="3005814"/>
                </a:cubicBezTo>
                <a:cubicBezTo>
                  <a:pt x="2701095" y="3005813"/>
                  <a:pt x="2701949" y="3005618"/>
                  <a:pt x="2702766" y="3005191"/>
                </a:cubicBezTo>
                <a:close/>
                <a:moveTo>
                  <a:pt x="1757922" y="3352715"/>
                </a:moveTo>
                <a:cubicBezTo>
                  <a:pt x="1760998" y="3352342"/>
                  <a:pt x="1763204" y="3349551"/>
                  <a:pt x="1762849" y="3346457"/>
                </a:cubicBezTo>
                <a:cubicBezTo>
                  <a:pt x="1762474" y="3343364"/>
                  <a:pt x="1759683" y="3341159"/>
                  <a:pt x="1756589" y="3341532"/>
                </a:cubicBezTo>
                <a:cubicBezTo>
                  <a:pt x="1753514" y="3341888"/>
                  <a:pt x="1751291" y="3344697"/>
                  <a:pt x="1751665" y="3347791"/>
                </a:cubicBezTo>
                <a:cubicBezTo>
                  <a:pt x="1752002" y="3350636"/>
                  <a:pt x="1754439" y="3352751"/>
                  <a:pt x="1757246" y="3352751"/>
                </a:cubicBezTo>
                <a:cubicBezTo>
                  <a:pt x="1757478" y="3352751"/>
                  <a:pt x="1757692" y="3352715"/>
                  <a:pt x="1757922" y="3352715"/>
                </a:cubicBezTo>
                <a:close/>
                <a:moveTo>
                  <a:pt x="4938802" y="2194954"/>
                </a:moveTo>
                <a:cubicBezTo>
                  <a:pt x="4945114" y="2194953"/>
                  <a:pt x="4950694" y="2190420"/>
                  <a:pt x="4951798" y="2183984"/>
                </a:cubicBezTo>
                <a:cubicBezTo>
                  <a:pt x="4953060" y="2176802"/>
                  <a:pt x="4948224" y="2169957"/>
                  <a:pt x="4941042" y="2168712"/>
                </a:cubicBezTo>
                <a:cubicBezTo>
                  <a:pt x="4933841" y="2167467"/>
                  <a:pt x="4926995" y="2172285"/>
                  <a:pt x="4925752" y="2179486"/>
                </a:cubicBezTo>
                <a:cubicBezTo>
                  <a:pt x="4924509" y="2186669"/>
                  <a:pt x="4929342" y="2193514"/>
                  <a:pt x="4936525" y="2194758"/>
                </a:cubicBezTo>
                <a:cubicBezTo>
                  <a:pt x="4937289" y="2194883"/>
                  <a:pt x="4938054" y="2194954"/>
                  <a:pt x="4938802" y="2194954"/>
                </a:cubicBezTo>
                <a:close/>
                <a:moveTo>
                  <a:pt x="3642558" y="2670486"/>
                </a:moveTo>
                <a:lnTo>
                  <a:pt x="3642568" y="2670476"/>
                </a:lnTo>
                <a:lnTo>
                  <a:pt x="3642559" y="2670468"/>
                </a:lnTo>
                <a:close/>
                <a:moveTo>
                  <a:pt x="2620787" y="3046617"/>
                </a:moveTo>
                <a:cubicBezTo>
                  <a:pt x="2623579" y="3045230"/>
                  <a:pt x="2624681" y="3041834"/>
                  <a:pt x="2623294" y="3039060"/>
                </a:cubicBezTo>
                <a:cubicBezTo>
                  <a:pt x="2621889" y="3036287"/>
                  <a:pt x="2618512" y="3035167"/>
                  <a:pt x="2615737" y="3036572"/>
                </a:cubicBezTo>
                <a:cubicBezTo>
                  <a:pt x="2612946" y="3037976"/>
                  <a:pt x="2611844" y="3041354"/>
                  <a:pt x="2613231" y="3044127"/>
                </a:cubicBezTo>
                <a:cubicBezTo>
                  <a:pt x="2614225" y="3046101"/>
                  <a:pt x="2616218" y="3047221"/>
                  <a:pt x="2618262" y="3047221"/>
                </a:cubicBezTo>
                <a:cubicBezTo>
                  <a:pt x="2619116" y="3047221"/>
                  <a:pt x="2619987" y="3047043"/>
                  <a:pt x="2620787" y="3046617"/>
                </a:cubicBezTo>
                <a:close/>
                <a:moveTo>
                  <a:pt x="7106634" y="1401303"/>
                </a:moveTo>
                <a:cubicBezTo>
                  <a:pt x="7114955" y="1400592"/>
                  <a:pt x="7121106" y="1393267"/>
                  <a:pt x="7120395" y="1384965"/>
                </a:cubicBezTo>
                <a:cubicBezTo>
                  <a:pt x="7119684" y="1376644"/>
                  <a:pt x="7112359" y="1370474"/>
                  <a:pt x="7104056" y="1371186"/>
                </a:cubicBezTo>
                <a:cubicBezTo>
                  <a:pt x="7095754" y="1371914"/>
                  <a:pt x="7089585" y="1379222"/>
                  <a:pt x="7090313" y="1387542"/>
                </a:cubicBezTo>
                <a:lnTo>
                  <a:pt x="7090296" y="1387542"/>
                </a:lnTo>
                <a:cubicBezTo>
                  <a:pt x="7090952" y="1395418"/>
                  <a:pt x="7097567" y="1401356"/>
                  <a:pt x="7105337" y="1401357"/>
                </a:cubicBezTo>
                <a:cubicBezTo>
                  <a:pt x="7105763" y="1401357"/>
                  <a:pt x="7106207" y="1401339"/>
                  <a:pt x="7106634" y="1401303"/>
                </a:cubicBezTo>
                <a:close/>
                <a:moveTo>
                  <a:pt x="3144588" y="2856560"/>
                </a:moveTo>
                <a:cubicBezTo>
                  <a:pt x="3147005" y="2855617"/>
                  <a:pt x="3148197" y="2852914"/>
                  <a:pt x="3147273" y="2850497"/>
                </a:cubicBezTo>
                <a:cubicBezTo>
                  <a:pt x="3146330" y="2848079"/>
                  <a:pt x="3143628" y="2846888"/>
                  <a:pt x="3141209" y="2847830"/>
                </a:cubicBezTo>
                <a:cubicBezTo>
                  <a:pt x="3138810" y="2848755"/>
                  <a:pt x="3137600" y="2851475"/>
                  <a:pt x="3138525" y="2853875"/>
                </a:cubicBezTo>
                <a:cubicBezTo>
                  <a:pt x="3139254" y="2855742"/>
                  <a:pt x="3141032" y="2856880"/>
                  <a:pt x="3142899" y="2856880"/>
                </a:cubicBezTo>
                <a:cubicBezTo>
                  <a:pt x="3143468" y="2856880"/>
                  <a:pt x="3144037" y="2856774"/>
                  <a:pt x="3144588" y="2856560"/>
                </a:cubicBezTo>
                <a:close/>
                <a:moveTo>
                  <a:pt x="3230247" y="2825767"/>
                </a:moveTo>
                <a:cubicBezTo>
                  <a:pt x="3232700" y="2824949"/>
                  <a:pt x="3234033" y="2822300"/>
                  <a:pt x="3233215" y="2819846"/>
                </a:cubicBezTo>
                <a:cubicBezTo>
                  <a:pt x="3232397" y="2817393"/>
                  <a:pt x="3229748" y="2816059"/>
                  <a:pt x="3227295" y="2816877"/>
                </a:cubicBezTo>
                <a:cubicBezTo>
                  <a:pt x="3224842" y="2817695"/>
                  <a:pt x="3223508" y="2820344"/>
                  <a:pt x="3224326" y="2822797"/>
                </a:cubicBezTo>
                <a:cubicBezTo>
                  <a:pt x="3224965" y="2824753"/>
                  <a:pt x="3226798" y="2825998"/>
                  <a:pt x="3228771" y="2825998"/>
                </a:cubicBezTo>
                <a:cubicBezTo>
                  <a:pt x="3229250" y="2825998"/>
                  <a:pt x="3229749" y="2825926"/>
                  <a:pt x="3230247" y="2825767"/>
                </a:cubicBezTo>
                <a:close/>
                <a:moveTo>
                  <a:pt x="3060227" y="2890908"/>
                </a:moveTo>
                <a:cubicBezTo>
                  <a:pt x="3062610" y="2889895"/>
                  <a:pt x="3063712" y="2887139"/>
                  <a:pt x="3062698" y="2884757"/>
                </a:cubicBezTo>
                <a:cubicBezTo>
                  <a:pt x="3061685" y="2882375"/>
                  <a:pt x="3058929" y="2881272"/>
                  <a:pt x="3056546" y="2882286"/>
                </a:cubicBezTo>
                <a:cubicBezTo>
                  <a:pt x="3054164" y="2883299"/>
                  <a:pt x="3053062" y="2886054"/>
                  <a:pt x="3054075" y="2888438"/>
                </a:cubicBezTo>
                <a:cubicBezTo>
                  <a:pt x="3054839" y="2890215"/>
                  <a:pt x="3056565" y="2891282"/>
                  <a:pt x="3058395" y="2891282"/>
                </a:cubicBezTo>
                <a:cubicBezTo>
                  <a:pt x="3059001" y="2891282"/>
                  <a:pt x="3059623" y="2891158"/>
                  <a:pt x="3060227" y="2890908"/>
                </a:cubicBezTo>
                <a:close/>
                <a:moveTo>
                  <a:pt x="3648674" y="2675588"/>
                </a:moveTo>
                <a:cubicBezTo>
                  <a:pt x="3651769" y="2675304"/>
                  <a:pt x="3654043" y="2672566"/>
                  <a:pt x="3653776" y="2669472"/>
                </a:cubicBezTo>
                <a:cubicBezTo>
                  <a:pt x="3653494" y="2666379"/>
                  <a:pt x="3650755" y="2664103"/>
                  <a:pt x="3647661" y="2664370"/>
                </a:cubicBezTo>
                <a:lnTo>
                  <a:pt x="3642568" y="2670476"/>
                </a:lnTo>
                <a:lnTo>
                  <a:pt x="3648158" y="2675588"/>
                </a:lnTo>
                <a:cubicBezTo>
                  <a:pt x="3648337" y="2675588"/>
                  <a:pt x="3648497" y="2675588"/>
                  <a:pt x="3648674" y="2675588"/>
                </a:cubicBezTo>
                <a:close/>
                <a:moveTo>
                  <a:pt x="7456469" y="1279162"/>
                </a:moveTo>
                <a:cubicBezTo>
                  <a:pt x="7464345" y="1279162"/>
                  <a:pt x="7471226" y="1273349"/>
                  <a:pt x="7472345" y="1265312"/>
                </a:cubicBezTo>
                <a:cubicBezTo>
                  <a:pt x="7473573" y="1256530"/>
                  <a:pt x="7467439" y="1248422"/>
                  <a:pt x="7458655" y="1247195"/>
                </a:cubicBezTo>
                <a:cubicBezTo>
                  <a:pt x="7449874" y="1245969"/>
                  <a:pt x="7441766" y="1252103"/>
                  <a:pt x="7440539" y="1260885"/>
                </a:cubicBezTo>
                <a:cubicBezTo>
                  <a:pt x="7439313" y="1269668"/>
                  <a:pt x="7445446" y="1277793"/>
                  <a:pt x="7454229" y="1279002"/>
                </a:cubicBezTo>
                <a:cubicBezTo>
                  <a:pt x="7454976" y="1279109"/>
                  <a:pt x="7455723" y="1279162"/>
                  <a:pt x="7456469" y="1279162"/>
                </a:cubicBezTo>
                <a:close/>
                <a:moveTo>
                  <a:pt x="8076492" y="1053263"/>
                </a:moveTo>
                <a:cubicBezTo>
                  <a:pt x="8084137" y="1053263"/>
                  <a:pt x="8091355" y="1048569"/>
                  <a:pt x="8094181" y="1040978"/>
                </a:cubicBezTo>
                <a:cubicBezTo>
                  <a:pt x="8097844" y="1031200"/>
                  <a:pt x="8092883" y="1020301"/>
                  <a:pt x="8083123" y="1016639"/>
                </a:cubicBezTo>
                <a:cubicBezTo>
                  <a:pt x="8073345" y="1012976"/>
                  <a:pt x="8062446" y="1017954"/>
                  <a:pt x="8058784" y="1027733"/>
                </a:cubicBezTo>
                <a:cubicBezTo>
                  <a:pt x="8055121" y="1037493"/>
                  <a:pt x="8060082" y="1048392"/>
                  <a:pt x="8069860" y="1052055"/>
                </a:cubicBezTo>
                <a:cubicBezTo>
                  <a:pt x="8072047" y="1052872"/>
                  <a:pt x="8074288" y="1053263"/>
                  <a:pt x="8076492" y="1053263"/>
                </a:cubicBezTo>
                <a:close/>
                <a:moveTo>
                  <a:pt x="3317328" y="2799258"/>
                </a:moveTo>
                <a:cubicBezTo>
                  <a:pt x="3319816" y="2798565"/>
                  <a:pt x="3321275" y="2795987"/>
                  <a:pt x="3320581" y="2793498"/>
                </a:cubicBezTo>
                <a:cubicBezTo>
                  <a:pt x="3319888" y="2791008"/>
                  <a:pt x="3317310" y="2789533"/>
                  <a:pt x="3314821" y="2790226"/>
                </a:cubicBezTo>
                <a:cubicBezTo>
                  <a:pt x="3312332" y="2790920"/>
                  <a:pt x="3310857" y="2793498"/>
                  <a:pt x="3311567" y="2795987"/>
                </a:cubicBezTo>
                <a:cubicBezTo>
                  <a:pt x="3312136" y="2798067"/>
                  <a:pt x="3314021" y="2799418"/>
                  <a:pt x="3316066" y="2799418"/>
                </a:cubicBezTo>
                <a:cubicBezTo>
                  <a:pt x="3316474" y="2799418"/>
                  <a:pt x="3316901" y="2799365"/>
                  <a:pt x="3317328" y="2799258"/>
                </a:cubicBezTo>
                <a:close/>
                <a:moveTo>
                  <a:pt x="1849094" y="3339079"/>
                </a:moveTo>
                <a:cubicBezTo>
                  <a:pt x="1852133" y="3338528"/>
                  <a:pt x="1854179" y="3335595"/>
                  <a:pt x="1853627" y="3332537"/>
                </a:cubicBezTo>
                <a:cubicBezTo>
                  <a:pt x="1853076" y="3329479"/>
                  <a:pt x="1850142" y="3327434"/>
                  <a:pt x="1847084" y="3327986"/>
                </a:cubicBezTo>
                <a:cubicBezTo>
                  <a:pt x="1844027" y="3328537"/>
                  <a:pt x="1841999" y="3331470"/>
                  <a:pt x="1842551" y="3334528"/>
                </a:cubicBezTo>
                <a:cubicBezTo>
                  <a:pt x="1843031" y="3337248"/>
                  <a:pt x="1845413" y="3339169"/>
                  <a:pt x="1848080" y="3339169"/>
                </a:cubicBezTo>
                <a:cubicBezTo>
                  <a:pt x="1848418" y="3339169"/>
                  <a:pt x="1848755" y="3339132"/>
                  <a:pt x="1849094" y="3339079"/>
                </a:cubicBezTo>
                <a:close/>
                <a:moveTo>
                  <a:pt x="7187883" y="1381515"/>
                </a:moveTo>
                <a:lnTo>
                  <a:pt x="7187887" y="1381505"/>
                </a:lnTo>
                <a:lnTo>
                  <a:pt x="7187883" y="1381497"/>
                </a:lnTo>
                <a:close/>
                <a:moveTo>
                  <a:pt x="2538612" y="3087703"/>
                </a:moveTo>
                <a:cubicBezTo>
                  <a:pt x="2541405" y="3086335"/>
                  <a:pt x="2542542" y="3082956"/>
                  <a:pt x="2541155" y="3080165"/>
                </a:cubicBezTo>
                <a:cubicBezTo>
                  <a:pt x="2539786" y="3077374"/>
                  <a:pt x="2536409" y="3076236"/>
                  <a:pt x="2533617" y="3077623"/>
                </a:cubicBezTo>
                <a:cubicBezTo>
                  <a:pt x="2530825" y="3078991"/>
                  <a:pt x="2529688" y="3082370"/>
                  <a:pt x="2531057" y="3085161"/>
                </a:cubicBezTo>
                <a:cubicBezTo>
                  <a:pt x="2532052" y="3087134"/>
                  <a:pt x="2534043" y="3088290"/>
                  <a:pt x="2536124" y="3088290"/>
                </a:cubicBezTo>
                <a:cubicBezTo>
                  <a:pt x="2536960" y="3088289"/>
                  <a:pt x="2537813" y="3088113"/>
                  <a:pt x="2538612" y="3087703"/>
                </a:cubicBezTo>
                <a:close/>
                <a:moveTo>
                  <a:pt x="2977004" y="2927960"/>
                </a:moveTo>
                <a:cubicBezTo>
                  <a:pt x="2979350" y="2926875"/>
                  <a:pt x="2980364" y="2924084"/>
                  <a:pt x="2979279" y="2921737"/>
                </a:cubicBezTo>
                <a:cubicBezTo>
                  <a:pt x="2978195" y="2919390"/>
                  <a:pt x="2975421" y="2918377"/>
                  <a:pt x="2973075" y="2919462"/>
                </a:cubicBezTo>
                <a:cubicBezTo>
                  <a:pt x="2970728" y="2920546"/>
                  <a:pt x="2969697" y="2923319"/>
                  <a:pt x="2970781" y="2925666"/>
                </a:cubicBezTo>
                <a:cubicBezTo>
                  <a:pt x="2971582" y="2927373"/>
                  <a:pt x="2973271" y="2928387"/>
                  <a:pt x="2975048" y="2928387"/>
                </a:cubicBezTo>
                <a:cubicBezTo>
                  <a:pt x="2975688" y="2928386"/>
                  <a:pt x="2976363" y="2928244"/>
                  <a:pt x="2977004" y="2927960"/>
                </a:cubicBezTo>
                <a:close/>
                <a:moveTo>
                  <a:pt x="8431358" y="927336"/>
                </a:moveTo>
                <a:cubicBezTo>
                  <a:pt x="8439714" y="927336"/>
                  <a:pt x="8447590" y="922269"/>
                  <a:pt x="8450773" y="914002"/>
                </a:cubicBezTo>
                <a:cubicBezTo>
                  <a:pt x="8454898" y="903281"/>
                  <a:pt x="8449564" y="891245"/>
                  <a:pt x="8438843" y="887119"/>
                </a:cubicBezTo>
                <a:cubicBezTo>
                  <a:pt x="8428122" y="882977"/>
                  <a:pt x="8416086" y="888310"/>
                  <a:pt x="8411961" y="899031"/>
                </a:cubicBezTo>
                <a:cubicBezTo>
                  <a:pt x="8407820" y="909753"/>
                  <a:pt x="8413153" y="921789"/>
                  <a:pt x="8423873" y="925931"/>
                </a:cubicBezTo>
                <a:cubicBezTo>
                  <a:pt x="8426345" y="926873"/>
                  <a:pt x="8428870" y="927336"/>
                  <a:pt x="8431358" y="927336"/>
                </a:cubicBezTo>
                <a:close/>
                <a:moveTo>
                  <a:pt x="4198858" y="2480785"/>
                </a:moveTo>
                <a:cubicBezTo>
                  <a:pt x="4202701" y="2480784"/>
                  <a:pt x="4206185" y="2478153"/>
                  <a:pt x="4207112" y="2474259"/>
                </a:cubicBezTo>
                <a:cubicBezTo>
                  <a:pt x="4208177" y="2469690"/>
                  <a:pt x="4205367" y="2465139"/>
                  <a:pt x="4200800" y="2464054"/>
                </a:cubicBezTo>
                <a:cubicBezTo>
                  <a:pt x="4196265" y="2462988"/>
                  <a:pt x="4191677" y="2465796"/>
                  <a:pt x="4190610" y="2470348"/>
                </a:cubicBezTo>
                <a:cubicBezTo>
                  <a:pt x="4189526" y="2474917"/>
                  <a:pt x="4192353" y="2479469"/>
                  <a:pt x="4196904" y="2480553"/>
                </a:cubicBezTo>
                <a:cubicBezTo>
                  <a:pt x="4197562" y="2480714"/>
                  <a:pt x="4198219" y="2480785"/>
                  <a:pt x="4198858" y="2480785"/>
                </a:cubicBezTo>
                <a:close/>
                <a:moveTo>
                  <a:pt x="5286894" y="2082021"/>
                </a:moveTo>
                <a:cubicBezTo>
                  <a:pt x="5294664" y="2081097"/>
                  <a:pt x="5300211" y="2074057"/>
                  <a:pt x="5299269" y="2066287"/>
                </a:cubicBezTo>
                <a:cubicBezTo>
                  <a:pt x="5298344" y="2058518"/>
                  <a:pt x="5291302" y="2052971"/>
                  <a:pt x="5283535" y="2053896"/>
                </a:cubicBezTo>
                <a:cubicBezTo>
                  <a:pt x="5275765" y="2054838"/>
                  <a:pt x="5270217" y="2061878"/>
                  <a:pt x="5271142" y="2069647"/>
                </a:cubicBezTo>
                <a:cubicBezTo>
                  <a:pt x="5271997" y="2076848"/>
                  <a:pt x="5278113" y="2082128"/>
                  <a:pt x="5285189" y="2082128"/>
                </a:cubicBezTo>
                <a:cubicBezTo>
                  <a:pt x="5285757" y="2082128"/>
                  <a:pt x="5286326" y="2082092"/>
                  <a:pt x="5286894" y="2082021"/>
                </a:cubicBezTo>
                <a:close/>
                <a:moveTo>
                  <a:pt x="4047614" y="2536789"/>
                </a:moveTo>
                <a:cubicBezTo>
                  <a:pt x="4051314" y="2536789"/>
                  <a:pt x="4054530" y="2534050"/>
                  <a:pt x="4055065" y="2530281"/>
                </a:cubicBezTo>
                <a:cubicBezTo>
                  <a:pt x="4055633" y="2526175"/>
                  <a:pt x="4052753" y="2522370"/>
                  <a:pt x="4048628" y="2521801"/>
                </a:cubicBezTo>
                <a:cubicBezTo>
                  <a:pt x="4044521" y="2521232"/>
                  <a:pt x="4040718" y="2524112"/>
                  <a:pt x="4040148" y="2528219"/>
                </a:cubicBezTo>
                <a:cubicBezTo>
                  <a:pt x="4039580" y="2532344"/>
                  <a:pt x="4042460" y="2536130"/>
                  <a:pt x="4046566" y="2536717"/>
                </a:cubicBezTo>
                <a:cubicBezTo>
                  <a:pt x="4046922" y="2536753"/>
                  <a:pt x="4047259" y="2536789"/>
                  <a:pt x="4047614" y="2536789"/>
                </a:cubicBezTo>
                <a:close/>
                <a:moveTo>
                  <a:pt x="7702583" y="1196045"/>
                </a:moveTo>
                <a:cubicBezTo>
                  <a:pt x="7710086" y="1196045"/>
                  <a:pt x="7716966" y="1191032"/>
                  <a:pt x="7718992" y="1183423"/>
                </a:cubicBezTo>
                <a:cubicBezTo>
                  <a:pt x="7721429" y="1174355"/>
                  <a:pt x="7716023" y="1165022"/>
                  <a:pt x="7706957" y="1162603"/>
                </a:cubicBezTo>
                <a:cubicBezTo>
                  <a:pt x="7697889" y="1160168"/>
                  <a:pt x="7688556" y="1165554"/>
                  <a:pt x="7686137" y="1174640"/>
                </a:cubicBezTo>
                <a:cubicBezTo>
                  <a:pt x="7683702" y="1183707"/>
                  <a:pt x="7689107" y="1193041"/>
                  <a:pt x="7698174" y="1195459"/>
                </a:cubicBezTo>
                <a:cubicBezTo>
                  <a:pt x="7699649" y="1195850"/>
                  <a:pt x="7701125" y="1196045"/>
                  <a:pt x="7702583" y="1196045"/>
                </a:cubicBezTo>
                <a:close/>
                <a:moveTo>
                  <a:pt x="4347156" y="2431803"/>
                </a:moveTo>
                <a:cubicBezTo>
                  <a:pt x="4351084" y="2431822"/>
                  <a:pt x="4354746" y="2429350"/>
                  <a:pt x="4356080" y="2425421"/>
                </a:cubicBezTo>
                <a:cubicBezTo>
                  <a:pt x="4357751" y="2420497"/>
                  <a:pt x="4355120" y="2415145"/>
                  <a:pt x="4350195" y="2413474"/>
                </a:cubicBezTo>
                <a:cubicBezTo>
                  <a:pt x="4345270" y="2411785"/>
                  <a:pt x="4339919" y="2414416"/>
                  <a:pt x="4338230" y="2419359"/>
                </a:cubicBezTo>
                <a:cubicBezTo>
                  <a:pt x="4336558" y="2424283"/>
                  <a:pt x="4339188" y="2429634"/>
                  <a:pt x="4344114" y="2431305"/>
                </a:cubicBezTo>
                <a:cubicBezTo>
                  <a:pt x="4345127" y="2431644"/>
                  <a:pt x="4346159" y="2431804"/>
                  <a:pt x="4347156" y="2431803"/>
                </a:cubicBezTo>
                <a:close/>
                <a:moveTo>
                  <a:pt x="3405635" y="2777247"/>
                </a:moveTo>
                <a:cubicBezTo>
                  <a:pt x="3408161" y="2776679"/>
                  <a:pt x="3409759" y="2774190"/>
                  <a:pt x="3409191" y="2771665"/>
                </a:cubicBezTo>
                <a:cubicBezTo>
                  <a:pt x="3408640" y="2769141"/>
                  <a:pt x="3406133" y="2767541"/>
                  <a:pt x="3403609" y="2768110"/>
                </a:cubicBezTo>
                <a:cubicBezTo>
                  <a:pt x="3401084" y="2768661"/>
                  <a:pt x="3399502" y="2771168"/>
                  <a:pt x="3400053" y="2773692"/>
                </a:cubicBezTo>
                <a:cubicBezTo>
                  <a:pt x="3400533" y="2775861"/>
                  <a:pt x="3402471" y="2777354"/>
                  <a:pt x="3404621" y="2777354"/>
                </a:cubicBezTo>
                <a:cubicBezTo>
                  <a:pt x="3404960" y="2777354"/>
                  <a:pt x="3405297" y="2777319"/>
                  <a:pt x="3405635" y="2777247"/>
                </a:cubicBezTo>
                <a:close/>
                <a:moveTo>
                  <a:pt x="3894378" y="2599903"/>
                </a:moveTo>
                <a:cubicBezTo>
                  <a:pt x="3897864" y="2599903"/>
                  <a:pt x="3900762" y="2597183"/>
                  <a:pt x="3900958" y="2593681"/>
                </a:cubicBezTo>
                <a:cubicBezTo>
                  <a:pt x="3901154" y="2590053"/>
                  <a:pt x="3898362" y="2586960"/>
                  <a:pt x="3894736" y="2586764"/>
                </a:cubicBezTo>
                <a:cubicBezTo>
                  <a:pt x="3891107" y="2586569"/>
                  <a:pt x="3888014" y="2589360"/>
                  <a:pt x="3887820" y="2592987"/>
                </a:cubicBezTo>
                <a:cubicBezTo>
                  <a:pt x="3887624" y="2596614"/>
                  <a:pt x="3890413" y="2599707"/>
                  <a:pt x="3894024" y="2599903"/>
                </a:cubicBezTo>
                <a:close/>
                <a:moveTo>
                  <a:pt x="2455941" y="3127901"/>
                </a:moveTo>
                <a:cubicBezTo>
                  <a:pt x="2458750" y="3126551"/>
                  <a:pt x="2459940" y="3123208"/>
                  <a:pt x="2458589" y="3120399"/>
                </a:cubicBezTo>
                <a:cubicBezTo>
                  <a:pt x="2457256" y="3117590"/>
                  <a:pt x="2453897" y="3116398"/>
                  <a:pt x="2451087" y="3117732"/>
                </a:cubicBezTo>
                <a:cubicBezTo>
                  <a:pt x="2448296" y="3119065"/>
                  <a:pt x="2447104" y="3122425"/>
                  <a:pt x="2448438" y="3125235"/>
                </a:cubicBezTo>
                <a:cubicBezTo>
                  <a:pt x="2449397" y="3127261"/>
                  <a:pt x="2451424" y="3128453"/>
                  <a:pt x="2453523" y="3128453"/>
                </a:cubicBezTo>
                <a:cubicBezTo>
                  <a:pt x="2454341" y="3128453"/>
                  <a:pt x="2455159" y="3128275"/>
                  <a:pt x="2455941" y="3127901"/>
                </a:cubicBezTo>
                <a:close/>
                <a:moveTo>
                  <a:pt x="2894759" y="2967233"/>
                </a:moveTo>
                <a:cubicBezTo>
                  <a:pt x="2897070" y="2966078"/>
                  <a:pt x="2898029" y="2963286"/>
                  <a:pt x="2896892" y="2960958"/>
                </a:cubicBezTo>
                <a:cubicBezTo>
                  <a:pt x="2895755" y="2958628"/>
                  <a:pt x="2892945" y="2957686"/>
                  <a:pt x="2890634" y="2958824"/>
                </a:cubicBezTo>
                <a:cubicBezTo>
                  <a:pt x="2888305" y="2959962"/>
                  <a:pt x="2887344" y="2962771"/>
                  <a:pt x="2888501" y="2965099"/>
                </a:cubicBezTo>
                <a:cubicBezTo>
                  <a:pt x="2889300" y="2966753"/>
                  <a:pt x="2890972" y="2967713"/>
                  <a:pt x="2892696" y="2967713"/>
                </a:cubicBezTo>
                <a:cubicBezTo>
                  <a:pt x="2893389" y="2967713"/>
                  <a:pt x="2894101" y="2967554"/>
                  <a:pt x="2894759" y="2967233"/>
                </a:cubicBezTo>
                <a:close/>
                <a:moveTo>
                  <a:pt x="1939304" y="3320234"/>
                </a:moveTo>
                <a:cubicBezTo>
                  <a:pt x="1942326" y="3319522"/>
                  <a:pt x="1944193" y="3316482"/>
                  <a:pt x="1943481" y="3313461"/>
                </a:cubicBezTo>
                <a:cubicBezTo>
                  <a:pt x="1942753" y="3310437"/>
                  <a:pt x="1939730" y="3308571"/>
                  <a:pt x="1936690" y="3309282"/>
                </a:cubicBezTo>
                <a:cubicBezTo>
                  <a:pt x="1933668" y="3309993"/>
                  <a:pt x="1931801" y="3313033"/>
                  <a:pt x="1932513" y="3316055"/>
                </a:cubicBezTo>
                <a:cubicBezTo>
                  <a:pt x="1933134" y="3318652"/>
                  <a:pt x="1935446" y="3320393"/>
                  <a:pt x="1937988" y="3320394"/>
                </a:cubicBezTo>
                <a:cubicBezTo>
                  <a:pt x="1938415" y="3320394"/>
                  <a:pt x="1938858" y="3320340"/>
                  <a:pt x="1939304" y="3320234"/>
                </a:cubicBezTo>
                <a:close/>
                <a:moveTo>
                  <a:pt x="4787290" y="2275527"/>
                </a:moveTo>
                <a:cubicBezTo>
                  <a:pt x="4792552" y="2275527"/>
                  <a:pt x="4797406" y="2272131"/>
                  <a:pt x="4799023" y="2266834"/>
                </a:cubicBezTo>
                <a:cubicBezTo>
                  <a:pt x="4801014" y="2260362"/>
                  <a:pt x="4797352" y="2253499"/>
                  <a:pt x="4790882" y="2251526"/>
                </a:cubicBezTo>
                <a:cubicBezTo>
                  <a:pt x="4784409" y="2249534"/>
                  <a:pt x="4777547" y="2253179"/>
                  <a:pt x="4775554" y="2259668"/>
                </a:cubicBezTo>
                <a:cubicBezTo>
                  <a:pt x="4773583" y="2266140"/>
                  <a:pt x="4777226" y="2273003"/>
                  <a:pt x="4783698" y="2274993"/>
                </a:cubicBezTo>
                <a:cubicBezTo>
                  <a:pt x="4784907" y="2275349"/>
                  <a:pt x="4786115" y="2275527"/>
                  <a:pt x="4787290" y="2275527"/>
                </a:cubicBezTo>
                <a:close/>
                <a:moveTo>
                  <a:pt x="4493049" y="2386397"/>
                </a:moveTo>
                <a:cubicBezTo>
                  <a:pt x="4497156" y="2386397"/>
                  <a:pt x="4501034" y="2383942"/>
                  <a:pt x="4502666" y="2379907"/>
                </a:cubicBezTo>
                <a:cubicBezTo>
                  <a:pt x="4504818" y="2374591"/>
                  <a:pt x="4502240" y="2368547"/>
                  <a:pt x="4496924" y="2366413"/>
                </a:cubicBezTo>
                <a:cubicBezTo>
                  <a:pt x="4491611" y="2364262"/>
                  <a:pt x="4485564" y="2366822"/>
                  <a:pt x="4483433" y="2372138"/>
                </a:cubicBezTo>
                <a:cubicBezTo>
                  <a:pt x="4481279" y="2377454"/>
                  <a:pt x="4483857" y="2383499"/>
                  <a:pt x="4489173" y="2385632"/>
                </a:cubicBezTo>
                <a:cubicBezTo>
                  <a:pt x="4490436" y="2386148"/>
                  <a:pt x="4491752" y="2386397"/>
                  <a:pt x="4493049" y="2386397"/>
                </a:cubicBezTo>
                <a:close/>
                <a:moveTo>
                  <a:pt x="2372539" y="3166642"/>
                </a:moveTo>
                <a:cubicBezTo>
                  <a:pt x="2375366" y="3165362"/>
                  <a:pt x="2376629" y="3162019"/>
                  <a:pt x="2375348" y="3159192"/>
                </a:cubicBezTo>
                <a:cubicBezTo>
                  <a:pt x="2374069" y="3156383"/>
                  <a:pt x="2370744" y="3155104"/>
                  <a:pt x="2367900" y="3156383"/>
                </a:cubicBezTo>
                <a:cubicBezTo>
                  <a:pt x="2365090" y="3157663"/>
                  <a:pt x="2363809" y="3161006"/>
                  <a:pt x="2365090" y="3163833"/>
                </a:cubicBezTo>
                <a:cubicBezTo>
                  <a:pt x="2366033" y="3165913"/>
                  <a:pt x="2368077" y="3167140"/>
                  <a:pt x="2370228" y="3167140"/>
                </a:cubicBezTo>
                <a:cubicBezTo>
                  <a:pt x="2371011" y="3167140"/>
                  <a:pt x="2371794" y="3166979"/>
                  <a:pt x="2372539" y="3166642"/>
                </a:cubicBezTo>
                <a:close/>
                <a:moveTo>
                  <a:pt x="4638890" y="2337007"/>
                </a:moveTo>
                <a:cubicBezTo>
                  <a:pt x="4643405" y="2337007"/>
                  <a:pt x="4647692" y="2334269"/>
                  <a:pt x="4649433" y="2329806"/>
                </a:cubicBezTo>
                <a:cubicBezTo>
                  <a:pt x="4651726" y="2323993"/>
                  <a:pt x="4648846" y="2317431"/>
                  <a:pt x="4643031" y="2315139"/>
                </a:cubicBezTo>
                <a:cubicBezTo>
                  <a:pt x="4637219" y="2312863"/>
                  <a:pt x="4630640" y="2315725"/>
                  <a:pt x="4628363" y="2321557"/>
                </a:cubicBezTo>
                <a:cubicBezTo>
                  <a:pt x="4626071" y="2327370"/>
                  <a:pt x="4628952" y="2333931"/>
                  <a:pt x="4634764" y="2336224"/>
                </a:cubicBezTo>
                <a:cubicBezTo>
                  <a:pt x="4636116" y="2336758"/>
                  <a:pt x="4637518" y="2337007"/>
                  <a:pt x="4638890" y="2337007"/>
                </a:cubicBezTo>
                <a:close/>
                <a:moveTo>
                  <a:pt x="7203281" y="1396343"/>
                </a:moveTo>
                <a:cubicBezTo>
                  <a:pt x="7211619" y="1396200"/>
                  <a:pt x="7218251" y="1389302"/>
                  <a:pt x="7218108" y="1380964"/>
                </a:cubicBezTo>
                <a:cubicBezTo>
                  <a:pt x="7217948" y="1372626"/>
                  <a:pt x="7211067" y="1365976"/>
                  <a:pt x="7202712" y="1366136"/>
                </a:cubicBezTo>
                <a:cubicBezTo>
                  <a:pt x="7198543" y="1366207"/>
                  <a:pt x="7194801" y="1367963"/>
                  <a:pt x="7192118" y="1370746"/>
                </a:cubicBezTo>
                <a:lnTo>
                  <a:pt x="7187887" y="1381505"/>
                </a:lnTo>
                <a:lnTo>
                  <a:pt x="7192420" y="1392014"/>
                </a:lnTo>
                <a:cubicBezTo>
                  <a:pt x="7195152" y="1394694"/>
                  <a:pt x="7198889" y="1396343"/>
                  <a:pt x="7202996" y="1396343"/>
                </a:cubicBezTo>
                <a:cubicBezTo>
                  <a:pt x="7203085" y="1396343"/>
                  <a:pt x="7203173" y="1396343"/>
                  <a:pt x="7203281" y="1396343"/>
                </a:cubicBezTo>
                <a:close/>
                <a:moveTo>
                  <a:pt x="2813314" y="3008214"/>
                </a:moveTo>
                <a:cubicBezTo>
                  <a:pt x="2815625" y="3007023"/>
                  <a:pt x="2816531" y="3004195"/>
                  <a:pt x="2815340" y="3001903"/>
                </a:cubicBezTo>
                <a:cubicBezTo>
                  <a:pt x="2814167" y="2999609"/>
                  <a:pt x="2811339" y="2998702"/>
                  <a:pt x="2809046" y="2999875"/>
                </a:cubicBezTo>
                <a:cubicBezTo>
                  <a:pt x="2806735" y="3001049"/>
                  <a:pt x="2805829" y="3003875"/>
                  <a:pt x="2807019" y="3006186"/>
                </a:cubicBezTo>
                <a:cubicBezTo>
                  <a:pt x="2807856" y="3007787"/>
                  <a:pt x="2809491" y="3008729"/>
                  <a:pt x="2811180" y="3008729"/>
                </a:cubicBezTo>
                <a:cubicBezTo>
                  <a:pt x="2811909" y="3008729"/>
                  <a:pt x="2812638" y="3008551"/>
                  <a:pt x="2813314" y="3008214"/>
                </a:cubicBezTo>
                <a:close/>
                <a:moveTo>
                  <a:pt x="2028376" y="3296765"/>
                </a:moveTo>
                <a:cubicBezTo>
                  <a:pt x="2031363" y="3295912"/>
                  <a:pt x="2033088" y="3292783"/>
                  <a:pt x="2032234" y="3289797"/>
                </a:cubicBezTo>
                <a:cubicBezTo>
                  <a:pt x="2031363" y="3286810"/>
                  <a:pt x="2028234" y="3285085"/>
                  <a:pt x="2025247" y="3285956"/>
                </a:cubicBezTo>
                <a:cubicBezTo>
                  <a:pt x="2022260" y="3286827"/>
                  <a:pt x="2020535" y="3289938"/>
                  <a:pt x="2021407" y="3292925"/>
                </a:cubicBezTo>
                <a:cubicBezTo>
                  <a:pt x="2022118" y="3295379"/>
                  <a:pt x="2024376" y="3296979"/>
                  <a:pt x="2026812" y="3296979"/>
                </a:cubicBezTo>
                <a:cubicBezTo>
                  <a:pt x="2027327" y="3296979"/>
                  <a:pt x="2027860" y="3296908"/>
                  <a:pt x="2028376" y="3296765"/>
                </a:cubicBezTo>
                <a:close/>
                <a:moveTo>
                  <a:pt x="3495009" y="2760038"/>
                </a:moveTo>
                <a:cubicBezTo>
                  <a:pt x="3497553" y="2759629"/>
                  <a:pt x="3499295" y="2757211"/>
                  <a:pt x="3498868" y="2754669"/>
                </a:cubicBezTo>
                <a:cubicBezTo>
                  <a:pt x="3498459" y="2752109"/>
                  <a:pt x="3496042" y="2750384"/>
                  <a:pt x="3493499" y="2750793"/>
                </a:cubicBezTo>
                <a:cubicBezTo>
                  <a:pt x="3490938" y="2751220"/>
                  <a:pt x="3489214" y="2753619"/>
                  <a:pt x="3489624" y="2756179"/>
                </a:cubicBezTo>
                <a:cubicBezTo>
                  <a:pt x="3489996" y="2758473"/>
                  <a:pt x="3491988" y="2760109"/>
                  <a:pt x="3494245" y="2760110"/>
                </a:cubicBezTo>
                <a:cubicBezTo>
                  <a:pt x="3494495" y="2760110"/>
                  <a:pt x="3494743" y="2760073"/>
                  <a:pt x="3495009" y="2760038"/>
                </a:cubicBezTo>
                <a:close/>
                <a:moveTo>
                  <a:pt x="3740021" y="2670220"/>
                </a:moveTo>
                <a:cubicBezTo>
                  <a:pt x="3743134" y="2670131"/>
                  <a:pt x="3745586" y="2667553"/>
                  <a:pt x="3745516" y="2664441"/>
                </a:cubicBezTo>
                <a:cubicBezTo>
                  <a:pt x="3745426" y="2661330"/>
                  <a:pt x="3742848" y="2658876"/>
                  <a:pt x="3739739" y="2658965"/>
                </a:cubicBezTo>
                <a:cubicBezTo>
                  <a:pt x="3736627" y="2659036"/>
                  <a:pt x="3734173" y="2661632"/>
                  <a:pt x="3734262" y="2664725"/>
                </a:cubicBezTo>
                <a:cubicBezTo>
                  <a:pt x="3734333" y="2667801"/>
                  <a:pt x="3736839" y="2670220"/>
                  <a:pt x="3739879" y="2670219"/>
                </a:cubicBezTo>
                <a:close/>
                <a:moveTo>
                  <a:pt x="5383790" y="2067674"/>
                </a:moveTo>
                <a:cubicBezTo>
                  <a:pt x="5391489" y="2066323"/>
                  <a:pt x="5396644" y="2058980"/>
                  <a:pt x="5395293" y="2051282"/>
                </a:cubicBezTo>
                <a:cubicBezTo>
                  <a:pt x="5393944" y="2043566"/>
                  <a:pt x="5386598" y="2038428"/>
                  <a:pt x="5378902" y="2039779"/>
                </a:cubicBezTo>
                <a:cubicBezTo>
                  <a:pt x="5371184" y="2041130"/>
                  <a:pt x="5366048" y="2048473"/>
                  <a:pt x="5367397" y="2056171"/>
                </a:cubicBezTo>
                <a:cubicBezTo>
                  <a:pt x="5368589" y="2063052"/>
                  <a:pt x="5374580" y="2067888"/>
                  <a:pt x="5381318" y="2067887"/>
                </a:cubicBezTo>
                <a:cubicBezTo>
                  <a:pt x="5382137" y="2067887"/>
                  <a:pt x="5382955" y="2067817"/>
                  <a:pt x="5383790" y="2067674"/>
                </a:cubicBezTo>
                <a:close/>
                <a:moveTo>
                  <a:pt x="2288250" y="3203515"/>
                </a:moveTo>
                <a:cubicBezTo>
                  <a:pt x="2291113" y="3202306"/>
                  <a:pt x="2292463" y="3198999"/>
                  <a:pt x="2291255" y="3196138"/>
                </a:cubicBezTo>
                <a:cubicBezTo>
                  <a:pt x="2290046" y="3193257"/>
                  <a:pt x="2286740" y="3191923"/>
                  <a:pt x="2283876" y="3193132"/>
                </a:cubicBezTo>
                <a:cubicBezTo>
                  <a:pt x="2281013" y="3194342"/>
                  <a:pt x="2279663" y="3197630"/>
                  <a:pt x="2280872" y="3200492"/>
                </a:cubicBezTo>
                <a:cubicBezTo>
                  <a:pt x="2281779" y="3202644"/>
                  <a:pt x="2283876" y="3203942"/>
                  <a:pt x="2286063" y="3203942"/>
                </a:cubicBezTo>
                <a:cubicBezTo>
                  <a:pt x="2286792" y="3203941"/>
                  <a:pt x="2287539" y="3203800"/>
                  <a:pt x="2288250" y="3203515"/>
                </a:cubicBezTo>
                <a:close/>
                <a:moveTo>
                  <a:pt x="2116257" y="3269173"/>
                </a:moveTo>
                <a:cubicBezTo>
                  <a:pt x="2119207" y="3268177"/>
                  <a:pt x="2120791" y="3264977"/>
                  <a:pt x="2119795" y="3262043"/>
                </a:cubicBezTo>
                <a:cubicBezTo>
                  <a:pt x="2118799" y="3259092"/>
                  <a:pt x="2115599" y="3257510"/>
                  <a:pt x="2112647" y="3258505"/>
                </a:cubicBezTo>
                <a:cubicBezTo>
                  <a:pt x="2109715" y="3259501"/>
                  <a:pt x="2108132" y="3262683"/>
                  <a:pt x="2109128" y="3265635"/>
                </a:cubicBezTo>
                <a:cubicBezTo>
                  <a:pt x="2109910" y="3267981"/>
                  <a:pt x="2112115" y="3269475"/>
                  <a:pt x="2114461" y="3269475"/>
                </a:cubicBezTo>
                <a:cubicBezTo>
                  <a:pt x="2115049" y="3269475"/>
                  <a:pt x="2115671" y="3269368"/>
                  <a:pt x="2116257" y="3269173"/>
                </a:cubicBezTo>
                <a:close/>
                <a:moveTo>
                  <a:pt x="2202875" y="3237917"/>
                </a:moveTo>
                <a:cubicBezTo>
                  <a:pt x="2205792" y="3236797"/>
                  <a:pt x="2207231" y="3233544"/>
                  <a:pt x="2206129" y="3230646"/>
                </a:cubicBezTo>
                <a:cubicBezTo>
                  <a:pt x="2205010" y="3227748"/>
                  <a:pt x="2201756" y="3226290"/>
                  <a:pt x="2198857" y="3227410"/>
                </a:cubicBezTo>
                <a:cubicBezTo>
                  <a:pt x="2195960" y="3228513"/>
                  <a:pt x="2194502" y="3231766"/>
                  <a:pt x="2195605" y="3234682"/>
                </a:cubicBezTo>
                <a:cubicBezTo>
                  <a:pt x="2196475" y="3236903"/>
                  <a:pt x="2198609" y="3238290"/>
                  <a:pt x="2200867" y="3238290"/>
                </a:cubicBezTo>
                <a:cubicBezTo>
                  <a:pt x="2201543" y="3238290"/>
                  <a:pt x="2202218" y="3238167"/>
                  <a:pt x="2202875" y="3237917"/>
                </a:cubicBezTo>
                <a:close/>
                <a:moveTo>
                  <a:pt x="7939700" y="1136433"/>
                </a:moveTo>
                <a:cubicBezTo>
                  <a:pt x="7947114" y="1136433"/>
                  <a:pt x="7954065" y="1131793"/>
                  <a:pt x="7956643" y="1124396"/>
                </a:cubicBezTo>
                <a:cubicBezTo>
                  <a:pt x="7959915" y="1115027"/>
                  <a:pt x="7954972" y="1104786"/>
                  <a:pt x="7945620" y="1101515"/>
                </a:cubicBezTo>
                <a:cubicBezTo>
                  <a:pt x="7936251" y="1098244"/>
                  <a:pt x="7926011" y="1103187"/>
                  <a:pt x="7922738" y="1112556"/>
                </a:cubicBezTo>
                <a:cubicBezTo>
                  <a:pt x="7919485" y="1121908"/>
                  <a:pt x="7924410" y="1132148"/>
                  <a:pt x="7933780" y="1135419"/>
                </a:cubicBezTo>
                <a:cubicBezTo>
                  <a:pt x="7935735" y="1136113"/>
                  <a:pt x="7937727" y="1136433"/>
                  <a:pt x="7939700" y="1136433"/>
                </a:cubicBezTo>
                <a:close/>
                <a:moveTo>
                  <a:pt x="2732472" y="3050403"/>
                </a:moveTo>
                <a:cubicBezTo>
                  <a:pt x="2734749" y="3049194"/>
                  <a:pt x="2735619" y="3046367"/>
                  <a:pt x="2734429" y="3044073"/>
                </a:cubicBezTo>
                <a:cubicBezTo>
                  <a:pt x="2733201" y="3041780"/>
                  <a:pt x="2730374" y="3040909"/>
                  <a:pt x="2728099" y="3042118"/>
                </a:cubicBezTo>
                <a:cubicBezTo>
                  <a:pt x="2725805" y="3043327"/>
                  <a:pt x="2724934" y="3046154"/>
                  <a:pt x="2726143" y="3048447"/>
                </a:cubicBezTo>
                <a:cubicBezTo>
                  <a:pt x="2726979" y="3050030"/>
                  <a:pt x="2728597" y="3050937"/>
                  <a:pt x="2730286" y="3050936"/>
                </a:cubicBezTo>
                <a:cubicBezTo>
                  <a:pt x="2731032" y="3050936"/>
                  <a:pt x="2731779" y="3050777"/>
                  <a:pt x="2732472" y="3050403"/>
                </a:cubicBezTo>
                <a:close/>
                <a:moveTo>
                  <a:pt x="8302621" y="1008229"/>
                </a:moveTo>
                <a:cubicBezTo>
                  <a:pt x="8310586" y="1008230"/>
                  <a:pt x="8318089" y="1003411"/>
                  <a:pt x="8321129" y="995536"/>
                </a:cubicBezTo>
                <a:cubicBezTo>
                  <a:pt x="8325112" y="985312"/>
                  <a:pt x="8320027" y="973809"/>
                  <a:pt x="8309804" y="969845"/>
                </a:cubicBezTo>
                <a:cubicBezTo>
                  <a:pt x="8299581" y="965881"/>
                  <a:pt x="8288078" y="970965"/>
                  <a:pt x="8284113" y="981188"/>
                </a:cubicBezTo>
                <a:cubicBezTo>
                  <a:pt x="8280149" y="991411"/>
                  <a:pt x="8285234" y="1002913"/>
                  <a:pt x="8295456" y="1006879"/>
                </a:cubicBezTo>
                <a:cubicBezTo>
                  <a:pt x="8297803" y="1007785"/>
                  <a:pt x="8300239" y="1008230"/>
                  <a:pt x="8302621" y="1008229"/>
                </a:cubicBezTo>
                <a:close/>
                <a:moveTo>
                  <a:pt x="5034488" y="2207754"/>
                </a:moveTo>
                <a:cubicBezTo>
                  <a:pt x="5041260" y="2207754"/>
                  <a:pt x="5047023" y="2202581"/>
                  <a:pt x="5047644" y="2195718"/>
                </a:cubicBezTo>
                <a:cubicBezTo>
                  <a:pt x="5048284" y="2188429"/>
                  <a:pt x="5042914" y="2182011"/>
                  <a:pt x="5035661" y="2181370"/>
                </a:cubicBezTo>
                <a:cubicBezTo>
                  <a:pt x="5028388" y="2180713"/>
                  <a:pt x="5021972" y="2186082"/>
                  <a:pt x="5021312" y="2193353"/>
                </a:cubicBezTo>
                <a:cubicBezTo>
                  <a:pt x="5020656" y="2200625"/>
                  <a:pt x="5026025" y="2207043"/>
                  <a:pt x="5033297" y="2207701"/>
                </a:cubicBezTo>
                <a:cubicBezTo>
                  <a:pt x="5033705" y="2207736"/>
                  <a:pt x="5034097" y="2207754"/>
                  <a:pt x="5034488" y="2207754"/>
                </a:cubicBezTo>
                <a:close/>
                <a:moveTo>
                  <a:pt x="3580064" y="2743859"/>
                </a:moveTo>
                <a:lnTo>
                  <a:pt x="3580074" y="2743849"/>
                </a:lnTo>
                <a:lnTo>
                  <a:pt x="3580065" y="2743841"/>
                </a:lnTo>
                <a:close/>
                <a:moveTo>
                  <a:pt x="5479727" y="2048526"/>
                </a:moveTo>
                <a:cubicBezTo>
                  <a:pt x="5487371" y="2046820"/>
                  <a:pt x="5492172" y="2039246"/>
                  <a:pt x="5490464" y="2031619"/>
                </a:cubicBezTo>
                <a:cubicBezTo>
                  <a:pt x="5488775" y="2023973"/>
                  <a:pt x="5481201" y="2019173"/>
                  <a:pt x="5473575" y="2020862"/>
                </a:cubicBezTo>
                <a:cubicBezTo>
                  <a:pt x="5465928" y="2022569"/>
                  <a:pt x="5461111" y="2030143"/>
                  <a:pt x="5462818" y="2037770"/>
                </a:cubicBezTo>
                <a:cubicBezTo>
                  <a:pt x="5464292" y="2044366"/>
                  <a:pt x="5470142" y="2048864"/>
                  <a:pt x="5476632" y="2048864"/>
                </a:cubicBezTo>
                <a:cubicBezTo>
                  <a:pt x="5477645" y="2048864"/>
                  <a:pt x="5478693" y="2048757"/>
                  <a:pt x="5479727" y="2048526"/>
                </a:cubicBezTo>
                <a:close/>
                <a:moveTo>
                  <a:pt x="3585204" y="2748055"/>
                </a:moveTo>
                <a:cubicBezTo>
                  <a:pt x="3587781" y="2747788"/>
                  <a:pt x="3589648" y="2745494"/>
                  <a:pt x="3589382" y="2742917"/>
                </a:cubicBezTo>
                <a:cubicBezTo>
                  <a:pt x="3589132" y="2740356"/>
                  <a:pt x="3586821" y="2738472"/>
                  <a:pt x="3584262" y="2738739"/>
                </a:cubicBezTo>
                <a:lnTo>
                  <a:pt x="3580074" y="2743849"/>
                </a:lnTo>
                <a:lnTo>
                  <a:pt x="3584721" y="2748054"/>
                </a:lnTo>
                <a:cubicBezTo>
                  <a:pt x="3584882" y="2748054"/>
                  <a:pt x="3585044" y="2748054"/>
                  <a:pt x="3585204" y="2748055"/>
                </a:cubicBezTo>
                <a:close/>
                <a:moveTo>
                  <a:pt x="2651952" y="3093304"/>
                </a:moveTo>
                <a:cubicBezTo>
                  <a:pt x="2654228" y="3092077"/>
                  <a:pt x="2655099" y="3089232"/>
                  <a:pt x="2653873" y="3086956"/>
                </a:cubicBezTo>
                <a:cubicBezTo>
                  <a:pt x="2652645" y="3084681"/>
                  <a:pt x="2649819" y="3083809"/>
                  <a:pt x="2647543" y="3085036"/>
                </a:cubicBezTo>
                <a:cubicBezTo>
                  <a:pt x="2645250" y="3086263"/>
                  <a:pt x="2644396" y="3089090"/>
                  <a:pt x="2645622" y="3091384"/>
                </a:cubicBezTo>
                <a:cubicBezTo>
                  <a:pt x="2646458" y="3092948"/>
                  <a:pt x="2648076" y="3093855"/>
                  <a:pt x="2649747" y="3093855"/>
                </a:cubicBezTo>
                <a:cubicBezTo>
                  <a:pt x="2650494" y="3093855"/>
                  <a:pt x="2651258" y="3093677"/>
                  <a:pt x="2651952" y="3093304"/>
                </a:cubicBezTo>
                <a:close/>
                <a:moveTo>
                  <a:pt x="7563627" y="1291679"/>
                </a:moveTo>
                <a:cubicBezTo>
                  <a:pt x="7566436" y="1289385"/>
                  <a:pt x="7568485" y="1286132"/>
                  <a:pt x="7569223" y="1282292"/>
                </a:cubicBezTo>
                <a:cubicBezTo>
                  <a:pt x="7570913" y="1273580"/>
                  <a:pt x="7565204" y="1265152"/>
                  <a:pt x="7556494" y="1263481"/>
                </a:cubicBezTo>
                <a:cubicBezTo>
                  <a:pt x="7547782" y="1261792"/>
                  <a:pt x="7539372" y="1267499"/>
                  <a:pt x="7537683" y="1276211"/>
                </a:cubicBezTo>
                <a:cubicBezTo>
                  <a:pt x="7536012" y="1284922"/>
                  <a:pt x="7541702" y="1293332"/>
                  <a:pt x="7550432" y="1295021"/>
                </a:cubicBezTo>
                <a:cubicBezTo>
                  <a:pt x="7551444" y="1295216"/>
                  <a:pt x="7552476" y="1295305"/>
                  <a:pt x="7553472" y="1295305"/>
                </a:cubicBezTo>
                <a:cubicBezTo>
                  <a:pt x="7557250" y="1295305"/>
                  <a:pt x="7560818" y="1293972"/>
                  <a:pt x="7563627" y="1291679"/>
                </a:cubicBezTo>
                <a:close/>
                <a:moveTo>
                  <a:pt x="3168429" y="2904172"/>
                </a:moveTo>
                <a:cubicBezTo>
                  <a:pt x="3170368" y="2903496"/>
                  <a:pt x="3171381" y="2901345"/>
                  <a:pt x="3170705" y="2899407"/>
                </a:cubicBezTo>
                <a:cubicBezTo>
                  <a:pt x="3169994" y="2897470"/>
                  <a:pt x="3167861" y="2896456"/>
                  <a:pt x="3165923" y="2897150"/>
                </a:cubicBezTo>
                <a:cubicBezTo>
                  <a:pt x="3163985" y="2897843"/>
                  <a:pt x="3162971" y="2899976"/>
                  <a:pt x="3163665" y="2901914"/>
                </a:cubicBezTo>
                <a:cubicBezTo>
                  <a:pt x="3164216" y="2903443"/>
                  <a:pt x="3165638" y="2904403"/>
                  <a:pt x="3167167" y="2904404"/>
                </a:cubicBezTo>
                <a:cubicBezTo>
                  <a:pt x="3167595" y="2904403"/>
                  <a:pt x="3168020" y="2904332"/>
                  <a:pt x="3168429" y="2904172"/>
                </a:cubicBezTo>
                <a:close/>
                <a:moveTo>
                  <a:pt x="3084014" y="2936742"/>
                </a:moveTo>
                <a:cubicBezTo>
                  <a:pt x="3085935" y="2935943"/>
                  <a:pt x="3086843" y="2933774"/>
                  <a:pt x="3086060" y="2931854"/>
                </a:cubicBezTo>
                <a:cubicBezTo>
                  <a:pt x="3085260" y="2929951"/>
                  <a:pt x="3083091" y="2929044"/>
                  <a:pt x="3081188" y="2929826"/>
                </a:cubicBezTo>
                <a:cubicBezTo>
                  <a:pt x="3079268" y="2930610"/>
                  <a:pt x="3078361" y="2932795"/>
                  <a:pt x="3079144" y="2934698"/>
                </a:cubicBezTo>
                <a:cubicBezTo>
                  <a:pt x="3079749" y="2936139"/>
                  <a:pt x="3081135" y="2937010"/>
                  <a:pt x="3082611" y="2937010"/>
                </a:cubicBezTo>
                <a:cubicBezTo>
                  <a:pt x="3083073" y="2937010"/>
                  <a:pt x="3083553" y="2936921"/>
                  <a:pt x="3084014" y="2936742"/>
                </a:cubicBezTo>
                <a:close/>
                <a:moveTo>
                  <a:pt x="6578245" y="1655222"/>
                </a:moveTo>
                <a:cubicBezTo>
                  <a:pt x="6585623" y="1652607"/>
                  <a:pt x="6589499" y="1644519"/>
                  <a:pt x="6586886" y="1637158"/>
                </a:cubicBezTo>
                <a:cubicBezTo>
                  <a:pt x="6584272" y="1629780"/>
                  <a:pt x="6576184" y="1625904"/>
                  <a:pt x="6568803" y="1628518"/>
                </a:cubicBezTo>
                <a:cubicBezTo>
                  <a:pt x="6561426" y="1631131"/>
                  <a:pt x="6557568" y="1639220"/>
                  <a:pt x="6560164" y="1646599"/>
                </a:cubicBezTo>
                <a:cubicBezTo>
                  <a:pt x="6562227" y="1652412"/>
                  <a:pt x="6567702" y="1656039"/>
                  <a:pt x="6573534" y="1656039"/>
                </a:cubicBezTo>
                <a:cubicBezTo>
                  <a:pt x="6575097" y="1656039"/>
                  <a:pt x="6576698" y="1655773"/>
                  <a:pt x="6578245" y="1655222"/>
                </a:cubicBezTo>
                <a:close/>
                <a:moveTo>
                  <a:pt x="6487324" y="1688646"/>
                </a:moveTo>
                <a:cubicBezTo>
                  <a:pt x="6494631" y="1685854"/>
                  <a:pt x="6498311" y="1677676"/>
                  <a:pt x="6495537" y="1670369"/>
                </a:cubicBezTo>
                <a:cubicBezTo>
                  <a:pt x="6492746" y="1663062"/>
                  <a:pt x="6484568" y="1659382"/>
                  <a:pt x="6477261" y="1662156"/>
                </a:cubicBezTo>
                <a:cubicBezTo>
                  <a:pt x="6469954" y="1664946"/>
                  <a:pt x="6466272" y="1673125"/>
                  <a:pt x="6469047" y="1680432"/>
                </a:cubicBezTo>
                <a:cubicBezTo>
                  <a:pt x="6471199" y="1686086"/>
                  <a:pt x="6476585" y="1689570"/>
                  <a:pt x="6482293" y="1689570"/>
                </a:cubicBezTo>
                <a:cubicBezTo>
                  <a:pt x="6483964" y="1689569"/>
                  <a:pt x="6485670" y="1689269"/>
                  <a:pt x="6487324" y="1688646"/>
                </a:cubicBezTo>
                <a:close/>
                <a:moveTo>
                  <a:pt x="3254408" y="2876028"/>
                </a:moveTo>
                <a:cubicBezTo>
                  <a:pt x="3256382" y="2875441"/>
                  <a:pt x="3257502" y="2873361"/>
                  <a:pt x="3256915" y="2871387"/>
                </a:cubicBezTo>
                <a:cubicBezTo>
                  <a:pt x="3256328" y="2869396"/>
                  <a:pt x="3254249" y="2868276"/>
                  <a:pt x="3252275" y="2868881"/>
                </a:cubicBezTo>
                <a:cubicBezTo>
                  <a:pt x="3250301" y="2869468"/>
                  <a:pt x="3249163" y="2871548"/>
                  <a:pt x="3249750" y="2873522"/>
                </a:cubicBezTo>
                <a:cubicBezTo>
                  <a:pt x="3250248" y="2875139"/>
                  <a:pt x="3251724" y="2876188"/>
                  <a:pt x="3253341" y="2876188"/>
                </a:cubicBezTo>
                <a:cubicBezTo>
                  <a:pt x="3253697" y="2876188"/>
                  <a:pt x="3254052" y="2876134"/>
                  <a:pt x="3254408" y="2876028"/>
                </a:cubicBezTo>
                <a:close/>
                <a:moveTo>
                  <a:pt x="5574681" y="2025360"/>
                </a:moveTo>
                <a:cubicBezTo>
                  <a:pt x="5582256" y="2023369"/>
                  <a:pt x="5586755" y="2015617"/>
                  <a:pt x="5584762" y="2008061"/>
                </a:cubicBezTo>
                <a:cubicBezTo>
                  <a:pt x="5582773" y="2000487"/>
                  <a:pt x="5575021" y="1995972"/>
                  <a:pt x="5567463" y="1997981"/>
                </a:cubicBezTo>
                <a:cubicBezTo>
                  <a:pt x="5559889" y="1999971"/>
                  <a:pt x="5555374" y="2007723"/>
                  <a:pt x="5557365" y="2015280"/>
                </a:cubicBezTo>
                <a:cubicBezTo>
                  <a:pt x="5559056" y="2021645"/>
                  <a:pt x="5564780" y="2025840"/>
                  <a:pt x="5571073" y="2025840"/>
                </a:cubicBezTo>
                <a:cubicBezTo>
                  <a:pt x="5572264" y="2025840"/>
                  <a:pt x="5573473" y="2025681"/>
                  <a:pt x="5574681" y="2025360"/>
                </a:cubicBezTo>
                <a:close/>
                <a:moveTo>
                  <a:pt x="6396989" y="1723919"/>
                </a:moveTo>
                <a:cubicBezTo>
                  <a:pt x="6404260" y="1721021"/>
                  <a:pt x="6407799" y="1712790"/>
                  <a:pt x="6404900" y="1705518"/>
                </a:cubicBezTo>
                <a:cubicBezTo>
                  <a:pt x="6402003" y="1698247"/>
                  <a:pt x="6393771" y="1694708"/>
                  <a:pt x="6386499" y="1697606"/>
                </a:cubicBezTo>
                <a:cubicBezTo>
                  <a:pt x="6379246" y="1700504"/>
                  <a:pt x="6375690" y="1708736"/>
                  <a:pt x="6378588" y="1716007"/>
                </a:cubicBezTo>
                <a:cubicBezTo>
                  <a:pt x="6380792" y="1721554"/>
                  <a:pt x="6386126" y="1724933"/>
                  <a:pt x="6391763" y="1724932"/>
                </a:cubicBezTo>
                <a:cubicBezTo>
                  <a:pt x="6393504" y="1724932"/>
                  <a:pt x="6395283" y="1724594"/>
                  <a:pt x="6396989" y="1723919"/>
                </a:cubicBezTo>
                <a:close/>
                <a:moveTo>
                  <a:pt x="3986402" y="2608597"/>
                </a:moveTo>
                <a:cubicBezTo>
                  <a:pt x="3989638" y="2608597"/>
                  <a:pt x="3992464" y="2606215"/>
                  <a:pt x="3992926" y="2602925"/>
                </a:cubicBezTo>
                <a:cubicBezTo>
                  <a:pt x="3993425" y="2599316"/>
                  <a:pt x="3990901" y="2596009"/>
                  <a:pt x="3987309" y="2595511"/>
                </a:cubicBezTo>
                <a:cubicBezTo>
                  <a:pt x="3983701" y="2595014"/>
                  <a:pt x="3980376" y="2597521"/>
                  <a:pt x="3979896" y="2601111"/>
                </a:cubicBezTo>
                <a:cubicBezTo>
                  <a:pt x="3979397" y="2604721"/>
                  <a:pt x="3981905" y="2608045"/>
                  <a:pt x="3985496" y="2608543"/>
                </a:cubicBezTo>
                <a:cubicBezTo>
                  <a:pt x="3985799" y="2608579"/>
                  <a:pt x="3986099" y="2608597"/>
                  <a:pt x="3986402" y="2608597"/>
                </a:cubicBezTo>
                <a:close/>
                <a:moveTo>
                  <a:pt x="6669948" y="1624251"/>
                </a:moveTo>
                <a:cubicBezTo>
                  <a:pt x="6677398" y="1621868"/>
                  <a:pt x="6681488" y="1613886"/>
                  <a:pt x="6679105" y="1606436"/>
                </a:cubicBezTo>
                <a:cubicBezTo>
                  <a:pt x="6676705" y="1598986"/>
                  <a:pt x="6668739" y="1594897"/>
                  <a:pt x="6661291" y="1597279"/>
                </a:cubicBezTo>
                <a:cubicBezTo>
                  <a:pt x="6653841" y="1599680"/>
                  <a:pt x="6649734" y="1607645"/>
                  <a:pt x="6652134" y="1615094"/>
                </a:cubicBezTo>
                <a:cubicBezTo>
                  <a:pt x="6654054" y="1621103"/>
                  <a:pt x="6659619" y="1624944"/>
                  <a:pt x="6665611" y="1624944"/>
                </a:cubicBezTo>
                <a:cubicBezTo>
                  <a:pt x="6667051" y="1624944"/>
                  <a:pt x="6668508" y="1624713"/>
                  <a:pt x="6669948" y="1624251"/>
                </a:cubicBezTo>
                <a:close/>
                <a:moveTo>
                  <a:pt x="4139033" y="2553910"/>
                </a:moveTo>
                <a:cubicBezTo>
                  <a:pt x="4142429" y="2553910"/>
                  <a:pt x="4145505" y="2551581"/>
                  <a:pt x="4146342" y="2548132"/>
                </a:cubicBezTo>
                <a:cubicBezTo>
                  <a:pt x="4147301" y="2544096"/>
                  <a:pt x="4144829" y="2540025"/>
                  <a:pt x="4140776" y="2539065"/>
                </a:cubicBezTo>
                <a:cubicBezTo>
                  <a:pt x="4136741" y="2538087"/>
                  <a:pt x="4132671" y="2540575"/>
                  <a:pt x="4131709" y="2544612"/>
                </a:cubicBezTo>
                <a:cubicBezTo>
                  <a:pt x="4130730" y="2548665"/>
                  <a:pt x="4133220" y="2552719"/>
                  <a:pt x="4137255" y="2553697"/>
                </a:cubicBezTo>
                <a:cubicBezTo>
                  <a:pt x="4137860" y="2553839"/>
                  <a:pt x="4138449" y="2553910"/>
                  <a:pt x="4139033" y="2553910"/>
                </a:cubicBezTo>
                <a:close/>
                <a:moveTo>
                  <a:pt x="3000952" y="2972692"/>
                </a:moveTo>
                <a:cubicBezTo>
                  <a:pt x="3002819" y="2971839"/>
                  <a:pt x="3003673" y="2969616"/>
                  <a:pt x="3002819" y="2967749"/>
                </a:cubicBezTo>
                <a:cubicBezTo>
                  <a:pt x="3001966" y="2965864"/>
                  <a:pt x="2999744" y="2965028"/>
                  <a:pt x="2997876" y="2965882"/>
                </a:cubicBezTo>
                <a:cubicBezTo>
                  <a:pt x="2996009" y="2966736"/>
                  <a:pt x="2995174" y="2968958"/>
                  <a:pt x="2996009" y="2970825"/>
                </a:cubicBezTo>
                <a:cubicBezTo>
                  <a:pt x="2996650" y="2972212"/>
                  <a:pt x="2998001" y="2973030"/>
                  <a:pt x="2999423" y="2973029"/>
                </a:cubicBezTo>
                <a:cubicBezTo>
                  <a:pt x="2999938" y="2973030"/>
                  <a:pt x="3000454" y="2972905"/>
                  <a:pt x="3000952" y="2972692"/>
                </a:cubicBezTo>
                <a:close/>
                <a:moveTo>
                  <a:pt x="6306850" y="1760135"/>
                </a:moveTo>
                <a:cubicBezTo>
                  <a:pt x="6314104" y="1757201"/>
                  <a:pt x="6317606" y="1748951"/>
                  <a:pt x="6314673" y="1741698"/>
                </a:cubicBezTo>
                <a:cubicBezTo>
                  <a:pt x="6311757" y="1734444"/>
                  <a:pt x="6303490" y="1730942"/>
                  <a:pt x="6296236" y="1733876"/>
                </a:cubicBezTo>
                <a:cubicBezTo>
                  <a:pt x="6288982" y="1736809"/>
                  <a:pt x="6285480" y="1745058"/>
                  <a:pt x="6288413" y="1752311"/>
                </a:cubicBezTo>
                <a:cubicBezTo>
                  <a:pt x="6290654" y="1757823"/>
                  <a:pt x="6295951" y="1761166"/>
                  <a:pt x="6301552" y="1761166"/>
                </a:cubicBezTo>
                <a:cubicBezTo>
                  <a:pt x="6303312" y="1761166"/>
                  <a:pt x="6305125" y="1760846"/>
                  <a:pt x="6306850" y="1760135"/>
                </a:cubicBezTo>
                <a:close/>
                <a:moveTo>
                  <a:pt x="7300798" y="1397711"/>
                </a:moveTo>
                <a:cubicBezTo>
                  <a:pt x="7308816" y="1397711"/>
                  <a:pt x="7315518" y="1391383"/>
                  <a:pt x="7315874" y="1383274"/>
                </a:cubicBezTo>
                <a:cubicBezTo>
                  <a:pt x="7316247" y="1374937"/>
                  <a:pt x="7309811" y="1367879"/>
                  <a:pt x="7301456" y="1367487"/>
                </a:cubicBezTo>
                <a:cubicBezTo>
                  <a:pt x="7293118" y="1367114"/>
                  <a:pt x="7286042" y="1373568"/>
                  <a:pt x="7285668" y="1381906"/>
                </a:cubicBezTo>
                <a:cubicBezTo>
                  <a:pt x="7285277" y="1390245"/>
                  <a:pt x="7291748" y="1397303"/>
                  <a:pt x="7300087" y="1397694"/>
                </a:cubicBezTo>
                <a:lnTo>
                  <a:pt x="7300104" y="1397694"/>
                </a:lnTo>
                <a:cubicBezTo>
                  <a:pt x="7300335" y="1397694"/>
                  <a:pt x="7300567" y="1397711"/>
                  <a:pt x="7300798" y="1397711"/>
                </a:cubicBezTo>
                <a:close/>
                <a:moveTo>
                  <a:pt x="3831727" y="2671215"/>
                </a:moveTo>
                <a:cubicBezTo>
                  <a:pt x="3834712" y="2671215"/>
                  <a:pt x="3837201" y="2668868"/>
                  <a:pt x="3837344" y="2665846"/>
                </a:cubicBezTo>
                <a:cubicBezTo>
                  <a:pt x="3837486" y="2662752"/>
                  <a:pt x="3835104" y="2660103"/>
                  <a:pt x="3831993" y="2659960"/>
                </a:cubicBezTo>
                <a:cubicBezTo>
                  <a:pt x="3828880" y="2659801"/>
                  <a:pt x="3826250" y="2662201"/>
                  <a:pt x="3826090" y="2665312"/>
                </a:cubicBezTo>
                <a:cubicBezTo>
                  <a:pt x="3825948" y="2668424"/>
                  <a:pt x="3828347" y="2671054"/>
                  <a:pt x="3831440" y="2671197"/>
                </a:cubicBezTo>
                <a:lnTo>
                  <a:pt x="3831441" y="2671215"/>
                </a:lnTo>
                <a:cubicBezTo>
                  <a:pt x="3831530" y="2671215"/>
                  <a:pt x="3831727" y="2671215"/>
                  <a:pt x="3831727" y="2671215"/>
                </a:cubicBezTo>
                <a:close/>
                <a:moveTo>
                  <a:pt x="6762523" y="1596356"/>
                </a:moveTo>
                <a:cubicBezTo>
                  <a:pt x="6770043" y="1594240"/>
                  <a:pt x="6774435" y="1586417"/>
                  <a:pt x="6772320" y="1578879"/>
                </a:cubicBezTo>
                <a:cubicBezTo>
                  <a:pt x="6770204" y="1571358"/>
                  <a:pt x="6762381" y="1566967"/>
                  <a:pt x="6754842" y="1569083"/>
                </a:cubicBezTo>
                <a:cubicBezTo>
                  <a:pt x="6747322" y="1571199"/>
                  <a:pt x="6742930" y="1579021"/>
                  <a:pt x="6745048" y="1586559"/>
                </a:cubicBezTo>
                <a:cubicBezTo>
                  <a:pt x="6746807" y="1592800"/>
                  <a:pt x="6752496" y="1596889"/>
                  <a:pt x="6758683" y="1596889"/>
                </a:cubicBezTo>
                <a:cubicBezTo>
                  <a:pt x="6759946" y="1596889"/>
                  <a:pt x="6761225" y="1596711"/>
                  <a:pt x="6762523" y="1596356"/>
                </a:cubicBezTo>
                <a:close/>
                <a:moveTo>
                  <a:pt x="6216781" y="1796635"/>
                </a:moveTo>
                <a:cubicBezTo>
                  <a:pt x="6224019" y="1793701"/>
                  <a:pt x="6227521" y="1785434"/>
                  <a:pt x="6224587" y="1778181"/>
                </a:cubicBezTo>
                <a:cubicBezTo>
                  <a:pt x="6221635" y="1770944"/>
                  <a:pt x="6213386" y="1767442"/>
                  <a:pt x="6206133" y="1770393"/>
                </a:cubicBezTo>
                <a:cubicBezTo>
                  <a:pt x="6198879" y="1773327"/>
                  <a:pt x="6195394" y="1781576"/>
                  <a:pt x="6198327" y="1788830"/>
                </a:cubicBezTo>
                <a:cubicBezTo>
                  <a:pt x="6200568" y="1794341"/>
                  <a:pt x="6205866" y="1797684"/>
                  <a:pt x="6211467" y="1797684"/>
                </a:cubicBezTo>
                <a:cubicBezTo>
                  <a:pt x="6213226" y="1797684"/>
                  <a:pt x="6215039" y="1797346"/>
                  <a:pt x="6216781" y="1796635"/>
                </a:cubicBezTo>
                <a:close/>
                <a:moveTo>
                  <a:pt x="5668677" y="1998870"/>
                </a:moveTo>
                <a:cubicBezTo>
                  <a:pt x="5676163" y="1996629"/>
                  <a:pt x="5680428" y="1988736"/>
                  <a:pt x="5678188" y="1981233"/>
                </a:cubicBezTo>
                <a:cubicBezTo>
                  <a:pt x="5675948" y="1973749"/>
                  <a:pt x="5668055" y="1969481"/>
                  <a:pt x="5660551" y="1971721"/>
                </a:cubicBezTo>
                <a:cubicBezTo>
                  <a:pt x="5653050" y="1973961"/>
                  <a:pt x="5648802" y="1981856"/>
                  <a:pt x="5651042" y="1989358"/>
                </a:cubicBezTo>
                <a:cubicBezTo>
                  <a:pt x="5652890" y="1995492"/>
                  <a:pt x="5658507" y="1999456"/>
                  <a:pt x="5664606" y="1999456"/>
                </a:cubicBezTo>
                <a:cubicBezTo>
                  <a:pt x="5665957" y="1999457"/>
                  <a:pt x="5667326" y="1999279"/>
                  <a:pt x="5668677" y="1998870"/>
                </a:cubicBezTo>
                <a:close/>
                <a:moveTo>
                  <a:pt x="3341756" y="2852542"/>
                </a:moveTo>
                <a:cubicBezTo>
                  <a:pt x="3343765" y="2852062"/>
                  <a:pt x="3345010" y="2850035"/>
                  <a:pt x="3344530" y="2848044"/>
                </a:cubicBezTo>
                <a:cubicBezTo>
                  <a:pt x="3344050" y="2846034"/>
                  <a:pt x="3342023" y="2844790"/>
                  <a:pt x="3340015" y="2845270"/>
                </a:cubicBezTo>
                <a:cubicBezTo>
                  <a:pt x="3338022" y="2845750"/>
                  <a:pt x="3336778" y="2847777"/>
                  <a:pt x="3337257" y="2849769"/>
                </a:cubicBezTo>
                <a:cubicBezTo>
                  <a:pt x="3337667" y="2851493"/>
                  <a:pt x="3339196" y="2852649"/>
                  <a:pt x="3340886" y="2852649"/>
                </a:cubicBezTo>
                <a:cubicBezTo>
                  <a:pt x="3341169" y="2852649"/>
                  <a:pt x="3341472" y="2852613"/>
                  <a:pt x="3341756" y="2852542"/>
                </a:cubicBezTo>
                <a:close/>
                <a:moveTo>
                  <a:pt x="2571520" y="3136382"/>
                </a:moveTo>
                <a:cubicBezTo>
                  <a:pt x="2573795" y="3135172"/>
                  <a:pt x="2574667" y="3132328"/>
                  <a:pt x="2573440" y="3130052"/>
                </a:cubicBezTo>
                <a:cubicBezTo>
                  <a:pt x="2572214" y="3127777"/>
                  <a:pt x="2569387" y="3126906"/>
                  <a:pt x="2567111" y="3128133"/>
                </a:cubicBezTo>
                <a:cubicBezTo>
                  <a:pt x="2564817" y="3129341"/>
                  <a:pt x="2563964" y="3132185"/>
                  <a:pt x="2565172" y="3134461"/>
                </a:cubicBezTo>
                <a:cubicBezTo>
                  <a:pt x="2566027" y="3136044"/>
                  <a:pt x="2567644" y="3136934"/>
                  <a:pt x="2569315" y="3136934"/>
                </a:cubicBezTo>
                <a:cubicBezTo>
                  <a:pt x="2570063" y="3136933"/>
                  <a:pt x="2570809" y="3136755"/>
                  <a:pt x="2571520" y="3136382"/>
                </a:cubicBezTo>
                <a:close/>
                <a:moveTo>
                  <a:pt x="6126607" y="1833046"/>
                </a:moveTo>
                <a:cubicBezTo>
                  <a:pt x="6133861" y="1830131"/>
                  <a:pt x="6137382" y="1821880"/>
                  <a:pt x="6134466" y="1814627"/>
                </a:cubicBezTo>
                <a:cubicBezTo>
                  <a:pt x="6131550" y="1807373"/>
                  <a:pt x="6123301" y="1803853"/>
                  <a:pt x="6116047" y="1806769"/>
                </a:cubicBezTo>
                <a:cubicBezTo>
                  <a:pt x="6108793" y="1809684"/>
                  <a:pt x="6105273" y="1817934"/>
                  <a:pt x="6108188" y="1825188"/>
                </a:cubicBezTo>
                <a:cubicBezTo>
                  <a:pt x="6110393" y="1830717"/>
                  <a:pt x="6115709" y="1834077"/>
                  <a:pt x="6121327" y="1834078"/>
                </a:cubicBezTo>
                <a:cubicBezTo>
                  <a:pt x="6123087" y="1834078"/>
                  <a:pt x="6124866" y="1833739"/>
                  <a:pt x="6126607" y="1833046"/>
                </a:cubicBezTo>
                <a:close/>
                <a:moveTo>
                  <a:pt x="4288609" y="2507311"/>
                </a:moveTo>
                <a:cubicBezTo>
                  <a:pt x="4292075" y="2507311"/>
                  <a:pt x="4295328" y="2505159"/>
                  <a:pt x="4296573" y="2501710"/>
                </a:cubicBezTo>
                <a:cubicBezTo>
                  <a:pt x="4298154" y="2497301"/>
                  <a:pt x="4295879" y="2492447"/>
                  <a:pt x="4291471" y="2490865"/>
                </a:cubicBezTo>
                <a:cubicBezTo>
                  <a:pt x="4287080" y="2489282"/>
                  <a:pt x="4282225" y="2491577"/>
                  <a:pt x="4280625" y="2495968"/>
                </a:cubicBezTo>
                <a:cubicBezTo>
                  <a:pt x="4279042" y="2500377"/>
                  <a:pt x="4281336" y="2505231"/>
                  <a:pt x="4285728" y="2506813"/>
                </a:cubicBezTo>
                <a:cubicBezTo>
                  <a:pt x="4286688" y="2507150"/>
                  <a:pt x="4287648" y="2507311"/>
                  <a:pt x="4288609" y="2507311"/>
                </a:cubicBezTo>
                <a:close/>
                <a:moveTo>
                  <a:pt x="2919116" y="3011379"/>
                </a:moveTo>
                <a:cubicBezTo>
                  <a:pt x="2920965" y="3010472"/>
                  <a:pt x="2921730" y="3008232"/>
                  <a:pt x="2920822" y="3006382"/>
                </a:cubicBezTo>
                <a:cubicBezTo>
                  <a:pt x="2919897" y="3004533"/>
                  <a:pt x="2917675" y="3003770"/>
                  <a:pt x="2915826" y="3004676"/>
                </a:cubicBezTo>
                <a:cubicBezTo>
                  <a:pt x="2913978" y="3005600"/>
                  <a:pt x="2913213" y="3007823"/>
                  <a:pt x="2914120" y="3009690"/>
                </a:cubicBezTo>
                <a:cubicBezTo>
                  <a:pt x="2914760" y="3011006"/>
                  <a:pt x="2916093" y="3011770"/>
                  <a:pt x="2917462" y="3011770"/>
                </a:cubicBezTo>
                <a:cubicBezTo>
                  <a:pt x="2918013" y="3011770"/>
                  <a:pt x="2918583" y="3011646"/>
                  <a:pt x="2919116" y="3011379"/>
                </a:cubicBezTo>
                <a:close/>
                <a:moveTo>
                  <a:pt x="5761732" y="1969570"/>
                </a:moveTo>
                <a:cubicBezTo>
                  <a:pt x="5769163" y="1967117"/>
                  <a:pt x="5773199" y="1959117"/>
                  <a:pt x="5770745" y="1951685"/>
                </a:cubicBezTo>
                <a:cubicBezTo>
                  <a:pt x="5768309" y="1944253"/>
                  <a:pt x="5760291" y="1940217"/>
                  <a:pt x="5752858" y="1942671"/>
                </a:cubicBezTo>
                <a:cubicBezTo>
                  <a:pt x="5745428" y="1945106"/>
                  <a:pt x="5741392" y="1953125"/>
                  <a:pt x="5743846" y="1960556"/>
                </a:cubicBezTo>
                <a:cubicBezTo>
                  <a:pt x="5745819" y="1966512"/>
                  <a:pt x="5751348" y="1970281"/>
                  <a:pt x="5757303" y="1970281"/>
                </a:cubicBezTo>
                <a:cubicBezTo>
                  <a:pt x="5758763" y="1970281"/>
                  <a:pt x="5760256" y="1970050"/>
                  <a:pt x="5761732" y="1969570"/>
                </a:cubicBezTo>
                <a:close/>
                <a:moveTo>
                  <a:pt x="6036202" y="1869013"/>
                </a:moveTo>
                <a:cubicBezTo>
                  <a:pt x="6043474" y="1866150"/>
                  <a:pt x="6047066" y="1857919"/>
                  <a:pt x="6044202" y="1850647"/>
                </a:cubicBezTo>
                <a:cubicBezTo>
                  <a:pt x="6041339" y="1843358"/>
                  <a:pt x="6033108" y="1839784"/>
                  <a:pt x="6025837" y="1842647"/>
                </a:cubicBezTo>
                <a:cubicBezTo>
                  <a:pt x="6018548" y="1845509"/>
                  <a:pt x="6014974" y="1853723"/>
                  <a:pt x="6017837" y="1861011"/>
                </a:cubicBezTo>
                <a:cubicBezTo>
                  <a:pt x="6020023" y="1866576"/>
                  <a:pt x="6025374" y="1869990"/>
                  <a:pt x="6031011" y="1869990"/>
                </a:cubicBezTo>
                <a:cubicBezTo>
                  <a:pt x="6032735" y="1869990"/>
                  <a:pt x="6034495" y="1869671"/>
                  <a:pt x="6036184" y="1869012"/>
                </a:cubicBezTo>
                <a:close/>
                <a:moveTo>
                  <a:pt x="7797699" y="1223230"/>
                </a:moveTo>
                <a:cubicBezTo>
                  <a:pt x="7805007" y="1223230"/>
                  <a:pt x="7811764" y="1218482"/>
                  <a:pt x="7813985" y="1211140"/>
                </a:cubicBezTo>
                <a:cubicBezTo>
                  <a:pt x="7816706" y="1202144"/>
                  <a:pt x="7811621" y="1192650"/>
                  <a:pt x="7802625" y="1189929"/>
                </a:cubicBezTo>
                <a:cubicBezTo>
                  <a:pt x="7793647" y="1187210"/>
                  <a:pt x="7784153" y="1192294"/>
                  <a:pt x="7781432" y="1201290"/>
                </a:cubicBezTo>
                <a:cubicBezTo>
                  <a:pt x="7778712" y="1210269"/>
                  <a:pt x="7783780" y="1219762"/>
                  <a:pt x="7792775" y="1222483"/>
                </a:cubicBezTo>
                <a:cubicBezTo>
                  <a:pt x="7794429" y="1222980"/>
                  <a:pt x="7796082" y="1223230"/>
                  <a:pt x="7797699" y="1223230"/>
                </a:cubicBezTo>
                <a:close/>
                <a:moveTo>
                  <a:pt x="3671110" y="2737299"/>
                </a:moveTo>
                <a:lnTo>
                  <a:pt x="3671118" y="2737290"/>
                </a:lnTo>
                <a:lnTo>
                  <a:pt x="3671110" y="2737281"/>
                </a:lnTo>
                <a:close/>
                <a:moveTo>
                  <a:pt x="5945405" y="1904126"/>
                </a:moveTo>
                <a:cubicBezTo>
                  <a:pt x="5952712" y="1901352"/>
                  <a:pt x="5956392" y="1893174"/>
                  <a:pt x="5953619" y="1885849"/>
                </a:cubicBezTo>
                <a:cubicBezTo>
                  <a:pt x="5950846" y="1878542"/>
                  <a:pt x="5942667" y="1874861"/>
                  <a:pt x="5935342" y="1877635"/>
                </a:cubicBezTo>
                <a:cubicBezTo>
                  <a:pt x="5928034" y="1880427"/>
                  <a:pt x="5924355" y="1888605"/>
                  <a:pt x="5927128" y="1895913"/>
                </a:cubicBezTo>
                <a:lnTo>
                  <a:pt x="5927145" y="1895912"/>
                </a:lnTo>
                <a:cubicBezTo>
                  <a:pt x="5929298" y="1901565"/>
                  <a:pt x="5934684" y="1905050"/>
                  <a:pt x="5940392" y="1905050"/>
                </a:cubicBezTo>
                <a:cubicBezTo>
                  <a:pt x="5942063" y="1905050"/>
                  <a:pt x="5943770" y="1904748"/>
                  <a:pt x="5945405" y="1904126"/>
                </a:cubicBezTo>
                <a:close/>
                <a:moveTo>
                  <a:pt x="5853968" y="1937906"/>
                </a:moveTo>
                <a:cubicBezTo>
                  <a:pt x="5861328" y="1935275"/>
                  <a:pt x="5865169" y="1927184"/>
                  <a:pt x="5862555" y="1919807"/>
                </a:cubicBezTo>
                <a:cubicBezTo>
                  <a:pt x="5859924" y="1912428"/>
                  <a:pt x="5851817" y="1908588"/>
                  <a:pt x="5844455" y="1911220"/>
                </a:cubicBezTo>
                <a:cubicBezTo>
                  <a:pt x="5837096" y="1913851"/>
                  <a:pt x="5833238" y="1921940"/>
                  <a:pt x="5835869" y="1929319"/>
                </a:cubicBezTo>
                <a:cubicBezTo>
                  <a:pt x="5837931" y="1935115"/>
                  <a:pt x="5843390" y="1938724"/>
                  <a:pt x="5849221" y="1938724"/>
                </a:cubicBezTo>
                <a:cubicBezTo>
                  <a:pt x="5850785" y="1938724"/>
                  <a:pt x="5852387" y="1938457"/>
                  <a:pt x="5853968" y="1937906"/>
                </a:cubicBezTo>
                <a:close/>
                <a:moveTo>
                  <a:pt x="8170151" y="1088625"/>
                </a:moveTo>
                <a:cubicBezTo>
                  <a:pt x="8177778" y="1088625"/>
                  <a:pt x="8184961" y="1083985"/>
                  <a:pt x="8187824" y="1076429"/>
                </a:cubicBezTo>
                <a:cubicBezTo>
                  <a:pt x="8191539" y="1066668"/>
                  <a:pt x="8186632" y="1055752"/>
                  <a:pt x="8176871" y="1052037"/>
                </a:cubicBezTo>
                <a:cubicBezTo>
                  <a:pt x="8167111" y="1048338"/>
                  <a:pt x="8156194" y="1053245"/>
                  <a:pt x="8152479" y="1063006"/>
                </a:cubicBezTo>
                <a:cubicBezTo>
                  <a:pt x="8148780" y="1072766"/>
                  <a:pt x="8153688" y="1083683"/>
                  <a:pt x="8163448" y="1087381"/>
                </a:cubicBezTo>
                <a:cubicBezTo>
                  <a:pt x="8165653" y="1088234"/>
                  <a:pt x="8167929" y="1088626"/>
                  <a:pt x="8170151" y="1088625"/>
                </a:cubicBezTo>
                <a:close/>
                <a:moveTo>
                  <a:pt x="6856004" y="1572194"/>
                </a:moveTo>
                <a:cubicBezTo>
                  <a:pt x="6863615" y="1570416"/>
                  <a:pt x="6868342" y="1562807"/>
                  <a:pt x="6866565" y="1555180"/>
                </a:cubicBezTo>
                <a:cubicBezTo>
                  <a:pt x="6864787" y="1547570"/>
                  <a:pt x="6857160" y="1542841"/>
                  <a:pt x="6849552" y="1544619"/>
                </a:cubicBezTo>
                <a:cubicBezTo>
                  <a:pt x="6841942" y="1546414"/>
                  <a:pt x="6837213" y="1554024"/>
                  <a:pt x="6839008" y="1561652"/>
                </a:cubicBezTo>
                <a:lnTo>
                  <a:pt x="6838991" y="1561651"/>
                </a:lnTo>
                <a:cubicBezTo>
                  <a:pt x="6840519" y="1568175"/>
                  <a:pt x="6846333" y="1572585"/>
                  <a:pt x="6852769" y="1572585"/>
                </a:cubicBezTo>
                <a:cubicBezTo>
                  <a:pt x="6853836" y="1572585"/>
                  <a:pt x="6854921" y="1572460"/>
                  <a:pt x="6856004" y="1572194"/>
                </a:cubicBezTo>
                <a:close/>
                <a:moveTo>
                  <a:pt x="1725470" y="3456319"/>
                </a:moveTo>
                <a:lnTo>
                  <a:pt x="1726079" y="3455513"/>
                </a:lnTo>
                <a:cubicBezTo>
                  <a:pt x="1725706" y="3452953"/>
                  <a:pt x="1723342" y="3451175"/>
                  <a:pt x="1720781" y="3451531"/>
                </a:cubicBezTo>
                <a:lnTo>
                  <a:pt x="1717434" y="3455986"/>
                </a:lnTo>
                <a:close/>
                <a:moveTo>
                  <a:pt x="3675945" y="2741815"/>
                </a:moveTo>
                <a:cubicBezTo>
                  <a:pt x="3678541" y="2741726"/>
                  <a:pt x="3680570" y="2739557"/>
                  <a:pt x="3680481" y="2736978"/>
                </a:cubicBezTo>
                <a:cubicBezTo>
                  <a:pt x="3680373" y="2734401"/>
                  <a:pt x="3678203" y="2732374"/>
                  <a:pt x="3675626" y="2732463"/>
                </a:cubicBezTo>
                <a:lnTo>
                  <a:pt x="3671118" y="2737290"/>
                </a:lnTo>
                <a:lnTo>
                  <a:pt x="3675786" y="2741815"/>
                </a:lnTo>
                <a:cubicBezTo>
                  <a:pt x="3675838" y="2741815"/>
                  <a:pt x="3675945" y="2741815"/>
                  <a:pt x="3675945" y="2741815"/>
                </a:cubicBezTo>
                <a:close/>
                <a:moveTo>
                  <a:pt x="4879722" y="2301342"/>
                </a:moveTo>
                <a:cubicBezTo>
                  <a:pt x="4885234" y="2301342"/>
                  <a:pt x="4890247" y="2297609"/>
                  <a:pt x="4891633" y="2292008"/>
                </a:cubicBezTo>
                <a:cubicBezTo>
                  <a:pt x="4893252" y="2285430"/>
                  <a:pt x="4889252" y="2278780"/>
                  <a:pt x="4882674" y="2277162"/>
                </a:cubicBezTo>
                <a:cubicBezTo>
                  <a:pt x="4876096" y="2275527"/>
                  <a:pt x="4869447" y="2279545"/>
                  <a:pt x="4867810" y="2286124"/>
                </a:cubicBezTo>
                <a:cubicBezTo>
                  <a:pt x="4866193" y="2292701"/>
                  <a:pt x="4870193" y="2299351"/>
                  <a:pt x="4876789" y="2300987"/>
                </a:cubicBezTo>
                <a:cubicBezTo>
                  <a:pt x="4877765" y="2301218"/>
                  <a:pt x="4878762" y="2301342"/>
                  <a:pt x="4879722" y="2301342"/>
                </a:cubicBezTo>
                <a:close/>
                <a:moveTo>
                  <a:pt x="8537890" y="959568"/>
                </a:moveTo>
                <a:cubicBezTo>
                  <a:pt x="8541321" y="957222"/>
                  <a:pt x="8544086" y="953826"/>
                  <a:pt x="8545642" y="949630"/>
                </a:cubicBezTo>
                <a:cubicBezTo>
                  <a:pt x="8549624" y="938856"/>
                  <a:pt x="8544148" y="926891"/>
                  <a:pt x="8533374" y="922891"/>
                </a:cubicBezTo>
                <a:cubicBezTo>
                  <a:pt x="8522599" y="918890"/>
                  <a:pt x="8510634" y="924401"/>
                  <a:pt x="8506634" y="935176"/>
                </a:cubicBezTo>
                <a:cubicBezTo>
                  <a:pt x="8502633" y="945933"/>
                  <a:pt x="8508128" y="957898"/>
                  <a:pt x="8518902" y="961897"/>
                </a:cubicBezTo>
                <a:cubicBezTo>
                  <a:pt x="8521284" y="962786"/>
                  <a:pt x="8523737" y="963213"/>
                  <a:pt x="8526137" y="963213"/>
                </a:cubicBezTo>
                <a:cubicBezTo>
                  <a:pt x="8530359" y="963213"/>
                  <a:pt x="8534458" y="961915"/>
                  <a:pt x="8537890" y="959568"/>
                </a:cubicBezTo>
                <a:close/>
                <a:moveTo>
                  <a:pt x="3430295" y="2833998"/>
                </a:moveTo>
                <a:cubicBezTo>
                  <a:pt x="3432321" y="2833625"/>
                  <a:pt x="3433673" y="2831688"/>
                  <a:pt x="3433317" y="2829660"/>
                </a:cubicBezTo>
                <a:cubicBezTo>
                  <a:pt x="3432944" y="2827633"/>
                  <a:pt x="3431006" y="2826283"/>
                  <a:pt x="3428979" y="2826639"/>
                </a:cubicBezTo>
                <a:cubicBezTo>
                  <a:pt x="3426952" y="2827012"/>
                  <a:pt x="3425601" y="2828949"/>
                  <a:pt x="3425957" y="2830977"/>
                </a:cubicBezTo>
                <a:cubicBezTo>
                  <a:pt x="3426277" y="2832789"/>
                  <a:pt x="3427859" y="2834052"/>
                  <a:pt x="3429636" y="2834052"/>
                </a:cubicBezTo>
                <a:cubicBezTo>
                  <a:pt x="3429850" y="2834052"/>
                  <a:pt x="3430082" y="2834034"/>
                  <a:pt x="3430295" y="2833998"/>
                </a:cubicBezTo>
                <a:close/>
                <a:moveTo>
                  <a:pt x="2490875" y="3179158"/>
                </a:moveTo>
                <a:cubicBezTo>
                  <a:pt x="2493168" y="3177966"/>
                  <a:pt x="2494040" y="3175123"/>
                  <a:pt x="2492848" y="3172846"/>
                </a:cubicBezTo>
                <a:cubicBezTo>
                  <a:pt x="2491640" y="3170554"/>
                  <a:pt x="2488812" y="3169664"/>
                  <a:pt x="2486519" y="3170872"/>
                </a:cubicBezTo>
                <a:cubicBezTo>
                  <a:pt x="2484226" y="3172064"/>
                  <a:pt x="2483354" y="3174908"/>
                  <a:pt x="2484545" y="3177202"/>
                </a:cubicBezTo>
                <a:cubicBezTo>
                  <a:pt x="2485382" y="3178785"/>
                  <a:pt x="2487017" y="3179691"/>
                  <a:pt x="2488706" y="3179691"/>
                </a:cubicBezTo>
                <a:cubicBezTo>
                  <a:pt x="2489436" y="3179691"/>
                  <a:pt x="2490182" y="3179531"/>
                  <a:pt x="2490875" y="3179158"/>
                </a:cubicBezTo>
                <a:close/>
                <a:moveTo>
                  <a:pt x="4434825" y="2466241"/>
                </a:moveTo>
                <a:cubicBezTo>
                  <a:pt x="4438431" y="2466241"/>
                  <a:pt x="4441880" y="2464143"/>
                  <a:pt x="4443444" y="2460624"/>
                </a:cubicBezTo>
                <a:cubicBezTo>
                  <a:pt x="4445544" y="2455858"/>
                  <a:pt x="4443393" y="2450293"/>
                  <a:pt x="4438629" y="2448196"/>
                </a:cubicBezTo>
                <a:cubicBezTo>
                  <a:pt x="4433862" y="2446098"/>
                  <a:pt x="4428299" y="2448249"/>
                  <a:pt x="4426183" y="2452996"/>
                </a:cubicBezTo>
                <a:cubicBezTo>
                  <a:pt x="4424084" y="2457761"/>
                  <a:pt x="4426236" y="2463325"/>
                  <a:pt x="4431002" y="2465423"/>
                </a:cubicBezTo>
                <a:lnTo>
                  <a:pt x="4431018" y="2465423"/>
                </a:lnTo>
                <a:cubicBezTo>
                  <a:pt x="4432245" y="2465975"/>
                  <a:pt x="4433543" y="2466241"/>
                  <a:pt x="4434825" y="2466241"/>
                </a:cubicBezTo>
                <a:close/>
                <a:moveTo>
                  <a:pt x="2838310" y="3052305"/>
                </a:moveTo>
                <a:cubicBezTo>
                  <a:pt x="2840142" y="3051363"/>
                  <a:pt x="2840853" y="3049106"/>
                  <a:pt x="2839893" y="3047274"/>
                </a:cubicBezTo>
                <a:cubicBezTo>
                  <a:pt x="2838951" y="3045443"/>
                  <a:pt x="2836693" y="3044750"/>
                  <a:pt x="2834861" y="3045692"/>
                </a:cubicBezTo>
                <a:cubicBezTo>
                  <a:pt x="2833030" y="3046652"/>
                  <a:pt x="2832337" y="3048892"/>
                  <a:pt x="2833279" y="3050724"/>
                </a:cubicBezTo>
                <a:cubicBezTo>
                  <a:pt x="2833937" y="3052004"/>
                  <a:pt x="2835252" y="3052733"/>
                  <a:pt x="2836587" y="3052732"/>
                </a:cubicBezTo>
                <a:cubicBezTo>
                  <a:pt x="2837173" y="3052733"/>
                  <a:pt x="2837760" y="3052607"/>
                  <a:pt x="2838310" y="3052305"/>
                </a:cubicBezTo>
                <a:close/>
                <a:moveTo>
                  <a:pt x="5130939" y="2212004"/>
                </a:moveTo>
                <a:cubicBezTo>
                  <a:pt x="5138227" y="2212004"/>
                  <a:pt x="5144166" y="2206101"/>
                  <a:pt x="5144166" y="2198811"/>
                </a:cubicBezTo>
                <a:cubicBezTo>
                  <a:pt x="5144185" y="2191505"/>
                  <a:pt x="5138263" y="2185566"/>
                  <a:pt x="5130974" y="2185566"/>
                </a:cubicBezTo>
                <a:cubicBezTo>
                  <a:pt x="5123667" y="2185566"/>
                  <a:pt x="5117729" y="2191469"/>
                  <a:pt x="5117729" y="2198759"/>
                </a:cubicBezTo>
                <a:cubicBezTo>
                  <a:pt x="5117729" y="2206066"/>
                  <a:pt x="5123631" y="2212004"/>
                  <a:pt x="5130939" y="2212004"/>
                </a:cubicBezTo>
                <a:close/>
                <a:moveTo>
                  <a:pt x="6950464" y="1552566"/>
                </a:moveTo>
                <a:cubicBezTo>
                  <a:pt x="6958161" y="1551162"/>
                  <a:pt x="6963283" y="1543801"/>
                  <a:pt x="6961896" y="1536103"/>
                </a:cubicBezTo>
                <a:cubicBezTo>
                  <a:pt x="6960491" y="1528404"/>
                  <a:pt x="6953132" y="1523284"/>
                  <a:pt x="6945433" y="1524671"/>
                </a:cubicBezTo>
                <a:cubicBezTo>
                  <a:pt x="6937735" y="1526075"/>
                  <a:pt x="6932632" y="1533436"/>
                  <a:pt x="6934019" y="1541134"/>
                </a:cubicBezTo>
                <a:cubicBezTo>
                  <a:pt x="6935246" y="1547979"/>
                  <a:pt x="6941201" y="1552779"/>
                  <a:pt x="6947939" y="1552779"/>
                </a:cubicBezTo>
                <a:cubicBezTo>
                  <a:pt x="6948756" y="1552779"/>
                  <a:pt x="6949611" y="1552708"/>
                  <a:pt x="6950464" y="1552566"/>
                </a:cubicBezTo>
                <a:close/>
                <a:moveTo>
                  <a:pt x="4580059" y="2424034"/>
                </a:moveTo>
                <a:cubicBezTo>
                  <a:pt x="4584007" y="2424034"/>
                  <a:pt x="4587776" y="2421795"/>
                  <a:pt x="4589499" y="2417973"/>
                </a:cubicBezTo>
                <a:cubicBezTo>
                  <a:pt x="4591881" y="2412745"/>
                  <a:pt x="4589571" y="2406611"/>
                  <a:pt x="4584361" y="2404229"/>
                </a:cubicBezTo>
                <a:cubicBezTo>
                  <a:pt x="4581755" y="2403047"/>
                  <a:pt x="4578917" y="2403029"/>
                  <a:pt x="4576429" y="2403958"/>
                </a:cubicBezTo>
                <a:cubicBezTo>
                  <a:pt x="4573944" y="2404887"/>
                  <a:pt x="4571808" y="2406762"/>
                  <a:pt x="4570618" y="2409367"/>
                </a:cubicBezTo>
                <a:cubicBezTo>
                  <a:pt x="4568253" y="2414576"/>
                  <a:pt x="4570565" y="2420745"/>
                  <a:pt x="4575775" y="2423109"/>
                </a:cubicBezTo>
                <a:cubicBezTo>
                  <a:pt x="4577160" y="2423750"/>
                  <a:pt x="4578618" y="2424034"/>
                  <a:pt x="4580059" y="2424034"/>
                </a:cubicBezTo>
                <a:close/>
                <a:moveTo>
                  <a:pt x="2409750" y="3221081"/>
                </a:moveTo>
                <a:cubicBezTo>
                  <a:pt x="2412043" y="3219907"/>
                  <a:pt x="2412968" y="3217080"/>
                  <a:pt x="2411812" y="3214787"/>
                </a:cubicBezTo>
                <a:cubicBezTo>
                  <a:pt x="2410638" y="3212476"/>
                  <a:pt x="2407812" y="3211569"/>
                  <a:pt x="2405518" y="3212724"/>
                </a:cubicBezTo>
                <a:cubicBezTo>
                  <a:pt x="2403207" y="3213898"/>
                  <a:pt x="2402283" y="3216707"/>
                  <a:pt x="2403456" y="3219019"/>
                </a:cubicBezTo>
                <a:cubicBezTo>
                  <a:pt x="2404274" y="3220654"/>
                  <a:pt x="2405927" y="3221579"/>
                  <a:pt x="2407635" y="3221579"/>
                </a:cubicBezTo>
                <a:cubicBezTo>
                  <a:pt x="2408345" y="3221578"/>
                  <a:pt x="2409074" y="3221418"/>
                  <a:pt x="2409750" y="3221081"/>
                </a:cubicBezTo>
                <a:close/>
                <a:moveTo>
                  <a:pt x="4727730" y="2371747"/>
                </a:moveTo>
                <a:cubicBezTo>
                  <a:pt x="4732282" y="2371747"/>
                  <a:pt x="4736584" y="2368973"/>
                  <a:pt x="4738308" y="2364457"/>
                </a:cubicBezTo>
                <a:cubicBezTo>
                  <a:pt x="4740533" y="2358625"/>
                  <a:pt x="4737615" y="2352083"/>
                  <a:pt x="4731785" y="2349843"/>
                </a:cubicBezTo>
                <a:cubicBezTo>
                  <a:pt x="4725935" y="2347621"/>
                  <a:pt x="4719393" y="2350536"/>
                  <a:pt x="4717153" y="2356386"/>
                </a:cubicBezTo>
                <a:cubicBezTo>
                  <a:pt x="4714929" y="2362217"/>
                  <a:pt x="4717864" y="2368760"/>
                  <a:pt x="4723693" y="2371000"/>
                </a:cubicBezTo>
                <a:cubicBezTo>
                  <a:pt x="4725027" y="2371497"/>
                  <a:pt x="4726398" y="2371747"/>
                  <a:pt x="4727730" y="2371747"/>
                </a:cubicBezTo>
                <a:close/>
                <a:moveTo>
                  <a:pt x="2758395" y="3094957"/>
                </a:moveTo>
                <a:cubicBezTo>
                  <a:pt x="2760190" y="3093962"/>
                  <a:pt x="2760866" y="3091704"/>
                  <a:pt x="2759888" y="3089890"/>
                </a:cubicBezTo>
                <a:cubicBezTo>
                  <a:pt x="2758892" y="3088077"/>
                  <a:pt x="2756616" y="3087419"/>
                  <a:pt x="2754821" y="3088397"/>
                </a:cubicBezTo>
                <a:cubicBezTo>
                  <a:pt x="2753008" y="3089393"/>
                  <a:pt x="2752331" y="3091651"/>
                  <a:pt x="2753327" y="3093464"/>
                </a:cubicBezTo>
                <a:cubicBezTo>
                  <a:pt x="2754002" y="3094709"/>
                  <a:pt x="2755284" y="3095419"/>
                  <a:pt x="2756599" y="3095419"/>
                </a:cubicBezTo>
                <a:cubicBezTo>
                  <a:pt x="2757203" y="3095419"/>
                  <a:pt x="2757825" y="3095259"/>
                  <a:pt x="2758395" y="3094957"/>
                </a:cubicBezTo>
                <a:close/>
                <a:moveTo>
                  <a:pt x="1812290" y="3445255"/>
                </a:moveTo>
                <a:cubicBezTo>
                  <a:pt x="1814832" y="3444739"/>
                  <a:pt x="1816468" y="3442268"/>
                  <a:pt x="1815952" y="3439743"/>
                </a:cubicBezTo>
                <a:cubicBezTo>
                  <a:pt x="1815436" y="3437201"/>
                  <a:pt x="1812965" y="3435565"/>
                  <a:pt x="1810424" y="3436081"/>
                </a:cubicBezTo>
                <a:cubicBezTo>
                  <a:pt x="1807898" y="3436597"/>
                  <a:pt x="1806262" y="3439067"/>
                  <a:pt x="1806778" y="3441609"/>
                </a:cubicBezTo>
                <a:cubicBezTo>
                  <a:pt x="1807223" y="3443832"/>
                  <a:pt x="1809178" y="3445362"/>
                  <a:pt x="1811365" y="3445362"/>
                </a:cubicBezTo>
                <a:cubicBezTo>
                  <a:pt x="1811667" y="3445362"/>
                  <a:pt x="1811987" y="3445326"/>
                  <a:pt x="1812290" y="3445255"/>
                </a:cubicBezTo>
                <a:close/>
                <a:moveTo>
                  <a:pt x="3519777" y="2820771"/>
                </a:moveTo>
                <a:cubicBezTo>
                  <a:pt x="3521821" y="2820540"/>
                  <a:pt x="3523296" y="2818691"/>
                  <a:pt x="3523047" y="2816646"/>
                </a:cubicBezTo>
                <a:cubicBezTo>
                  <a:pt x="3522816" y="2814584"/>
                  <a:pt x="3520967" y="2813126"/>
                  <a:pt x="3518904" y="2813358"/>
                </a:cubicBezTo>
                <a:cubicBezTo>
                  <a:pt x="3516860" y="2813606"/>
                  <a:pt x="3515403" y="2815455"/>
                  <a:pt x="3515633" y="2817500"/>
                </a:cubicBezTo>
                <a:cubicBezTo>
                  <a:pt x="3515848" y="2819402"/>
                  <a:pt x="3517465" y="2820807"/>
                  <a:pt x="3519332" y="2820807"/>
                </a:cubicBezTo>
                <a:cubicBezTo>
                  <a:pt x="3519474" y="2820807"/>
                  <a:pt x="3519635" y="2820771"/>
                  <a:pt x="3519777" y="2820771"/>
                </a:cubicBezTo>
                <a:close/>
                <a:moveTo>
                  <a:pt x="2327896" y="3261616"/>
                </a:moveTo>
                <a:cubicBezTo>
                  <a:pt x="2330225" y="3260497"/>
                  <a:pt x="2331203" y="3257688"/>
                  <a:pt x="2330065" y="3255358"/>
                </a:cubicBezTo>
                <a:cubicBezTo>
                  <a:pt x="2328945" y="3253029"/>
                  <a:pt x="2326153" y="3252051"/>
                  <a:pt x="2323824" y="3253189"/>
                </a:cubicBezTo>
                <a:cubicBezTo>
                  <a:pt x="2321495" y="3254309"/>
                  <a:pt x="2320518" y="3257101"/>
                  <a:pt x="2321638" y="3259429"/>
                </a:cubicBezTo>
                <a:cubicBezTo>
                  <a:pt x="2322455" y="3261100"/>
                  <a:pt x="2324127" y="3262078"/>
                  <a:pt x="2325869" y="3262078"/>
                </a:cubicBezTo>
                <a:cubicBezTo>
                  <a:pt x="2326545" y="3262078"/>
                  <a:pt x="2327238" y="3261936"/>
                  <a:pt x="2327896" y="3261616"/>
                </a:cubicBezTo>
                <a:close/>
                <a:moveTo>
                  <a:pt x="8033466" y="1169804"/>
                </a:moveTo>
                <a:cubicBezTo>
                  <a:pt x="8040826" y="1169805"/>
                  <a:pt x="8047725" y="1165235"/>
                  <a:pt x="8050373" y="1157910"/>
                </a:cubicBezTo>
                <a:cubicBezTo>
                  <a:pt x="8053716" y="1148558"/>
                  <a:pt x="8048862" y="1138281"/>
                  <a:pt x="8039529" y="1134939"/>
                </a:cubicBezTo>
                <a:cubicBezTo>
                  <a:pt x="8030194" y="1131579"/>
                  <a:pt x="8019918" y="1136433"/>
                  <a:pt x="8016558" y="1145766"/>
                </a:cubicBezTo>
                <a:cubicBezTo>
                  <a:pt x="8013216" y="1155101"/>
                  <a:pt x="8018070" y="1165377"/>
                  <a:pt x="8027403" y="1168737"/>
                </a:cubicBezTo>
                <a:cubicBezTo>
                  <a:pt x="8029395" y="1169448"/>
                  <a:pt x="8031457" y="1169804"/>
                  <a:pt x="8033466" y="1169804"/>
                </a:cubicBezTo>
                <a:close/>
                <a:moveTo>
                  <a:pt x="3923199" y="2679429"/>
                </a:moveTo>
                <a:cubicBezTo>
                  <a:pt x="3925972" y="2679429"/>
                  <a:pt x="3928390" y="2677366"/>
                  <a:pt x="3928763" y="2674540"/>
                </a:cubicBezTo>
                <a:cubicBezTo>
                  <a:pt x="3929174" y="2671463"/>
                  <a:pt x="3927021" y="2668619"/>
                  <a:pt x="3923929" y="2668210"/>
                </a:cubicBezTo>
                <a:cubicBezTo>
                  <a:pt x="3920851" y="2667801"/>
                  <a:pt x="3918024" y="2669970"/>
                  <a:pt x="3917617" y="2673046"/>
                </a:cubicBezTo>
                <a:cubicBezTo>
                  <a:pt x="3917206" y="2676140"/>
                  <a:pt x="3919358" y="2678966"/>
                  <a:pt x="3922452" y="2679375"/>
                </a:cubicBezTo>
                <a:cubicBezTo>
                  <a:pt x="3922701" y="2679429"/>
                  <a:pt x="3922951" y="2679429"/>
                  <a:pt x="3923199" y="2679429"/>
                </a:cubicBezTo>
                <a:close/>
                <a:moveTo>
                  <a:pt x="7398298" y="1405072"/>
                </a:moveTo>
                <a:cubicBezTo>
                  <a:pt x="7405925" y="1405072"/>
                  <a:pt x="7412485" y="1399294"/>
                  <a:pt x="7413303" y="1391525"/>
                </a:cubicBezTo>
                <a:cubicBezTo>
                  <a:pt x="7414156" y="1383222"/>
                  <a:pt x="7408147" y="1375790"/>
                  <a:pt x="7399844" y="1374919"/>
                </a:cubicBezTo>
                <a:cubicBezTo>
                  <a:pt x="7391541" y="1374048"/>
                  <a:pt x="7384110" y="1380075"/>
                  <a:pt x="7383239" y="1388378"/>
                </a:cubicBezTo>
                <a:cubicBezTo>
                  <a:pt x="7382368" y="1396680"/>
                  <a:pt x="7388395" y="1404112"/>
                  <a:pt x="7396680" y="1404983"/>
                </a:cubicBezTo>
                <a:lnTo>
                  <a:pt x="7396697" y="1404983"/>
                </a:lnTo>
                <a:cubicBezTo>
                  <a:pt x="7397230" y="1405036"/>
                  <a:pt x="7397764" y="1405072"/>
                  <a:pt x="7398298" y="1405072"/>
                </a:cubicBezTo>
                <a:close/>
                <a:moveTo>
                  <a:pt x="4077252" y="2625541"/>
                </a:moveTo>
                <a:cubicBezTo>
                  <a:pt x="4080239" y="2625541"/>
                  <a:pt x="4082942" y="2623496"/>
                  <a:pt x="4083653" y="2620491"/>
                </a:cubicBezTo>
                <a:cubicBezTo>
                  <a:pt x="4084489" y="2616953"/>
                  <a:pt x="4082319" y="2613397"/>
                  <a:pt x="4078782" y="2612562"/>
                </a:cubicBezTo>
                <a:cubicBezTo>
                  <a:pt x="4075245" y="2611726"/>
                  <a:pt x="4071706" y="2613894"/>
                  <a:pt x="4070853" y="2617433"/>
                </a:cubicBezTo>
                <a:cubicBezTo>
                  <a:pt x="4070017" y="2620971"/>
                  <a:pt x="4072186" y="2624509"/>
                  <a:pt x="4075724" y="2625362"/>
                </a:cubicBezTo>
                <a:cubicBezTo>
                  <a:pt x="4076240" y="2625487"/>
                  <a:pt x="4076754" y="2625541"/>
                  <a:pt x="4077252" y="2625541"/>
                </a:cubicBezTo>
                <a:close/>
                <a:moveTo>
                  <a:pt x="2679083" y="3138800"/>
                </a:moveTo>
                <a:cubicBezTo>
                  <a:pt x="2680879" y="3137786"/>
                  <a:pt x="2681519" y="3135511"/>
                  <a:pt x="2680523" y="3133715"/>
                </a:cubicBezTo>
                <a:cubicBezTo>
                  <a:pt x="2679510" y="3131920"/>
                  <a:pt x="2677233" y="3131280"/>
                  <a:pt x="2675438" y="3132293"/>
                </a:cubicBezTo>
                <a:cubicBezTo>
                  <a:pt x="2673624" y="3133289"/>
                  <a:pt x="2672985" y="3135564"/>
                  <a:pt x="2673997" y="3137360"/>
                </a:cubicBezTo>
                <a:cubicBezTo>
                  <a:pt x="2674691" y="3138587"/>
                  <a:pt x="2675954" y="3139280"/>
                  <a:pt x="2677251" y="3139280"/>
                </a:cubicBezTo>
                <a:cubicBezTo>
                  <a:pt x="2677874" y="3139280"/>
                  <a:pt x="2678496" y="3139120"/>
                  <a:pt x="2679083" y="3138800"/>
                </a:cubicBezTo>
                <a:close/>
                <a:moveTo>
                  <a:pt x="1901433" y="3424507"/>
                </a:moveTo>
                <a:cubicBezTo>
                  <a:pt x="1903922" y="3423849"/>
                  <a:pt x="1905415" y="3421289"/>
                  <a:pt x="1904775" y="3418799"/>
                </a:cubicBezTo>
                <a:cubicBezTo>
                  <a:pt x="1904118" y="3416292"/>
                  <a:pt x="1901558" y="3414800"/>
                  <a:pt x="1899051" y="3415457"/>
                </a:cubicBezTo>
                <a:cubicBezTo>
                  <a:pt x="1896543" y="3416098"/>
                  <a:pt x="1895050" y="3418658"/>
                  <a:pt x="1895709" y="3421164"/>
                </a:cubicBezTo>
                <a:lnTo>
                  <a:pt x="1895726" y="3421164"/>
                </a:lnTo>
                <a:cubicBezTo>
                  <a:pt x="1896277" y="3423262"/>
                  <a:pt x="1898180" y="3424667"/>
                  <a:pt x="1900260" y="3424667"/>
                </a:cubicBezTo>
                <a:cubicBezTo>
                  <a:pt x="1900651" y="3424667"/>
                  <a:pt x="1901043" y="3424613"/>
                  <a:pt x="1901433" y="3424507"/>
                </a:cubicBezTo>
                <a:close/>
                <a:moveTo>
                  <a:pt x="7649602" y="1316089"/>
                </a:moveTo>
                <a:cubicBezTo>
                  <a:pt x="7656855" y="1316089"/>
                  <a:pt x="7663433" y="1311129"/>
                  <a:pt x="7665194" y="1303768"/>
                </a:cubicBezTo>
                <a:cubicBezTo>
                  <a:pt x="7667257" y="1295145"/>
                  <a:pt x="7661940" y="1286469"/>
                  <a:pt x="7653317" y="1284407"/>
                </a:cubicBezTo>
                <a:cubicBezTo>
                  <a:pt x="7644676" y="1282345"/>
                  <a:pt x="7636019" y="1287678"/>
                  <a:pt x="7633956" y="1296301"/>
                </a:cubicBezTo>
                <a:cubicBezTo>
                  <a:pt x="7631894" y="1304924"/>
                  <a:pt x="7637228" y="1313600"/>
                  <a:pt x="7645851" y="1315644"/>
                </a:cubicBezTo>
                <a:cubicBezTo>
                  <a:pt x="7647113" y="1315946"/>
                  <a:pt x="7648357" y="1316089"/>
                  <a:pt x="7649602" y="1316089"/>
                </a:cubicBezTo>
                <a:close/>
                <a:moveTo>
                  <a:pt x="7045741" y="1538218"/>
                </a:moveTo>
                <a:cubicBezTo>
                  <a:pt x="7053493" y="1537294"/>
                  <a:pt x="7059040" y="1530253"/>
                  <a:pt x="7058116" y="1522484"/>
                </a:cubicBezTo>
                <a:cubicBezTo>
                  <a:pt x="7057191" y="1514714"/>
                  <a:pt x="7050150" y="1509168"/>
                  <a:pt x="7042381" y="1510092"/>
                </a:cubicBezTo>
                <a:cubicBezTo>
                  <a:pt x="7034612" y="1511016"/>
                  <a:pt x="7029066" y="1518057"/>
                  <a:pt x="7029989" y="1525827"/>
                </a:cubicBezTo>
                <a:cubicBezTo>
                  <a:pt x="7030843" y="1533027"/>
                  <a:pt x="7036959" y="1538325"/>
                  <a:pt x="7044035" y="1538325"/>
                </a:cubicBezTo>
                <a:cubicBezTo>
                  <a:pt x="7044604" y="1538325"/>
                  <a:pt x="7045154" y="1538290"/>
                  <a:pt x="7045741" y="1538218"/>
                </a:cubicBezTo>
                <a:close/>
                <a:moveTo>
                  <a:pt x="3105083" y="2984176"/>
                </a:moveTo>
                <a:cubicBezTo>
                  <a:pt x="3106506" y="2983625"/>
                  <a:pt x="3107217" y="2982007"/>
                  <a:pt x="3106665" y="2980568"/>
                </a:cubicBezTo>
                <a:cubicBezTo>
                  <a:pt x="3106114" y="2979145"/>
                  <a:pt x="3104496" y="2978416"/>
                  <a:pt x="3103074" y="2978985"/>
                </a:cubicBezTo>
                <a:cubicBezTo>
                  <a:pt x="3101634" y="2979536"/>
                  <a:pt x="3100922" y="2981154"/>
                  <a:pt x="3101474" y="2982577"/>
                </a:cubicBezTo>
                <a:cubicBezTo>
                  <a:pt x="3101901" y="2983679"/>
                  <a:pt x="3102950" y="2984372"/>
                  <a:pt x="3104070" y="2984372"/>
                </a:cubicBezTo>
                <a:cubicBezTo>
                  <a:pt x="3104407" y="2984373"/>
                  <a:pt x="3104745" y="2984301"/>
                  <a:pt x="3105083" y="2984176"/>
                </a:cubicBezTo>
                <a:close/>
                <a:moveTo>
                  <a:pt x="3767045" y="2742010"/>
                </a:moveTo>
                <a:cubicBezTo>
                  <a:pt x="3769552" y="2742011"/>
                  <a:pt x="3771615" y="2740037"/>
                  <a:pt x="3771721" y="2737512"/>
                </a:cubicBezTo>
                <a:cubicBezTo>
                  <a:pt x="3771827" y="2734934"/>
                  <a:pt x="3769820" y="2732747"/>
                  <a:pt x="3767224" y="2732641"/>
                </a:cubicBezTo>
                <a:cubicBezTo>
                  <a:pt x="3764645" y="2732534"/>
                  <a:pt x="3762477" y="2734543"/>
                  <a:pt x="3762369" y="2737139"/>
                </a:cubicBezTo>
                <a:cubicBezTo>
                  <a:pt x="3762263" y="2739717"/>
                  <a:pt x="3764272" y="2741904"/>
                  <a:pt x="3766868" y="2741993"/>
                </a:cubicBezTo>
                <a:cubicBezTo>
                  <a:pt x="3766921" y="2742010"/>
                  <a:pt x="3767045" y="2742010"/>
                  <a:pt x="3767045" y="2742010"/>
                </a:cubicBezTo>
                <a:close/>
                <a:moveTo>
                  <a:pt x="2245100" y="3300321"/>
                </a:moveTo>
                <a:cubicBezTo>
                  <a:pt x="2247464" y="3299255"/>
                  <a:pt x="2248513" y="3296481"/>
                  <a:pt x="2247446" y="3294116"/>
                </a:cubicBezTo>
                <a:cubicBezTo>
                  <a:pt x="2246380" y="3291787"/>
                  <a:pt x="2243607" y="3290720"/>
                  <a:pt x="2241258" y="3291787"/>
                </a:cubicBezTo>
                <a:cubicBezTo>
                  <a:pt x="2238894" y="3292835"/>
                  <a:pt x="2237846" y="3295610"/>
                  <a:pt x="2238912" y="3297974"/>
                </a:cubicBezTo>
                <a:cubicBezTo>
                  <a:pt x="2239695" y="3299699"/>
                  <a:pt x="2241402" y="3300730"/>
                  <a:pt x="2243179" y="3300730"/>
                </a:cubicBezTo>
                <a:cubicBezTo>
                  <a:pt x="2243838" y="3300730"/>
                  <a:pt x="2244477" y="3300606"/>
                  <a:pt x="2245100" y="3300321"/>
                </a:cubicBezTo>
                <a:close/>
                <a:moveTo>
                  <a:pt x="3189800" y="2954095"/>
                </a:moveTo>
                <a:cubicBezTo>
                  <a:pt x="3191257" y="2953632"/>
                  <a:pt x="3192075" y="2952050"/>
                  <a:pt x="3191596" y="2950592"/>
                </a:cubicBezTo>
                <a:cubicBezTo>
                  <a:pt x="3191115" y="2949134"/>
                  <a:pt x="3189551" y="2948335"/>
                  <a:pt x="3188092" y="2948796"/>
                </a:cubicBezTo>
                <a:cubicBezTo>
                  <a:pt x="3186617" y="2949276"/>
                  <a:pt x="3185817" y="2950841"/>
                  <a:pt x="3186297" y="2952316"/>
                </a:cubicBezTo>
                <a:cubicBezTo>
                  <a:pt x="3186670" y="2953490"/>
                  <a:pt x="3187773" y="2954237"/>
                  <a:pt x="3188946" y="2954237"/>
                </a:cubicBezTo>
                <a:cubicBezTo>
                  <a:pt x="3189231" y="2954237"/>
                  <a:pt x="3189515" y="2954184"/>
                  <a:pt x="3189800" y="2954095"/>
                </a:cubicBezTo>
                <a:close/>
                <a:moveTo>
                  <a:pt x="8396672" y="1044338"/>
                </a:moveTo>
                <a:cubicBezTo>
                  <a:pt x="8404673" y="1044338"/>
                  <a:pt x="8412210" y="1039449"/>
                  <a:pt x="8415233" y="1031520"/>
                </a:cubicBezTo>
                <a:cubicBezTo>
                  <a:pt x="8419126" y="1021280"/>
                  <a:pt x="8413971" y="1009812"/>
                  <a:pt x="8403712" y="1005918"/>
                </a:cubicBezTo>
                <a:cubicBezTo>
                  <a:pt x="8393454" y="1002025"/>
                  <a:pt x="8382005" y="1007181"/>
                  <a:pt x="8378111" y="1017439"/>
                </a:cubicBezTo>
                <a:cubicBezTo>
                  <a:pt x="8374217" y="1027680"/>
                  <a:pt x="8379373" y="1039147"/>
                  <a:pt x="8389613" y="1043041"/>
                </a:cubicBezTo>
                <a:cubicBezTo>
                  <a:pt x="8391943" y="1043912"/>
                  <a:pt x="8394325" y="1044339"/>
                  <a:pt x="8396672" y="1044338"/>
                </a:cubicBezTo>
                <a:close/>
                <a:moveTo>
                  <a:pt x="5228402" y="2208465"/>
                </a:moveTo>
                <a:cubicBezTo>
                  <a:pt x="5235692" y="2207950"/>
                  <a:pt x="5241167" y="2201621"/>
                  <a:pt x="5240652" y="2194331"/>
                </a:cubicBezTo>
                <a:cubicBezTo>
                  <a:pt x="5240118" y="2187060"/>
                  <a:pt x="5233791" y="2181584"/>
                  <a:pt x="5226518" y="2182100"/>
                </a:cubicBezTo>
                <a:cubicBezTo>
                  <a:pt x="5219228" y="2182633"/>
                  <a:pt x="5213753" y="2188962"/>
                  <a:pt x="5214286" y="2196234"/>
                </a:cubicBezTo>
                <a:cubicBezTo>
                  <a:pt x="5214784" y="2203186"/>
                  <a:pt x="5220578" y="2208501"/>
                  <a:pt x="5227443" y="2208501"/>
                </a:cubicBezTo>
                <a:cubicBezTo>
                  <a:pt x="5227760" y="2208501"/>
                  <a:pt x="5228083" y="2208465"/>
                  <a:pt x="5228402" y="2208465"/>
                </a:cubicBezTo>
                <a:close/>
                <a:moveTo>
                  <a:pt x="3022002" y="3018597"/>
                </a:moveTo>
                <a:cubicBezTo>
                  <a:pt x="3023424" y="3017974"/>
                  <a:pt x="3024046" y="3016338"/>
                  <a:pt x="3023425" y="3014933"/>
                </a:cubicBezTo>
                <a:cubicBezTo>
                  <a:pt x="3022821" y="3013529"/>
                  <a:pt x="3021166" y="3012889"/>
                  <a:pt x="3019762" y="3013494"/>
                </a:cubicBezTo>
                <a:cubicBezTo>
                  <a:pt x="3018340" y="3014116"/>
                  <a:pt x="3017717" y="3015770"/>
                  <a:pt x="3018340" y="3017174"/>
                </a:cubicBezTo>
                <a:cubicBezTo>
                  <a:pt x="3018784" y="3018223"/>
                  <a:pt x="3019815" y="3018828"/>
                  <a:pt x="3020881" y="3018827"/>
                </a:cubicBezTo>
                <a:cubicBezTo>
                  <a:pt x="3021255" y="3018828"/>
                  <a:pt x="3021629" y="3018756"/>
                  <a:pt x="3022002" y="3018597"/>
                </a:cubicBezTo>
                <a:close/>
                <a:moveTo>
                  <a:pt x="1989332" y="3399136"/>
                </a:moveTo>
                <a:lnTo>
                  <a:pt x="1989314" y="3399136"/>
                </a:lnTo>
                <a:cubicBezTo>
                  <a:pt x="1991786" y="3398354"/>
                  <a:pt x="1993155" y="3395722"/>
                  <a:pt x="1992390" y="3393251"/>
                </a:cubicBezTo>
                <a:cubicBezTo>
                  <a:pt x="1991608" y="3390798"/>
                  <a:pt x="1988977" y="3389429"/>
                  <a:pt x="1986505" y="3390193"/>
                </a:cubicBezTo>
                <a:cubicBezTo>
                  <a:pt x="1984034" y="3390975"/>
                  <a:pt x="1982665" y="3393607"/>
                  <a:pt x="1983447" y="3396079"/>
                </a:cubicBezTo>
                <a:cubicBezTo>
                  <a:pt x="1984088" y="3398069"/>
                  <a:pt x="1985918" y="3399350"/>
                  <a:pt x="1987910" y="3399350"/>
                </a:cubicBezTo>
                <a:cubicBezTo>
                  <a:pt x="1988390" y="3399350"/>
                  <a:pt x="1988852" y="3399278"/>
                  <a:pt x="1989332" y="3399136"/>
                </a:cubicBezTo>
                <a:close/>
                <a:moveTo>
                  <a:pt x="2161183" y="3336573"/>
                </a:moveTo>
                <a:cubicBezTo>
                  <a:pt x="2163565" y="3335577"/>
                  <a:pt x="2164721" y="3332838"/>
                  <a:pt x="2163725" y="3330456"/>
                </a:cubicBezTo>
                <a:cubicBezTo>
                  <a:pt x="2162747" y="3328074"/>
                  <a:pt x="2160009" y="3326918"/>
                  <a:pt x="2157627" y="3327896"/>
                </a:cubicBezTo>
                <a:cubicBezTo>
                  <a:pt x="2155226" y="3328892"/>
                  <a:pt x="2154090" y="3331630"/>
                  <a:pt x="2155068" y="3334012"/>
                </a:cubicBezTo>
                <a:cubicBezTo>
                  <a:pt x="2155813" y="3335825"/>
                  <a:pt x="2157556" y="3336910"/>
                  <a:pt x="2159405" y="3336910"/>
                </a:cubicBezTo>
                <a:cubicBezTo>
                  <a:pt x="2159992" y="3336910"/>
                  <a:pt x="2160596" y="3336803"/>
                  <a:pt x="2161183" y="3336573"/>
                </a:cubicBezTo>
                <a:close/>
                <a:moveTo>
                  <a:pt x="3276099" y="2928867"/>
                </a:moveTo>
                <a:cubicBezTo>
                  <a:pt x="3277592" y="2928458"/>
                  <a:pt x="3278480" y="2926946"/>
                  <a:pt x="3278089" y="2925453"/>
                </a:cubicBezTo>
                <a:cubicBezTo>
                  <a:pt x="3277698" y="2923977"/>
                  <a:pt x="3276170" y="2923070"/>
                  <a:pt x="3274694" y="2923462"/>
                </a:cubicBezTo>
                <a:cubicBezTo>
                  <a:pt x="3273200" y="2923852"/>
                  <a:pt x="3272311" y="2925382"/>
                  <a:pt x="3272702" y="2926875"/>
                </a:cubicBezTo>
                <a:cubicBezTo>
                  <a:pt x="3273023" y="2928119"/>
                  <a:pt x="3274160" y="2928955"/>
                  <a:pt x="3275387" y="2928956"/>
                </a:cubicBezTo>
                <a:cubicBezTo>
                  <a:pt x="3275618" y="2928955"/>
                  <a:pt x="3275867" y="2928919"/>
                  <a:pt x="3276099" y="2928867"/>
                </a:cubicBezTo>
                <a:close/>
                <a:moveTo>
                  <a:pt x="7126724" y="1516582"/>
                </a:moveTo>
                <a:lnTo>
                  <a:pt x="7126729" y="1516571"/>
                </a:lnTo>
                <a:lnTo>
                  <a:pt x="7126725" y="1516563"/>
                </a:lnTo>
                <a:close/>
                <a:moveTo>
                  <a:pt x="2075915" y="3369659"/>
                </a:moveTo>
                <a:cubicBezTo>
                  <a:pt x="2078351" y="3368770"/>
                  <a:pt x="2079596" y="3366085"/>
                  <a:pt x="2078724" y="3363650"/>
                </a:cubicBezTo>
                <a:cubicBezTo>
                  <a:pt x="2077836" y="3361213"/>
                  <a:pt x="2075133" y="3359969"/>
                  <a:pt x="2072715" y="3360858"/>
                </a:cubicBezTo>
                <a:cubicBezTo>
                  <a:pt x="2070279" y="3361747"/>
                  <a:pt x="2069035" y="3364432"/>
                  <a:pt x="2069924" y="3366867"/>
                </a:cubicBezTo>
                <a:cubicBezTo>
                  <a:pt x="2070618" y="3368770"/>
                  <a:pt x="2072412" y="3369943"/>
                  <a:pt x="2074316" y="3369943"/>
                </a:cubicBezTo>
                <a:cubicBezTo>
                  <a:pt x="2074849" y="3369943"/>
                  <a:pt x="2075381" y="3369855"/>
                  <a:pt x="2075915" y="3369659"/>
                </a:cubicBezTo>
                <a:close/>
                <a:moveTo>
                  <a:pt x="4228106" y="2580578"/>
                </a:moveTo>
                <a:cubicBezTo>
                  <a:pt x="4231183" y="2580578"/>
                  <a:pt x="4234062" y="2578675"/>
                  <a:pt x="4235181" y="2575618"/>
                </a:cubicBezTo>
                <a:cubicBezTo>
                  <a:pt x="4236606" y="2571707"/>
                  <a:pt x="4234577" y="2567386"/>
                  <a:pt x="4230683" y="2565964"/>
                </a:cubicBezTo>
                <a:cubicBezTo>
                  <a:pt x="4226773" y="2564541"/>
                  <a:pt x="4222452" y="2566569"/>
                  <a:pt x="4221032" y="2570480"/>
                </a:cubicBezTo>
                <a:cubicBezTo>
                  <a:pt x="4219608" y="2574392"/>
                  <a:pt x="4221635" y="2578693"/>
                  <a:pt x="4225547" y="2580116"/>
                </a:cubicBezTo>
                <a:cubicBezTo>
                  <a:pt x="4226380" y="2580419"/>
                  <a:pt x="4227254" y="2580578"/>
                  <a:pt x="4228106" y="2580578"/>
                </a:cubicBezTo>
                <a:close/>
                <a:moveTo>
                  <a:pt x="2940343" y="3056323"/>
                </a:moveTo>
                <a:cubicBezTo>
                  <a:pt x="2941730" y="3055648"/>
                  <a:pt x="2942299" y="3053977"/>
                  <a:pt x="2941623" y="3052590"/>
                </a:cubicBezTo>
                <a:cubicBezTo>
                  <a:pt x="2940965" y="3051221"/>
                  <a:pt x="2939294" y="3050634"/>
                  <a:pt x="2937908" y="3051310"/>
                </a:cubicBezTo>
                <a:cubicBezTo>
                  <a:pt x="2936521" y="3051985"/>
                  <a:pt x="2935953" y="3053638"/>
                  <a:pt x="2936610" y="3055025"/>
                </a:cubicBezTo>
                <a:cubicBezTo>
                  <a:pt x="2937108" y="3056021"/>
                  <a:pt x="2938103" y="3056608"/>
                  <a:pt x="2939135" y="3056607"/>
                </a:cubicBezTo>
                <a:cubicBezTo>
                  <a:pt x="2939544" y="3056607"/>
                  <a:pt x="2939952" y="3056501"/>
                  <a:pt x="2940343" y="3056323"/>
                </a:cubicBezTo>
                <a:close/>
                <a:moveTo>
                  <a:pt x="2600127" y="3183353"/>
                </a:moveTo>
                <a:cubicBezTo>
                  <a:pt x="2601922" y="3182323"/>
                  <a:pt x="2602562" y="3180047"/>
                  <a:pt x="2601548" y="3178251"/>
                </a:cubicBezTo>
                <a:cubicBezTo>
                  <a:pt x="2600517" y="3176455"/>
                  <a:pt x="2598242" y="3175834"/>
                  <a:pt x="2596447" y="3176846"/>
                </a:cubicBezTo>
                <a:cubicBezTo>
                  <a:pt x="2594650" y="3177878"/>
                  <a:pt x="2594028" y="3180154"/>
                  <a:pt x="2595041" y="3181950"/>
                </a:cubicBezTo>
                <a:cubicBezTo>
                  <a:pt x="2595736" y="3183159"/>
                  <a:pt x="2596998" y="3183834"/>
                  <a:pt x="2598296" y="3183834"/>
                </a:cubicBezTo>
                <a:cubicBezTo>
                  <a:pt x="2598918" y="3183834"/>
                  <a:pt x="2599558" y="3183674"/>
                  <a:pt x="2600127" y="3183353"/>
                </a:cubicBezTo>
                <a:close/>
                <a:moveTo>
                  <a:pt x="3609897" y="2813393"/>
                </a:moveTo>
                <a:cubicBezTo>
                  <a:pt x="3611960" y="2813287"/>
                  <a:pt x="3613543" y="2811544"/>
                  <a:pt x="3613453" y="2809482"/>
                </a:cubicBezTo>
                <a:cubicBezTo>
                  <a:pt x="3613347" y="2807419"/>
                  <a:pt x="3611604" y="2805837"/>
                  <a:pt x="3609542" y="2805926"/>
                </a:cubicBezTo>
                <a:cubicBezTo>
                  <a:pt x="3607480" y="2806032"/>
                  <a:pt x="3605897" y="2807774"/>
                  <a:pt x="3605987" y="2809837"/>
                </a:cubicBezTo>
                <a:cubicBezTo>
                  <a:pt x="3606075" y="2811846"/>
                  <a:pt x="3607729" y="2813393"/>
                  <a:pt x="3609721" y="2813392"/>
                </a:cubicBezTo>
                <a:close/>
                <a:moveTo>
                  <a:pt x="3363713" y="2908687"/>
                </a:moveTo>
                <a:cubicBezTo>
                  <a:pt x="3365223" y="2908385"/>
                  <a:pt x="3366202" y="2906927"/>
                  <a:pt x="3365899" y="2905416"/>
                </a:cubicBezTo>
                <a:cubicBezTo>
                  <a:pt x="3365597" y="2903905"/>
                  <a:pt x="3364140" y="2902927"/>
                  <a:pt x="3362629" y="2903229"/>
                </a:cubicBezTo>
                <a:cubicBezTo>
                  <a:pt x="3361118" y="2903532"/>
                  <a:pt x="3360139" y="2904989"/>
                  <a:pt x="3360441" y="2906501"/>
                </a:cubicBezTo>
                <a:cubicBezTo>
                  <a:pt x="3360708" y="2907834"/>
                  <a:pt x="3361863" y="2908741"/>
                  <a:pt x="3363179" y="2908741"/>
                </a:cubicBezTo>
                <a:cubicBezTo>
                  <a:pt x="3363358" y="2908740"/>
                  <a:pt x="3363535" y="2908741"/>
                  <a:pt x="3363713" y="2908687"/>
                </a:cubicBezTo>
                <a:close/>
                <a:moveTo>
                  <a:pt x="4973702" y="2320757"/>
                </a:moveTo>
                <a:cubicBezTo>
                  <a:pt x="4979623" y="2320757"/>
                  <a:pt x="4984813" y="2316472"/>
                  <a:pt x="4985792" y="2310445"/>
                </a:cubicBezTo>
                <a:cubicBezTo>
                  <a:pt x="4986876" y="2303759"/>
                  <a:pt x="4982341" y="2297466"/>
                  <a:pt x="4975656" y="2296382"/>
                </a:cubicBezTo>
                <a:cubicBezTo>
                  <a:pt x="4968954" y="2295297"/>
                  <a:pt x="4962660" y="2299831"/>
                  <a:pt x="4961576" y="2306516"/>
                </a:cubicBezTo>
                <a:cubicBezTo>
                  <a:pt x="4960492" y="2313218"/>
                  <a:pt x="4965024" y="2319512"/>
                  <a:pt x="4971728" y="2320596"/>
                </a:cubicBezTo>
                <a:cubicBezTo>
                  <a:pt x="4972384" y="2320703"/>
                  <a:pt x="4973061" y="2320757"/>
                  <a:pt x="4973702" y="2320757"/>
                </a:cubicBezTo>
                <a:close/>
                <a:moveTo>
                  <a:pt x="2859965" y="3096770"/>
                </a:moveTo>
                <a:cubicBezTo>
                  <a:pt x="2861334" y="3096059"/>
                  <a:pt x="2861849" y="3094387"/>
                  <a:pt x="2861138" y="3093019"/>
                </a:cubicBezTo>
                <a:cubicBezTo>
                  <a:pt x="2860427" y="3091650"/>
                  <a:pt x="2858756" y="3091117"/>
                  <a:pt x="2857387" y="3091845"/>
                </a:cubicBezTo>
                <a:cubicBezTo>
                  <a:pt x="2856018" y="3092557"/>
                  <a:pt x="2855502" y="3094228"/>
                  <a:pt x="2856214" y="3095597"/>
                </a:cubicBezTo>
                <a:cubicBezTo>
                  <a:pt x="2856712" y="3096540"/>
                  <a:pt x="2857671" y="3097090"/>
                  <a:pt x="2858685" y="3097090"/>
                </a:cubicBezTo>
                <a:cubicBezTo>
                  <a:pt x="2859112" y="3097090"/>
                  <a:pt x="2859556" y="3097002"/>
                  <a:pt x="2859965" y="3096770"/>
                </a:cubicBezTo>
                <a:close/>
                <a:moveTo>
                  <a:pt x="4374996" y="2543224"/>
                </a:moveTo>
                <a:cubicBezTo>
                  <a:pt x="4378178" y="2543224"/>
                  <a:pt x="4381220" y="2541429"/>
                  <a:pt x="4382676" y="2538371"/>
                </a:cubicBezTo>
                <a:cubicBezTo>
                  <a:pt x="4384667" y="2534121"/>
                  <a:pt x="4382854" y="2529072"/>
                  <a:pt x="4378640" y="2527081"/>
                </a:cubicBezTo>
                <a:cubicBezTo>
                  <a:pt x="4374410" y="2525071"/>
                  <a:pt x="4369342" y="2526885"/>
                  <a:pt x="4367351" y="2531117"/>
                </a:cubicBezTo>
                <a:cubicBezTo>
                  <a:pt x="4365342" y="2535348"/>
                  <a:pt x="4367155" y="2540397"/>
                  <a:pt x="4371387" y="2542406"/>
                </a:cubicBezTo>
                <a:cubicBezTo>
                  <a:pt x="4372560" y="2542957"/>
                  <a:pt x="4373786" y="2543224"/>
                  <a:pt x="4374996" y="2543224"/>
                </a:cubicBezTo>
                <a:close/>
                <a:moveTo>
                  <a:pt x="7892071" y="1253080"/>
                </a:moveTo>
                <a:cubicBezTo>
                  <a:pt x="7899217" y="1253080"/>
                  <a:pt x="7905868" y="1248529"/>
                  <a:pt x="7908214" y="1241381"/>
                </a:cubicBezTo>
                <a:cubicBezTo>
                  <a:pt x="7911147" y="1232456"/>
                  <a:pt x="7906294" y="1222838"/>
                  <a:pt x="7897368" y="1219905"/>
                </a:cubicBezTo>
                <a:cubicBezTo>
                  <a:pt x="7888443" y="1216972"/>
                  <a:pt x="7878844" y="1221825"/>
                  <a:pt x="7875909" y="1230750"/>
                </a:cubicBezTo>
                <a:cubicBezTo>
                  <a:pt x="7872958" y="1239675"/>
                  <a:pt x="7877812" y="1249293"/>
                  <a:pt x="7886737" y="1252227"/>
                </a:cubicBezTo>
                <a:lnTo>
                  <a:pt x="7886755" y="1252227"/>
                </a:lnTo>
                <a:cubicBezTo>
                  <a:pt x="7888515" y="1252796"/>
                  <a:pt x="7890311" y="1253080"/>
                  <a:pt x="7892071" y="1253080"/>
                </a:cubicBezTo>
                <a:close/>
                <a:moveTo>
                  <a:pt x="7141623" y="1529969"/>
                </a:moveTo>
                <a:cubicBezTo>
                  <a:pt x="7149428" y="1529542"/>
                  <a:pt x="7155420" y="1522875"/>
                  <a:pt x="7155011" y="1515070"/>
                </a:cubicBezTo>
                <a:cubicBezTo>
                  <a:pt x="7154584" y="1507248"/>
                  <a:pt x="7147916" y="1501256"/>
                  <a:pt x="7140112" y="1501683"/>
                </a:cubicBezTo>
                <a:cubicBezTo>
                  <a:pt x="7136200" y="1501888"/>
                  <a:pt x="7132747" y="1503662"/>
                  <a:pt x="7130325" y="1506359"/>
                </a:cubicBezTo>
                <a:lnTo>
                  <a:pt x="7126729" y="1516571"/>
                </a:lnTo>
                <a:lnTo>
                  <a:pt x="7131145" y="1526100"/>
                </a:lnTo>
                <a:cubicBezTo>
                  <a:pt x="7133694" y="1528507"/>
                  <a:pt x="7137124" y="1529970"/>
                  <a:pt x="7140859" y="1529969"/>
                </a:cubicBezTo>
                <a:cubicBezTo>
                  <a:pt x="7141108" y="1529969"/>
                  <a:pt x="7141374" y="1529969"/>
                  <a:pt x="7141623" y="1529969"/>
                </a:cubicBezTo>
                <a:close/>
                <a:moveTo>
                  <a:pt x="5325280" y="2198420"/>
                </a:moveTo>
                <a:cubicBezTo>
                  <a:pt x="5332515" y="2197443"/>
                  <a:pt x="5337600" y="2190793"/>
                  <a:pt x="5336623" y="2183575"/>
                </a:cubicBezTo>
                <a:cubicBezTo>
                  <a:pt x="5335663" y="2176339"/>
                  <a:pt x="5329013" y="2171255"/>
                  <a:pt x="5321778" y="2172215"/>
                </a:cubicBezTo>
                <a:cubicBezTo>
                  <a:pt x="5314541" y="2173192"/>
                  <a:pt x="5309458" y="2179842"/>
                  <a:pt x="5310433" y="2187078"/>
                </a:cubicBezTo>
                <a:cubicBezTo>
                  <a:pt x="5311324" y="2193710"/>
                  <a:pt x="5316995" y="2198545"/>
                  <a:pt x="5323520" y="2198545"/>
                </a:cubicBezTo>
                <a:cubicBezTo>
                  <a:pt x="5324106" y="2198545"/>
                  <a:pt x="5324693" y="2198492"/>
                  <a:pt x="5325280" y="2198420"/>
                </a:cubicBezTo>
                <a:close/>
                <a:moveTo>
                  <a:pt x="2521277" y="3228086"/>
                </a:moveTo>
                <a:cubicBezTo>
                  <a:pt x="2523073" y="3227073"/>
                  <a:pt x="2523695" y="3224797"/>
                  <a:pt x="2522682" y="3223001"/>
                </a:cubicBezTo>
                <a:cubicBezTo>
                  <a:pt x="2521668" y="3221205"/>
                  <a:pt x="2519392" y="3220584"/>
                  <a:pt x="2517597" y="3221597"/>
                </a:cubicBezTo>
                <a:cubicBezTo>
                  <a:pt x="2515801" y="3222610"/>
                  <a:pt x="2515180" y="3224886"/>
                  <a:pt x="2516193" y="3226682"/>
                </a:cubicBezTo>
                <a:cubicBezTo>
                  <a:pt x="2516869" y="3227890"/>
                  <a:pt x="2518149" y="3228584"/>
                  <a:pt x="2519446" y="3228584"/>
                </a:cubicBezTo>
                <a:cubicBezTo>
                  <a:pt x="2520068" y="3228584"/>
                  <a:pt x="2520708" y="3228424"/>
                  <a:pt x="2521277" y="3228086"/>
                </a:cubicBezTo>
                <a:close/>
                <a:moveTo>
                  <a:pt x="8263793" y="1124201"/>
                </a:moveTo>
                <a:cubicBezTo>
                  <a:pt x="8271402" y="1124201"/>
                  <a:pt x="8278602" y="1119560"/>
                  <a:pt x="8281465" y="1112005"/>
                </a:cubicBezTo>
                <a:cubicBezTo>
                  <a:pt x="8285163" y="1102244"/>
                  <a:pt x="8280256" y="1091328"/>
                  <a:pt x="8270495" y="1087611"/>
                </a:cubicBezTo>
                <a:cubicBezTo>
                  <a:pt x="8260717" y="1083914"/>
                  <a:pt x="8249800" y="1088821"/>
                  <a:pt x="8246103" y="1098581"/>
                </a:cubicBezTo>
                <a:cubicBezTo>
                  <a:pt x="8242387" y="1108342"/>
                  <a:pt x="8247294" y="1119258"/>
                  <a:pt x="8257054" y="1122974"/>
                </a:cubicBezTo>
                <a:lnTo>
                  <a:pt x="8257089" y="1122974"/>
                </a:lnTo>
                <a:cubicBezTo>
                  <a:pt x="8259294" y="1123810"/>
                  <a:pt x="8261553" y="1124200"/>
                  <a:pt x="8263793" y="1124201"/>
                </a:cubicBezTo>
                <a:close/>
                <a:moveTo>
                  <a:pt x="3449265" y="2891566"/>
                </a:moveTo>
                <a:lnTo>
                  <a:pt x="3449274" y="2891556"/>
                </a:lnTo>
                <a:lnTo>
                  <a:pt x="3449265" y="2891549"/>
                </a:lnTo>
                <a:close/>
                <a:moveTo>
                  <a:pt x="2780724" y="3139440"/>
                </a:moveTo>
                <a:cubicBezTo>
                  <a:pt x="2782057" y="3138693"/>
                  <a:pt x="2782555" y="3137004"/>
                  <a:pt x="2781809" y="3135653"/>
                </a:cubicBezTo>
                <a:cubicBezTo>
                  <a:pt x="2781062" y="3134302"/>
                  <a:pt x="2779374" y="3133822"/>
                  <a:pt x="2778022" y="3134568"/>
                </a:cubicBezTo>
                <a:cubicBezTo>
                  <a:pt x="2776671" y="3135314"/>
                  <a:pt x="2776191" y="3137004"/>
                  <a:pt x="2776937" y="3138355"/>
                </a:cubicBezTo>
                <a:cubicBezTo>
                  <a:pt x="2777436" y="3139279"/>
                  <a:pt x="2778396" y="3139795"/>
                  <a:pt x="2779373" y="3139795"/>
                </a:cubicBezTo>
                <a:cubicBezTo>
                  <a:pt x="2779835" y="3139795"/>
                  <a:pt x="2780298" y="3139671"/>
                  <a:pt x="2780724" y="3139440"/>
                </a:cubicBezTo>
                <a:close/>
                <a:moveTo>
                  <a:pt x="3452394" y="2893966"/>
                </a:moveTo>
                <a:cubicBezTo>
                  <a:pt x="3453923" y="2893753"/>
                  <a:pt x="3454990" y="2892349"/>
                  <a:pt x="3454794" y="2890819"/>
                </a:cubicBezTo>
                <a:cubicBezTo>
                  <a:pt x="3454599" y="2889309"/>
                  <a:pt x="3453194" y="2888224"/>
                  <a:pt x="3451665" y="2888437"/>
                </a:cubicBezTo>
                <a:lnTo>
                  <a:pt x="3449274" y="2891556"/>
                </a:lnTo>
                <a:lnTo>
                  <a:pt x="3452020" y="2893966"/>
                </a:lnTo>
                <a:cubicBezTo>
                  <a:pt x="3452145" y="2893966"/>
                  <a:pt x="3452269" y="2893966"/>
                  <a:pt x="3452394" y="2893966"/>
                </a:cubicBezTo>
                <a:close/>
                <a:moveTo>
                  <a:pt x="8633332" y="993933"/>
                </a:moveTo>
                <a:cubicBezTo>
                  <a:pt x="8636785" y="991531"/>
                  <a:pt x="8639539" y="988059"/>
                  <a:pt x="8641042" y="983783"/>
                </a:cubicBezTo>
                <a:cubicBezTo>
                  <a:pt x="8644865" y="972939"/>
                  <a:pt x="8639176" y="961062"/>
                  <a:pt x="8628331" y="957240"/>
                </a:cubicBezTo>
                <a:cubicBezTo>
                  <a:pt x="8617504" y="953435"/>
                  <a:pt x="8605627" y="959124"/>
                  <a:pt x="8601804" y="969969"/>
                </a:cubicBezTo>
                <a:cubicBezTo>
                  <a:pt x="8598000" y="980796"/>
                  <a:pt x="8603689" y="992673"/>
                  <a:pt x="8614517" y="996496"/>
                </a:cubicBezTo>
                <a:cubicBezTo>
                  <a:pt x="8616810" y="997296"/>
                  <a:pt x="8619139" y="997669"/>
                  <a:pt x="8621433" y="997669"/>
                </a:cubicBezTo>
                <a:cubicBezTo>
                  <a:pt x="8625727" y="997668"/>
                  <a:pt x="8629878" y="996335"/>
                  <a:pt x="8633332" y="993933"/>
                </a:cubicBezTo>
                <a:close/>
                <a:moveTo>
                  <a:pt x="3857984" y="2749406"/>
                </a:moveTo>
                <a:cubicBezTo>
                  <a:pt x="3860314" y="2749406"/>
                  <a:pt x="3862341" y="2747681"/>
                  <a:pt x="3862642" y="2745299"/>
                </a:cubicBezTo>
                <a:cubicBezTo>
                  <a:pt x="3862945" y="2742739"/>
                  <a:pt x="3861130" y="2740392"/>
                  <a:pt x="3858570" y="2740072"/>
                </a:cubicBezTo>
                <a:cubicBezTo>
                  <a:pt x="3855993" y="2739753"/>
                  <a:pt x="3853664" y="2741583"/>
                  <a:pt x="3853344" y="2744144"/>
                </a:cubicBezTo>
                <a:cubicBezTo>
                  <a:pt x="3853024" y="2746703"/>
                  <a:pt x="3854838" y="2749051"/>
                  <a:pt x="3857416" y="2749371"/>
                </a:cubicBezTo>
                <a:cubicBezTo>
                  <a:pt x="3857611" y="2749406"/>
                  <a:pt x="3857790" y="2749406"/>
                  <a:pt x="3857984" y="2749406"/>
                </a:cubicBezTo>
                <a:close/>
                <a:moveTo>
                  <a:pt x="4519698" y="2507079"/>
                </a:moveTo>
                <a:cubicBezTo>
                  <a:pt x="4523129" y="2507079"/>
                  <a:pt x="4526419" y="2505213"/>
                  <a:pt x="4528091" y="2501959"/>
                </a:cubicBezTo>
                <a:cubicBezTo>
                  <a:pt x="4530472" y="2497319"/>
                  <a:pt x="4528642" y="2491647"/>
                  <a:pt x="4524020" y="2489265"/>
                </a:cubicBezTo>
                <a:cubicBezTo>
                  <a:pt x="4519397" y="2486900"/>
                  <a:pt x="4513708" y="2488714"/>
                  <a:pt x="4511343" y="2493354"/>
                </a:cubicBezTo>
                <a:cubicBezTo>
                  <a:pt x="4508961" y="2497977"/>
                  <a:pt x="4510773" y="2503648"/>
                  <a:pt x="4515414" y="2506031"/>
                </a:cubicBezTo>
                <a:cubicBezTo>
                  <a:pt x="4516782" y="2506742"/>
                  <a:pt x="4518259" y="2507079"/>
                  <a:pt x="4519698" y="2507079"/>
                </a:cubicBezTo>
                <a:close/>
                <a:moveTo>
                  <a:pt x="7495175" y="1417909"/>
                </a:moveTo>
                <a:cubicBezTo>
                  <a:pt x="7502482" y="1417909"/>
                  <a:pt x="7508899" y="1412611"/>
                  <a:pt x="7510073" y="1405179"/>
                </a:cubicBezTo>
                <a:cubicBezTo>
                  <a:pt x="7511389" y="1396930"/>
                  <a:pt x="7505771" y="1389178"/>
                  <a:pt x="7497540" y="1387880"/>
                </a:cubicBezTo>
                <a:cubicBezTo>
                  <a:pt x="7489290" y="1386564"/>
                  <a:pt x="7481556" y="1392182"/>
                  <a:pt x="7480223" y="1400414"/>
                </a:cubicBezTo>
                <a:cubicBezTo>
                  <a:pt x="7478925" y="1408664"/>
                  <a:pt x="7484543" y="1416414"/>
                  <a:pt x="7492775" y="1417712"/>
                </a:cubicBezTo>
                <a:cubicBezTo>
                  <a:pt x="7493592" y="1417837"/>
                  <a:pt x="7494393" y="1417909"/>
                  <a:pt x="7495175" y="1417909"/>
                </a:cubicBezTo>
                <a:close/>
                <a:moveTo>
                  <a:pt x="4013568" y="2695839"/>
                </a:moveTo>
                <a:cubicBezTo>
                  <a:pt x="4016111" y="2695839"/>
                  <a:pt x="4018440" y="2694078"/>
                  <a:pt x="4019045" y="2691483"/>
                </a:cubicBezTo>
                <a:cubicBezTo>
                  <a:pt x="4019738" y="2688460"/>
                  <a:pt x="4017852" y="2685438"/>
                  <a:pt x="4014830" y="2684727"/>
                </a:cubicBezTo>
                <a:cubicBezTo>
                  <a:pt x="4011807" y="2684015"/>
                  <a:pt x="4008769" y="2685900"/>
                  <a:pt x="4008075" y="2688923"/>
                </a:cubicBezTo>
                <a:cubicBezTo>
                  <a:pt x="4007363" y="2691945"/>
                  <a:pt x="4009248" y="2694985"/>
                  <a:pt x="4012271" y="2695696"/>
                </a:cubicBezTo>
                <a:lnTo>
                  <a:pt x="4012288" y="2695696"/>
                </a:lnTo>
                <a:cubicBezTo>
                  <a:pt x="4012717" y="2695785"/>
                  <a:pt x="4013142" y="2695839"/>
                  <a:pt x="4013568" y="2695839"/>
                </a:cubicBezTo>
                <a:close/>
                <a:moveTo>
                  <a:pt x="2442214" y="3272515"/>
                </a:moveTo>
                <a:cubicBezTo>
                  <a:pt x="2444028" y="3271519"/>
                  <a:pt x="2444667" y="3269244"/>
                  <a:pt x="2443671" y="3267448"/>
                </a:cubicBezTo>
                <a:cubicBezTo>
                  <a:pt x="2442659" y="3265635"/>
                  <a:pt x="2440383" y="3264995"/>
                  <a:pt x="2438587" y="3265990"/>
                </a:cubicBezTo>
                <a:cubicBezTo>
                  <a:pt x="2436792" y="3267003"/>
                  <a:pt x="2436134" y="3269280"/>
                  <a:pt x="2437148" y="3271075"/>
                </a:cubicBezTo>
                <a:cubicBezTo>
                  <a:pt x="2437824" y="3272301"/>
                  <a:pt x="2439103" y="3272996"/>
                  <a:pt x="2440401" y="3272996"/>
                </a:cubicBezTo>
                <a:cubicBezTo>
                  <a:pt x="2441023" y="3272996"/>
                  <a:pt x="2441646" y="3272835"/>
                  <a:pt x="2442214" y="3272515"/>
                </a:cubicBezTo>
                <a:close/>
                <a:moveTo>
                  <a:pt x="3700374" y="2812450"/>
                </a:moveTo>
                <a:cubicBezTo>
                  <a:pt x="3702384" y="2812450"/>
                  <a:pt x="3704053" y="2810850"/>
                  <a:pt x="3704108" y="2808824"/>
                </a:cubicBezTo>
                <a:cubicBezTo>
                  <a:pt x="3704161" y="2806761"/>
                  <a:pt x="3702544" y="2805037"/>
                  <a:pt x="3700481" y="2804983"/>
                </a:cubicBezTo>
                <a:cubicBezTo>
                  <a:pt x="3698419" y="2804930"/>
                  <a:pt x="3696695" y="2806548"/>
                  <a:pt x="3696642" y="2808610"/>
                </a:cubicBezTo>
                <a:cubicBezTo>
                  <a:pt x="3696588" y="2810673"/>
                  <a:pt x="3698206" y="2812398"/>
                  <a:pt x="3700268" y="2812451"/>
                </a:cubicBezTo>
                <a:close/>
                <a:moveTo>
                  <a:pt x="4817497" y="2403908"/>
                </a:moveTo>
                <a:cubicBezTo>
                  <a:pt x="4822261" y="2403909"/>
                  <a:pt x="4826689" y="2400868"/>
                  <a:pt x="4828252" y="2396103"/>
                </a:cubicBezTo>
                <a:cubicBezTo>
                  <a:pt x="4830192" y="2390166"/>
                  <a:pt x="4826956" y="2383765"/>
                  <a:pt x="4821016" y="2381827"/>
                </a:cubicBezTo>
                <a:cubicBezTo>
                  <a:pt x="4815079" y="2379871"/>
                  <a:pt x="4808677" y="2383107"/>
                  <a:pt x="4806739" y="2389046"/>
                </a:cubicBezTo>
                <a:cubicBezTo>
                  <a:pt x="4804784" y="2395001"/>
                  <a:pt x="4808019" y="2401384"/>
                  <a:pt x="4813977" y="2403340"/>
                </a:cubicBezTo>
                <a:cubicBezTo>
                  <a:pt x="4815150" y="2403713"/>
                  <a:pt x="4816325" y="2403908"/>
                  <a:pt x="4817497" y="2403908"/>
                </a:cubicBezTo>
                <a:close/>
                <a:moveTo>
                  <a:pt x="5421320" y="2182953"/>
                </a:moveTo>
                <a:cubicBezTo>
                  <a:pt x="5428486" y="2181602"/>
                  <a:pt x="5433215" y="2174704"/>
                  <a:pt x="5431881" y="2167539"/>
                </a:cubicBezTo>
                <a:cubicBezTo>
                  <a:pt x="5430530" y="2160356"/>
                  <a:pt x="5423631" y="2155627"/>
                  <a:pt x="5416469" y="2156978"/>
                </a:cubicBezTo>
                <a:cubicBezTo>
                  <a:pt x="5409284" y="2158311"/>
                  <a:pt x="5404556" y="2165210"/>
                  <a:pt x="5405907" y="2172392"/>
                </a:cubicBezTo>
                <a:cubicBezTo>
                  <a:pt x="5407081" y="2178739"/>
                  <a:pt x="5412645" y="2183184"/>
                  <a:pt x="5418885" y="2183184"/>
                </a:cubicBezTo>
                <a:cubicBezTo>
                  <a:pt x="5419685" y="2183184"/>
                  <a:pt x="5420504" y="2183113"/>
                  <a:pt x="5421320" y="2182953"/>
                </a:cubicBezTo>
                <a:close/>
                <a:moveTo>
                  <a:pt x="2702373" y="3183797"/>
                </a:moveTo>
                <a:cubicBezTo>
                  <a:pt x="2703707" y="3183015"/>
                  <a:pt x="2704168" y="3181327"/>
                  <a:pt x="2703387" y="3179993"/>
                </a:cubicBezTo>
                <a:cubicBezTo>
                  <a:pt x="2702622" y="3178660"/>
                  <a:pt x="2700915" y="3178197"/>
                  <a:pt x="2699599" y="3178962"/>
                </a:cubicBezTo>
                <a:cubicBezTo>
                  <a:pt x="2698248" y="3179744"/>
                  <a:pt x="2697803" y="3181434"/>
                  <a:pt x="2698568" y="3182767"/>
                </a:cubicBezTo>
                <a:cubicBezTo>
                  <a:pt x="2699084" y="3183674"/>
                  <a:pt x="2700026" y="3184171"/>
                  <a:pt x="2700986" y="3184171"/>
                </a:cubicBezTo>
                <a:cubicBezTo>
                  <a:pt x="2701467" y="3184171"/>
                  <a:pt x="2701947" y="3184047"/>
                  <a:pt x="2702373" y="3183797"/>
                </a:cubicBezTo>
                <a:close/>
                <a:moveTo>
                  <a:pt x="4666126" y="2463788"/>
                </a:moveTo>
                <a:cubicBezTo>
                  <a:pt x="4670055" y="2463788"/>
                  <a:pt x="4673806" y="2461548"/>
                  <a:pt x="4675567" y="2457743"/>
                </a:cubicBezTo>
                <a:cubicBezTo>
                  <a:pt x="4677949" y="2452534"/>
                  <a:pt x="4675675" y="2446382"/>
                  <a:pt x="4670466" y="2443983"/>
                </a:cubicBezTo>
                <a:cubicBezTo>
                  <a:pt x="4667861" y="2442792"/>
                  <a:pt x="4665021" y="2442765"/>
                  <a:pt x="4662532" y="2443687"/>
                </a:cubicBezTo>
                <a:cubicBezTo>
                  <a:pt x="4660046" y="2444610"/>
                  <a:pt x="4657914" y="2446481"/>
                  <a:pt x="4656722" y="2449085"/>
                </a:cubicBezTo>
                <a:cubicBezTo>
                  <a:pt x="4654320" y="2454276"/>
                  <a:pt x="4656598" y="2460446"/>
                  <a:pt x="4661806" y="2462828"/>
                </a:cubicBezTo>
                <a:cubicBezTo>
                  <a:pt x="4663211" y="2463486"/>
                  <a:pt x="4664685" y="2463788"/>
                  <a:pt x="4666126" y="2463788"/>
                </a:cubicBezTo>
                <a:close/>
                <a:moveTo>
                  <a:pt x="3123627" y="3033708"/>
                </a:moveTo>
                <a:cubicBezTo>
                  <a:pt x="3124586" y="3033389"/>
                  <a:pt x="3125085" y="3032322"/>
                  <a:pt x="3124746" y="3031379"/>
                </a:cubicBezTo>
                <a:cubicBezTo>
                  <a:pt x="3124409" y="3030420"/>
                  <a:pt x="3123360" y="3029922"/>
                  <a:pt x="3122418" y="3030260"/>
                </a:cubicBezTo>
                <a:cubicBezTo>
                  <a:pt x="3121458" y="3030597"/>
                  <a:pt x="3120942" y="3031647"/>
                  <a:pt x="3121298" y="3032606"/>
                </a:cubicBezTo>
                <a:cubicBezTo>
                  <a:pt x="3121565" y="3033354"/>
                  <a:pt x="3122274" y="3033833"/>
                  <a:pt x="3123023" y="3033833"/>
                </a:cubicBezTo>
                <a:cubicBezTo>
                  <a:pt x="3123217" y="3033833"/>
                  <a:pt x="3123431" y="3033797"/>
                  <a:pt x="3123627" y="3033708"/>
                </a:cubicBezTo>
                <a:close/>
                <a:moveTo>
                  <a:pt x="4165810" y="2651906"/>
                </a:moveTo>
                <a:cubicBezTo>
                  <a:pt x="4168511" y="2651906"/>
                  <a:pt x="4171036" y="2650235"/>
                  <a:pt x="4171996" y="2647569"/>
                </a:cubicBezTo>
                <a:cubicBezTo>
                  <a:pt x="4173241" y="2644154"/>
                  <a:pt x="4171463" y="2640386"/>
                  <a:pt x="4168051" y="2639141"/>
                </a:cubicBezTo>
                <a:cubicBezTo>
                  <a:pt x="4164636" y="2637915"/>
                  <a:pt x="4160866" y="2639675"/>
                  <a:pt x="4159624" y="2643088"/>
                </a:cubicBezTo>
                <a:cubicBezTo>
                  <a:pt x="4158395" y="2646519"/>
                  <a:pt x="4160174" y="2650288"/>
                  <a:pt x="4163586" y="2651515"/>
                </a:cubicBezTo>
                <a:cubicBezTo>
                  <a:pt x="4164316" y="2651781"/>
                  <a:pt x="4165062" y="2651906"/>
                  <a:pt x="4165810" y="2651906"/>
                </a:cubicBezTo>
                <a:close/>
                <a:moveTo>
                  <a:pt x="3040297" y="3065995"/>
                </a:moveTo>
                <a:cubicBezTo>
                  <a:pt x="3041239" y="3065603"/>
                  <a:pt x="3041683" y="3064520"/>
                  <a:pt x="3041292" y="3063577"/>
                </a:cubicBezTo>
                <a:cubicBezTo>
                  <a:pt x="3040901" y="3062653"/>
                  <a:pt x="3039817" y="3062208"/>
                  <a:pt x="3038893" y="3062600"/>
                </a:cubicBezTo>
                <a:cubicBezTo>
                  <a:pt x="3037950" y="3062991"/>
                  <a:pt x="3037506" y="3064075"/>
                  <a:pt x="3037897" y="3065000"/>
                </a:cubicBezTo>
                <a:cubicBezTo>
                  <a:pt x="3038182" y="3065710"/>
                  <a:pt x="3038875" y="3066137"/>
                  <a:pt x="3039604" y="3066137"/>
                </a:cubicBezTo>
                <a:cubicBezTo>
                  <a:pt x="3039833" y="3066137"/>
                  <a:pt x="3040067" y="3066084"/>
                  <a:pt x="3040297" y="3065995"/>
                </a:cubicBezTo>
                <a:close/>
                <a:moveTo>
                  <a:pt x="7744807" y="1340712"/>
                </a:moveTo>
                <a:cubicBezTo>
                  <a:pt x="7751849" y="1340713"/>
                  <a:pt x="7758302" y="1336036"/>
                  <a:pt x="7760275" y="1328925"/>
                </a:cubicBezTo>
                <a:cubicBezTo>
                  <a:pt x="7762640" y="1320373"/>
                  <a:pt x="7757627" y="1311538"/>
                  <a:pt x="7749074" y="1309173"/>
                </a:cubicBezTo>
                <a:cubicBezTo>
                  <a:pt x="7740523" y="1306791"/>
                  <a:pt x="7731687" y="1311804"/>
                  <a:pt x="7729322" y="1320356"/>
                </a:cubicBezTo>
                <a:cubicBezTo>
                  <a:pt x="7726958" y="1328907"/>
                  <a:pt x="7731953" y="1337743"/>
                  <a:pt x="7740505" y="1340126"/>
                </a:cubicBezTo>
                <a:cubicBezTo>
                  <a:pt x="7741945" y="1340517"/>
                  <a:pt x="7743386" y="1340712"/>
                  <a:pt x="7744807" y="1340712"/>
                </a:cubicBezTo>
                <a:close/>
                <a:moveTo>
                  <a:pt x="2362671" y="3316109"/>
                </a:moveTo>
                <a:cubicBezTo>
                  <a:pt x="2364485" y="3315132"/>
                  <a:pt x="2365161" y="3312873"/>
                  <a:pt x="2364182" y="3311060"/>
                </a:cubicBezTo>
                <a:cubicBezTo>
                  <a:pt x="2363205" y="3309229"/>
                  <a:pt x="2360947" y="3308553"/>
                  <a:pt x="2359133" y="3309531"/>
                </a:cubicBezTo>
                <a:cubicBezTo>
                  <a:pt x="2357320" y="3310508"/>
                  <a:pt x="2356626" y="3312766"/>
                  <a:pt x="2357605" y="3314598"/>
                </a:cubicBezTo>
                <a:cubicBezTo>
                  <a:pt x="2358280" y="3315842"/>
                  <a:pt x="2359578" y="3316553"/>
                  <a:pt x="2360894" y="3316553"/>
                </a:cubicBezTo>
                <a:cubicBezTo>
                  <a:pt x="2361498" y="3316554"/>
                  <a:pt x="2362102" y="3316412"/>
                  <a:pt x="2362671" y="3316109"/>
                </a:cubicBezTo>
                <a:close/>
                <a:moveTo>
                  <a:pt x="7238038" y="1527817"/>
                </a:moveTo>
                <a:cubicBezTo>
                  <a:pt x="7245807" y="1527817"/>
                  <a:pt x="7252137" y="1521560"/>
                  <a:pt x="7252190" y="1513772"/>
                </a:cubicBezTo>
                <a:cubicBezTo>
                  <a:pt x="7252261" y="1505949"/>
                  <a:pt x="7245968" y="1499549"/>
                  <a:pt x="7238144" y="1499478"/>
                </a:cubicBezTo>
                <a:cubicBezTo>
                  <a:pt x="7230340" y="1499425"/>
                  <a:pt x="7223939" y="1505701"/>
                  <a:pt x="7223868" y="1513542"/>
                </a:cubicBezTo>
                <a:cubicBezTo>
                  <a:pt x="7223798" y="1521346"/>
                  <a:pt x="7230091" y="1527747"/>
                  <a:pt x="7237914" y="1527817"/>
                </a:cubicBezTo>
                <a:close/>
                <a:moveTo>
                  <a:pt x="3208734" y="3006435"/>
                </a:moveTo>
                <a:cubicBezTo>
                  <a:pt x="3209712" y="3006152"/>
                  <a:pt x="3210264" y="3005138"/>
                  <a:pt x="3209997" y="3004159"/>
                </a:cubicBezTo>
                <a:cubicBezTo>
                  <a:pt x="3209712" y="3003183"/>
                  <a:pt x="3208699" y="3002631"/>
                  <a:pt x="3207721" y="3002897"/>
                </a:cubicBezTo>
                <a:cubicBezTo>
                  <a:pt x="3206743" y="3003183"/>
                  <a:pt x="3206174" y="3004195"/>
                  <a:pt x="3206458" y="3005173"/>
                </a:cubicBezTo>
                <a:cubicBezTo>
                  <a:pt x="3206689" y="3005991"/>
                  <a:pt x="3207419" y="3006507"/>
                  <a:pt x="3208218" y="3006507"/>
                </a:cubicBezTo>
                <a:cubicBezTo>
                  <a:pt x="3208396" y="3006507"/>
                  <a:pt x="3208556" y="3006489"/>
                  <a:pt x="3208734" y="3006435"/>
                </a:cubicBezTo>
                <a:close/>
                <a:moveTo>
                  <a:pt x="3541858" y="2885113"/>
                </a:moveTo>
                <a:cubicBezTo>
                  <a:pt x="3543387" y="2885024"/>
                  <a:pt x="3544560" y="2883690"/>
                  <a:pt x="3544453" y="2882161"/>
                </a:cubicBezTo>
                <a:cubicBezTo>
                  <a:pt x="3544363" y="2880632"/>
                  <a:pt x="3543031" y="2879459"/>
                  <a:pt x="3541502" y="2879548"/>
                </a:cubicBezTo>
                <a:cubicBezTo>
                  <a:pt x="3539973" y="2879654"/>
                  <a:pt x="3538800" y="2880970"/>
                  <a:pt x="3538888" y="2882517"/>
                </a:cubicBezTo>
                <a:cubicBezTo>
                  <a:pt x="3538996" y="2883992"/>
                  <a:pt x="3540205" y="2885112"/>
                  <a:pt x="3541663" y="2885112"/>
                </a:cubicBezTo>
                <a:close/>
                <a:moveTo>
                  <a:pt x="8126965" y="1203850"/>
                </a:moveTo>
                <a:cubicBezTo>
                  <a:pt x="8134272" y="1203850"/>
                  <a:pt x="8141153" y="1199352"/>
                  <a:pt x="8143820" y="1192099"/>
                </a:cubicBezTo>
                <a:cubicBezTo>
                  <a:pt x="8147251" y="1182782"/>
                  <a:pt x="8142486" y="1172453"/>
                  <a:pt x="8133188" y="1169039"/>
                </a:cubicBezTo>
                <a:cubicBezTo>
                  <a:pt x="8123889" y="1165608"/>
                  <a:pt x="8113578" y="1170373"/>
                  <a:pt x="8110146" y="1179672"/>
                </a:cubicBezTo>
                <a:cubicBezTo>
                  <a:pt x="8106713" y="1188988"/>
                  <a:pt x="8111480" y="1199299"/>
                  <a:pt x="8120779" y="1202731"/>
                </a:cubicBezTo>
                <a:lnTo>
                  <a:pt x="8120761" y="1202731"/>
                </a:lnTo>
                <a:cubicBezTo>
                  <a:pt x="8122805" y="1203495"/>
                  <a:pt x="8124903" y="1203851"/>
                  <a:pt x="8126965" y="1203850"/>
                </a:cubicBezTo>
                <a:close/>
                <a:moveTo>
                  <a:pt x="5516418" y="2162969"/>
                </a:moveTo>
                <a:cubicBezTo>
                  <a:pt x="5523515" y="2161316"/>
                  <a:pt x="5527942" y="2154222"/>
                  <a:pt x="5526287" y="2147111"/>
                </a:cubicBezTo>
                <a:cubicBezTo>
                  <a:pt x="5524634" y="2139998"/>
                  <a:pt x="5517539" y="2135572"/>
                  <a:pt x="5510429" y="2137226"/>
                </a:cubicBezTo>
                <a:cubicBezTo>
                  <a:pt x="5503320" y="2138879"/>
                  <a:pt x="5498889" y="2145973"/>
                  <a:pt x="5500545" y="2153084"/>
                </a:cubicBezTo>
                <a:cubicBezTo>
                  <a:pt x="5501966" y="2159183"/>
                  <a:pt x="5507406" y="2163307"/>
                  <a:pt x="5513416" y="2163307"/>
                </a:cubicBezTo>
                <a:cubicBezTo>
                  <a:pt x="5514395" y="2163307"/>
                  <a:pt x="5515407" y="2163200"/>
                  <a:pt x="5516418" y="2162969"/>
                </a:cubicBezTo>
                <a:close/>
                <a:moveTo>
                  <a:pt x="2958657" y="3102353"/>
                </a:moveTo>
                <a:cubicBezTo>
                  <a:pt x="2959563" y="3101926"/>
                  <a:pt x="2959954" y="3100825"/>
                  <a:pt x="2959528" y="3099917"/>
                </a:cubicBezTo>
                <a:cubicBezTo>
                  <a:pt x="2959100" y="3098993"/>
                  <a:pt x="2957999" y="3098602"/>
                  <a:pt x="2957092" y="3099029"/>
                </a:cubicBezTo>
                <a:cubicBezTo>
                  <a:pt x="2956167" y="3099473"/>
                  <a:pt x="2955776" y="3100557"/>
                  <a:pt x="2956202" y="3101482"/>
                </a:cubicBezTo>
                <a:cubicBezTo>
                  <a:pt x="2956523" y="3102139"/>
                  <a:pt x="2957180" y="3102531"/>
                  <a:pt x="2957874" y="3102531"/>
                </a:cubicBezTo>
                <a:cubicBezTo>
                  <a:pt x="2958140" y="3102531"/>
                  <a:pt x="2958390" y="3102478"/>
                  <a:pt x="2958657" y="3102353"/>
                </a:cubicBezTo>
                <a:close/>
                <a:moveTo>
                  <a:pt x="5069066" y="2331370"/>
                </a:moveTo>
                <a:cubicBezTo>
                  <a:pt x="5075484" y="2331370"/>
                  <a:pt x="5080890" y="2326392"/>
                  <a:pt x="5081318" y="2319886"/>
                </a:cubicBezTo>
                <a:cubicBezTo>
                  <a:pt x="5081726" y="2313130"/>
                  <a:pt x="5076606" y="2307298"/>
                  <a:pt x="5069850" y="2306871"/>
                </a:cubicBezTo>
                <a:cubicBezTo>
                  <a:pt x="5063076" y="2306444"/>
                  <a:pt x="5057243" y="2311565"/>
                  <a:pt x="5056818" y="2318321"/>
                </a:cubicBezTo>
                <a:cubicBezTo>
                  <a:pt x="5056392" y="2325095"/>
                  <a:pt x="5061530" y="2330908"/>
                  <a:pt x="5068286" y="2331353"/>
                </a:cubicBezTo>
                <a:lnTo>
                  <a:pt x="5068286" y="2331370"/>
                </a:lnTo>
                <a:cubicBezTo>
                  <a:pt x="5068552" y="2331370"/>
                  <a:pt x="5068801" y="2331370"/>
                  <a:pt x="5069066" y="2331370"/>
                </a:cubicBezTo>
                <a:close/>
                <a:moveTo>
                  <a:pt x="2624678" y="3229313"/>
                </a:moveTo>
                <a:cubicBezTo>
                  <a:pt x="2626012" y="3228530"/>
                  <a:pt x="2626439" y="3226822"/>
                  <a:pt x="2625658" y="3225489"/>
                </a:cubicBezTo>
                <a:cubicBezTo>
                  <a:pt x="2624875" y="3224174"/>
                  <a:pt x="2623168" y="3223729"/>
                  <a:pt x="2621852" y="3224512"/>
                </a:cubicBezTo>
                <a:cubicBezTo>
                  <a:pt x="2620519" y="3225312"/>
                  <a:pt x="2620092" y="3227019"/>
                  <a:pt x="2620874" y="3228334"/>
                </a:cubicBezTo>
                <a:cubicBezTo>
                  <a:pt x="2621390" y="3229223"/>
                  <a:pt x="2622315" y="3229703"/>
                  <a:pt x="2623275" y="3229703"/>
                </a:cubicBezTo>
                <a:cubicBezTo>
                  <a:pt x="2623755" y="3229704"/>
                  <a:pt x="2624235" y="3229579"/>
                  <a:pt x="2624678" y="3229313"/>
                </a:cubicBezTo>
                <a:close/>
                <a:moveTo>
                  <a:pt x="3295336" y="2984373"/>
                </a:moveTo>
                <a:cubicBezTo>
                  <a:pt x="3296312" y="2984141"/>
                  <a:pt x="3296953" y="2983163"/>
                  <a:pt x="3296721" y="2982168"/>
                </a:cubicBezTo>
                <a:cubicBezTo>
                  <a:pt x="3296507" y="2981190"/>
                  <a:pt x="3295530" y="2980550"/>
                  <a:pt x="3294535" y="2980781"/>
                </a:cubicBezTo>
                <a:cubicBezTo>
                  <a:pt x="3293540" y="2980994"/>
                  <a:pt x="3292918" y="2981972"/>
                  <a:pt x="3293131" y="2982968"/>
                </a:cubicBezTo>
                <a:cubicBezTo>
                  <a:pt x="3293326" y="2983821"/>
                  <a:pt x="3294092" y="2984407"/>
                  <a:pt x="3294926" y="2984407"/>
                </a:cubicBezTo>
                <a:cubicBezTo>
                  <a:pt x="3295069" y="2984408"/>
                  <a:pt x="3295193" y="2984391"/>
                  <a:pt x="3295336" y="2984373"/>
                </a:cubicBezTo>
                <a:close/>
                <a:moveTo>
                  <a:pt x="8491042" y="1079594"/>
                </a:moveTo>
                <a:cubicBezTo>
                  <a:pt x="8499131" y="1079594"/>
                  <a:pt x="8506723" y="1074616"/>
                  <a:pt x="8509675" y="1066580"/>
                </a:cubicBezTo>
                <a:cubicBezTo>
                  <a:pt x="8513462" y="1056286"/>
                  <a:pt x="8508181" y="1044872"/>
                  <a:pt x="8497869" y="1041103"/>
                </a:cubicBezTo>
                <a:cubicBezTo>
                  <a:pt x="8487575" y="1037316"/>
                  <a:pt x="8476179" y="1042596"/>
                  <a:pt x="8472392" y="1052890"/>
                </a:cubicBezTo>
                <a:cubicBezTo>
                  <a:pt x="8468623" y="1063184"/>
                  <a:pt x="8473904" y="1074598"/>
                  <a:pt x="8484198" y="1078367"/>
                </a:cubicBezTo>
                <a:cubicBezTo>
                  <a:pt x="8486456" y="1079203"/>
                  <a:pt x="8488766" y="1079594"/>
                  <a:pt x="8491042" y="1079594"/>
                </a:cubicBezTo>
                <a:close/>
                <a:moveTo>
                  <a:pt x="6517263" y="1804138"/>
                </a:moveTo>
                <a:cubicBezTo>
                  <a:pt x="6524108" y="1801613"/>
                  <a:pt x="6527628" y="1794022"/>
                  <a:pt x="6525104" y="1787176"/>
                </a:cubicBezTo>
                <a:cubicBezTo>
                  <a:pt x="6522579" y="1780315"/>
                  <a:pt x="6514987" y="1776812"/>
                  <a:pt x="6508143" y="1779336"/>
                </a:cubicBezTo>
                <a:cubicBezTo>
                  <a:pt x="6501279" y="1781843"/>
                  <a:pt x="6497778" y="1789434"/>
                  <a:pt x="6500284" y="1796297"/>
                </a:cubicBezTo>
                <a:cubicBezTo>
                  <a:pt x="6502258" y="1801649"/>
                  <a:pt x="6507326" y="1804955"/>
                  <a:pt x="6512694" y="1804955"/>
                </a:cubicBezTo>
                <a:cubicBezTo>
                  <a:pt x="6514224" y="1804955"/>
                  <a:pt x="6515752" y="1804689"/>
                  <a:pt x="6517263" y="1804138"/>
                </a:cubicBezTo>
                <a:close/>
                <a:moveTo>
                  <a:pt x="2282382" y="3358370"/>
                </a:moveTo>
                <a:cubicBezTo>
                  <a:pt x="2284212" y="3357427"/>
                  <a:pt x="2284942" y="3355170"/>
                  <a:pt x="2284000" y="3353338"/>
                </a:cubicBezTo>
                <a:cubicBezTo>
                  <a:pt x="2283057" y="3351507"/>
                  <a:pt x="2280799" y="3350778"/>
                  <a:pt x="2278968" y="3351719"/>
                </a:cubicBezTo>
                <a:cubicBezTo>
                  <a:pt x="2277137" y="3352662"/>
                  <a:pt x="2276408" y="3354902"/>
                  <a:pt x="2277351" y="3356752"/>
                </a:cubicBezTo>
                <a:cubicBezTo>
                  <a:pt x="2278008" y="3358032"/>
                  <a:pt x="2279324" y="3358778"/>
                  <a:pt x="2280675" y="3358778"/>
                </a:cubicBezTo>
                <a:cubicBezTo>
                  <a:pt x="2281243" y="3358778"/>
                  <a:pt x="2281831" y="3358637"/>
                  <a:pt x="2282382" y="3358370"/>
                </a:cubicBezTo>
                <a:close/>
                <a:moveTo>
                  <a:pt x="6427178" y="1838309"/>
                </a:moveTo>
                <a:cubicBezTo>
                  <a:pt x="6433970" y="1835660"/>
                  <a:pt x="6437329" y="1827997"/>
                  <a:pt x="6434679" y="1821206"/>
                </a:cubicBezTo>
                <a:cubicBezTo>
                  <a:pt x="6432031" y="1814396"/>
                  <a:pt x="6424368" y="1811036"/>
                  <a:pt x="6417577" y="1813685"/>
                </a:cubicBezTo>
                <a:cubicBezTo>
                  <a:pt x="6410768" y="1816334"/>
                  <a:pt x="6407407" y="1823997"/>
                  <a:pt x="6410056" y="1830806"/>
                </a:cubicBezTo>
                <a:cubicBezTo>
                  <a:pt x="6412101" y="1836033"/>
                  <a:pt x="6417097" y="1839215"/>
                  <a:pt x="6422377" y="1839216"/>
                </a:cubicBezTo>
                <a:cubicBezTo>
                  <a:pt x="6423977" y="1839216"/>
                  <a:pt x="6425595" y="1838931"/>
                  <a:pt x="6427178" y="1838309"/>
                </a:cubicBezTo>
                <a:close/>
                <a:moveTo>
                  <a:pt x="6608007" y="1772029"/>
                </a:moveTo>
                <a:cubicBezTo>
                  <a:pt x="6614922" y="1769682"/>
                  <a:pt x="6618639" y="1762179"/>
                  <a:pt x="6616291" y="1755264"/>
                </a:cubicBezTo>
                <a:cubicBezTo>
                  <a:pt x="6613944" y="1748348"/>
                  <a:pt x="6606443" y="1744650"/>
                  <a:pt x="6599526" y="1746996"/>
                </a:cubicBezTo>
                <a:cubicBezTo>
                  <a:pt x="6592610" y="1749326"/>
                  <a:pt x="6588912" y="1756828"/>
                  <a:pt x="6591260" y="1763744"/>
                </a:cubicBezTo>
                <a:cubicBezTo>
                  <a:pt x="6593126" y="1769255"/>
                  <a:pt x="6598264" y="1772722"/>
                  <a:pt x="6603776" y="1772722"/>
                </a:cubicBezTo>
                <a:cubicBezTo>
                  <a:pt x="6605180" y="1772722"/>
                  <a:pt x="6606603" y="1772509"/>
                  <a:pt x="6608007" y="1772029"/>
                </a:cubicBezTo>
                <a:close/>
                <a:moveTo>
                  <a:pt x="5610523" y="2139199"/>
                </a:moveTo>
                <a:cubicBezTo>
                  <a:pt x="5617564" y="2137279"/>
                  <a:pt x="5621723" y="2130025"/>
                  <a:pt x="5619820" y="2122985"/>
                </a:cubicBezTo>
                <a:cubicBezTo>
                  <a:pt x="5617901" y="2115945"/>
                  <a:pt x="5610646" y="2111784"/>
                  <a:pt x="5603590" y="2113704"/>
                </a:cubicBezTo>
                <a:cubicBezTo>
                  <a:pt x="5596549" y="2115606"/>
                  <a:pt x="5592391" y="2122878"/>
                  <a:pt x="5594309" y="2129919"/>
                </a:cubicBezTo>
                <a:cubicBezTo>
                  <a:pt x="5595909" y="2135803"/>
                  <a:pt x="5601243" y="2139679"/>
                  <a:pt x="5607057" y="2139679"/>
                </a:cubicBezTo>
                <a:cubicBezTo>
                  <a:pt x="5608195" y="2139679"/>
                  <a:pt x="5609369" y="2139520"/>
                  <a:pt x="5610523" y="2139199"/>
                </a:cubicBezTo>
                <a:close/>
                <a:moveTo>
                  <a:pt x="2878509" y="3141981"/>
                </a:moveTo>
                <a:cubicBezTo>
                  <a:pt x="2879416" y="3141502"/>
                  <a:pt x="2879754" y="3140399"/>
                  <a:pt x="2879292" y="3139493"/>
                </a:cubicBezTo>
                <a:cubicBezTo>
                  <a:pt x="2878829" y="3138587"/>
                  <a:pt x="2877727" y="3138249"/>
                  <a:pt x="2876820" y="3138711"/>
                </a:cubicBezTo>
                <a:cubicBezTo>
                  <a:pt x="2875913" y="3139173"/>
                  <a:pt x="2875576" y="3140276"/>
                  <a:pt x="2876038" y="3141182"/>
                </a:cubicBezTo>
                <a:cubicBezTo>
                  <a:pt x="2876357" y="3141822"/>
                  <a:pt x="2876997" y="3142177"/>
                  <a:pt x="2877672" y="3142177"/>
                </a:cubicBezTo>
                <a:cubicBezTo>
                  <a:pt x="2877958" y="3142177"/>
                  <a:pt x="2878242" y="3142107"/>
                  <a:pt x="2878509" y="3141981"/>
                </a:cubicBezTo>
                <a:close/>
                <a:moveTo>
                  <a:pt x="6337536" y="1873956"/>
                </a:moveTo>
                <a:cubicBezTo>
                  <a:pt x="6344292" y="1871235"/>
                  <a:pt x="6347582" y="1863537"/>
                  <a:pt x="6344861" y="1856764"/>
                </a:cubicBezTo>
                <a:cubicBezTo>
                  <a:pt x="6342141" y="1849989"/>
                  <a:pt x="6334443" y="1846718"/>
                  <a:pt x="6327668" y="1849439"/>
                </a:cubicBezTo>
                <a:cubicBezTo>
                  <a:pt x="6320895" y="1852158"/>
                  <a:pt x="6317624" y="1859857"/>
                  <a:pt x="6320344" y="1866631"/>
                </a:cubicBezTo>
                <a:cubicBezTo>
                  <a:pt x="6322407" y="1871787"/>
                  <a:pt x="6327368" y="1874915"/>
                  <a:pt x="6332612" y="1874916"/>
                </a:cubicBezTo>
                <a:cubicBezTo>
                  <a:pt x="6334248" y="1874916"/>
                  <a:pt x="6335919" y="1874613"/>
                  <a:pt x="6337536" y="1873956"/>
                </a:cubicBezTo>
                <a:close/>
                <a:moveTo>
                  <a:pt x="4313570" y="2617185"/>
                </a:moveTo>
                <a:cubicBezTo>
                  <a:pt x="4316343" y="2617185"/>
                  <a:pt x="4319010" y="2615656"/>
                  <a:pt x="4320325" y="2612989"/>
                </a:cubicBezTo>
                <a:cubicBezTo>
                  <a:pt x="4322156" y="2609255"/>
                  <a:pt x="4320628" y="2604740"/>
                  <a:pt x="4316895" y="2602908"/>
                </a:cubicBezTo>
                <a:cubicBezTo>
                  <a:pt x="4313162" y="2601077"/>
                  <a:pt x="4308663" y="2602606"/>
                  <a:pt x="4306813" y="2606340"/>
                </a:cubicBezTo>
                <a:cubicBezTo>
                  <a:pt x="4304982" y="2610055"/>
                  <a:pt x="4306512" y="2614571"/>
                  <a:pt x="4310245" y="2616421"/>
                </a:cubicBezTo>
                <a:cubicBezTo>
                  <a:pt x="4311312" y="2616935"/>
                  <a:pt x="4312449" y="2617185"/>
                  <a:pt x="4313570" y="2617185"/>
                </a:cubicBezTo>
                <a:close/>
                <a:moveTo>
                  <a:pt x="6699568" y="1742570"/>
                </a:moveTo>
                <a:cubicBezTo>
                  <a:pt x="6706555" y="1740453"/>
                  <a:pt x="6710502" y="1733057"/>
                  <a:pt x="6708387" y="1726089"/>
                </a:cubicBezTo>
                <a:cubicBezTo>
                  <a:pt x="6706271" y="1719101"/>
                  <a:pt x="6698893" y="1715154"/>
                  <a:pt x="6691906" y="1717270"/>
                </a:cubicBezTo>
                <a:cubicBezTo>
                  <a:pt x="6684918" y="1719386"/>
                  <a:pt x="6680971" y="1726764"/>
                  <a:pt x="6683088" y="1733751"/>
                </a:cubicBezTo>
                <a:cubicBezTo>
                  <a:pt x="6684830" y="1739458"/>
                  <a:pt x="6690057" y="1743138"/>
                  <a:pt x="6695728" y="1743138"/>
                </a:cubicBezTo>
                <a:cubicBezTo>
                  <a:pt x="6697008" y="1743138"/>
                  <a:pt x="6698288" y="1742961"/>
                  <a:pt x="6699568" y="1742570"/>
                </a:cubicBezTo>
                <a:close/>
                <a:moveTo>
                  <a:pt x="6247930" y="1910083"/>
                </a:moveTo>
                <a:cubicBezTo>
                  <a:pt x="6254705" y="1907344"/>
                  <a:pt x="6257976" y="1899646"/>
                  <a:pt x="6255255" y="1892873"/>
                </a:cubicBezTo>
                <a:cubicBezTo>
                  <a:pt x="6252517" y="1886116"/>
                  <a:pt x="6244802" y="1882845"/>
                  <a:pt x="6238045" y="1885565"/>
                </a:cubicBezTo>
                <a:cubicBezTo>
                  <a:pt x="6231272" y="1888303"/>
                  <a:pt x="6228001" y="1896001"/>
                  <a:pt x="6230738" y="1902775"/>
                </a:cubicBezTo>
                <a:cubicBezTo>
                  <a:pt x="6232818" y="1907914"/>
                  <a:pt x="6237761" y="1911042"/>
                  <a:pt x="6242989" y="1911042"/>
                </a:cubicBezTo>
                <a:cubicBezTo>
                  <a:pt x="6244642" y="1911042"/>
                  <a:pt x="6246313" y="1910740"/>
                  <a:pt x="6247930" y="1910083"/>
                </a:cubicBezTo>
                <a:close/>
                <a:moveTo>
                  <a:pt x="5703718" y="2112246"/>
                </a:moveTo>
                <a:cubicBezTo>
                  <a:pt x="5710705" y="2110113"/>
                  <a:pt x="5714617" y="2102734"/>
                  <a:pt x="5712483" y="2095748"/>
                </a:cubicBezTo>
                <a:cubicBezTo>
                  <a:pt x="5710350" y="2088761"/>
                  <a:pt x="5702972" y="2084849"/>
                  <a:pt x="5695984" y="2086982"/>
                </a:cubicBezTo>
                <a:cubicBezTo>
                  <a:pt x="5688997" y="2089116"/>
                  <a:pt x="5685087" y="2096494"/>
                  <a:pt x="5687220" y="2103481"/>
                </a:cubicBezTo>
                <a:cubicBezTo>
                  <a:pt x="5688962" y="2109170"/>
                  <a:pt x="5694189" y="2112833"/>
                  <a:pt x="5699842" y="2112833"/>
                </a:cubicBezTo>
                <a:cubicBezTo>
                  <a:pt x="5701123" y="2112833"/>
                  <a:pt x="5702421" y="2112637"/>
                  <a:pt x="5703718" y="2112246"/>
                </a:cubicBezTo>
                <a:close/>
                <a:moveTo>
                  <a:pt x="6158272" y="1946173"/>
                </a:moveTo>
                <a:cubicBezTo>
                  <a:pt x="6165063" y="1943453"/>
                  <a:pt x="6168353" y="1935755"/>
                  <a:pt x="6165632" y="1928981"/>
                </a:cubicBezTo>
                <a:cubicBezTo>
                  <a:pt x="6162912" y="1922207"/>
                  <a:pt x="6155232" y="1918918"/>
                  <a:pt x="6148458" y="1921621"/>
                </a:cubicBezTo>
                <a:cubicBezTo>
                  <a:pt x="6141685" y="1924341"/>
                  <a:pt x="6138378" y="1932040"/>
                  <a:pt x="6141098" y="1938813"/>
                </a:cubicBezTo>
                <a:cubicBezTo>
                  <a:pt x="6143160" y="1943987"/>
                  <a:pt x="6148121" y="1947115"/>
                  <a:pt x="6153365" y="1947116"/>
                </a:cubicBezTo>
                <a:cubicBezTo>
                  <a:pt x="6155001" y="1947116"/>
                  <a:pt x="6156672" y="1946813"/>
                  <a:pt x="6158272" y="1946173"/>
                </a:cubicBezTo>
                <a:close/>
                <a:moveTo>
                  <a:pt x="2201115" y="3398799"/>
                </a:moveTo>
                <a:cubicBezTo>
                  <a:pt x="2202964" y="3397910"/>
                  <a:pt x="2203745" y="3395670"/>
                  <a:pt x="2202857" y="3393803"/>
                </a:cubicBezTo>
                <a:cubicBezTo>
                  <a:pt x="2201968" y="3391954"/>
                  <a:pt x="2199728" y="3391172"/>
                  <a:pt x="2197879" y="3392061"/>
                </a:cubicBezTo>
                <a:cubicBezTo>
                  <a:pt x="2196012" y="3392950"/>
                  <a:pt x="2195230" y="3395190"/>
                  <a:pt x="2196137" y="3397039"/>
                </a:cubicBezTo>
                <a:cubicBezTo>
                  <a:pt x="2196776" y="3398390"/>
                  <a:pt x="2198110" y="3399154"/>
                  <a:pt x="2199497" y="3399154"/>
                </a:cubicBezTo>
                <a:cubicBezTo>
                  <a:pt x="2200030" y="3399154"/>
                  <a:pt x="2200581" y="3399048"/>
                  <a:pt x="2201115" y="3398799"/>
                </a:cubicBezTo>
                <a:close/>
                <a:moveTo>
                  <a:pt x="3381047" y="2966291"/>
                </a:moveTo>
                <a:lnTo>
                  <a:pt x="3381055" y="2966281"/>
                </a:lnTo>
                <a:lnTo>
                  <a:pt x="3381048" y="2966273"/>
                </a:lnTo>
                <a:close/>
                <a:moveTo>
                  <a:pt x="6068417" y="1981855"/>
                </a:moveTo>
                <a:cubicBezTo>
                  <a:pt x="6075209" y="1979189"/>
                  <a:pt x="6078551" y="1971509"/>
                  <a:pt x="6075884" y="1964717"/>
                </a:cubicBezTo>
                <a:cubicBezTo>
                  <a:pt x="6073199" y="1957926"/>
                  <a:pt x="6065537" y="1954583"/>
                  <a:pt x="6058745" y="1957250"/>
                </a:cubicBezTo>
                <a:cubicBezTo>
                  <a:pt x="6051954" y="1959917"/>
                  <a:pt x="6048612" y="1967597"/>
                  <a:pt x="6051278" y="1974389"/>
                </a:cubicBezTo>
                <a:cubicBezTo>
                  <a:pt x="6053323" y="1979598"/>
                  <a:pt x="6058302" y="1982763"/>
                  <a:pt x="6063581" y="1982763"/>
                </a:cubicBezTo>
                <a:cubicBezTo>
                  <a:pt x="6065182" y="1982762"/>
                  <a:pt x="6066818" y="1982478"/>
                  <a:pt x="6068417" y="1981855"/>
                </a:cubicBezTo>
                <a:close/>
                <a:moveTo>
                  <a:pt x="6792036" y="1716416"/>
                </a:moveTo>
                <a:cubicBezTo>
                  <a:pt x="6799095" y="1714567"/>
                  <a:pt x="6803326" y="1707350"/>
                  <a:pt x="6801495" y="1700291"/>
                </a:cubicBezTo>
                <a:cubicBezTo>
                  <a:pt x="6799647" y="1693215"/>
                  <a:pt x="6792427" y="1689002"/>
                  <a:pt x="6785369" y="1690851"/>
                </a:cubicBezTo>
                <a:cubicBezTo>
                  <a:pt x="6778293" y="1692682"/>
                  <a:pt x="6774062" y="1699900"/>
                  <a:pt x="6775911" y="1706958"/>
                </a:cubicBezTo>
                <a:cubicBezTo>
                  <a:pt x="6777458" y="1712914"/>
                  <a:pt x="6782828" y="1716843"/>
                  <a:pt x="6788694" y="1716843"/>
                </a:cubicBezTo>
                <a:cubicBezTo>
                  <a:pt x="6789797" y="1716843"/>
                  <a:pt x="6790916" y="1716701"/>
                  <a:pt x="6792036" y="1716416"/>
                </a:cubicBezTo>
                <a:close/>
                <a:moveTo>
                  <a:pt x="5796027" y="2082609"/>
                </a:moveTo>
                <a:cubicBezTo>
                  <a:pt x="5802943" y="2080280"/>
                  <a:pt x="5806676" y="2072777"/>
                  <a:pt x="5804347" y="2065861"/>
                </a:cubicBezTo>
                <a:cubicBezTo>
                  <a:pt x="5802035" y="2058945"/>
                  <a:pt x="5794533" y="2055230"/>
                  <a:pt x="5787617" y="2057541"/>
                </a:cubicBezTo>
                <a:cubicBezTo>
                  <a:pt x="5780701" y="2059870"/>
                  <a:pt x="5776968" y="2067355"/>
                  <a:pt x="5779297" y="2074288"/>
                </a:cubicBezTo>
                <a:cubicBezTo>
                  <a:pt x="5781146" y="2079800"/>
                  <a:pt x="5786301" y="2083285"/>
                  <a:pt x="5791832" y="2083285"/>
                </a:cubicBezTo>
                <a:cubicBezTo>
                  <a:pt x="5793219" y="2083284"/>
                  <a:pt x="5794640" y="2083071"/>
                  <a:pt x="5796027" y="2082609"/>
                </a:cubicBezTo>
                <a:close/>
                <a:moveTo>
                  <a:pt x="3383145" y="2967820"/>
                </a:moveTo>
                <a:cubicBezTo>
                  <a:pt x="3384140" y="2967660"/>
                  <a:pt x="3384834" y="2966717"/>
                  <a:pt x="3384674" y="2965722"/>
                </a:cubicBezTo>
                <a:cubicBezTo>
                  <a:pt x="3384533" y="2964708"/>
                  <a:pt x="3383590" y="2964033"/>
                  <a:pt x="3382594" y="2964192"/>
                </a:cubicBezTo>
                <a:lnTo>
                  <a:pt x="3381055" y="2966281"/>
                </a:lnTo>
                <a:lnTo>
                  <a:pt x="3382861" y="2967820"/>
                </a:lnTo>
                <a:cubicBezTo>
                  <a:pt x="3382967" y="2967820"/>
                  <a:pt x="3383145" y="2967820"/>
                  <a:pt x="3383145" y="2967820"/>
                </a:cubicBezTo>
                <a:close/>
                <a:moveTo>
                  <a:pt x="3790815" y="2818709"/>
                </a:moveTo>
                <a:cubicBezTo>
                  <a:pt x="3792682" y="2818709"/>
                  <a:pt x="3794300" y="2817304"/>
                  <a:pt x="3794513" y="2815402"/>
                </a:cubicBezTo>
                <a:cubicBezTo>
                  <a:pt x="3794746" y="2813339"/>
                  <a:pt x="3793285" y="2811491"/>
                  <a:pt x="3791225" y="2811277"/>
                </a:cubicBezTo>
                <a:cubicBezTo>
                  <a:pt x="3789180" y="2811045"/>
                  <a:pt x="3787331" y="2812503"/>
                  <a:pt x="3787100" y="2814566"/>
                </a:cubicBezTo>
                <a:cubicBezTo>
                  <a:pt x="3786869" y="2816611"/>
                  <a:pt x="3788344" y="2818459"/>
                  <a:pt x="3790389" y="2818691"/>
                </a:cubicBezTo>
                <a:lnTo>
                  <a:pt x="3790390" y="2818709"/>
                </a:lnTo>
                <a:cubicBezTo>
                  <a:pt x="3790531" y="2818709"/>
                  <a:pt x="3790674" y="2818709"/>
                  <a:pt x="3790815" y="2818709"/>
                </a:cubicBezTo>
                <a:close/>
                <a:moveTo>
                  <a:pt x="5978189" y="2016773"/>
                </a:moveTo>
                <a:cubicBezTo>
                  <a:pt x="5985016" y="2014178"/>
                  <a:pt x="5988448" y="2006551"/>
                  <a:pt x="5985852" y="1999724"/>
                </a:cubicBezTo>
                <a:cubicBezTo>
                  <a:pt x="5983256" y="1992896"/>
                  <a:pt x="5975611" y="1989483"/>
                  <a:pt x="5968802" y="1992079"/>
                </a:cubicBezTo>
                <a:cubicBezTo>
                  <a:pt x="5961974" y="1994675"/>
                  <a:pt x="5958543" y="2002319"/>
                  <a:pt x="5961140" y="2009128"/>
                </a:cubicBezTo>
                <a:cubicBezTo>
                  <a:pt x="5963148" y="2014409"/>
                  <a:pt x="5968180" y="2017644"/>
                  <a:pt x="5973496" y="2017644"/>
                </a:cubicBezTo>
                <a:cubicBezTo>
                  <a:pt x="5975060" y="2017644"/>
                  <a:pt x="5976643" y="2017378"/>
                  <a:pt x="5978189" y="2016773"/>
                </a:cubicBezTo>
                <a:close/>
                <a:moveTo>
                  <a:pt x="2547376" y="3275502"/>
                </a:moveTo>
                <a:cubicBezTo>
                  <a:pt x="2548692" y="3274720"/>
                  <a:pt x="2549119" y="3272994"/>
                  <a:pt x="2548336" y="3271679"/>
                </a:cubicBezTo>
                <a:cubicBezTo>
                  <a:pt x="2547536" y="3270364"/>
                  <a:pt x="2545830" y="3269937"/>
                  <a:pt x="2544514" y="3270719"/>
                </a:cubicBezTo>
                <a:lnTo>
                  <a:pt x="2544496" y="3270719"/>
                </a:lnTo>
                <a:cubicBezTo>
                  <a:pt x="2543181" y="3271519"/>
                  <a:pt x="2542755" y="3273225"/>
                  <a:pt x="2543554" y="3274541"/>
                </a:cubicBezTo>
                <a:cubicBezTo>
                  <a:pt x="2544070" y="3275412"/>
                  <a:pt x="2544994" y="3275893"/>
                  <a:pt x="2545936" y="3275893"/>
                </a:cubicBezTo>
                <a:cubicBezTo>
                  <a:pt x="2546434" y="3275893"/>
                  <a:pt x="2546931" y="3275768"/>
                  <a:pt x="2547376" y="3275502"/>
                </a:cubicBezTo>
                <a:close/>
                <a:moveTo>
                  <a:pt x="5887500" y="2050571"/>
                </a:moveTo>
                <a:cubicBezTo>
                  <a:pt x="5894344" y="2048064"/>
                  <a:pt x="5897899" y="2040490"/>
                  <a:pt x="5895394" y="2033628"/>
                </a:cubicBezTo>
                <a:cubicBezTo>
                  <a:pt x="5892904" y="2026765"/>
                  <a:pt x="5885330" y="2023227"/>
                  <a:pt x="5878468" y="2025717"/>
                </a:cubicBezTo>
                <a:cubicBezTo>
                  <a:pt x="5871605" y="2028223"/>
                  <a:pt x="5868067" y="2035797"/>
                  <a:pt x="5870556" y="2042659"/>
                </a:cubicBezTo>
                <a:cubicBezTo>
                  <a:pt x="5872511" y="2048028"/>
                  <a:pt x="5877579" y="2051371"/>
                  <a:pt x="5882984" y="2051371"/>
                </a:cubicBezTo>
                <a:cubicBezTo>
                  <a:pt x="5884477" y="2051371"/>
                  <a:pt x="5886005" y="2051104"/>
                  <a:pt x="5887500" y="2050571"/>
                </a:cubicBezTo>
                <a:close/>
                <a:moveTo>
                  <a:pt x="2799731" y="3184278"/>
                </a:moveTo>
                <a:cubicBezTo>
                  <a:pt x="2800620" y="3183780"/>
                  <a:pt x="2800939" y="3182678"/>
                  <a:pt x="2800441" y="3181789"/>
                </a:cubicBezTo>
                <a:cubicBezTo>
                  <a:pt x="2799943" y="3180900"/>
                  <a:pt x="2798824" y="3180581"/>
                  <a:pt x="2797954" y="3181077"/>
                </a:cubicBezTo>
                <a:cubicBezTo>
                  <a:pt x="2797046" y="3181558"/>
                  <a:pt x="2796726" y="3182678"/>
                  <a:pt x="2797224" y="3183567"/>
                </a:cubicBezTo>
                <a:cubicBezTo>
                  <a:pt x="2797561" y="3184171"/>
                  <a:pt x="2798201" y="3184510"/>
                  <a:pt x="2798843" y="3184510"/>
                </a:cubicBezTo>
                <a:cubicBezTo>
                  <a:pt x="2799144" y="3184510"/>
                  <a:pt x="2799445" y="3184438"/>
                  <a:pt x="2799731" y="3184278"/>
                </a:cubicBezTo>
                <a:close/>
                <a:moveTo>
                  <a:pt x="3947893" y="2764927"/>
                </a:moveTo>
                <a:cubicBezTo>
                  <a:pt x="3950043" y="2764927"/>
                  <a:pt x="3951982" y="2763452"/>
                  <a:pt x="3952460" y="2761265"/>
                </a:cubicBezTo>
                <a:cubicBezTo>
                  <a:pt x="3953032" y="2758740"/>
                  <a:pt x="3951430" y="2756233"/>
                  <a:pt x="3948906" y="2755682"/>
                </a:cubicBezTo>
                <a:cubicBezTo>
                  <a:pt x="3946381" y="2755113"/>
                  <a:pt x="3943892" y="2756695"/>
                  <a:pt x="3943323" y="2759221"/>
                </a:cubicBezTo>
                <a:cubicBezTo>
                  <a:pt x="3942754" y="2761745"/>
                  <a:pt x="3944355" y="2764252"/>
                  <a:pt x="3946862" y="2764820"/>
                </a:cubicBezTo>
                <a:cubicBezTo>
                  <a:pt x="3947216" y="2764891"/>
                  <a:pt x="3947555" y="2764927"/>
                  <a:pt x="3947893" y="2764927"/>
                </a:cubicBezTo>
                <a:close/>
                <a:moveTo>
                  <a:pt x="2118603" y="3436721"/>
                </a:moveTo>
                <a:cubicBezTo>
                  <a:pt x="2120523" y="3435904"/>
                  <a:pt x="2121359" y="3433699"/>
                  <a:pt x="2120523" y="3431814"/>
                </a:cubicBezTo>
                <a:cubicBezTo>
                  <a:pt x="2119704" y="3429912"/>
                  <a:pt x="2117501" y="3429059"/>
                  <a:pt x="2115616" y="3429894"/>
                </a:cubicBezTo>
                <a:cubicBezTo>
                  <a:pt x="2113731" y="3430712"/>
                  <a:pt x="2112860" y="3432916"/>
                  <a:pt x="2113695" y="3434801"/>
                </a:cubicBezTo>
                <a:cubicBezTo>
                  <a:pt x="2114300" y="3436205"/>
                  <a:pt x="2115669" y="3437041"/>
                  <a:pt x="2117110" y="3437041"/>
                </a:cubicBezTo>
                <a:cubicBezTo>
                  <a:pt x="2117607" y="3437041"/>
                  <a:pt x="2118123" y="3436934"/>
                  <a:pt x="2118603" y="3436721"/>
                </a:cubicBezTo>
                <a:close/>
                <a:moveTo>
                  <a:pt x="7985783" y="1284727"/>
                </a:moveTo>
                <a:cubicBezTo>
                  <a:pt x="7992841" y="1284727"/>
                  <a:pt x="7999455" y="1280300"/>
                  <a:pt x="8001873" y="1273223"/>
                </a:cubicBezTo>
                <a:cubicBezTo>
                  <a:pt x="8004913" y="1264352"/>
                  <a:pt x="8000184" y="1254663"/>
                  <a:pt x="7991295" y="1251640"/>
                </a:cubicBezTo>
                <a:cubicBezTo>
                  <a:pt x="7982405" y="1248582"/>
                  <a:pt x="7972733" y="1253311"/>
                  <a:pt x="7969693" y="1262200"/>
                </a:cubicBezTo>
                <a:cubicBezTo>
                  <a:pt x="7966653" y="1271091"/>
                  <a:pt x="7971383" y="1280762"/>
                  <a:pt x="7980272" y="1283820"/>
                </a:cubicBezTo>
                <a:cubicBezTo>
                  <a:pt x="7982103" y="1284443"/>
                  <a:pt x="7983952" y="1284727"/>
                  <a:pt x="7985783" y="1284727"/>
                </a:cubicBezTo>
                <a:close/>
                <a:moveTo>
                  <a:pt x="3631712" y="2882748"/>
                </a:moveTo>
                <a:cubicBezTo>
                  <a:pt x="3633240" y="2882748"/>
                  <a:pt x="3634503" y="2881521"/>
                  <a:pt x="3634504" y="2879992"/>
                </a:cubicBezTo>
                <a:cubicBezTo>
                  <a:pt x="3634521" y="2878463"/>
                  <a:pt x="3633277" y="2877201"/>
                  <a:pt x="3631747" y="2877183"/>
                </a:cubicBezTo>
                <a:cubicBezTo>
                  <a:pt x="3630201" y="2877165"/>
                  <a:pt x="3628920" y="2878392"/>
                  <a:pt x="3628920" y="2879921"/>
                </a:cubicBezTo>
                <a:cubicBezTo>
                  <a:pt x="3628903" y="2881468"/>
                  <a:pt x="3630129" y="2882748"/>
                  <a:pt x="3631677" y="2882748"/>
                </a:cubicBezTo>
                <a:close/>
                <a:moveTo>
                  <a:pt x="2035711" y="3469212"/>
                </a:moveTo>
                <a:lnTo>
                  <a:pt x="2036819" y="3466679"/>
                </a:lnTo>
                <a:cubicBezTo>
                  <a:pt x="2036073" y="3464759"/>
                  <a:pt x="2033904" y="3463799"/>
                  <a:pt x="2031983" y="3464563"/>
                </a:cubicBezTo>
                <a:lnTo>
                  <a:pt x="2030053" y="3468977"/>
                </a:lnTo>
                <a:close/>
                <a:moveTo>
                  <a:pt x="6885429" y="1694282"/>
                </a:moveTo>
                <a:cubicBezTo>
                  <a:pt x="6892576" y="1692771"/>
                  <a:pt x="6897146" y="1685748"/>
                  <a:pt x="6895634" y="1678618"/>
                </a:cubicBezTo>
                <a:cubicBezTo>
                  <a:pt x="6894122" y="1671472"/>
                  <a:pt x="6887100" y="1666921"/>
                  <a:pt x="6879970" y="1668431"/>
                </a:cubicBezTo>
                <a:cubicBezTo>
                  <a:pt x="6872824" y="1669925"/>
                  <a:pt x="6868255" y="1676947"/>
                  <a:pt x="6869766" y="1684094"/>
                </a:cubicBezTo>
                <a:cubicBezTo>
                  <a:pt x="6871082" y="1690299"/>
                  <a:pt x="6876575" y="1694566"/>
                  <a:pt x="6882691" y="1694567"/>
                </a:cubicBezTo>
                <a:cubicBezTo>
                  <a:pt x="6883597" y="1694566"/>
                  <a:pt x="6884522" y="1694477"/>
                  <a:pt x="6885429" y="1694282"/>
                </a:cubicBezTo>
                <a:close/>
                <a:moveTo>
                  <a:pt x="7591305" y="1435581"/>
                </a:moveTo>
                <a:cubicBezTo>
                  <a:pt x="7598328" y="1435580"/>
                  <a:pt x="7604622" y="1430673"/>
                  <a:pt x="7606097" y="1423527"/>
                </a:cubicBezTo>
                <a:cubicBezTo>
                  <a:pt x="7607786" y="1415348"/>
                  <a:pt x="7602541" y="1407348"/>
                  <a:pt x="7594363" y="1405659"/>
                </a:cubicBezTo>
                <a:cubicBezTo>
                  <a:pt x="7586185" y="1403969"/>
                  <a:pt x="7578185" y="1409214"/>
                  <a:pt x="7576495" y="1417393"/>
                </a:cubicBezTo>
                <a:cubicBezTo>
                  <a:pt x="7574807" y="1425571"/>
                  <a:pt x="7580051" y="1433572"/>
                  <a:pt x="7588230" y="1435261"/>
                </a:cubicBezTo>
                <a:cubicBezTo>
                  <a:pt x="7589261" y="1435474"/>
                  <a:pt x="7590292" y="1435581"/>
                  <a:pt x="7591305" y="1435581"/>
                </a:cubicBezTo>
                <a:close/>
                <a:moveTo>
                  <a:pt x="4458042" y="2586479"/>
                </a:moveTo>
                <a:cubicBezTo>
                  <a:pt x="4460993" y="2586479"/>
                  <a:pt x="4463873" y="2584915"/>
                  <a:pt x="4465437" y="2582159"/>
                </a:cubicBezTo>
                <a:cubicBezTo>
                  <a:pt x="4467731" y="2578070"/>
                  <a:pt x="4466290" y="2572915"/>
                  <a:pt x="4462201" y="2570621"/>
                </a:cubicBezTo>
                <a:cubicBezTo>
                  <a:pt x="4458128" y="2568310"/>
                  <a:pt x="4452957" y="2569750"/>
                  <a:pt x="4450663" y="2573839"/>
                </a:cubicBezTo>
                <a:cubicBezTo>
                  <a:pt x="4448368" y="2577911"/>
                  <a:pt x="4449810" y="2583084"/>
                  <a:pt x="4453881" y="2585378"/>
                </a:cubicBezTo>
                <a:cubicBezTo>
                  <a:pt x="4455197" y="2586125"/>
                  <a:pt x="4456637" y="2586480"/>
                  <a:pt x="4458042" y="2586479"/>
                </a:cubicBezTo>
                <a:close/>
                <a:moveTo>
                  <a:pt x="7335146" y="1531534"/>
                </a:moveTo>
                <a:cubicBezTo>
                  <a:pt x="7342542" y="1531533"/>
                  <a:pt x="7348765" y="1525808"/>
                  <a:pt x="7349281" y="1518341"/>
                </a:cubicBezTo>
                <a:cubicBezTo>
                  <a:pt x="7349796" y="1510537"/>
                  <a:pt x="7343893" y="1503763"/>
                  <a:pt x="7336089" y="1503247"/>
                </a:cubicBezTo>
                <a:cubicBezTo>
                  <a:pt x="7328284" y="1502714"/>
                  <a:pt x="7321528" y="1508616"/>
                  <a:pt x="7321012" y="1516422"/>
                </a:cubicBezTo>
                <a:cubicBezTo>
                  <a:pt x="7320479" y="1524226"/>
                  <a:pt x="7326382" y="1530983"/>
                  <a:pt x="7334186" y="1531516"/>
                </a:cubicBezTo>
                <a:lnTo>
                  <a:pt x="7334186" y="1531533"/>
                </a:lnTo>
                <a:cubicBezTo>
                  <a:pt x="7334506" y="1531534"/>
                  <a:pt x="7334827" y="1531533"/>
                  <a:pt x="7335146" y="1531534"/>
                </a:cubicBezTo>
                <a:close/>
                <a:moveTo>
                  <a:pt x="8357434" y="1159563"/>
                </a:moveTo>
                <a:cubicBezTo>
                  <a:pt x="8365096" y="1159564"/>
                  <a:pt x="8372315" y="1154869"/>
                  <a:pt x="8375142" y="1147278"/>
                </a:cubicBezTo>
                <a:cubicBezTo>
                  <a:pt x="8378804" y="1137500"/>
                  <a:pt x="8373844" y="1126601"/>
                  <a:pt x="8364083" y="1122938"/>
                </a:cubicBezTo>
                <a:cubicBezTo>
                  <a:pt x="8354305" y="1119276"/>
                  <a:pt x="8343406" y="1124254"/>
                  <a:pt x="8339744" y="1134033"/>
                </a:cubicBezTo>
                <a:cubicBezTo>
                  <a:pt x="8336082" y="1143811"/>
                  <a:pt x="8341042" y="1154691"/>
                  <a:pt x="8350820" y="1158354"/>
                </a:cubicBezTo>
                <a:cubicBezTo>
                  <a:pt x="8353007" y="1159172"/>
                  <a:pt x="8355247" y="1159563"/>
                  <a:pt x="8357434" y="1159563"/>
                </a:cubicBezTo>
                <a:close/>
                <a:moveTo>
                  <a:pt x="4101699" y="2721493"/>
                </a:moveTo>
                <a:cubicBezTo>
                  <a:pt x="4104009" y="2721493"/>
                  <a:pt x="4106179" y="2720053"/>
                  <a:pt x="4106997" y="2717742"/>
                </a:cubicBezTo>
                <a:cubicBezTo>
                  <a:pt x="4108027" y="2714809"/>
                  <a:pt x="4106499" y="2711590"/>
                  <a:pt x="4103565" y="2710560"/>
                </a:cubicBezTo>
                <a:cubicBezTo>
                  <a:pt x="4100631" y="2709528"/>
                  <a:pt x="4097414" y="2711057"/>
                  <a:pt x="4096383" y="2713991"/>
                </a:cubicBezTo>
                <a:cubicBezTo>
                  <a:pt x="4095352" y="2716924"/>
                  <a:pt x="4096880" y="2720142"/>
                  <a:pt x="4099815" y="2721174"/>
                </a:cubicBezTo>
                <a:cubicBezTo>
                  <a:pt x="4100436" y="2721386"/>
                  <a:pt x="4101076" y="2721493"/>
                  <a:pt x="4101699" y="2721493"/>
                </a:cubicBezTo>
                <a:close/>
                <a:moveTo>
                  <a:pt x="2722126" y="3228743"/>
                </a:moveTo>
                <a:cubicBezTo>
                  <a:pt x="2722997" y="3228227"/>
                  <a:pt x="2723282" y="3227108"/>
                  <a:pt x="2722784" y="3226219"/>
                </a:cubicBezTo>
                <a:cubicBezTo>
                  <a:pt x="2722267" y="3225348"/>
                  <a:pt x="2721130" y="3225062"/>
                  <a:pt x="2720258" y="3225578"/>
                </a:cubicBezTo>
                <a:cubicBezTo>
                  <a:pt x="2719387" y="3226094"/>
                  <a:pt x="2719103" y="3227214"/>
                  <a:pt x="2719601" y="3228085"/>
                </a:cubicBezTo>
                <a:cubicBezTo>
                  <a:pt x="2719957" y="3228672"/>
                  <a:pt x="2720561" y="3228992"/>
                  <a:pt x="2721201" y="3228992"/>
                </a:cubicBezTo>
                <a:cubicBezTo>
                  <a:pt x="2721503" y="3228992"/>
                  <a:pt x="2721823" y="3228921"/>
                  <a:pt x="2722126" y="3228743"/>
                </a:cubicBezTo>
                <a:close/>
                <a:moveTo>
                  <a:pt x="2470145" y="3321869"/>
                </a:moveTo>
                <a:cubicBezTo>
                  <a:pt x="2471460" y="3321069"/>
                  <a:pt x="2471887" y="3319362"/>
                  <a:pt x="2471105" y="3318046"/>
                </a:cubicBezTo>
                <a:cubicBezTo>
                  <a:pt x="2470322" y="3316713"/>
                  <a:pt x="2468598" y="3316304"/>
                  <a:pt x="2467283" y="3317086"/>
                </a:cubicBezTo>
                <a:cubicBezTo>
                  <a:pt x="2465967" y="3317886"/>
                  <a:pt x="2465540" y="3319593"/>
                  <a:pt x="2466322" y="3320909"/>
                </a:cubicBezTo>
                <a:cubicBezTo>
                  <a:pt x="2466856" y="3321780"/>
                  <a:pt x="2467762" y="3322260"/>
                  <a:pt x="2468722" y="3322260"/>
                </a:cubicBezTo>
                <a:cubicBezTo>
                  <a:pt x="2469203" y="3322260"/>
                  <a:pt x="2469700" y="3322136"/>
                  <a:pt x="2470145" y="3321869"/>
                </a:cubicBezTo>
                <a:close/>
                <a:moveTo>
                  <a:pt x="5165252" y="2333433"/>
                </a:moveTo>
                <a:cubicBezTo>
                  <a:pt x="5172024" y="2333309"/>
                  <a:pt x="5177411" y="2327709"/>
                  <a:pt x="5177288" y="2320934"/>
                </a:cubicBezTo>
                <a:cubicBezTo>
                  <a:pt x="5177162" y="2314161"/>
                  <a:pt x="5171563" y="2308774"/>
                  <a:pt x="5164790" y="2308899"/>
                </a:cubicBezTo>
                <a:cubicBezTo>
                  <a:pt x="5158018" y="2309022"/>
                  <a:pt x="5152629" y="2314623"/>
                  <a:pt x="5152752" y="2321396"/>
                </a:cubicBezTo>
                <a:cubicBezTo>
                  <a:pt x="5152877" y="2328082"/>
                  <a:pt x="5158353" y="2333433"/>
                  <a:pt x="5165019" y="2333433"/>
                </a:cubicBezTo>
                <a:close/>
                <a:moveTo>
                  <a:pt x="3471862" y="2957224"/>
                </a:moveTo>
                <a:cubicBezTo>
                  <a:pt x="3472875" y="2957135"/>
                  <a:pt x="3473639" y="2956246"/>
                  <a:pt x="3473551" y="2955232"/>
                </a:cubicBezTo>
                <a:cubicBezTo>
                  <a:pt x="3473462" y="2954219"/>
                  <a:pt x="3472574" y="2953472"/>
                  <a:pt x="3471560" y="2953561"/>
                </a:cubicBezTo>
                <a:cubicBezTo>
                  <a:pt x="3470546" y="2953632"/>
                  <a:pt x="3469800" y="2954539"/>
                  <a:pt x="3469889" y="2955552"/>
                </a:cubicBezTo>
                <a:cubicBezTo>
                  <a:pt x="3469960" y="2956513"/>
                  <a:pt x="3470778" y="2957224"/>
                  <a:pt x="3471719" y="2957224"/>
                </a:cubicBezTo>
                <a:close/>
                <a:moveTo>
                  <a:pt x="4909164" y="2430150"/>
                </a:moveTo>
                <a:cubicBezTo>
                  <a:pt x="4914285" y="2430150"/>
                  <a:pt x="4918925" y="2426665"/>
                  <a:pt x="4920169" y="2421493"/>
                </a:cubicBezTo>
                <a:cubicBezTo>
                  <a:pt x="4921627" y="2415411"/>
                  <a:pt x="4917894" y="2409296"/>
                  <a:pt x="4911812" y="2407820"/>
                </a:cubicBezTo>
                <a:cubicBezTo>
                  <a:pt x="4905732" y="2406363"/>
                  <a:pt x="4899616" y="2410096"/>
                  <a:pt x="4898158" y="2416176"/>
                </a:cubicBezTo>
                <a:cubicBezTo>
                  <a:pt x="4896700" y="2422257"/>
                  <a:pt x="4900434" y="2428373"/>
                  <a:pt x="4906514" y="2429830"/>
                </a:cubicBezTo>
                <a:cubicBezTo>
                  <a:pt x="4907404" y="2430044"/>
                  <a:pt x="4908294" y="2430150"/>
                  <a:pt x="4909164" y="2430150"/>
                </a:cubicBezTo>
                <a:close/>
                <a:moveTo>
                  <a:pt x="7072350" y="1638868"/>
                </a:moveTo>
                <a:lnTo>
                  <a:pt x="7072356" y="1638865"/>
                </a:lnTo>
                <a:lnTo>
                  <a:pt x="7072339" y="1638865"/>
                </a:lnTo>
                <a:close/>
                <a:moveTo>
                  <a:pt x="3055370" y="3113525"/>
                </a:moveTo>
                <a:lnTo>
                  <a:pt x="3055373" y="3113518"/>
                </a:lnTo>
                <a:lnTo>
                  <a:pt x="3055355" y="3113518"/>
                </a:lnTo>
                <a:close/>
                <a:moveTo>
                  <a:pt x="3056013" y="3115171"/>
                </a:moveTo>
                <a:cubicBezTo>
                  <a:pt x="3056475" y="3114994"/>
                  <a:pt x="3056688" y="3114478"/>
                  <a:pt x="3056510" y="3114016"/>
                </a:cubicBezTo>
                <a:lnTo>
                  <a:pt x="3055370" y="3113525"/>
                </a:lnTo>
                <a:lnTo>
                  <a:pt x="3054857" y="3114673"/>
                </a:lnTo>
                <a:cubicBezTo>
                  <a:pt x="3054999" y="3115011"/>
                  <a:pt x="3055337" y="3115225"/>
                  <a:pt x="3055693" y="3115225"/>
                </a:cubicBezTo>
                <a:cubicBezTo>
                  <a:pt x="3055799" y="3115225"/>
                  <a:pt x="3055905" y="3115207"/>
                  <a:pt x="3056013" y="3115171"/>
                </a:cubicBezTo>
                <a:close/>
                <a:moveTo>
                  <a:pt x="3139751" y="3085552"/>
                </a:moveTo>
                <a:cubicBezTo>
                  <a:pt x="3140213" y="3085410"/>
                  <a:pt x="3140462" y="3084894"/>
                  <a:pt x="3140320" y="3084432"/>
                </a:cubicBezTo>
                <a:cubicBezTo>
                  <a:pt x="3140178" y="3083969"/>
                  <a:pt x="3139680" y="3083702"/>
                  <a:pt x="3139200" y="3083863"/>
                </a:cubicBezTo>
                <a:cubicBezTo>
                  <a:pt x="3138737" y="3084005"/>
                  <a:pt x="3138471" y="3084502"/>
                  <a:pt x="3138631" y="3084965"/>
                </a:cubicBezTo>
                <a:cubicBezTo>
                  <a:pt x="3138755" y="3085356"/>
                  <a:pt x="3139094" y="3085587"/>
                  <a:pt x="3139484" y="3085587"/>
                </a:cubicBezTo>
                <a:cubicBezTo>
                  <a:pt x="3139574" y="3085587"/>
                  <a:pt x="3139751" y="3085552"/>
                  <a:pt x="3139751" y="3085552"/>
                </a:cubicBezTo>
                <a:close/>
                <a:moveTo>
                  <a:pt x="6979728" y="1676930"/>
                </a:moveTo>
                <a:cubicBezTo>
                  <a:pt x="6986929" y="1675810"/>
                  <a:pt x="6991871" y="1669053"/>
                  <a:pt x="6990769" y="1661853"/>
                </a:cubicBezTo>
                <a:cubicBezTo>
                  <a:pt x="6989649" y="1654635"/>
                  <a:pt x="6982893" y="1649692"/>
                  <a:pt x="6975675" y="1650813"/>
                </a:cubicBezTo>
                <a:cubicBezTo>
                  <a:pt x="6968474" y="1651932"/>
                  <a:pt x="6963531" y="1658689"/>
                  <a:pt x="6964633" y="1665907"/>
                </a:cubicBezTo>
                <a:cubicBezTo>
                  <a:pt x="6965665" y="1672431"/>
                  <a:pt x="6971284" y="1677089"/>
                  <a:pt x="6977684" y="1677089"/>
                </a:cubicBezTo>
                <a:cubicBezTo>
                  <a:pt x="6978359" y="1677090"/>
                  <a:pt x="6979035" y="1677037"/>
                  <a:pt x="6979728" y="1676930"/>
                </a:cubicBezTo>
                <a:close/>
                <a:moveTo>
                  <a:pt x="4602975" y="2551171"/>
                </a:moveTo>
                <a:cubicBezTo>
                  <a:pt x="4606336" y="2551172"/>
                  <a:pt x="4609589" y="2549376"/>
                  <a:pt x="4611278" y="2546193"/>
                </a:cubicBezTo>
                <a:cubicBezTo>
                  <a:pt x="4613731" y="2541606"/>
                  <a:pt x="4612024" y="2535899"/>
                  <a:pt x="4607438" y="2533446"/>
                </a:cubicBezTo>
                <a:cubicBezTo>
                  <a:pt x="4602851" y="2530975"/>
                  <a:pt x="4597127" y="2532698"/>
                  <a:pt x="4594674" y="2537286"/>
                </a:cubicBezTo>
                <a:cubicBezTo>
                  <a:pt x="4592219" y="2541873"/>
                  <a:pt x="4593944" y="2547580"/>
                  <a:pt x="4598530" y="2550051"/>
                </a:cubicBezTo>
                <a:cubicBezTo>
                  <a:pt x="4599935" y="2550816"/>
                  <a:pt x="4601464" y="2551172"/>
                  <a:pt x="4602975" y="2551171"/>
                </a:cubicBezTo>
                <a:close/>
                <a:moveTo>
                  <a:pt x="2974194" y="3149769"/>
                </a:moveTo>
                <a:cubicBezTo>
                  <a:pt x="2974639" y="3149573"/>
                  <a:pt x="2974852" y="3149040"/>
                  <a:pt x="2974638" y="3148596"/>
                </a:cubicBezTo>
                <a:cubicBezTo>
                  <a:pt x="2974443" y="3148152"/>
                  <a:pt x="2973910" y="3147956"/>
                  <a:pt x="2973466" y="3148151"/>
                </a:cubicBezTo>
                <a:cubicBezTo>
                  <a:pt x="2973021" y="3148347"/>
                  <a:pt x="2972825" y="3148880"/>
                  <a:pt x="2973021" y="3149325"/>
                </a:cubicBezTo>
                <a:cubicBezTo>
                  <a:pt x="2973181" y="3149663"/>
                  <a:pt x="2973501" y="3149859"/>
                  <a:pt x="2973838" y="3149858"/>
                </a:cubicBezTo>
                <a:cubicBezTo>
                  <a:pt x="2973963" y="3149858"/>
                  <a:pt x="2974087" y="3149823"/>
                  <a:pt x="2974194" y="3149769"/>
                </a:cubicBezTo>
                <a:close/>
                <a:moveTo>
                  <a:pt x="7839196" y="1368305"/>
                </a:moveTo>
                <a:cubicBezTo>
                  <a:pt x="7846059" y="1368305"/>
                  <a:pt x="7852423" y="1363861"/>
                  <a:pt x="7854539" y="1356963"/>
                </a:cubicBezTo>
                <a:cubicBezTo>
                  <a:pt x="7857134" y="1348482"/>
                  <a:pt x="7852369" y="1339486"/>
                  <a:pt x="7843889" y="1336891"/>
                </a:cubicBezTo>
                <a:cubicBezTo>
                  <a:pt x="7835409" y="1334294"/>
                  <a:pt x="7826431" y="1339059"/>
                  <a:pt x="7823835" y="1347540"/>
                </a:cubicBezTo>
                <a:cubicBezTo>
                  <a:pt x="7821221" y="1356020"/>
                  <a:pt x="7826004" y="1364999"/>
                  <a:pt x="7834467" y="1367594"/>
                </a:cubicBezTo>
                <a:cubicBezTo>
                  <a:pt x="7836049" y="1368074"/>
                  <a:pt x="7837631" y="1368305"/>
                  <a:pt x="7839196" y="1368305"/>
                </a:cubicBezTo>
                <a:close/>
                <a:moveTo>
                  <a:pt x="3225179" y="3061266"/>
                </a:moveTo>
                <a:cubicBezTo>
                  <a:pt x="3225658" y="3061141"/>
                  <a:pt x="3225944" y="3060661"/>
                  <a:pt x="3225837" y="3060199"/>
                </a:cubicBezTo>
                <a:cubicBezTo>
                  <a:pt x="3225713" y="3059719"/>
                  <a:pt x="3225232" y="3059435"/>
                  <a:pt x="3224752" y="3059541"/>
                </a:cubicBezTo>
                <a:cubicBezTo>
                  <a:pt x="3224272" y="3059666"/>
                  <a:pt x="3223987" y="3060145"/>
                  <a:pt x="3224112" y="3060625"/>
                </a:cubicBezTo>
                <a:cubicBezTo>
                  <a:pt x="3224201" y="3061034"/>
                  <a:pt x="3224575" y="3061301"/>
                  <a:pt x="3224965" y="3061301"/>
                </a:cubicBezTo>
                <a:cubicBezTo>
                  <a:pt x="3225037" y="3061301"/>
                  <a:pt x="3225179" y="3061266"/>
                  <a:pt x="3225179" y="3061266"/>
                </a:cubicBezTo>
                <a:close/>
                <a:moveTo>
                  <a:pt x="2645463" y="3274826"/>
                </a:moveTo>
                <a:cubicBezTo>
                  <a:pt x="2646316" y="3274293"/>
                  <a:pt x="2646600" y="3273172"/>
                  <a:pt x="2646068" y="3272302"/>
                </a:cubicBezTo>
                <a:cubicBezTo>
                  <a:pt x="2645534" y="3271431"/>
                  <a:pt x="2644397" y="3271164"/>
                  <a:pt x="2643524" y="3271697"/>
                </a:cubicBezTo>
                <a:cubicBezTo>
                  <a:pt x="2642671" y="3272230"/>
                  <a:pt x="2642405" y="3273351"/>
                  <a:pt x="2642938" y="3274222"/>
                </a:cubicBezTo>
                <a:cubicBezTo>
                  <a:pt x="2643276" y="3274790"/>
                  <a:pt x="2643881" y="3275093"/>
                  <a:pt x="2644503" y="3275093"/>
                </a:cubicBezTo>
                <a:cubicBezTo>
                  <a:pt x="2644823" y="3275093"/>
                  <a:pt x="2645161" y="3275004"/>
                  <a:pt x="2645463" y="3274826"/>
                </a:cubicBezTo>
                <a:close/>
                <a:moveTo>
                  <a:pt x="4752853" y="2501995"/>
                </a:moveTo>
                <a:cubicBezTo>
                  <a:pt x="4756923" y="2501995"/>
                  <a:pt x="4760782" y="2499577"/>
                  <a:pt x="4762453" y="2495595"/>
                </a:cubicBezTo>
                <a:cubicBezTo>
                  <a:pt x="4764640" y="2490296"/>
                  <a:pt x="4762115" y="2484217"/>
                  <a:pt x="4756834" y="2482030"/>
                </a:cubicBezTo>
                <a:cubicBezTo>
                  <a:pt x="4751536" y="2479843"/>
                  <a:pt x="4745472" y="2482368"/>
                  <a:pt x="4743286" y="2487648"/>
                </a:cubicBezTo>
                <a:cubicBezTo>
                  <a:pt x="4741084" y="2492945"/>
                  <a:pt x="4743608" y="2499008"/>
                  <a:pt x="4748904" y="2501195"/>
                </a:cubicBezTo>
                <a:cubicBezTo>
                  <a:pt x="4750183" y="2501746"/>
                  <a:pt x="4751535" y="2501995"/>
                  <a:pt x="4752853" y="2501995"/>
                </a:cubicBezTo>
                <a:close/>
                <a:moveTo>
                  <a:pt x="2392700" y="3367898"/>
                </a:moveTo>
                <a:cubicBezTo>
                  <a:pt x="2394033" y="3367117"/>
                  <a:pt x="2394460" y="3365410"/>
                  <a:pt x="2393695" y="3364094"/>
                </a:cubicBezTo>
                <a:cubicBezTo>
                  <a:pt x="2392913" y="3362761"/>
                  <a:pt x="2391207" y="3362316"/>
                  <a:pt x="2389873" y="3363098"/>
                </a:cubicBezTo>
                <a:cubicBezTo>
                  <a:pt x="2388557" y="3363880"/>
                  <a:pt x="2388113" y="3365587"/>
                  <a:pt x="2388896" y="3366902"/>
                </a:cubicBezTo>
                <a:cubicBezTo>
                  <a:pt x="2389411" y="3367791"/>
                  <a:pt x="2390335" y="3368289"/>
                  <a:pt x="2391295" y="3368290"/>
                </a:cubicBezTo>
                <a:cubicBezTo>
                  <a:pt x="2391776" y="3368289"/>
                  <a:pt x="2392255" y="3368165"/>
                  <a:pt x="2392700" y="3367898"/>
                </a:cubicBezTo>
                <a:close/>
                <a:moveTo>
                  <a:pt x="4250668" y="2688442"/>
                </a:moveTo>
                <a:cubicBezTo>
                  <a:pt x="4253069" y="2688442"/>
                  <a:pt x="4255397" y="2687108"/>
                  <a:pt x="4256552" y="2684815"/>
                </a:cubicBezTo>
                <a:cubicBezTo>
                  <a:pt x="4258172" y="2681561"/>
                  <a:pt x="4256855" y="2677615"/>
                  <a:pt x="4253621" y="2675979"/>
                </a:cubicBezTo>
                <a:cubicBezTo>
                  <a:pt x="4250366" y="2674361"/>
                  <a:pt x="4246401" y="2675677"/>
                  <a:pt x="4244784" y="2678913"/>
                </a:cubicBezTo>
                <a:cubicBezTo>
                  <a:pt x="4243164" y="2682166"/>
                  <a:pt x="4244464" y="2686131"/>
                  <a:pt x="4247715" y="2687749"/>
                </a:cubicBezTo>
                <a:cubicBezTo>
                  <a:pt x="4248660" y="2688229"/>
                  <a:pt x="4249672" y="2688442"/>
                  <a:pt x="4250668" y="2688442"/>
                </a:cubicBezTo>
                <a:close/>
                <a:moveTo>
                  <a:pt x="2894118" y="3188207"/>
                </a:moveTo>
                <a:cubicBezTo>
                  <a:pt x="2894562" y="3187976"/>
                  <a:pt x="2894740" y="3187443"/>
                  <a:pt x="2894509" y="3187016"/>
                </a:cubicBezTo>
                <a:cubicBezTo>
                  <a:pt x="2894296" y="3186571"/>
                  <a:pt x="2893762" y="3186393"/>
                  <a:pt x="2893318" y="3186624"/>
                </a:cubicBezTo>
                <a:cubicBezTo>
                  <a:pt x="2892873" y="3186838"/>
                  <a:pt x="2892713" y="3187371"/>
                  <a:pt x="2892926" y="3187816"/>
                </a:cubicBezTo>
                <a:cubicBezTo>
                  <a:pt x="2893087" y="3188118"/>
                  <a:pt x="2893388" y="3188314"/>
                  <a:pt x="2893726" y="3188314"/>
                </a:cubicBezTo>
                <a:cubicBezTo>
                  <a:pt x="2893852" y="3188314"/>
                  <a:pt x="2893994" y="3188278"/>
                  <a:pt x="2894118" y="3188207"/>
                </a:cubicBezTo>
                <a:close/>
                <a:moveTo>
                  <a:pt x="3721656" y="2887548"/>
                </a:moveTo>
                <a:cubicBezTo>
                  <a:pt x="3723060" y="2887548"/>
                  <a:pt x="3724269" y="2886463"/>
                  <a:pt x="3724410" y="2885024"/>
                </a:cubicBezTo>
                <a:cubicBezTo>
                  <a:pt x="3724571" y="2883494"/>
                  <a:pt x="3723433" y="2882125"/>
                  <a:pt x="3721906" y="2881984"/>
                </a:cubicBezTo>
                <a:cubicBezTo>
                  <a:pt x="3720375" y="2881841"/>
                  <a:pt x="3719024" y="2882961"/>
                  <a:pt x="3718863" y="2884490"/>
                </a:cubicBezTo>
                <a:cubicBezTo>
                  <a:pt x="3718721" y="2886020"/>
                  <a:pt x="3719842" y="2887388"/>
                  <a:pt x="3721371" y="2887531"/>
                </a:cubicBezTo>
                <a:lnTo>
                  <a:pt x="3721371" y="2887548"/>
                </a:lnTo>
                <a:cubicBezTo>
                  <a:pt x="3721478" y="2887548"/>
                  <a:pt x="3721656" y="2887548"/>
                  <a:pt x="3721656" y="2887548"/>
                </a:cubicBezTo>
                <a:close/>
                <a:moveTo>
                  <a:pt x="8220323" y="1238431"/>
                </a:moveTo>
                <a:cubicBezTo>
                  <a:pt x="8227611" y="1238431"/>
                  <a:pt x="8234475" y="1233950"/>
                  <a:pt x="8237159" y="1226732"/>
                </a:cubicBezTo>
                <a:cubicBezTo>
                  <a:pt x="8240626" y="1217433"/>
                  <a:pt x="8235880" y="1207087"/>
                  <a:pt x="8226580" y="1203638"/>
                </a:cubicBezTo>
                <a:cubicBezTo>
                  <a:pt x="8217282" y="1200188"/>
                  <a:pt x="8206953" y="1204918"/>
                  <a:pt x="8203503" y="1214216"/>
                </a:cubicBezTo>
                <a:cubicBezTo>
                  <a:pt x="8200037" y="1223496"/>
                  <a:pt x="8204783" y="1233843"/>
                  <a:pt x="8214082" y="1237292"/>
                </a:cubicBezTo>
                <a:cubicBezTo>
                  <a:pt x="8216126" y="1238058"/>
                  <a:pt x="8218242" y="1238431"/>
                  <a:pt x="8220323" y="1238431"/>
                </a:cubicBezTo>
                <a:close/>
                <a:moveTo>
                  <a:pt x="3880332" y="2833021"/>
                </a:moveTo>
                <a:cubicBezTo>
                  <a:pt x="3882057" y="2833021"/>
                  <a:pt x="3883603" y="2831811"/>
                  <a:pt x="3883977" y="2830034"/>
                </a:cubicBezTo>
                <a:cubicBezTo>
                  <a:pt x="3884404" y="2828024"/>
                  <a:pt x="3883106" y="2826051"/>
                  <a:pt x="3881080" y="2825625"/>
                </a:cubicBezTo>
                <a:cubicBezTo>
                  <a:pt x="3879071" y="2825198"/>
                  <a:pt x="3877096" y="2826496"/>
                  <a:pt x="3876670" y="2828505"/>
                </a:cubicBezTo>
                <a:cubicBezTo>
                  <a:pt x="3876244" y="2830531"/>
                  <a:pt x="3877541" y="2832505"/>
                  <a:pt x="3879549" y="2832932"/>
                </a:cubicBezTo>
                <a:cubicBezTo>
                  <a:pt x="3879816" y="2832985"/>
                  <a:pt x="3880066" y="2833021"/>
                  <a:pt x="3880332" y="2833021"/>
                </a:cubicBezTo>
                <a:close/>
                <a:moveTo>
                  <a:pt x="3310998" y="3041904"/>
                </a:moveTo>
                <a:lnTo>
                  <a:pt x="3311006" y="3041893"/>
                </a:lnTo>
                <a:lnTo>
                  <a:pt x="3310998" y="3041887"/>
                </a:lnTo>
                <a:close/>
                <a:moveTo>
                  <a:pt x="3312028" y="3042616"/>
                </a:moveTo>
                <a:cubicBezTo>
                  <a:pt x="3312509" y="3042527"/>
                  <a:pt x="3312846" y="3042064"/>
                  <a:pt x="3312758" y="3041584"/>
                </a:cubicBezTo>
                <a:cubicBezTo>
                  <a:pt x="3312669" y="3041104"/>
                  <a:pt x="3312207" y="3040766"/>
                  <a:pt x="3311709" y="3040873"/>
                </a:cubicBezTo>
                <a:lnTo>
                  <a:pt x="3311006" y="3041893"/>
                </a:lnTo>
                <a:lnTo>
                  <a:pt x="3311869" y="3042616"/>
                </a:lnTo>
                <a:cubicBezTo>
                  <a:pt x="3311921" y="3042616"/>
                  <a:pt x="3312028" y="3042616"/>
                  <a:pt x="3312028" y="3042616"/>
                </a:cubicBezTo>
                <a:close/>
                <a:moveTo>
                  <a:pt x="5261932" y="2328223"/>
                </a:moveTo>
                <a:cubicBezTo>
                  <a:pt x="5268689" y="2327619"/>
                  <a:pt x="5273685" y="2321681"/>
                  <a:pt x="5273079" y="2314926"/>
                </a:cubicBezTo>
                <a:cubicBezTo>
                  <a:pt x="5272493" y="2308187"/>
                  <a:pt x="5266537" y="2303191"/>
                  <a:pt x="5259799" y="2303777"/>
                </a:cubicBezTo>
                <a:cubicBezTo>
                  <a:pt x="5253044" y="2304365"/>
                  <a:pt x="5248048" y="2310320"/>
                  <a:pt x="5248650" y="2317076"/>
                </a:cubicBezTo>
                <a:cubicBezTo>
                  <a:pt x="5249202" y="2323459"/>
                  <a:pt x="5254573" y="2328277"/>
                  <a:pt x="5260865" y="2328277"/>
                </a:cubicBezTo>
                <a:cubicBezTo>
                  <a:pt x="5261222" y="2328277"/>
                  <a:pt x="5261575" y="2328259"/>
                  <a:pt x="5261932" y="2328223"/>
                </a:cubicBezTo>
                <a:close/>
                <a:moveTo>
                  <a:pt x="3561113" y="2953116"/>
                </a:moveTo>
                <a:cubicBezTo>
                  <a:pt x="3562125" y="2953099"/>
                  <a:pt x="3562942" y="2952281"/>
                  <a:pt x="3562943" y="2951267"/>
                </a:cubicBezTo>
                <a:cubicBezTo>
                  <a:pt x="3562925" y="2950255"/>
                  <a:pt x="3562108" y="2949437"/>
                  <a:pt x="3561095" y="2949436"/>
                </a:cubicBezTo>
                <a:cubicBezTo>
                  <a:pt x="3560062" y="2949437"/>
                  <a:pt x="3559263" y="2950272"/>
                  <a:pt x="3559264" y="2951285"/>
                </a:cubicBezTo>
                <a:cubicBezTo>
                  <a:pt x="3559281" y="2952299"/>
                  <a:pt x="3560099" y="2953116"/>
                  <a:pt x="3561094" y="2953116"/>
                </a:cubicBezTo>
                <a:close/>
                <a:moveTo>
                  <a:pt x="7074774" y="1665178"/>
                </a:moveTo>
                <a:cubicBezTo>
                  <a:pt x="7082028" y="1664520"/>
                  <a:pt x="7087380" y="1658084"/>
                  <a:pt x="7086722" y="1650813"/>
                </a:cubicBezTo>
                <a:cubicBezTo>
                  <a:pt x="7086385" y="1647177"/>
                  <a:pt x="7084607" y="1644022"/>
                  <a:pt x="7082003" y="1641859"/>
                </a:cubicBezTo>
                <a:lnTo>
                  <a:pt x="7072350" y="1638868"/>
                </a:lnTo>
                <a:lnTo>
                  <a:pt x="7063400" y="1643568"/>
                </a:lnTo>
                <a:cubicBezTo>
                  <a:pt x="7061236" y="1646168"/>
                  <a:pt x="7060062" y="1649595"/>
                  <a:pt x="7060391" y="1653230"/>
                </a:cubicBezTo>
                <a:cubicBezTo>
                  <a:pt x="7061031" y="1660093"/>
                  <a:pt x="7066792" y="1665249"/>
                  <a:pt x="7073548" y="1665249"/>
                </a:cubicBezTo>
                <a:cubicBezTo>
                  <a:pt x="7073957" y="1665250"/>
                  <a:pt x="7074347" y="1665231"/>
                  <a:pt x="7074774" y="1665178"/>
                </a:cubicBezTo>
                <a:close/>
                <a:moveTo>
                  <a:pt x="2314740" y="3413092"/>
                </a:moveTo>
                <a:cubicBezTo>
                  <a:pt x="2316072" y="3412328"/>
                  <a:pt x="2316553" y="3410621"/>
                  <a:pt x="2315788" y="3409306"/>
                </a:cubicBezTo>
                <a:cubicBezTo>
                  <a:pt x="2315024" y="3407955"/>
                  <a:pt x="2313316" y="3407492"/>
                  <a:pt x="2311984" y="3408256"/>
                </a:cubicBezTo>
                <a:cubicBezTo>
                  <a:pt x="2310651" y="3409021"/>
                  <a:pt x="2310188" y="3410710"/>
                  <a:pt x="2310953" y="3412061"/>
                </a:cubicBezTo>
                <a:cubicBezTo>
                  <a:pt x="2311469" y="3412950"/>
                  <a:pt x="2312392" y="3413466"/>
                  <a:pt x="2313371" y="3413466"/>
                </a:cubicBezTo>
                <a:cubicBezTo>
                  <a:pt x="2313833" y="3413466"/>
                  <a:pt x="2314313" y="3413341"/>
                  <a:pt x="2314740" y="3413092"/>
                </a:cubicBezTo>
                <a:close/>
                <a:moveTo>
                  <a:pt x="2815624" y="3229827"/>
                </a:moveTo>
                <a:cubicBezTo>
                  <a:pt x="2816050" y="3229596"/>
                  <a:pt x="2816211" y="3229045"/>
                  <a:pt x="2815962" y="3228618"/>
                </a:cubicBezTo>
                <a:cubicBezTo>
                  <a:pt x="2815731" y="3228192"/>
                  <a:pt x="2815197" y="3228033"/>
                  <a:pt x="2814770" y="3228281"/>
                </a:cubicBezTo>
                <a:cubicBezTo>
                  <a:pt x="2814326" y="3228512"/>
                  <a:pt x="2814184" y="3229045"/>
                  <a:pt x="2814415" y="3229472"/>
                </a:cubicBezTo>
                <a:cubicBezTo>
                  <a:pt x="2814575" y="3229775"/>
                  <a:pt x="2814877" y="3229934"/>
                  <a:pt x="2815197" y="3229934"/>
                </a:cubicBezTo>
                <a:cubicBezTo>
                  <a:pt x="2815339" y="3229934"/>
                  <a:pt x="2815481" y="3229899"/>
                  <a:pt x="2815624" y="3229827"/>
                </a:cubicBezTo>
                <a:close/>
                <a:moveTo>
                  <a:pt x="8585875" y="1113605"/>
                </a:moveTo>
                <a:cubicBezTo>
                  <a:pt x="8594071" y="1113605"/>
                  <a:pt x="8601751" y="1108485"/>
                  <a:pt x="8604614" y="1100307"/>
                </a:cubicBezTo>
                <a:cubicBezTo>
                  <a:pt x="8608222" y="1089959"/>
                  <a:pt x="8602764" y="1078634"/>
                  <a:pt x="8592417" y="1075007"/>
                </a:cubicBezTo>
                <a:cubicBezTo>
                  <a:pt x="8582070" y="1071380"/>
                  <a:pt x="8570745" y="1076839"/>
                  <a:pt x="8567136" y="1087186"/>
                </a:cubicBezTo>
                <a:cubicBezTo>
                  <a:pt x="8563509" y="1097552"/>
                  <a:pt x="8568967" y="1108858"/>
                  <a:pt x="8579315" y="1112486"/>
                </a:cubicBezTo>
                <a:cubicBezTo>
                  <a:pt x="8581484" y="1113250"/>
                  <a:pt x="8583688" y="1113605"/>
                  <a:pt x="8585875" y="1113605"/>
                </a:cubicBezTo>
                <a:close/>
                <a:moveTo>
                  <a:pt x="2569440" y="3322029"/>
                </a:moveTo>
                <a:cubicBezTo>
                  <a:pt x="2570312" y="3321496"/>
                  <a:pt x="2570560" y="3320358"/>
                  <a:pt x="2570027" y="3319487"/>
                </a:cubicBezTo>
                <a:cubicBezTo>
                  <a:pt x="2569494" y="3318633"/>
                  <a:pt x="2568355" y="3318384"/>
                  <a:pt x="2567502" y="3318918"/>
                </a:cubicBezTo>
                <a:cubicBezTo>
                  <a:pt x="2566631" y="3319451"/>
                  <a:pt x="2566365" y="3320589"/>
                  <a:pt x="2566916" y="3321443"/>
                </a:cubicBezTo>
                <a:cubicBezTo>
                  <a:pt x="2567254" y="3322011"/>
                  <a:pt x="2567858" y="3322314"/>
                  <a:pt x="2568480" y="3322314"/>
                </a:cubicBezTo>
                <a:cubicBezTo>
                  <a:pt x="2568801" y="3322314"/>
                  <a:pt x="2569138" y="3322224"/>
                  <a:pt x="2569440" y="3322029"/>
                </a:cubicBezTo>
                <a:close/>
                <a:moveTo>
                  <a:pt x="7431881" y="1540796"/>
                </a:moveTo>
                <a:cubicBezTo>
                  <a:pt x="7438940" y="1540796"/>
                  <a:pt x="7445038" y="1535533"/>
                  <a:pt x="7445927" y="1528351"/>
                </a:cubicBezTo>
                <a:cubicBezTo>
                  <a:pt x="7446869" y="1520582"/>
                  <a:pt x="7441357" y="1513524"/>
                  <a:pt x="7433588" y="1512564"/>
                </a:cubicBezTo>
                <a:cubicBezTo>
                  <a:pt x="7425837" y="1511621"/>
                  <a:pt x="7418761" y="1517132"/>
                  <a:pt x="7417801" y="1524902"/>
                </a:cubicBezTo>
                <a:cubicBezTo>
                  <a:pt x="7416858" y="1532671"/>
                  <a:pt x="7422370" y="1539730"/>
                  <a:pt x="7430139" y="1540689"/>
                </a:cubicBezTo>
                <a:cubicBezTo>
                  <a:pt x="7430726" y="1540761"/>
                  <a:pt x="7431295" y="1540796"/>
                  <a:pt x="7431881" y="1540796"/>
                </a:cubicBezTo>
                <a:close/>
                <a:moveTo>
                  <a:pt x="4035738" y="2789533"/>
                </a:moveTo>
                <a:cubicBezTo>
                  <a:pt x="4037676" y="2789533"/>
                  <a:pt x="4039490" y="2788307"/>
                  <a:pt x="4040166" y="2786350"/>
                </a:cubicBezTo>
                <a:cubicBezTo>
                  <a:pt x="4041000" y="2783897"/>
                  <a:pt x="4039685" y="2781248"/>
                  <a:pt x="4037250" y="2780413"/>
                </a:cubicBezTo>
                <a:cubicBezTo>
                  <a:pt x="4034796" y="2779577"/>
                  <a:pt x="4032128" y="2780875"/>
                  <a:pt x="4031292" y="2783328"/>
                </a:cubicBezTo>
                <a:cubicBezTo>
                  <a:pt x="4030459" y="2785782"/>
                  <a:pt x="4031774" y="2788430"/>
                  <a:pt x="4034227" y="2789266"/>
                </a:cubicBezTo>
                <a:cubicBezTo>
                  <a:pt x="4034726" y="2789444"/>
                  <a:pt x="4035240" y="2789533"/>
                  <a:pt x="4035738" y="2789533"/>
                </a:cubicBezTo>
                <a:close/>
                <a:moveTo>
                  <a:pt x="4395067" y="2662023"/>
                </a:moveTo>
                <a:cubicBezTo>
                  <a:pt x="4397628" y="2662023"/>
                  <a:pt x="4400118" y="2660725"/>
                  <a:pt x="4401522" y="2658379"/>
                </a:cubicBezTo>
                <a:cubicBezTo>
                  <a:pt x="4403674" y="2654823"/>
                  <a:pt x="4402535" y="2650200"/>
                  <a:pt x="4398961" y="2648049"/>
                </a:cubicBezTo>
                <a:cubicBezTo>
                  <a:pt x="4395406" y="2645916"/>
                  <a:pt x="4390783" y="2647053"/>
                  <a:pt x="4388632" y="2650609"/>
                </a:cubicBezTo>
                <a:cubicBezTo>
                  <a:pt x="4386499" y="2654165"/>
                  <a:pt x="4387636" y="2658787"/>
                  <a:pt x="4391192" y="2660939"/>
                </a:cubicBezTo>
                <a:cubicBezTo>
                  <a:pt x="4392403" y="2661667"/>
                  <a:pt x="4393753" y="2662023"/>
                  <a:pt x="4395067" y="2662023"/>
                </a:cubicBezTo>
                <a:close/>
                <a:moveTo>
                  <a:pt x="7686601" y="1457342"/>
                </a:moveTo>
                <a:cubicBezTo>
                  <a:pt x="7693374" y="1457342"/>
                  <a:pt x="7699543" y="1452755"/>
                  <a:pt x="7701250" y="1445875"/>
                </a:cubicBezTo>
                <a:cubicBezTo>
                  <a:pt x="7703277" y="1437768"/>
                  <a:pt x="7698334" y="1429572"/>
                  <a:pt x="7690244" y="1427562"/>
                </a:cubicBezTo>
                <a:lnTo>
                  <a:pt x="7690227" y="1427562"/>
                </a:lnTo>
                <a:cubicBezTo>
                  <a:pt x="7682137" y="1425553"/>
                  <a:pt x="7673941" y="1430478"/>
                  <a:pt x="7671933" y="1438586"/>
                </a:cubicBezTo>
                <a:cubicBezTo>
                  <a:pt x="7669924" y="1446692"/>
                  <a:pt x="7674849" y="1454889"/>
                  <a:pt x="7682956" y="1456897"/>
                </a:cubicBezTo>
                <a:cubicBezTo>
                  <a:pt x="7684164" y="1457199"/>
                  <a:pt x="7685391" y="1457342"/>
                  <a:pt x="7686601" y="1457342"/>
                </a:cubicBezTo>
                <a:close/>
                <a:moveTo>
                  <a:pt x="3399946" y="3029957"/>
                </a:moveTo>
                <a:cubicBezTo>
                  <a:pt x="3400444" y="3029903"/>
                  <a:pt x="3400798" y="3029477"/>
                  <a:pt x="3400745" y="3028980"/>
                </a:cubicBezTo>
                <a:cubicBezTo>
                  <a:pt x="3400692" y="3028500"/>
                  <a:pt x="3400249" y="3028143"/>
                  <a:pt x="3399750" y="3028197"/>
                </a:cubicBezTo>
                <a:cubicBezTo>
                  <a:pt x="3399270" y="3028250"/>
                  <a:pt x="3398914" y="3028677"/>
                  <a:pt x="3398968" y="3029174"/>
                </a:cubicBezTo>
                <a:cubicBezTo>
                  <a:pt x="3399021" y="3029619"/>
                  <a:pt x="3399394" y="3029957"/>
                  <a:pt x="3399856" y="3029956"/>
                </a:cubicBezTo>
                <a:close/>
                <a:moveTo>
                  <a:pt x="2236014" y="3456971"/>
                </a:moveTo>
                <a:cubicBezTo>
                  <a:pt x="2237366" y="3456241"/>
                  <a:pt x="2237863" y="3454553"/>
                  <a:pt x="2237134" y="3453202"/>
                </a:cubicBezTo>
                <a:cubicBezTo>
                  <a:pt x="2236405" y="3451851"/>
                  <a:pt x="2234699" y="3451353"/>
                  <a:pt x="2233347" y="3452082"/>
                </a:cubicBezTo>
                <a:cubicBezTo>
                  <a:pt x="2231997" y="3452810"/>
                  <a:pt x="2231498" y="3454500"/>
                  <a:pt x="2232245" y="3455850"/>
                </a:cubicBezTo>
                <a:cubicBezTo>
                  <a:pt x="2232742" y="3456793"/>
                  <a:pt x="2233703" y="3457309"/>
                  <a:pt x="2234681" y="3457309"/>
                </a:cubicBezTo>
                <a:cubicBezTo>
                  <a:pt x="2235143" y="3457309"/>
                  <a:pt x="2235588" y="3457202"/>
                  <a:pt x="2236014" y="3456971"/>
                </a:cubicBezTo>
                <a:close/>
                <a:moveTo>
                  <a:pt x="2738553" y="3274062"/>
                </a:moveTo>
                <a:cubicBezTo>
                  <a:pt x="2738979" y="3273813"/>
                  <a:pt x="2739103" y="3273261"/>
                  <a:pt x="2738873" y="3272834"/>
                </a:cubicBezTo>
                <a:cubicBezTo>
                  <a:pt x="2738606" y="3272426"/>
                  <a:pt x="2738072" y="3272283"/>
                  <a:pt x="2737646" y="3272533"/>
                </a:cubicBezTo>
                <a:cubicBezTo>
                  <a:pt x="2737219" y="3272781"/>
                  <a:pt x="2737077" y="3273333"/>
                  <a:pt x="2737325" y="3273741"/>
                </a:cubicBezTo>
                <a:cubicBezTo>
                  <a:pt x="2737503" y="3274025"/>
                  <a:pt x="2737788" y="3274186"/>
                  <a:pt x="2738107" y="3274186"/>
                </a:cubicBezTo>
                <a:cubicBezTo>
                  <a:pt x="2738250" y="3274186"/>
                  <a:pt x="2738410" y="3274150"/>
                  <a:pt x="2738553" y="3274062"/>
                </a:cubicBezTo>
                <a:close/>
                <a:moveTo>
                  <a:pt x="8079158" y="1317422"/>
                </a:moveTo>
                <a:cubicBezTo>
                  <a:pt x="8086145" y="1317422"/>
                  <a:pt x="8092706" y="1313066"/>
                  <a:pt x="8095194" y="1306115"/>
                </a:cubicBezTo>
                <a:cubicBezTo>
                  <a:pt x="8098341" y="1297261"/>
                  <a:pt x="8093719" y="1287536"/>
                  <a:pt x="8084865" y="1284371"/>
                </a:cubicBezTo>
                <a:cubicBezTo>
                  <a:pt x="8076029" y="1281224"/>
                  <a:pt x="8066286" y="1285847"/>
                  <a:pt x="8063140" y="1294683"/>
                </a:cubicBezTo>
                <a:cubicBezTo>
                  <a:pt x="8059993" y="1303537"/>
                  <a:pt x="8064615" y="1313262"/>
                  <a:pt x="8073451" y="1316426"/>
                </a:cubicBezTo>
                <a:cubicBezTo>
                  <a:pt x="8075335" y="1317102"/>
                  <a:pt x="8077273" y="1317422"/>
                  <a:pt x="8079158" y="1317422"/>
                </a:cubicBezTo>
                <a:close/>
                <a:moveTo>
                  <a:pt x="5357973" y="2316917"/>
                </a:moveTo>
                <a:cubicBezTo>
                  <a:pt x="5364677" y="2315921"/>
                  <a:pt x="5369316" y="2309698"/>
                  <a:pt x="5368340" y="2302995"/>
                </a:cubicBezTo>
                <a:cubicBezTo>
                  <a:pt x="5367362" y="2296293"/>
                  <a:pt x="5361122" y="2291653"/>
                  <a:pt x="5354418" y="2292631"/>
                </a:cubicBezTo>
                <a:cubicBezTo>
                  <a:pt x="5347717" y="2293608"/>
                  <a:pt x="5343075" y="2299849"/>
                  <a:pt x="5344071" y="2306551"/>
                </a:cubicBezTo>
                <a:cubicBezTo>
                  <a:pt x="5344960" y="2312650"/>
                  <a:pt x="5350204" y="2317041"/>
                  <a:pt x="5356196" y="2317041"/>
                </a:cubicBezTo>
                <a:cubicBezTo>
                  <a:pt x="5356786" y="2317041"/>
                  <a:pt x="5357369" y="2316988"/>
                  <a:pt x="5357973" y="2316917"/>
                </a:cubicBezTo>
                <a:close/>
                <a:moveTo>
                  <a:pt x="5002894" y="2447769"/>
                </a:moveTo>
                <a:cubicBezTo>
                  <a:pt x="5008477" y="2447769"/>
                  <a:pt x="5013331" y="2443645"/>
                  <a:pt x="5014113" y="2437955"/>
                </a:cubicBezTo>
                <a:cubicBezTo>
                  <a:pt x="5014931" y="2431750"/>
                  <a:pt x="5010592" y="2426061"/>
                  <a:pt x="5004390" y="2425226"/>
                </a:cubicBezTo>
                <a:cubicBezTo>
                  <a:pt x="4998201" y="2424390"/>
                  <a:pt x="4992512" y="2428745"/>
                  <a:pt x="4991657" y="2434933"/>
                </a:cubicBezTo>
                <a:cubicBezTo>
                  <a:pt x="4990839" y="2441138"/>
                  <a:pt x="4995178" y="2446828"/>
                  <a:pt x="5001384" y="2447662"/>
                </a:cubicBezTo>
                <a:cubicBezTo>
                  <a:pt x="5001881" y="2447733"/>
                  <a:pt x="5002396" y="2447769"/>
                  <a:pt x="5002894" y="2447769"/>
                </a:cubicBezTo>
                <a:close/>
                <a:moveTo>
                  <a:pt x="2493809" y="3369836"/>
                </a:moveTo>
                <a:cubicBezTo>
                  <a:pt x="2494680" y="3369304"/>
                  <a:pt x="2494928" y="3368165"/>
                  <a:pt x="2494378" y="3367311"/>
                </a:cubicBezTo>
                <a:cubicBezTo>
                  <a:pt x="2493845" y="3366458"/>
                  <a:pt x="2492707" y="3366192"/>
                  <a:pt x="2491852" y="3366743"/>
                </a:cubicBezTo>
                <a:cubicBezTo>
                  <a:pt x="2490982" y="3367276"/>
                  <a:pt x="2490733" y="3368414"/>
                  <a:pt x="2491284" y="3369268"/>
                </a:cubicBezTo>
                <a:cubicBezTo>
                  <a:pt x="2491622" y="3369818"/>
                  <a:pt x="2492226" y="3370121"/>
                  <a:pt x="2492831" y="3370121"/>
                </a:cubicBezTo>
                <a:cubicBezTo>
                  <a:pt x="2493168" y="3370121"/>
                  <a:pt x="2493507" y="3370032"/>
                  <a:pt x="2493809" y="3369836"/>
                </a:cubicBezTo>
                <a:close/>
                <a:moveTo>
                  <a:pt x="7170372" y="1659311"/>
                </a:moveTo>
                <a:cubicBezTo>
                  <a:pt x="7177660" y="1659080"/>
                  <a:pt x="7183402" y="1652982"/>
                  <a:pt x="7183172" y="1645675"/>
                </a:cubicBezTo>
                <a:cubicBezTo>
                  <a:pt x="7182942" y="1638385"/>
                  <a:pt x="7176843" y="1632660"/>
                  <a:pt x="7169554" y="1632892"/>
                </a:cubicBezTo>
                <a:cubicBezTo>
                  <a:pt x="7162246" y="1633122"/>
                  <a:pt x="7156522" y="1639221"/>
                  <a:pt x="7156752" y="1646510"/>
                </a:cubicBezTo>
                <a:cubicBezTo>
                  <a:pt x="7156984" y="1653657"/>
                  <a:pt x="7162852" y="1659311"/>
                  <a:pt x="7169963" y="1659311"/>
                </a:cubicBezTo>
                <a:close/>
                <a:moveTo>
                  <a:pt x="4186220" y="2757283"/>
                </a:moveTo>
                <a:cubicBezTo>
                  <a:pt x="4188282" y="2757283"/>
                  <a:pt x="4190272" y="2756144"/>
                  <a:pt x="4191270" y="2754171"/>
                </a:cubicBezTo>
                <a:cubicBezTo>
                  <a:pt x="4192655" y="2751380"/>
                  <a:pt x="4191516" y="2748002"/>
                  <a:pt x="4188745" y="2746615"/>
                </a:cubicBezTo>
                <a:cubicBezTo>
                  <a:pt x="4185952" y="2745228"/>
                  <a:pt x="4182575" y="2746348"/>
                  <a:pt x="4181189" y="2749140"/>
                </a:cubicBezTo>
                <a:cubicBezTo>
                  <a:pt x="4179802" y="2751914"/>
                  <a:pt x="4180938" y="2755292"/>
                  <a:pt x="4183712" y="2756678"/>
                </a:cubicBezTo>
                <a:cubicBezTo>
                  <a:pt x="4184514" y="2757087"/>
                  <a:pt x="4185385" y="2757283"/>
                  <a:pt x="4186220" y="2757283"/>
                </a:cubicBezTo>
                <a:close/>
                <a:moveTo>
                  <a:pt x="8451378" y="1194267"/>
                </a:moveTo>
                <a:cubicBezTo>
                  <a:pt x="8459111" y="1194268"/>
                  <a:pt x="8466347" y="1189503"/>
                  <a:pt x="8469157" y="1181823"/>
                </a:cubicBezTo>
                <a:cubicBezTo>
                  <a:pt x="8472713" y="1172008"/>
                  <a:pt x="8467663" y="1161181"/>
                  <a:pt x="8457849" y="1157590"/>
                </a:cubicBezTo>
                <a:cubicBezTo>
                  <a:pt x="8448035" y="1154034"/>
                  <a:pt x="8437190" y="1159083"/>
                  <a:pt x="8433617" y="1168898"/>
                </a:cubicBezTo>
                <a:cubicBezTo>
                  <a:pt x="8430043" y="1178711"/>
                  <a:pt x="8435109" y="1189556"/>
                  <a:pt x="8444923" y="1193130"/>
                </a:cubicBezTo>
                <a:cubicBezTo>
                  <a:pt x="8447057" y="1193912"/>
                  <a:pt x="8449244" y="1194268"/>
                  <a:pt x="8451378" y="1194267"/>
                </a:cubicBezTo>
                <a:close/>
                <a:moveTo>
                  <a:pt x="3650505" y="2956139"/>
                </a:moveTo>
                <a:cubicBezTo>
                  <a:pt x="3651464" y="2956139"/>
                  <a:pt x="3652283" y="2955410"/>
                  <a:pt x="3652352" y="2954432"/>
                </a:cubicBezTo>
                <a:cubicBezTo>
                  <a:pt x="3652424" y="2953420"/>
                  <a:pt x="3651679" y="2952531"/>
                  <a:pt x="3650664" y="2952459"/>
                </a:cubicBezTo>
                <a:cubicBezTo>
                  <a:pt x="3649649" y="2952388"/>
                  <a:pt x="3648762" y="2953134"/>
                  <a:pt x="3648691" y="2954148"/>
                </a:cubicBezTo>
                <a:cubicBezTo>
                  <a:pt x="3648602" y="2955162"/>
                  <a:pt x="3649366" y="2956050"/>
                  <a:pt x="3650380" y="2956139"/>
                </a:cubicBezTo>
                <a:close/>
                <a:moveTo>
                  <a:pt x="2662690" y="3320358"/>
                </a:moveTo>
                <a:cubicBezTo>
                  <a:pt x="2663099" y="3320091"/>
                  <a:pt x="2663223" y="3319540"/>
                  <a:pt x="2662956" y="3319131"/>
                </a:cubicBezTo>
                <a:cubicBezTo>
                  <a:pt x="2662707" y="3318722"/>
                  <a:pt x="2662156" y="3318598"/>
                  <a:pt x="2661747" y="3318846"/>
                </a:cubicBezTo>
                <a:cubicBezTo>
                  <a:pt x="2661320" y="3319113"/>
                  <a:pt x="2661196" y="3319664"/>
                  <a:pt x="2661463" y="3320073"/>
                </a:cubicBezTo>
                <a:cubicBezTo>
                  <a:pt x="2661622" y="3320340"/>
                  <a:pt x="2661908" y="3320500"/>
                  <a:pt x="2662209" y="3320500"/>
                </a:cubicBezTo>
                <a:cubicBezTo>
                  <a:pt x="2662370" y="3320500"/>
                  <a:pt x="2662530" y="3320446"/>
                  <a:pt x="2662690" y="3320358"/>
                </a:cubicBezTo>
                <a:close/>
                <a:moveTo>
                  <a:pt x="3810799" y="2900295"/>
                </a:moveTo>
                <a:cubicBezTo>
                  <a:pt x="3812098" y="2900295"/>
                  <a:pt x="3813270" y="2899353"/>
                  <a:pt x="3813519" y="2898019"/>
                </a:cubicBezTo>
                <a:cubicBezTo>
                  <a:pt x="3813822" y="2896509"/>
                  <a:pt x="3812826" y="2895050"/>
                  <a:pt x="3811315" y="2894766"/>
                </a:cubicBezTo>
                <a:cubicBezTo>
                  <a:pt x="3809803" y="2894482"/>
                  <a:pt x="3808345" y="2895460"/>
                  <a:pt x="3808060" y="2896971"/>
                </a:cubicBezTo>
                <a:cubicBezTo>
                  <a:pt x="3807760" y="2898482"/>
                  <a:pt x="3808754" y="2899940"/>
                  <a:pt x="3810266" y="2900242"/>
                </a:cubicBezTo>
                <a:cubicBezTo>
                  <a:pt x="3810442" y="2900295"/>
                  <a:pt x="3810621" y="2900295"/>
                  <a:pt x="3810799" y="2900295"/>
                </a:cubicBezTo>
                <a:close/>
                <a:moveTo>
                  <a:pt x="4538650" y="2634074"/>
                </a:moveTo>
                <a:cubicBezTo>
                  <a:pt x="4541512" y="2634074"/>
                  <a:pt x="4544304" y="2632634"/>
                  <a:pt x="4545903" y="2630020"/>
                </a:cubicBezTo>
                <a:cubicBezTo>
                  <a:pt x="4548339" y="2626020"/>
                  <a:pt x="4547059" y="2620794"/>
                  <a:pt x="4543079" y="2618375"/>
                </a:cubicBezTo>
                <a:cubicBezTo>
                  <a:pt x="4539077" y="2615922"/>
                  <a:pt x="4533850" y="2617202"/>
                  <a:pt x="4531432" y="2621202"/>
                </a:cubicBezTo>
                <a:cubicBezTo>
                  <a:pt x="4528997" y="2625202"/>
                  <a:pt x="4530259" y="2630411"/>
                  <a:pt x="4534259" y="2632848"/>
                </a:cubicBezTo>
                <a:cubicBezTo>
                  <a:pt x="4535627" y="2633683"/>
                  <a:pt x="4537159" y="2634074"/>
                  <a:pt x="4538650" y="2634074"/>
                </a:cubicBezTo>
                <a:close/>
                <a:moveTo>
                  <a:pt x="5453181" y="2300489"/>
                </a:moveTo>
                <a:cubicBezTo>
                  <a:pt x="5459831" y="2299191"/>
                  <a:pt x="5464150" y="2292737"/>
                  <a:pt x="5462835" y="2286088"/>
                </a:cubicBezTo>
                <a:cubicBezTo>
                  <a:pt x="5461538" y="2279438"/>
                  <a:pt x="5455083" y="2275118"/>
                  <a:pt x="5448434" y="2276434"/>
                </a:cubicBezTo>
                <a:cubicBezTo>
                  <a:pt x="5441782" y="2277732"/>
                  <a:pt x="5437464" y="2284186"/>
                  <a:pt x="5438780" y="2290835"/>
                </a:cubicBezTo>
                <a:cubicBezTo>
                  <a:pt x="5439917" y="2296684"/>
                  <a:pt x="5445056" y="2300738"/>
                  <a:pt x="5450798" y="2300737"/>
                </a:cubicBezTo>
                <a:cubicBezTo>
                  <a:pt x="5451579" y="2300738"/>
                  <a:pt x="5452380" y="2300649"/>
                  <a:pt x="5453181" y="2300489"/>
                </a:cubicBezTo>
                <a:close/>
                <a:moveTo>
                  <a:pt x="3488556" y="3023806"/>
                </a:moveTo>
                <a:cubicBezTo>
                  <a:pt x="3489035" y="3023788"/>
                  <a:pt x="3489427" y="3023379"/>
                  <a:pt x="3489409" y="3022881"/>
                </a:cubicBezTo>
                <a:cubicBezTo>
                  <a:pt x="3489391" y="3022401"/>
                  <a:pt x="3488983" y="3022010"/>
                  <a:pt x="3488501" y="3022028"/>
                </a:cubicBezTo>
                <a:cubicBezTo>
                  <a:pt x="3488004" y="3022046"/>
                  <a:pt x="3487630" y="3022454"/>
                  <a:pt x="3487630" y="3022935"/>
                </a:cubicBezTo>
                <a:lnTo>
                  <a:pt x="3487648" y="3022935"/>
                </a:lnTo>
                <a:cubicBezTo>
                  <a:pt x="3487666" y="3023432"/>
                  <a:pt x="3488076" y="3023806"/>
                  <a:pt x="3488556" y="3023806"/>
                </a:cubicBezTo>
                <a:close/>
                <a:moveTo>
                  <a:pt x="2418248" y="3417786"/>
                </a:moveTo>
                <a:cubicBezTo>
                  <a:pt x="2419102" y="3417235"/>
                  <a:pt x="2419368" y="3416097"/>
                  <a:pt x="2418817" y="3415244"/>
                </a:cubicBezTo>
                <a:cubicBezTo>
                  <a:pt x="2418284" y="3414390"/>
                  <a:pt x="2417147" y="3414141"/>
                  <a:pt x="2416292" y="3414675"/>
                </a:cubicBezTo>
                <a:cubicBezTo>
                  <a:pt x="2415439" y="3415226"/>
                  <a:pt x="2415172" y="3416346"/>
                  <a:pt x="2415724" y="3417217"/>
                </a:cubicBezTo>
                <a:cubicBezTo>
                  <a:pt x="2416062" y="3417769"/>
                  <a:pt x="2416667" y="3418070"/>
                  <a:pt x="2417270" y="3418070"/>
                </a:cubicBezTo>
                <a:cubicBezTo>
                  <a:pt x="2417608" y="3418070"/>
                  <a:pt x="2417946" y="3417963"/>
                  <a:pt x="2418248" y="3417786"/>
                </a:cubicBezTo>
                <a:close/>
                <a:moveTo>
                  <a:pt x="7932926" y="1398139"/>
                </a:moveTo>
                <a:cubicBezTo>
                  <a:pt x="7939700" y="1398139"/>
                  <a:pt x="7945993" y="1393818"/>
                  <a:pt x="7948199" y="1387045"/>
                </a:cubicBezTo>
                <a:cubicBezTo>
                  <a:pt x="7950937" y="1378599"/>
                  <a:pt x="7946314" y="1369550"/>
                  <a:pt x="7937886" y="1366794"/>
                </a:cubicBezTo>
                <a:cubicBezTo>
                  <a:pt x="7929442" y="1364074"/>
                  <a:pt x="7920374" y="1368679"/>
                  <a:pt x="7917654" y="1377124"/>
                </a:cubicBezTo>
                <a:cubicBezTo>
                  <a:pt x="7914899" y="1385569"/>
                  <a:pt x="7919521" y="1394618"/>
                  <a:pt x="7927965" y="1397356"/>
                </a:cubicBezTo>
                <a:cubicBezTo>
                  <a:pt x="7929619" y="1397890"/>
                  <a:pt x="7931291" y="1398139"/>
                  <a:pt x="7932926" y="1398139"/>
                </a:cubicBezTo>
                <a:close/>
                <a:moveTo>
                  <a:pt x="4841656" y="2535135"/>
                </a:moveTo>
                <a:cubicBezTo>
                  <a:pt x="4846013" y="2535135"/>
                  <a:pt x="4850068" y="2532361"/>
                  <a:pt x="4851507" y="2527988"/>
                </a:cubicBezTo>
                <a:cubicBezTo>
                  <a:pt x="4853285" y="2522547"/>
                  <a:pt x="4850333" y="2516680"/>
                  <a:pt x="4844876" y="2514902"/>
                </a:cubicBezTo>
                <a:cubicBezTo>
                  <a:pt x="4839436" y="2513124"/>
                  <a:pt x="4833586" y="2516076"/>
                  <a:pt x="4831790" y="2521535"/>
                </a:cubicBezTo>
                <a:cubicBezTo>
                  <a:pt x="4830012" y="2526975"/>
                  <a:pt x="4832983" y="2532824"/>
                  <a:pt x="4838422" y="2534619"/>
                </a:cubicBezTo>
                <a:cubicBezTo>
                  <a:pt x="4839488" y="2534957"/>
                  <a:pt x="4840575" y="2535135"/>
                  <a:pt x="4841656" y="2535135"/>
                </a:cubicBezTo>
                <a:close/>
                <a:moveTo>
                  <a:pt x="3967929" y="2856223"/>
                </a:moveTo>
                <a:cubicBezTo>
                  <a:pt x="3969512" y="2856222"/>
                  <a:pt x="3970970" y="2855209"/>
                  <a:pt x="3971486" y="2853627"/>
                </a:cubicBezTo>
                <a:cubicBezTo>
                  <a:pt x="3972125" y="2851671"/>
                  <a:pt x="3971040" y="2849555"/>
                  <a:pt x="3969085" y="2848933"/>
                </a:cubicBezTo>
                <a:cubicBezTo>
                  <a:pt x="3967129" y="2848293"/>
                  <a:pt x="3965014" y="2849377"/>
                  <a:pt x="3964391" y="2851333"/>
                </a:cubicBezTo>
                <a:cubicBezTo>
                  <a:pt x="3963750" y="2853288"/>
                  <a:pt x="3964818" y="2855405"/>
                  <a:pt x="3966792" y="2856026"/>
                </a:cubicBezTo>
                <a:cubicBezTo>
                  <a:pt x="3967166" y="2856151"/>
                  <a:pt x="3967556" y="2856223"/>
                  <a:pt x="3967929" y="2856223"/>
                </a:cubicBezTo>
                <a:close/>
                <a:moveTo>
                  <a:pt x="4686358" y="2594961"/>
                </a:moveTo>
                <a:cubicBezTo>
                  <a:pt x="4689807" y="2594961"/>
                  <a:pt x="4693134" y="2593058"/>
                  <a:pt x="4694785" y="2589770"/>
                </a:cubicBezTo>
                <a:cubicBezTo>
                  <a:pt x="4697132" y="2585128"/>
                  <a:pt x="4695266" y="2579458"/>
                  <a:pt x="4690625" y="2577128"/>
                </a:cubicBezTo>
                <a:cubicBezTo>
                  <a:pt x="4685969" y="2574782"/>
                  <a:pt x="4680313" y="2576649"/>
                  <a:pt x="4677967" y="2581288"/>
                </a:cubicBezTo>
                <a:cubicBezTo>
                  <a:pt x="4675619" y="2585928"/>
                  <a:pt x="4677487" y="2591600"/>
                  <a:pt x="4682127" y="2593947"/>
                </a:cubicBezTo>
                <a:cubicBezTo>
                  <a:pt x="4683498" y="2594622"/>
                  <a:pt x="4684936" y="2594961"/>
                  <a:pt x="4686358" y="2594961"/>
                </a:cubicBezTo>
                <a:close/>
                <a:moveTo>
                  <a:pt x="5547408" y="2279812"/>
                </a:moveTo>
                <a:cubicBezTo>
                  <a:pt x="5554005" y="2278230"/>
                  <a:pt x="5558056" y="2271598"/>
                  <a:pt x="5556456" y="2265019"/>
                </a:cubicBezTo>
                <a:cubicBezTo>
                  <a:pt x="5554874" y="2258424"/>
                  <a:pt x="5548244" y="2254370"/>
                  <a:pt x="5541665" y="2255953"/>
                </a:cubicBezTo>
                <a:cubicBezTo>
                  <a:pt x="5535071" y="2257553"/>
                  <a:pt x="5531018" y="2264184"/>
                  <a:pt x="5532616" y="2270762"/>
                </a:cubicBezTo>
                <a:cubicBezTo>
                  <a:pt x="5533967" y="2276380"/>
                  <a:pt x="5538980" y="2280149"/>
                  <a:pt x="5544527" y="2280149"/>
                </a:cubicBezTo>
                <a:cubicBezTo>
                  <a:pt x="5545489" y="2280150"/>
                  <a:pt x="5546448" y="2280043"/>
                  <a:pt x="5547408" y="2279812"/>
                </a:cubicBezTo>
                <a:close/>
                <a:moveTo>
                  <a:pt x="7527995" y="1555037"/>
                </a:moveTo>
                <a:cubicBezTo>
                  <a:pt x="7534750" y="1555037"/>
                  <a:pt x="7540742" y="1550183"/>
                  <a:pt x="7541932" y="1543285"/>
                </a:cubicBezTo>
                <a:cubicBezTo>
                  <a:pt x="7543266" y="1535587"/>
                  <a:pt x="7538092" y="1528245"/>
                  <a:pt x="7530376" y="1526911"/>
                </a:cubicBezTo>
                <a:cubicBezTo>
                  <a:pt x="7522678" y="1525577"/>
                  <a:pt x="7515354" y="1530751"/>
                  <a:pt x="7514020" y="1538468"/>
                </a:cubicBezTo>
                <a:cubicBezTo>
                  <a:pt x="7512687" y="1546166"/>
                  <a:pt x="7517860" y="1553491"/>
                  <a:pt x="7525558" y="1554824"/>
                </a:cubicBezTo>
                <a:cubicBezTo>
                  <a:pt x="7526377" y="1554966"/>
                  <a:pt x="7527194" y="1555037"/>
                  <a:pt x="7527995" y="1555037"/>
                </a:cubicBezTo>
                <a:close/>
                <a:moveTo>
                  <a:pt x="2587752" y="3368182"/>
                </a:moveTo>
                <a:cubicBezTo>
                  <a:pt x="2588178" y="3367916"/>
                  <a:pt x="2588285" y="3367365"/>
                  <a:pt x="2588018" y="3366956"/>
                </a:cubicBezTo>
                <a:cubicBezTo>
                  <a:pt x="2587751" y="3366547"/>
                  <a:pt x="2587201" y="3366423"/>
                  <a:pt x="2586791" y="3366690"/>
                </a:cubicBezTo>
                <a:cubicBezTo>
                  <a:pt x="2586383" y="3366956"/>
                  <a:pt x="2586259" y="3367507"/>
                  <a:pt x="2586524" y="3367934"/>
                </a:cubicBezTo>
                <a:cubicBezTo>
                  <a:pt x="2586703" y="3368183"/>
                  <a:pt x="2586987" y="3368325"/>
                  <a:pt x="2587271" y="3368325"/>
                </a:cubicBezTo>
                <a:cubicBezTo>
                  <a:pt x="2587449" y="3368325"/>
                  <a:pt x="2587610" y="3368289"/>
                  <a:pt x="2587752" y="3368182"/>
                </a:cubicBezTo>
                <a:close/>
                <a:moveTo>
                  <a:pt x="6541478" y="1922029"/>
                </a:moveTo>
                <a:cubicBezTo>
                  <a:pt x="6547861" y="1919753"/>
                  <a:pt x="6551186" y="1912731"/>
                  <a:pt x="6548909" y="1906348"/>
                </a:cubicBezTo>
                <a:cubicBezTo>
                  <a:pt x="6546634" y="1899965"/>
                  <a:pt x="6539610" y="1896641"/>
                  <a:pt x="6533229" y="1898935"/>
                </a:cubicBezTo>
                <a:cubicBezTo>
                  <a:pt x="6526846" y="1901210"/>
                  <a:pt x="6523521" y="1908233"/>
                  <a:pt x="6525796" y="1914615"/>
                </a:cubicBezTo>
                <a:cubicBezTo>
                  <a:pt x="6527592" y="1919629"/>
                  <a:pt x="6532304" y="1922740"/>
                  <a:pt x="6537353" y="1922741"/>
                </a:cubicBezTo>
                <a:cubicBezTo>
                  <a:pt x="6538721" y="1922740"/>
                  <a:pt x="6540110" y="1922527"/>
                  <a:pt x="6541478" y="1922029"/>
                </a:cubicBezTo>
                <a:close/>
                <a:moveTo>
                  <a:pt x="6451676" y="1955240"/>
                </a:moveTo>
                <a:cubicBezTo>
                  <a:pt x="6457989" y="1952822"/>
                  <a:pt x="6461170" y="1945729"/>
                  <a:pt x="6458753" y="1939417"/>
                </a:cubicBezTo>
                <a:cubicBezTo>
                  <a:pt x="6456353" y="1933070"/>
                  <a:pt x="6449259" y="1929906"/>
                  <a:pt x="6442930" y="1932306"/>
                </a:cubicBezTo>
                <a:cubicBezTo>
                  <a:pt x="6436600" y="1934723"/>
                  <a:pt x="6433417" y="1941817"/>
                  <a:pt x="6435835" y="1948146"/>
                </a:cubicBezTo>
                <a:lnTo>
                  <a:pt x="6435853" y="1948146"/>
                </a:lnTo>
                <a:cubicBezTo>
                  <a:pt x="6437719" y="1953036"/>
                  <a:pt x="6442378" y="1956041"/>
                  <a:pt x="6447321" y="1956040"/>
                </a:cubicBezTo>
                <a:cubicBezTo>
                  <a:pt x="6448760" y="1956040"/>
                  <a:pt x="6450237" y="1955791"/>
                  <a:pt x="6451676" y="1955240"/>
                </a:cubicBezTo>
                <a:close/>
                <a:moveTo>
                  <a:pt x="4331065" y="2734027"/>
                </a:moveTo>
                <a:cubicBezTo>
                  <a:pt x="4333233" y="2734027"/>
                  <a:pt x="4335384" y="2732942"/>
                  <a:pt x="4336631" y="2730969"/>
                </a:cubicBezTo>
                <a:cubicBezTo>
                  <a:pt x="4338568" y="2727893"/>
                  <a:pt x="4337643" y="2723822"/>
                  <a:pt x="4334567" y="2721885"/>
                </a:cubicBezTo>
                <a:cubicBezTo>
                  <a:pt x="4331509" y="2719946"/>
                  <a:pt x="4327436" y="2720871"/>
                  <a:pt x="4325500" y="2723946"/>
                </a:cubicBezTo>
                <a:cubicBezTo>
                  <a:pt x="4323562" y="2727022"/>
                  <a:pt x="4324486" y="2731076"/>
                  <a:pt x="4327562" y="2733014"/>
                </a:cubicBezTo>
                <a:cubicBezTo>
                  <a:pt x="4328647" y="2733707"/>
                  <a:pt x="4329855" y="2734027"/>
                  <a:pt x="4331065" y="2734027"/>
                </a:cubicBezTo>
                <a:close/>
                <a:moveTo>
                  <a:pt x="8313662" y="1273064"/>
                </a:moveTo>
                <a:cubicBezTo>
                  <a:pt x="8320951" y="1273064"/>
                  <a:pt x="8327831" y="1268583"/>
                  <a:pt x="8330498" y="1261330"/>
                </a:cubicBezTo>
                <a:cubicBezTo>
                  <a:pt x="8333947" y="1252031"/>
                  <a:pt x="8329183" y="1241702"/>
                  <a:pt x="8319884" y="1238253"/>
                </a:cubicBezTo>
                <a:cubicBezTo>
                  <a:pt x="8310585" y="1234821"/>
                  <a:pt x="8300257" y="1239568"/>
                  <a:pt x="8296825" y="1248885"/>
                </a:cubicBezTo>
                <a:cubicBezTo>
                  <a:pt x="8293376" y="1258183"/>
                  <a:pt x="8298123" y="1268513"/>
                  <a:pt x="8307439" y="1271944"/>
                </a:cubicBezTo>
                <a:cubicBezTo>
                  <a:pt x="8309484" y="1272708"/>
                  <a:pt x="8311581" y="1273064"/>
                  <a:pt x="8313662" y="1273064"/>
                </a:cubicBezTo>
                <a:close/>
                <a:moveTo>
                  <a:pt x="6632008" y="1891059"/>
                </a:moveTo>
                <a:cubicBezTo>
                  <a:pt x="6638444" y="1888961"/>
                  <a:pt x="6641965" y="1882027"/>
                  <a:pt x="6639867" y="1875591"/>
                </a:cubicBezTo>
                <a:cubicBezTo>
                  <a:pt x="6637768" y="1869137"/>
                  <a:pt x="6630834" y="1865635"/>
                  <a:pt x="6624398" y="1867732"/>
                </a:cubicBezTo>
                <a:cubicBezTo>
                  <a:pt x="6617945" y="1869830"/>
                  <a:pt x="6614424" y="1876746"/>
                  <a:pt x="6616541" y="1883200"/>
                </a:cubicBezTo>
                <a:cubicBezTo>
                  <a:pt x="6618230" y="1888374"/>
                  <a:pt x="6623030" y="1891662"/>
                  <a:pt x="6628186" y="1891663"/>
                </a:cubicBezTo>
                <a:cubicBezTo>
                  <a:pt x="6629449" y="1891662"/>
                  <a:pt x="6630747" y="1891467"/>
                  <a:pt x="6632008" y="1891059"/>
                </a:cubicBezTo>
                <a:close/>
                <a:moveTo>
                  <a:pt x="6362427" y="1990122"/>
                </a:moveTo>
                <a:cubicBezTo>
                  <a:pt x="6368702" y="1987599"/>
                  <a:pt x="6371778" y="1980469"/>
                  <a:pt x="6369271" y="1974174"/>
                </a:cubicBezTo>
                <a:cubicBezTo>
                  <a:pt x="6366747" y="1967881"/>
                  <a:pt x="6359618" y="1964823"/>
                  <a:pt x="6353324" y="1967329"/>
                </a:cubicBezTo>
                <a:cubicBezTo>
                  <a:pt x="6347029" y="1969837"/>
                  <a:pt x="6343972" y="1976984"/>
                  <a:pt x="6346479" y="1983260"/>
                </a:cubicBezTo>
                <a:cubicBezTo>
                  <a:pt x="6348399" y="1988078"/>
                  <a:pt x="6353003" y="1990993"/>
                  <a:pt x="6357875" y="1990994"/>
                </a:cubicBezTo>
                <a:cubicBezTo>
                  <a:pt x="6359386" y="1990993"/>
                  <a:pt x="6360933" y="1990709"/>
                  <a:pt x="6362427" y="1990122"/>
                </a:cubicBezTo>
                <a:close/>
                <a:moveTo>
                  <a:pt x="2342439" y="3465363"/>
                </a:moveTo>
                <a:cubicBezTo>
                  <a:pt x="2343310" y="3464829"/>
                  <a:pt x="2343576" y="3463692"/>
                  <a:pt x="2343044" y="3462838"/>
                </a:cubicBezTo>
                <a:cubicBezTo>
                  <a:pt x="2342510" y="3461967"/>
                  <a:pt x="2341372" y="3461700"/>
                  <a:pt x="2340501" y="3462233"/>
                </a:cubicBezTo>
                <a:cubicBezTo>
                  <a:pt x="2339648" y="3462767"/>
                  <a:pt x="2339381" y="3463905"/>
                  <a:pt x="2339914" y="3464776"/>
                </a:cubicBezTo>
                <a:cubicBezTo>
                  <a:pt x="2340270" y="3465327"/>
                  <a:pt x="2340875" y="3465630"/>
                  <a:pt x="2341480" y="3465629"/>
                </a:cubicBezTo>
                <a:cubicBezTo>
                  <a:pt x="2341816" y="3465630"/>
                  <a:pt x="2342155" y="3465540"/>
                  <a:pt x="2342439" y="3465363"/>
                </a:cubicBezTo>
                <a:close/>
                <a:moveTo>
                  <a:pt x="5640713" y="2255508"/>
                </a:moveTo>
                <a:cubicBezTo>
                  <a:pt x="5647236" y="2253695"/>
                  <a:pt x="5651058" y="2246921"/>
                  <a:pt x="5649228" y="2240396"/>
                </a:cubicBezTo>
                <a:cubicBezTo>
                  <a:pt x="5647414" y="2233871"/>
                  <a:pt x="5640640" y="2230067"/>
                  <a:pt x="5634115" y="2231880"/>
                </a:cubicBezTo>
                <a:cubicBezTo>
                  <a:pt x="5627589" y="2233711"/>
                  <a:pt x="5623785" y="2240467"/>
                  <a:pt x="5625600" y="2246992"/>
                </a:cubicBezTo>
                <a:cubicBezTo>
                  <a:pt x="5627111" y="2252415"/>
                  <a:pt x="5632053" y="2255971"/>
                  <a:pt x="5637422" y="2255971"/>
                </a:cubicBezTo>
                <a:cubicBezTo>
                  <a:pt x="5638507" y="2255971"/>
                  <a:pt x="5639609" y="2255828"/>
                  <a:pt x="5640713" y="2255508"/>
                </a:cubicBezTo>
                <a:close/>
                <a:moveTo>
                  <a:pt x="7266555" y="1659133"/>
                </a:moveTo>
                <a:cubicBezTo>
                  <a:pt x="7273685" y="1659133"/>
                  <a:pt x="7279552" y="1653443"/>
                  <a:pt x="7279747" y="1646262"/>
                </a:cubicBezTo>
                <a:cubicBezTo>
                  <a:pt x="7279960" y="1638972"/>
                  <a:pt x="7274200" y="1632891"/>
                  <a:pt x="7266911" y="1632696"/>
                </a:cubicBezTo>
                <a:cubicBezTo>
                  <a:pt x="7259604" y="1632500"/>
                  <a:pt x="7253541" y="1638260"/>
                  <a:pt x="7253346" y="1645550"/>
                </a:cubicBezTo>
                <a:cubicBezTo>
                  <a:pt x="7253132" y="1652839"/>
                  <a:pt x="7258893" y="1658920"/>
                  <a:pt x="7266182" y="1659116"/>
                </a:cubicBezTo>
                <a:cubicBezTo>
                  <a:pt x="7266307" y="1659115"/>
                  <a:pt x="7266430" y="1659133"/>
                  <a:pt x="7266555" y="1659133"/>
                </a:cubicBezTo>
                <a:close/>
                <a:moveTo>
                  <a:pt x="5097905" y="2456054"/>
                </a:moveTo>
                <a:cubicBezTo>
                  <a:pt x="5103931" y="2456054"/>
                  <a:pt x="5108946" y="2451307"/>
                  <a:pt x="5109212" y="2445227"/>
                </a:cubicBezTo>
                <a:cubicBezTo>
                  <a:pt x="5109478" y="2438969"/>
                  <a:pt x="5104625" y="2433688"/>
                  <a:pt x="5098385" y="2433440"/>
                </a:cubicBezTo>
                <a:cubicBezTo>
                  <a:pt x="5092127" y="2433172"/>
                  <a:pt x="5086864" y="2438008"/>
                  <a:pt x="5086597" y="2444267"/>
                </a:cubicBezTo>
                <a:cubicBezTo>
                  <a:pt x="5086329" y="2450507"/>
                  <a:pt x="5091166" y="2455788"/>
                  <a:pt x="5097424" y="2456054"/>
                </a:cubicBezTo>
                <a:close/>
                <a:moveTo>
                  <a:pt x="6273407" y="2025965"/>
                </a:moveTo>
                <a:cubicBezTo>
                  <a:pt x="6279683" y="2023440"/>
                  <a:pt x="6282724" y="2016276"/>
                  <a:pt x="6280181" y="2009999"/>
                </a:cubicBezTo>
                <a:cubicBezTo>
                  <a:pt x="6277638" y="2003724"/>
                  <a:pt x="6270491" y="2000683"/>
                  <a:pt x="6264215" y="2003226"/>
                </a:cubicBezTo>
                <a:cubicBezTo>
                  <a:pt x="6257940" y="2005750"/>
                  <a:pt x="6254899" y="2012915"/>
                  <a:pt x="6257442" y="2019191"/>
                </a:cubicBezTo>
                <a:cubicBezTo>
                  <a:pt x="6259363" y="2023956"/>
                  <a:pt x="6263967" y="2026871"/>
                  <a:pt x="6268802" y="2026871"/>
                </a:cubicBezTo>
                <a:cubicBezTo>
                  <a:pt x="6270350" y="2026871"/>
                  <a:pt x="6271896" y="2026570"/>
                  <a:pt x="6273407" y="2025965"/>
                </a:cubicBezTo>
                <a:close/>
                <a:moveTo>
                  <a:pt x="6723356" y="1862915"/>
                </a:moveTo>
                <a:cubicBezTo>
                  <a:pt x="6729881" y="1861048"/>
                  <a:pt x="6733632" y="1854238"/>
                  <a:pt x="6731749" y="1847731"/>
                </a:cubicBezTo>
                <a:cubicBezTo>
                  <a:pt x="6729864" y="1841224"/>
                  <a:pt x="6723071" y="1837473"/>
                  <a:pt x="6716565" y="1839339"/>
                </a:cubicBezTo>
                <a:cubicBezTo>
                  <a:pt x="6710057" y="1841224"/>
                  <a:pt x="6706307" y="1848033"/>
                  <a:pt x="6708173" y="1854540"/>
                </a:cubicBezTo>
                <a:cubicBezTo>
                  <a:pt x="6709719" y="1859909"/>
                  <a:pt x="6714626" y="1863412"/>
                  <a:pt x="6719960" y="1863412"/>
                </a:cubicBezTo>
                <a:cubicBezTo>
                  <a:pt x="6721081" y="1863412"/>
                  <a:pt x="6722237" y="1863252"/>
                  <a:pt x="6723356" y="1862915"/>
                </a:cubicBezTo>
                <a:close/>
                <a:moveTo>
                  <a:pt x="6184300" y="2061860"/>
                </a:moveTo>
                <a:cubicBezTo>
                  <a:pt x="6190592" y="2059335"/>
                  <a:pt x="6193634" y="2052188"/>
                  <a:pt x="6191128" y="2045894"/>
                </a:cubicBezTo>
                <a:cubicBezTo>
                  <a:pt x="6188602" y="2039619"/>
                  <a:pt x="6181456" y="2036561"/>
                  <a:pt x="6175161" y="2039086"/>
                </a:cubicBezTo>
                <a:cubicBezTo>
                  <a:pt x="6168885" y="2041593"/>
                  <a:pt x="6165828" y="2048740"/>
                  <a:pt x="6168352" y="2055033"/>
                </a:cubicBezTo>
                <a:cubicBezTo>
                  <a:pt x="6170273" y="2059816"/>
                  <a:pt x="6174877" y="2062731"/>
                  <a:pt x="6179750" y="2062732"/>
                </a:cubicBezTo>
                <a:cubicBezTo>
                  <a:pt x="6181260" y="2062731"/>
                  <a:pt x="6182806" y="2062447"/>
                  <a:pt x="6184300" y="2061860"/>
                </a:cubicBezTo>
                <a:close/>
                <a:moveTo>
                  <a:pt x="8692802" y="1142296"/>
                </a:moveTo>
                <a:cubicBezTo>
                  <a:pt x="8696131" y="1139923"/>
                  <a:pt x="8698762" y="1136505"/>
                  <a:pt x="8700140" y="1132327"/>
                </a:cubicBezTo>
                <a:cubicBezTo>
                  <a:pt x="8703554" y="1121908"/>
                  <a:pt x="8697882" y="1110690"/>
                  <a:pt x="8687464" y="1107276"/>
                </a:cubicBezTo>
                <a:cubicBezTo>
                  <a:pt x="8677045" y="1103845"/>
                  <a:pt x="8665826" y="1109516"/>
                  <a:pt x="8662413" y="1119935"/>
                </a:cubicBezTo>
                <a:cubicBezTo>
                  <a:pt x="8658982" y="1130353"/>
                  <a:pt x="8664671" y="1141572"/>
                  <a:pt x="8675072" y="1144985"/>
                </a:cubicBezTo>
                <a:cubicBezTo>
                  <a:pt x="8677134" y="1145661"/>
                  <a:pt x="8679214" y="1145998"/>
                  <a:pt x="8681276" y="1145999"/>
                </a:cubicBezTo>
                <a:cubicBezTo>
                  <a:pt x="8685446" y="1145999"/>
                  <a:pt x="8689472" y="1144670"/>
                  <a:pt x="8692802" y="1142296"/>
                </a:cubicBezTo>
                <a:close/>
                <a:moveTo>
                  <a:pt x="5733107" y="2228146"/>
                </a:moveTo>
                <a:cubicBezTo>
                  <a:pt x="5739578" y="2226137"/>
                  <a:pt x="5743187" y="2219257"/>
                  <a:pt x="5741161" y="2212785"/>
                </a:cubicBezTo>
                <a:cubicBezTo>
                  <a:pt x="5739134" y="2206314"/>
                  <a:pt x="5732253" y="2202705"/>
                  <a:pt x="5725799" y="2204732"/>
                </a:cubicBezTo>
                <a:cubicBezTo>
                  <a:pt x="5719328" y="2206758"/>
                  <a:pt x="5715718" y="2213639"/>
                  <a:pt x="5717746" y="2220092"/>
                </a:cubicBezTo>
                <a:cubicBezTo>
                  <a:pt x="5719381" y="2225355"/>
                  <a:pt x="5724234" y="2228715"/>
                  <a:pt x="5729445" y="2228715"/>
                </a:cubicBezTo>
                <a:cubicBezTo>
                  <a:pt x="5730671" y="2228715"/>
                  <a:pt x="5731898" y="2228538"/>
                  <a:pt x="5733107" y="2228146"/>
                </a:cubicBezTo>
                <a:close/>
                <a:moveTo>
                  <a:pt x="6095014" y="2097365"/>
                </a:moveTo>
                <a:cubicBezTo>
                  <a:pt x="6101308" y="2094875"/>
                  <a:pt x="6104401" y="2087764"/>
                  <a:pt x="6101930" y="2081453"/>
                </a:cubicBezTo>
                <a:cubicBezTo>
                  <a:pt x="6099441" y="2075159"/>
                  <a:pt x="6092312" y="2072065"/>
                  <a:pt x="6086018" y="2074537"/>
                </a:cubicBezTo>
                <a:cubicBezTo>
                  <a:pt x="6079706" y="2077026"/>
                  <a:pt x="6076613" y="2084137"/>
                  <a:pt x="6079102" y="2090449"/>
                </a:cubicBezTo>
                <a:cubicBezTo>
                  <a:pt x="6081005" y="2095267"/>
                  <a:pt x="6085627" y="2098218"/>
                  <a:pt x="6090517" y="2098217"/>
                </a:cubicBezTo>
                <a:cubicBezTo>
                  <a:pt x="6092009" y="2098217"/>
                  <a:pt x="6093538" y="2097952"/>
                  <a:pt x="6095014" y="2097365"/>
                </a:cubicBezTo>
                <a:close/>
                <a:moveTo>
                  <a:pt x="5824650" y="2198118"/>
                </a:moveTo>
                <a:cubicBezTo>
                  <a:pt x="5831051" y="2195913"/>
                  <a:pt x="5834465" y="2188944"/>
                  <a:pt x="5832259" y="2182526"/>
                </a:cubicBezTo>
                <a:cubicBezTo>
                  <a:pt x="5830037" y="2176125"/>
                  <a:pt x="5823068" y="2172729"/>
                  <a:pt x="5816668" y="2174934"/>
                </a:cubicBezTo>
                <a:cubicBezTo>
                  <a:pt x="5810250" y="2177139"/>
                  <a:pt x="5806854" y="2184108"/>
                  <a:pt x="5809058" y="2190526"/>
                </a:cubicBezTo>
                <a:cubicBezTo>
                  <a:pt x="5810800" y="2195612"/>
                  <a:pt x="5815565" y="2198794"/>
                  <a:pt x="5820651" y="2198794"/>
                </a:cubicBezTo>
                <a:cubicBezTo>
                  <a:pt x="5821983" y="2198794"/>
                  <a:pt x="5823335" y="2198580"/>
                  <a:pt x="5824650" y="2198118"/>
                </a:cubicBezTo>
                <a:close/>
                <a:moveTo>
                  <a:pt x="6005390" y="2132158"/>
                </a:moveTo>
                <a:cubicBezTo>
                  <a:pt x="6011720" y="2129741"/>
                  <a:pt x="6014884" y="2122664"/>
                  <a:pt x="6012466" y="2116335"/>
                </a:cubicBezTo>
                <a:cubicBezTo>
                  <a:pt x="6010049" y="2110005"/>
                  <a:pt x="6002973" y="2106823"/>
                  <a:pt x="5996644" y="2109241"/>
                </a:cubicBezTo>
                <a:lnTo>
                  <a:pt x="5996626" y="2109241"/>
                </a:lnTo>
                <a:cubicBezTo>
                  <a:pt x="5990313" y="2111660"/>
                  <a:pt x="5987132" y="2118753"/>
                  <a:pt x="5989549" y="2125082"/>
                </a:cubicBezTo>
                <a:cubicBezTo>
                  <a:pt x="5991417" y="2129971"/>
                  <a:pt x="5996074" y="2132976"/>
                  <a:pt x="6001016" y="2132976"/>
                </a:cubicBezTo>
                <a:cubicBezTo>
                  <a:pt x="6002475" y="2132976"/>
                  <a:pt x="6003951" y="2132709"/>
                  <a:pt x="6005390" y="2132158"/>
                </a:cubicBezTo>
                <a:close/>
                <a:moveTo>
                  <a:pt x="4120170" y="2824042"/>
                </a:moveTo>
                <a:cubicBezTo>
                  <a:pt x="4121911" y="2824042"/>
                  <a:pt x="4123584" y="2823064"/>
                  <a:pt x="4124383" y="2821393"/>
                </a:cubicBezTo>
                <a:cubicBezTo>
                  <a:pt x="4125504" y="2819064"/>
                  <a:pt x="4124544" y="2816273"/>
                  <a:pt x="4122197" y="2815152"/>
                </a:cubicBezTo>
                <a:cubicBezTo>
                  <a:pt x="4119851" y="2814015"/>
                  <a:pt x="4117059" y="2814993"/>
                  <a:pt x="4115937" y="2817321"/>
                </a:cubicBezTo>
                <a:cubicBezTo>
                  <a:pt x="4114819" y="2819650"/>
                  <a:pt x="4115796" y="2822460"/>
                  <a:pt x="4118126" y="2823580"/>
                </a:cubicBezTo>
                <a:lnTo>
                  <a:pt x="4118143" y="2823580"/>
                </a:lnTo>
                <a:cubicBezTo>
                  <a:pt x="4118801" y="2823900"/>
                  <a:pt x="4119495" y="2824042"/>
                  <a:pt x="4120170" y="2824042"/>
                </a:cubicBezTo>
                <a:close/>
                <a:moveTo>
                  <a:pt x="5915305" y="2165884"/>
                </a:moveTo>
                <a:cubicBezTo>
                  <a:pt x="5921670" y="2163556"/>
                  <a:pt x="5924941" y="2156497"/>
                  <a:pt x="5922630" y="2150150"/>
                </a:cubicBezTo>
                <a:cubicBezTo>
                  <a:pt x="5920283" y="2143786"/>
                  <a:pt x="5913243" y="2140514"/>
                  <a:pt x="5906878" y="2142843"/>
                </a:cubicBezTo>
                <a:cubicBezTo>
                  <a:pt x="5900530" y="2145173"/>
                  <a:pt x="5897259" y="2152213"/>
                  <a:pt x="5899588" y="2158577"/>
                </a:cubicBezTo>
                <a:cubicBezTo>
                  <a:pt x="5901402" y="2163556"/>
                  <a:pt x="5906095" y="2166631"/>
                  <a:pt x="5911091" y="2166631"/>
                </a:cubicBezTo>
                <a:cubicBezTo>
                  <a:pt x="5912496" y="2166632"/>
                  <a:pt x="5913918" y="2166383"/>
                  <a:pt x="5915305" y="2165884"/>
                </a:cubicBezTo>
                <a:close/>
                <a:moveTo>
                  <a:pt x="7781059" y="1482464"/>
                </a:moveTo>
                <a:cubicBezTo>
                  <a:pt x="7787656" y="1482464"/>
                  <a:pt x="7793718" y="1478126"/>
                  <a:pt x="7795603" y="1471459"/>
                </a:cubicBezTo>
                <a:cubicBezTo>
                  <a:pt x="7797861" y="1463422"/>
                  <a:pt x="7793185" y="1455067"/>
                  <a:pt x="7785166" y="1452809"/>
                </a:cubicBezTo>
                <a:cubicBezTo>
                  <a:pt x="7777130" y="1450533"/>
                  <a:pt x="7768774" y="1455208"/>
                  <a:pt x="7766517" y="1463245"/>
                </a:cubicBezTo>
                <a:cubicBezTo>
                  <a:pt x="7764240" y="1471281"/>
                  <a:pt x="7768916" y="1479619"/>
                  <a:pt x="7776953" y="1481895"/>
                </a:cubicBezTo>
                <a:cubicBezTo>
                  <a:pt x="7778321" y="1482286"/>
                  <a:pt x="7779709" y="1482464"/>
                  <a:pt x="7781059" y="1482464"/>
                </a:cubicBezTo>
                <a:close/>
                <a:moveTo>
                  <a:pt x="3577398" y="3024730"/>
                </a:moveTo>
                <a:cubicBezTo>
                  <a:pt x="3577877" y="3024730"/>
                  <a:pt x="3578268" y="3024374"/>
                  <a:pt x="3578286" y="3023894"/>
                </a:cubicBezTo>
                <a:cubicBezTo>
                  <a:pt x="3578322" y="3023397"/>
                  <a:pt x="3577947" y="3022988"/>
                  <a:pt x="3577451" y="3022969"/>
                </a:cubicBezTo>
                <a:cubicBezTo>
                  <a:pt x="3576952" y="3022935"/>
                  <a:pt x="3576543" y="3023308"/>
                  <a:pt x="3576508" y="3023806"/>
                </a:cubicBezTo>
                <a:cubicBezTo>
                  <a:pt x="3576491" y="3024286"/>
                  <a:pt x="3576864" y="3024730"/>
                  <a:pt x="3577361" y="3024730"/>
                </a:cubicBezTo>
                <a:close/>
                <a:moveTo>
                  <a:pt x="6815646" y="1838291"/>
                </a:moveTo>
                <a:cubicBezTo>
                  <a:pt x="6822224" y="1836691"/>
                  <a:pt x="6826261" y="1830059"/>
                  <a:pt x="6824643" y="1823481"/>
                </a:cubicBezTo>
                <a:cubicBezTo>
                  <a:pt x="6823042" y="1816885"/>
                  <a:pt x="6816394" y="1812849"/>
                  <a:pt x="6809815" y="1814467"/>
                </a:cubicBezTo>
                <a:cubicBezTo>
                  <a:pt x="6803237" y="1816067"/>
                  <a:pt x="6799201" y="1822698"/>
                  <a:pt x="6800801" y="1829295"/>
                </a:cubicBezTo>
                <a:cubicBezTo>
                  <a:pt x="6802169" y="1834895"/>
                  <a:pt x="6807202" y="1838646"/>
                  <a:pt x="6812712" y="1838646"/>
                </a:cubicBezTo>
                <a:cubicBezTo>
                  <a:pt x="6813691" y="1838646"/>
                  <a:pt x="6814668" y="1838539"/>
                  <a:pt x="6815646" y="1838291"/>
                </a:cubicBezTo>
                <a:close/>
                <a:moveTo>
                  <a:pt x="3739311" y="2967020"/>
                </a:moveTo>
                <a:cubicBezTo>
                  <a:pt x="3740181" y="2967020"/>
                  <a:pt x="3740962" y="2966379"/>
                  <a:pt x="3741124" y="2965472"/>
                </a:cubicBezTo>
                <a:cubicBezTo>
                  <a:pt x="3741283" y="2964478"/>
                  <a:pt x="3740626" y="2963535"/>
                  <a:pt x="3739612" y="2963357"/>
                </a:cubicBezTo>
                <a:cubicBezTo>
                  <a:pt x="3738616" y="2963198"/>
                  <a:pt x="3737675" y="2963855"/>
                  <a:pt x="3737496" y="2964869"/>
                </a:cubicBezTo>
                <a:cubicBezTo>
                  <a:pt x="3737318" y="2965864"/>
                  <a:pt x="3737995" y="2966806"/>
                  <a:pt x="3739008" y="2966984"/>
                </a:cubicBezTo>
                <a:cubicBezTo>
                  <a:pt x="3739095" y="2967020"/>
                  <a:pt x="3739203" y="2967020"/>
                  <a:pt x="3739311" y="2967020"/>
                </a:cubicBezTo>
                <a:close/>
                <a:moveTo>
                  <a:pt x="2513490" y="3417039"/>
                </a:moveTo>
                <a:cubicBezTo>
                  <a:pt x="2513899" y="3416772"/>
                  <a:pt x="2514022" y="3416221"/>
                  <a:pt x="2513738" y="3415812"/>
                </a:cubicBezTo>
                <a:cubicBezTo>
                  <a:pt x="2513471" y="3415404"/>
                  <a:pt x="2512921" y="3415297"/>
                  <a:pt x="2512511" y="3415564"/>
                </a:cubicBezTo>
                <a:cubicBezTo>
                  <a:pt x="2512103" y="3415830"/>
                  <a:pt x="2511996" y="3416381"/>
                  <a:pt x="2512262" y="3416790"/>
                </a:cubicBezTo>
                <a:cubicBezTo>
                  <a:pt x="2512440" y="3417057"/>
                  <a:pt x="2512707" y="3417199"/>
                  <a:pt x="2513009" y="3417199"/>
                </a:cubicBezTo>
                <a:cubicBezTo>
                  <a:pt x="2513169" y="3417199"/>
                  <a:pt x="2513346" y="3417146"/>
                  <a:pt x="2513490" y="3417039"/>
                </a:cubicBezTo>
                <a:close/>
                <a:moveTo>
                  <a:pt x="8172249" y="1350971"/>
                </a:moveTo>
                <a:cubicBezTo>
                  <a:pt x="8179200" y="1350971"/>
                  <a:pt x="8185725" y="1346669"/>
                  <a:pt x="8188232" y="1339770"/>
                </a:cubicBezTo>
                <a:cubicBezTo>
                  <a:pt x="8191432" y="1330935"/>
                  <a:pt x="8186881" y="1321191"/>
                  <a:pt x="8178062" y="1317973"/>
                </a:cubicBezTo>
                <a:cubicBezTo>
                  <a:pt x="8169226" y="1314755"/>
                  <a:pt x="8159465" y="1319324"/>
                  <a:pt x="8156265" y="1328143"/>
                </a:cubicBezTo>
                <a:cubicBezTo>
                  <a:pt x="8153047" y="1336979"/>
                  <a:pt x="8157599" y="1346722"/>
                  <a:pt x="8166435" y="1349939"/>
                </a:cubicBezTo>
                <a:cubicBezTo>
                  <a:pt x="8168354" y="1350634"/>
                  <a:pt x="8170310" y="1350971"/>
                  <a:pt x="8172249" y="1350971"/>
                </a:cubicBezTo>
                <a:close/>
                <a:moveTo>
                  <a:pt x="3898217" y="2921790"/>
                </a:moveTo>
                <a:cubicBezTo>
                  <a:pt x="3899426" y="2921790"/>
                  <a:pt x="3900529" y="2921008"/>
                  <a:pt x="3900902" y="2919817"/>
                </a:cubicBezTo>
                <a:cubicBezTo>
                  <a:pt x="3901347" y="2918341"/>
                  <a:pt x="3900511" y="2916795"/>
                  <a:pt x="3899036" y="2916332"/>
                </a:cubicBezTo>
                <a:cubicBezTo>
                  <a:pt x="3897559" y="2915888"/>
                  <a:pt x="3896013" y="2916723"/>
                  <a:pt x="3895568" y="2918198"/>
                </a:cubicBezTo>
                <a:cubicBezTo>
                  <a:pt x="3895106" y="2919674"/>
                  <a:pt x="3895941" y="2921221"/>
                  <a:pt x="3897417" y="2921665"/>
                </a:cubicBezTo>
                <a:cubicBezTo>
                  <a:pt x="3897684" y="2921755"/>
                  <a:pt x="3897952" y="2921790"/>
                  <a:pt x="3898217" y="2921790"/>
                </a:cubicBezTo>
                <a:close/>
                <a:moveTo>
                  <a:pt x="6908844" y="1817916"/>
                </a:moveTo>
                <a:cubicBezTo>
                  <a:pt x="6915492" y="1816636"/>
                  <a:pt x="6919849" y="1810200"/>
                  <a:pt x="6918568" y="1803551"/>
                </a:cubicBezTo>
                <a:cubicBezTo>
                  <a:pt x="6917289" y="1796883"/>
                  <a:pt x="6910852" y="1792545"/>
                  <a:pt x="6904203" y="1793825"/>
                </a:cubicBezTo>
                <a:cubicBezTo>
                  <a:pt x="6897553" y="1795105"/>
                  <a:pt x="6893198" y="1801523"/>
                  <a:pt x="6894478" y="1808173"/>
                </a:cubicBezTo>
                <a:cubicBezTo>
                  <a:pt x="6895599" y="1814040"/>
                  <a:pt x="6900736" y="1818130"/>
                  <a:pt x="6906515" y="1818130"/>
                </a:cubicBezTo>
                <a:cubicBezTo>
                  <a:pt x="6907279" y="1818130"/>
                  <a:pt x="6908062" y="1818058"/>
                  <a:pt x="6908844" y="1817916"/>
                </a:cubicBezTo>
                <a:close/>
                <a:moveTo>
                  <a:pt x="4473349" y="2712285"/>
                </a:moveTo>
                <a:cubicBezTo>
                  <a:pt x="4475784" y="2712284"/>
                  <a:pt x="4478150" y="2711128"/>
                  <a:pt x="4479608" y="2708959"/>
                </a:cubicBezTo>
                <a:cubicBezTo>
                  <a:pt x="4481936" y="2705511"/>
                  <a:pt x="4481011" y="2700834"/>
                  <a:pt x="4477562" y="2698524"/>
                </a:cubicBezTo>
                <a:cubicBezTo>
                  <a:pt x="4474112" y="2696212"/>
                  <a:pt x="4469438" y="2697119"/>
                  <a:pt x="4467127" y="2700568"/>
                </a:cubicBezTo>
                <a:cubicBezTo>
                  <a:pt x="4464797" y="2704017"/>
                  <a:pt x="4465722" y="2708693"/>
                  <a:pt x="4469171" y="2711022"/>
                </a:cubicBezTo>
                <a:cubicBezTo>
                  <a:pt x="4470450" y="2711876"/>
                  <a:pt x="4471908" y="2712284"/>
                  <a:pt x="4473349" y="2712285"/>
                </a:cubicBezTo>
                <a:close/>
                <a:moveTo>
                  <a:pt x="2439583" y="3466447"/>
                </a:moveTo>
                <a:cubicBezTo>
                  <a:pt x="2439991" y="3466162"/>
                  <a:pt x="2440098" y="3465611"/>
                  <a:pt x="2439831" y="3465202"/>
                </a:cubicBezTo>
                <a:cubicBezTo>
                  <a:pt x="2439547" y="3464794"/>
                  <a:pt x="2438995" y="3464705"/>
                  <a:pt x="2438587" y="3464971"/>
                </a:cubicBezTo>
                <a:cubicBezTo>
                  <a:pt x="2438177" y="3465237"/>
                  <a:pt x="2438071" y="3465789"/>
                  <a:pt x="2438355" y="3466198"/>
                </a:cubicBezTo>
                <a:cubicBezTo>
                  <a:pt x="2438516" y="3466447"/>
                  <a:pt x="2438800" y="3466589"/>
                  <a:pt x="2439085" y="3466589"/>
                </a:cubicBezTo>
                <a:cubicBezTo>
                  <a:pt x="2439262" y="3466589"/>
                  <a:pt x="2439440" y="3466536"/>
                  <a:pt x="2439583" y="3466447"/>
                </a:cubicBezTo>
                <a:close/>
                <a:moveTo>
                  <a:pt x="5193680" y="2456321"/>
                </a:moveTo>
                <a:cubicBezTo>
                  <a:pt x="5199920" y="2456108"/>
                  <a:pt x="5204808" y="2450863"/>
                  <a:pt x="5204596" y="2444605"/>
                </a:cubicBezTo>
                <a:cubicBezTo>
                  <a:pt x="5204382" y="2438364"/>
                  <a:pt x="5199139" y="2433475"/>
                  <a:pt x="5192897" y="2433688"/>
                </a:cubicBezTo>
                <a:cubicBezTo>
                  <a:pt x="5186639" y="2433901"/>
                  <a:pt x="5181767" y="2439147"/>
                  <a:pt x="5181982" y="2445405"/>
                </a:cubicBezTo>
                <a:cubicBezTo>
                  <a:pt x="5182194" y="2451503"/>
                  <a:pt x="5187208" y="2456321"/>
                  <a:pt x="5193270" y="2456321"/>
                </a:cubicBezTo>
                <a:close/>
                <a:moveTo>
                  <a:pt x="8545712" y="1227923"/>
                </a:moveTo>
                <a:cubicBezTo>
                  <a:pt x="8553537" y="1227923"/>
                  <a:pt x="8560843" y="1223034"/>
                  <a:pt x="8563562" y="1215229"/>
                </a:cubicBezTo>
                <a:cubicBezTo>
                  <a:pt x="8567012" y="1205380"/>
                  <a:pt x="8561802" y="1194588"/>
                  <a:pt x="8551934" y="1191157"/>
                </a:cubicBezTo>
                <a:cubicBezTo>
                  <a:pt x="8542086" y="1187725"/>
                  <a:pt x="8531312" y="1192935"/>
                  <a:pt x="8527863" y="1202784"/>
                </a:cubicBezTo>
                <a:cubicBezTo>
                  <a:pt x="8524431" y="1212651"/>
                  <a:pt x="8529641" y="1223424"/>
                  <a:pt x="8539489" y="1226874"/>
                </a:cubicBezTo>
                <a:cubicBezTo>
                  <a:pt x="8541552" y="1227585"/>
                  <a:pt x="8543651" y="1227923"/>
                  <a:pt x="8545712" y="1227923"/>
                </a:cubicBezTo>
                <a:close/>
                <a:moveTo>
                  <a:pt x="7363006" y="1664467"/>
                </a:moveTo>
                <a:cubicBezTo>
                  <a:pt x="7369798" y="1664467"/>
                  <a:pt x="7375575" y="1659240"/>
                  <a:pt x="7376144" y="1652342"/>
                </a:cubicBezTo>
                <a:cubicBezTo>
                  <a:pt x="7376749" y="1645070"/>
                  <a:pt x="7371344" y="1638687"/>
                  <a:pt x="7364072" y="1638082"/>
                </a:cubicBezTo>
                <a:cubicBezTo>
                  <a:pt x="7356801" y="1637479"/>
                  <a:pt x="7350401" y="1642883"/>
                  <a:pt x="7349813" y="1650155"/>
                </a:cubicBezTo>
                <a:cubicBezTo>
                  <a:pt x="7349210" y="1657426"/>
                  <a:pt x="7354614" y="1663826"/>
                  <a:pt x="7361885" y="1664413"/>
                </a:cubicBezTo>
                <a:cubicBezTo>
                  <a:pt x="7362259" y="1664449"/>
                  <a:pt x="7362633" y="1664467"/>
                  <a:pt x="7363006" y="1664467"/>
                </a:cubicBezTo>
                <a:close/>
                <a:moveTo>
                  <a:pt x="4265959" y="2802797"/>
                </a:moveTo>
                <a:cubicBezTo>
                  <a:pt x="4267809" y="2802797"/>
                  <a:pt x="4269602" y="2801890"/>
                  <a:pt x="4270687" y="2800219"/>
                </a:cubicBezTo>
                <a:cubicBezTo>
                  <a:pt x="4272376" y="2797605"/>
                  <a:pt x="4271611" y="2794120"/>
                  <a:pt x="4268997" y="2792431"/>
                </a:cubicBezTo>
                <a:cubicBezTo>
                  <a:pt x="4266385" y="2790760"/>
                  <a:pt x="4262900" y="2791507"/>
                  <a:pt x="4261229" y="2794120"/>
                </a:cubicBezTo>
                <a:cubicBezTo>
                  <a:pt x="4259540" y="2796734"/>
                  <a:pt x="4260286" y="2800219"/>
                  <a:pt x="4262900" y="2801908"/>
                </a:cubicBezTo>
                <a:cubicBezTo>
                  <a:pt x="4263843" y="2802512"/>
                  <a:pt x="4264910" y="2802797"/>
                  <a:pt x="4265959" y="2802797"/>
                </a:cubicBezTo>
                <a:close/>
                <a:moveTo>
                  <a:pt x="4933058" y="2560168"/>
                </a:moveTo>
                <a:cubicBezTo>
                  <a:pt x="4937823" y="2560168"/>
                  <a:pt x="4942128" y="2556843"/>
                  <a:pt x="4943173" y="2551990"/>
                </a:cubicBezTo>
                <a:cubicBezTo>
                  <a:pt x="4944401" y="2546389"/>
                  <a:pt x="4940844" y="2540860"/>
                  <a:pt x="4935228" y="2539650"/>
                </a:cubicBezTo>
                <a:cubicBezTo>
                  <a:pt x="4929645" y="2538441"/>
                  <a:pt x="4924117" y="2541998"/>
                  <a:pt x="4922907" y="2547598"/>
                </a:cubicBezTo>
                <a:cubicBezTo>
                  <a:pt x="4921698" y="2553198"/>
                  <a:pt x="4925254" y="2558710"/>
                  <a:pt x="4930854" y="2559919"/>
                </a:cubicBezTo>
                <a:cubicBezTo>
                  <a:pt x="4931584" y="2560079"/>
                  <a:pt x="4932330" y="2560167"/>
                  <a:pt x="4933058" y="2560168"/>
                </a:cubicBezTo>
                <a:close/>
                <a:moveTo>
                  <a:pt x="7623342" y="1573670"/>
                </a:moveTo>
                <a:cubicBezTo>
                  <a:pt x="7629867" y="1573669"/>
                  <a:pt x="7635735" y="1569136"/>
                  <a:pt x="7637175" y="1562504"/>
                </a:cubicBezTo>
                <a:cubicBezTo>
                  <a:pt x="7638828" y="1554859"/>
                  <a:pt x="7633974" y="1547321"/>
                  <a:pt x="7626330" y="1545650"/>
                </a:cubicBezTo>
                <a:cubicBezTo>
                  <a:pt x="7618684" y="1543997"/>
                  <a:pt x="7611146" y="1548850"/>
                  <a:pt x="7609492" y="1556495"/>
                </a:cubicBezTo>
                <a:cubicBezTo>
                  <a:pt x="7607821" y="1564140"/>
                  <a:pt x="7612675" y="1571678"/>
                  <a:pt x="7620320" y="1573331"/>
                </a:cubicBezTo>
                <a:cubicBezTo>
                  <a:pt x="7621334" y="1573562"/>
                  <a:pt x="7622346" y="1573670"/>
                  <a:pt x="7623342" y="1573670"/>
                </a:cubicBezTo>
                <a:close/>
                <a:moveTo>
                  <a:pt x="7002876" y="1802555"/>
                </a:moveTo>
                <a:cubicBezTo>
                  <a:pt x="7009596" y="1801648"/>
                  <a:pt x="7014308" y="1795479"/>
                  <a:pt x="7013419" y="1788776"/>
                </a:cubicBezTo>
                <a:cubicBezTo>
                  <a:pt x="7012530" y="1782056"/>
                  <a:pt x="7006342" y="1777327"/>
                  <a:pt x="6999640" y="1778234"/>
                </a:cubicBezTo>
                <a:cubicBezTo>
                  <a:pt x="6992920" y="1779123"/>
                  <a:pt x="6988191" y="1785292"/>
                  <a:pt x="6989097" y="1792012"/>
                </a:cubicBezTo>
                <a:cubicBezTo>
                  <a:pt x="6989916" y="1798181"/>
                  <a:pt x="6995178" y="1802662"/>
                  <a:pt x="7001240" y="1802662"/>
                </a:cubicBezTo>
                <a:cubicBezTo>
                  <a:pt x="7001774" y="1802662"/>
                  <a:pt x="7002325" y="1802626"/>
                  <a:pt x="7002876" y="1802555"/>
                </a:cubicBezTo>
                <a:close/>
                <a:moveTo>
                  <a:pt x="8026194" y="1429322"/>
                </a:moveTo>
                <a:cubicBezTo>
                  <a:pt x="8032861" y="1429322"/>
                  <a:pt x="8039102" y="1425144"/>
                  <a:pt x="8041377" y="1418478"/>
                </a:cubicBezTo>
                <a:cubicBezTo>
                  <a:pt x="8044258" y="1410086"/>
                  <a:pt x="8039777" y="1400948"/>
                  <a:pt x="8031404" y="1398067"/>
                </a:cubicBezTo>
                <a:cubicBezTo>
                  <a:pt x="8023012" y="1395205"/>
                  <a:pt x="8013874" y="1399667"/>
                  <a:pt x="8010993" y="1408059"/>
                </a:cubicBezTo>
                <a:cubicBezTo>
                  <a:pt x="8008113" y="1416451"/>
                  <a:pt x="8012593" y="1425571"/>
                  <a:pt x="8020967" y="1428451"/>
                </a:cubicBezTo>
                <a:cubicBezTo>
                  <a:pt x="8022692" y="1429056"/>
                  <a:pt x="8024452" y="1429323"/>
                  <a:pt x="8026194" y="1429322"/>
                </a:cubicBezTo>
                <a:close/>
                <a:moveTo>
                  <a:pt x="4052361" y="2889131"/>
                </a:moveTo>
                <a:cubicBezTo>
                  <a:pt x="4053765" y="2889131"/>
                  <a:pt x="4055134" y="2888331"/>
                  <a:pt x="4055757" y="2886962"/>
                </a:cubicBezTo>
                <a:cubicBezTo>
                  <a:pt x="4056611" y="2885096"/>
                  <a:pt x="4055793" y="2882872"/>
                  <a:pt x="4053926" y="2882002"/>
                </a:cubicBezTo>
                <a:cubicBezTo>
                  <a:pt x="4052060" y="2881148"/>
                  <a:pt x="4049837" y="2881966"/>
                  <a:pt x="4048966" y="2883832"/>
                </a:cubicBezTo>
                <a:cubicBezTo>
                  <a:pt x="4048111" y="2885717"/>
                  <a:pt x="4048931" y="2887922"/>
                  <a:pt x="4050796" y="2888793"/>
                </a:cubicBezTo>
                <a:cubicBezTo>
                  <a:pt x="4051312" y="2889024"/>
                  <a:pt x="4051847" y="2889131"/>
                  <a:pt x="4052361" y="2889131"/>
                </a:cubicBezTo>
                <a:close/>
                <a:moveTo>
                  <a:pt x="4618692" y="2682646"/>
                </a:moveTo>
                <a:cubicBezTo>
                  <a:pt x="4621571" y="2682646"/>
                  <a:pt x="4624397" y="2681170"/>
                  <a:pt x="4625981" y="2678503"/>
                </a:cubicBezTo>
                <a:cubicBezTo>
                  <a:pt x="4628380" y="2674486"/>
                  <a:pt x="4627048" y="2669294"/>
                  <a:pt x="4623029" y="2666893"/>
                </a:cubicBezTo>
                <a:cubicBezTo>
                  <a:pt x="4619012" y="2664494"/>
                  <a:pt x="4613803" y="2665809"/>
                  <a:pt x="4611420" y="2669846"/>
                </a:cubicBezTo>
                <a:cubicBezTo>
                  <a:pt x="4609021" y="2673863"/>
                  <a:pt x="4610335" y="2679055"/>
                  <a:pt x="4614352" y="2681454"/>
                </a:cubicBezTo>
                <a:cubicBezTo>
                  <a:pt x="4615721" y="2682273"/>
                  <a:pt x="4617216" y="2682645"/>
                  <a:pt x="4618692" y="2682646"/>
                </a:cubicBezTo>
                <a:close/>
                <a:moveTo>
                  <a:pt x="3665848" y="3033442"/>
                </a:moveTo>
                <a:cubicBezTo>
                  <a:pt x="3666292" y="3033442"/>
                  <a:pt x="3666664" y="3033122"/>
                  <a:pt x="3666737" y="3032677"/>
                </a:cubicBezTo>
                <a:cubicBezTo>
                  <a:pt x="3666806" y="3032179"/>
                  <a:pt x="3666470" y="3031734"/>
                  <a:pt x="3665990" y="3031664"/>
                </a:cubicBezTo>
                <a:cubicBezTo>
                  <a:pt x="3665491" y="3031593"/>
                  <a:pt x="3665047" y="3031931"/>
                  <a:pt x="3664977" y="3032411"/>
                </a:cubicBezTo>
                <a:cubicBezTo>
                  <a:pt x="3664904" y="3032908"/>
                  <a:pt x="3665243" y="3033352"/>
                  <a:pt x="3665723" y="3033424"/>
                </a:cubicBezTo>
                <a:cubicBezTo>
                  <a:pt x="3665759" y="3033442"/>
                  <a:pt x="3665848" y="3033442"/>
                  <a:pt x="3665848" y="3033442"/>
                </a:cubicBezTo>
                <a:close/>
                <a:moveTo>
                  <a:pt x="4771699" y="2634839"/>
                </a:moveTo>
                <a:cubicBezTo>
                  <a:pt x="4775360" y="2634839"/>
                  <a:pt x="4778864" y="2632670"/>
                  <a:pt x="4780373" y="2629078"/>
                </a:cubicBezTo>
                <a:cubicBezTo>
                  <a:pt x="4782420" y="2624295"/>
                  <a:pt x="4780178" y="2618766"/>
                  <a:pt x="4775378" y="2616722"/>
                </a:cubicBezTo>
                <a:cubicBezTo>
                  <a:pt x="4770595" y="2614695"/>
                  <a:pt x="4765065" y="2616935"/>
                  <a:pt x="4763039" y="2621736"/>
                </a:cubicBezTo>
                <a:cubicBezTo>
                  <a:pt x="4760995" y="2626518"/>
                  <a:pt x="4763236" y="2632047"/>
                  <a:pt x="4768033" y="2634092"/>
                </a:cubicBezTo>
                <a:cubicBezTo>
                  <a:pt x="4769226" y="2634589"/>
                  <a:pt x="4770471" y="2634839"/>
                  <a:pt x="4771699" y="2634839"/>
                </a:cubicBezTo>
                <a:close/>
                <a:moveTo>
                  <a:pt x="5289598" y="2449743"/>
                </a:moveTo>
                <a:cubicBezTo>
                  <a:pt x="5295819" y="2449102"/>
                  <a:pt x="5300352" y="2443555"/>
                  <a:pt x="5299730" y="2437333"/>
                </a:cubicBezTo>
                <a:cubicBezTo>
                  <a:pt x="5299109" y="2431110"/>
                  <a:pt x="5293543" y="2426577"/>
                  <a:pt x="5287321" y="2427217"/>
                </a:cubicBezTo>
                <a:cubicBezTo>
                  <a:pt x="5281100" y="2427839"/>
                  <a:pt x="5276583" y="2433386"/>
                  <a:pt x="5277206" y="2439608"/>
                </a:cubicBezTo>
                <a:cubicBezTo>
                  <a:pt x="5277791" y="2445440"/>
                  <a:pt x="5282697" y="2449796"/>
                  <a:pt x="5288441" y="2449796"/>
                </a:cubicBezTo>
                <a:cubicBezTo>
                  <a:pt x="5288833" y="2449796"/>
                  <a:pt x="5289207" y="2449779"/>
                  <a:pt x="5289598" y="2449743"/>
                </a:cubicBezTo>
                <a:close/>
                <a:moveTo>
                  <a:pt x="3826605" y="2986488"/>
                </a:moveTo>
                <a:cubicBezTo>
                  <a:pt x="3827404" y="2986487"/>
                  <a:pt x="3828151" y="2985972"/>
                  <a:pt x="3828382" y="2985155"/>
                </a:cubicBezTo>
                <a:cubicBezTo>
                  <a:pt x="3828649" y="2984176"/>
                  <a:pt x="3828080" y="2983163"/>
                  <a:pt x="3827103" y="2982896"/>
                </a:cubicBezTo>
                <a:cubicBezTo>
                  <a:pt x="3826124" y="2982612"/>
                  <a:pt x="3825111" y="2983181"/>
                  <a:pt x="3824844" y="2984159"/>
                </a:cubicBezTo>
                <a:cubicBezTo>
                  <a:pt x="3824560" y="2985136"/>
                  <a:pt x="3825148" y="2986150"/>
                  <a:pt x="3826107" y="2986435"/>
                </a:cubicBezTo>
                <a:cubicBezTo>
                  <a:pt x="3826285" y="2986487"/>
                  <a:pt x="3826445" y="2986488"/>
                  <a:pt x="3826605" y="2986488"/>
                </a:cubicBezTo>
                <a:close/>
                <a:moveTo>
                  <a:pt x="8407142" y="1307288"/>
                </a:moveTo>
                <a:cubicBezTo>
                  <a:pt x="8414486" y="1307288"/>
                  <a:pt x="8421384" y="1302737"/>
                  <a:pt x="8424033" y="1295430"/>
                </a:cubicBezTo>
                <a:cubicBezTo>
                  <a:pt x="8427411" y="1286114"/>
                  <a:pt x="8422575" y="1275802"/>
                  <a:pt x="8413258" y="1272442"/>
                </a:cubicBezTo>
                <a:cubicBezTo>
                  <a:pt x="8403925" y="1269063"/>
                  <a:pt x="8393632" y="1273899"/>
                  <a:pt x="8390271" y="1283215"/>
                </a:cubicBezTo>
                <a:cubicBezTo>
                  <a:pt x="8386893" y="1292550"/>
                  <a:pt x="8391711" y="1302844"/>
                  <a:pt x="8401045" y="1306204"/>
                </a:cubicBezTo>
                <a:cubicBezTo>
                  <a:pt x="8403054" y="1306932"/>
                  <a:pt x="8405117" y="1307289"/>
                  <a:pt x="8407142" y="1307288"/>
                </a:cubicBezTo>
                <a:close/>
                <a:moveTo>
                  <a:pt x="7097655" y="1792776"/>
                </a:moveTo>
                <a:cubicBezTo>
                  <a:pt x="7104411" y="1792279"/>
                  <a:pt x="7109479" y="1786394"/>
                  <a:pt x="7108981" y="1779638"/>
                </a:cubicBezTo>
                <a:cubicBezTo>
                  <a:pt x="7108483" y="1772882"/>
                  <a:pt x="7102598" y="1767797"/>
                  <a:pt x="7095841" y="1768313"/>
                </a:cubicBezTo>
                <a:cubicBezTo>
                  <a:pt x="7089086" y="1768810"/>
                  <a:pt x="7084019" y="1774678"/>
                  <a:pt x="7084517" y="1781452"/>
                </a:cubicBezTo>
                <a:cubicBezTo>
                  <a:pt x="7084978" y="1787887"/>
                  <a:pt x="7090366" y="1792813"/>
                  <a:pt x="7096730" y="1792813"/>
                </a:cubicBezTo>
                <a:cubicBezTo>
                  <a:pt x="7097034" y="1792812"/>
                  <a:pt x="7097336" y="1792776"/>
                  <a:pt x="7097655" y="1792776"/>
                </a:cubicBezTo>
                <a:close/>
                <a:moveTo>
                  <a:pt x="7874790" y="1510216"/>
                </a:moveTo>
                <a:cubicBezTo>
                  <a:pt x="7881244" y="1510216"/>
                  <a:pt x="7887235" y="1506056"/>
                  <a:pt x="7889226" y="1499567"/>
                </a:cubicBezTo>
                <a:cubicBezTo>
                  <a:pt x="7891698" y="1491601"/>
                  <a:pt x="7887235" y="1483121"/>
                  <a:pt x="7879252" y="1480668"/>
                </a:cubicBezTo>
                <a:cubicBezTo>
                  <a:pt x="7871270" y="1478215"/>
                  <a:pt x="7862825" y="1482677"/>
                  <a:pt x="7860353" y="1490659"/>
                </a:cubicBezTo>
                <a:cubicBezTo>
                  <a:pt x="7857900" y="1498624"/>
                  <a:pt x="7862362" y="1507088"/>
                  <a:pt x="7870327" y="1509541"/>
                </a:cubicBezTo>
                <a:cubicBezTo>
                  <a:pt x="7871821" y="1510003"/>
                  <a:pt x="7873314" y="1510216"/>
                  <a:pt x="7874790" y="1510216"/>
                </a:cubicBezTo>
                <a:close/>
                <a:moveTo>
                  <a:pt x="4407441" y="2786084"/>
                </a:moveTo>
                <a:cubicBezTo>
                  <a:pt x="4409488" y="2786084"/>
                  <a:pt x="4411496" y="2785141"/>
                  <a:pt x="4412777" y="2783381"/>
                </a:cubicBezTo>
                <a:cubicBezTo>
                  <a:pt x="4414910" y="2780430"/>
                  <a:pt x="4414252" y="2776323"/>
                  <a:pt x="4411319" y="2774190"/>
                </a:cubicBezTo>
                <a:cubicBezTo>
                  <a:pt x="4408367" y="2772056"/>
                  <a:pt x="4404261" y="2772714"/>
                  <a:pt x="4402126" y="2775647"/>
                </a:cubicBezTo>
                <a:cubicBezTo>
                  <a:pt x="4399992" y="2778581"/>
                  <a:pt x="4400651" y="2782706"/>
                  <a:pt x="4403586" y="2784839"/>
                </a:cubicBezTo>
                <a:cubicBezTo>
                  <a:pt x="4404758" y="2785675"/>
                  <a:pt x="4406109" y="2786084"/>
                  <a:pt x="4407441" y="2786084"/>
                </a:cubicBezTo>
                <a:close/>
                <a:moveTo>
                  <a:pt x="4199695" y="2868684"/>
                </a:moveTo>
                <a:cubicBezTo>
                  <a:pt x="4201241" y="2868684"/>
                  <a:pt x="4202752" y="2867938"/>
                  <a:pt x="4203641" y="2866534"/>
                </a:cubicBezTo>
                <a:cubicBezTo>
                  <a:pt x="4205046" y="2864365"/>
                  <a:pt x="4204406" y="2861466"/>
                  <a:pt x="4202238" y="2860062"/>
                </a:cubicBezTo>
                <a:cubicBezTo>
                  <a:pt x="4200051" y="2858675"/>
                  <a:pt x="4197171" y="2859315"/>
                  <a:pt x="4195766" y="2861485"/>
                </a:cubicBezTo>
                <a:cubicBezTo>
                  <a:pt x="4194361" y="2863653"/>
                  <a:pt x="4195000" y="2866552"/>
                  <a:pt x="4197189" y="2867956"/>
                </a:cubicBezTo>
                <a:cubicBezTo>
                  <a:pt x="4197969" y="2868454"/>
                  <a:pt x="4198843" y="2868685"/>
                  <a:pt x="4199695" y="2868684"/>
                </a:cubicBezTo>
                <a:close/>
                <a:moveTo>
                  <a:pt x="7458994" y="1674939"/>
                </a:moveTo>
                <a:cubicBezTo>
                  <a:pt x="7465519" y="1674939"/>
                  <a:pt x="7471190" y="1670121"/>
                  <a:pt x="7472079" y="1663489"/>
                </a:cubicBezTo>
                <a:cubicBezTo>
                  <a:pt x="7473058" y="1656253"/>
                  <a:pt x="7467990" y="1649604"/>
                  <a:pt x="7460754" y="1648626"/>
                </a:cubicBezTo>
                <a:cubicBezTo>
                  <a:pt x="7453518" y="1647648"/>
                  <a:pt x="7446869" y="1652732"/>
                  <a:pt x="7445891" y="1659968"/>
                </a:cubicBezTo>
                <a:cubicBezTo>
                  <a:pt x="7444913" y="1667187"/>
                  <a:pt x="7449980" y="1673854"/>
                  <a:pt x="7457216" y="1674814"/>
                </a:cubicBezTo>
                <a:cubicBezTo>
                  <a:pt x="7457821" y="1674903"/>
                  <a:pt x="7458408" y="1674939"/>
                  <a:pt x="7458994" y="1674939"/>
                </a:cubicBezTo>
                <a:close/>
                <a:moveTo>
                  <a:pt x="5384821" y="2437386"/>
                </a:moveTo>
                <a:cubicBezTo>
                  <a:pt x="5391008" y="2436427"/>
                  <a:pt x="5395223" y="2430630"/>
                  <a:pt x="5394243" y="2424444"/>
                </a:cubicBezTo>
                <a:cubicBezTo>
                  <a:pt x="5393282" y="2418274"/>
                  <a:pt x="5387488" y="2414061"/>
                  <a:pt x="5381318" y="2415020"/>
                </a:cubicBezTo>
                <a:cubicBezTo>
                  <a:pt x="5375130" y="2415998"/>
                  <a:pt x="5370918" y="2421793"/>
                  <a:pt x="5371896" y="2427964"/>
                </a:cubicBezTo>
                <a:cubicBezTo>
                  <a:pt x="5372767" y="2433546"/>
                  <a:pt x="5377583" y="2437529"/>
                  <a:pt x="5383062" y="2437529"/>
                </a:cubicBezTo>
                <a:cubicBezTo>
                  <a:pt x="5383647" y="2437529"/>
                  <a:pt x="5384234" y="2437493"/>
                  <a:pt x="5384821" y="2437386"/>
                </a:cubicBezTo>
                <a:close/>
                <a:moveTo>
                  <a:pt x="3982738" y="2952779"/>
                </a:moveTo>
                <a:cubicBezTo>
                  <a:pt x="3983823" y="2952779"/>
                  <a:pt x="3984855" y="2952156"/>
                  <a:pt x="3985316" y="2951108"/>
                </a:cubicBezTo>
                <a:cubicBezTo>
                  <a:pt x="3985921" y="2949685"/>
                  <a:pt x="3985281" y="2948050"/>
                  <a:pt x="3983858" y="2947445"/>
                </a:cubicBezTo>
                <a:cubicBezTo>
                  <a:pt x="3982454" y="2946823"/>
                  <a:pt x="3980818" y="2947480"/>
                  <a:pt x="3980197" y="2948885"/>
                </a:cubicBezTo>
                <a:cubicBezTo>
                  <a:pt x="3979591" y="2950290"/>
                  <a:pt x="3980233" y="2951926"/>
                  <a:pt x="3981636" y="2952548"/>
                </a:cubicBezTo>
                <a:cubicBezTo>
                  <a:pt x="3982010" y="2952707"/>
                  <a:pt x="3982384" y="2952779"/>
                  <a:pt x="3982738" y="2952779"/>
                </a:cubicBezTo>
                <a:close/>
                <a:moveTo>
                  <a:pt x="8265214" y="1384875"/>
                </a:moveTo>
                <a:cubicBezTo>
                  <a:pt x="8272148" y="1384875"/>
                  <a:pt x="8278673" y="1380591"/>
                  <a:pt x="8281197" y="1373693"/>
                </a:cubicBezTo>
                <a:cubicBezTo>
                  <a:pt x="8284416" y="1364874"/>
                  <a:pt x="8279864" y="1355095"/>
                  <a:pt x="8271046" y="1351877"/>
                </a:cubicBezTo>
                <a:cubicBezTo>
                  <a:pt x="8262210" y="1348659"/>
                  <a:pt x="8252449" y="1353211"/>
                  <a:pt x="8249231" y="1362029"/>
                </a:cubicBezTo>
                <a:cubicBezTo>
                  <a:pt x="8246013" y="1370865"/>
                  <a:pt x="8250565" y="1380626"/>
                  <a:pt x="8259383" y="1383844"/>
                </a:cubicBezTo>
                <a:cubicBezTo>
                  <a:pt x="8261303" y="1384537"/>
                  <a:pt x="8263276" y="1384875"/>
                  <a:pt x="8265214" y="1384875"/>
                </a:cubicBezTo>
                <a:close/>
                <a:moveTo>
                  <a:pt x="5026595" y="2575404"/>
                </a:moveTo>
                <a:cubicBezTo>
                  <a:pt x="5031802" y="2575404"/>
                  <a:pt x="5036284" y="2571493"/>
                  <a:pt x="5036887" y="2566195"/>
                </a:cubicBezTo>
                <a:cubicBezTo>
                  <a:pt x="5037527" y="2560506"/>
                  <a:pt x="5033438" y="2555367"/>
                  <a:pt x="5027750" y="2554727"/>
                </a:cubicBezTo>
                <a:cubicBezTo>
                  <a:pt x="5022043" y="2554087"/>
                  <a:pt x="5016921" y="2558176"/>
                  <a:pt x="5016283" y="2563866"/>
                </a:cubicBezTo>
                <a:cubicBezTo>
                  <a:pt x="5015642" y="2569573"/>
                  <a:pt x="5019732" y="2574693"/>
                  <a:pt x="5025421" y="2575333"/>
                </a:cubicBezTo>
                <a:cubicBezTo>
                  <a:pt x="5025810" y="2575387"/>
                  <a:pt x="5026203" y="2575404"/>
                  <a:pt x="5026595" y="2575404"/>
                </a:cubicBezTo>
                <a:close/>
                <a:moveTo>
                  <a:pt x="7192843" y="1788492"/>
                </a:moveTo>
                <a:cubicBezTo>
                  <a:pt x="7199617" y="1788386"/>
                  <a:pt x="7205023" y="1782803"/>
                  <a:pt x="7204915" y="1776029"/>
                </a:cubicBezTo>
                <a:cubicBezTo>
                  <a:pt x="7204791" y="1769255"/>
                  <a:pt x="7199208" y="1763850"/>
                  <a:pt x="7192434" y="1763957"/>
                </a:cubicBezTo>
                <a:cubicBezTo>
                  <a:pt x="7185661" y="1764064"/>
                  <a:pt x="7180257" y="1769647"/>
                  <a:pt x="7180380" y="1776420"/>
                </a:cubicBezTo>
                <a:cubicBezTo>
                  <a:pt x="7180487" y="1783123"/>
                  <a:pt x="7185963" y="1788492"/>
                  <a:pt x="7192648" y="1788492"/>
                </a:cubicBezTo>
                <a:close/>
                <a:moveTo>
                  <a:pt x="7717873" y="1596018"/>
                </a:moveTo>
                <a:cubicBezTo>
                  <a:pt x="7724202" y="1596017"/>
                  <a:pt x="7729963" y="1591751"/>
                  <a:pt x="7731597" y="1585350"/>
                </a:cubicBezTo>
                <a:cubicBezTo>
                  <a:pt x="7733537" y="1577759"/>
                  <a:pt x="7728949" y="1570060"/>
                  <a:pt x="7721376" y="1568123"/>
                </a:cubicBezTo>
                <a:cubicBezTo>
                  <a:pt x="7713784" y="1566202"/>
                  <a:pt x="7706085" y="1570771"/>
                  <a:pt x="7704148" y="1578345"/>
                </a:cubicBezTo>
                <a:cubicBezTo>
                  <a:pt x="7702209" y="1585937"/>
                  <a:pt x="7706797" y="1593635"/>
                  <a:pt x="7714371" y="1595574"/>
                </a:cubicBezTo>
                <a:cubicBezTo>
                  <a:pt x="7715543" y="1595876"/>
                  <a:pt x="7716718" y="1596017"/>
                  <a:pt x="7717873" y="1596018"/>
                </a:cubicBezTo>
                <a:close/>
                <a:moveTo>
                  <a:pt x="3753035" y="3050598"/>
                </a:moveTo>
                <a:cubicBezTo>
                  <a:pt x="3753444" y="3050599"/>
                  <a:pt x="3753799" y="3050332"/>
                  <a:pt x="3753906" y="3049940"/>
                </a:cubicBezTo>
                <a:cubicBezTo>
                  <a:pt x="3754031" y="3049461"/>
                  <a:pt x="3753729" y="3048963"/>
                  <a:pt x="3753247" y="3048856"/>
                </a:cubicBezTo>
                <a:cubicBezTo>
                  <a:pt x="3752786" y="3048732"/>
                  <a:pt x="3752288" y="3049016"/>
                  <a:pt x="3752181" y="3049496"/>
                </a:cubicBezTo>
                <a:cubicBezTo>
                  <a:pt x="3752057" y="3049976"/>
                  <a:pt x="3752341" y="3050456"/>
                  <a:pt x="3752821" y="3050580"/>
                </a:cubicBezTo>
                <a:lnTo>
                  <a:pt x="3752820" y="3050598"/>
                </a:lnTo>
                <a:cubicBezTo>
                  <a:pt x="3752892" y="3050599"/>
                  <a:pt x="3753035" y="3050598"/>
                  <a:pt x="3753035" y="3050598"/>
                </a:cubicBezTo>
                <a:close/>
                <a:moveTo>
                  <a:pt x="8640581" y="1260067"/>
                </a:moveTo>
                <a:cubicBezTo>
                  <a:pt x="8648528" y="1260067"/>
                  <a:pt x="8655924" y="1255018"/>
                  <a:pt x="8658538" y="1247071"/>
                </a:cubicBezTo>
                <a:cubicBezTo>
                  <a:pt x="8661791" y="1237151"/>
                  <a:pt x="8656385" y="1226465"/>
                  <a:pt x="8646466" y="1223212"/>
                </a:cubicBezTo>
                <a:cubicBezTo>
                  <a:pt x="8636545" y="1219940"/>
                  <a:pt x="8625878" y="1225345"/>
                  <a:pt x="8622624" y="1235266"/>
                </a:cubicBezTo>
                <a:cubicBezTo>
                  <a:pt x="8619353" y="1245186"/>
                  <a:pt x="8624758" y="1255871"/>
                  <a:pt x="8634678" y="1259125"/>
                </a:cubicBezTo>
                <a:cubicBezTo>
                  <a:pt x="8636633" y="1259765"/>
                  <a:pt x="8638626" y="1260067"/>
                  <a:pt x="8640581" y="1260067"/>
                </a:cubicBezTo>
                <a:close/>
                <a:moveTo>
                  <a:pt x="5479174" y="2420212"/>
                </a:moveTo>
                <a:cubicBezTo>
                  <a:pt x="5485289" y="2418950"/>
                  <a:pt x="5489237" y="2412958"/>
                  <a:pt x="5487974" y="2406843"/>
                </a:cubicBezTo>
                <a:cubicBezTo>
                  <a:pt x="5486711" y="2400709"/>
                  <a:pt x="5480738" y="2396779"/>
                  <a:pt x="5474606" y="2398042"/>
                </a:cubicBezTo>
                <a:cubicBezTo>
                  <a:pt x="5468488" y="2399304"/>
                  <a:pt x="5464541" y="2405278"/>
                  <a:pt x="5465803" y="2411411"/>
                </a:cubicBezTo>
                <a:cubicBezTo>
                  <a:pt x="5466906" y="2416762"/>
                  <a:pt x="5471617" y="2420443"/>
                  <a:pt x="5476881" y="2420443"/>
                </a:cubicBezTo>
                <a:cubicBezTo>
                  <a:pt x="5477628" y="2420443"/>
                  <a:pt x="5478409" y="2420372"/>
                  <a:pt x="5479174" y="2420212"/>
                </a:cubicBezTo>
                <a:close/>
                <a:moveTo>
                  <a:pt x="4550171" y="2764786"/>
                </a:moveTo>
                <a:cubicBezTo>
                  <a:pt x="4552572" y="2764785"/>
                  <a:pt x="4554918" y="2763647"/>
                  <a:pt x="4556393" y="2761514"/>
                </a:cubicBezTo>
                <a:cubicBezTo>
                  <a:pt x="4558724" y="2758083"/>
                  <a:pt x="4557853" y="2753389"/>
                  <a:pt x="4554421" y="2751043"/>
                </a:cubicBezTo>
                <a:cubicBezTo>
                  <a:pt x="4550988" y="2748695"/>
                  <a:pt x="4546313" y="2749584"/>
                  <a:pt x="4543965" y="2753016"/>
                </a:cubicBezTo>
                <a:cubicBezTo>
                  <a:pt x="4541620" y="2756447"/>
                  <a:pt x="4542491" y="2761123"/>
                  <a:pt x="4545922" y="2763469"/>
                </a:cubicBezTo>
                <a:cubicBezTo>
                  <a:pt x="4547220" y="2764358"/>
                  <a:pt x="4548697" y="2764785"/>
                  <a:pt x="4550171" y="2764786"/>
                </a:cubicBezTo>
                <a:close/>
                <a:moveTo>
                  <a:pt x="8119001" y="1461769"/>
                </a:moveTo>
                <a:cubicBezTo>
                  <a:pt x="8125614" y="1461769"/>
                  <a:pt x="8131819" y="1457662"/>
                  <a:pt x="8134148" y="1451084"/>
                </a:cubicBezTo>
                <a:cubicBezTo>
                  <a:pt x="8137117" y="1442728"/>
                  <a:pt x="8132744" y="1433536"/>
                  <a:pt x="8124387" y="1430567"/>
                </a:cubicBezTo>
                <a:cubicBezTo>
                  <a:pt x="8116013" y="1427616"/>
                  <a:pt x="8106840" y="1431989"/>
                  <a:pt x="8103871" y="1440346"/>
                </a:cubicBezTo>
                <a:cubicBezTo>
                  <a:pt x="8100920" y="1448701"/>
                  <a:pt x="8105293" y="1457876"/>
                  <a:pt x="8113649" y="1460845"/>
                </a:cubicBezTo>
                <a:lnTo>
                  <a:pt x="8113631" y="1460845"/>
                </a:lnTo>
                <a:cubicBezTo>
                  <a:pt x="8115409" y="1461466"/>
                  <a:pt x="8117223" y="1461769"/>
                  <a:pt x="8119001" y="1461769"/>
                </a:cubicBezTo>
                <a:close/>
                <a:moveTo>
                  <a:pt x="5572620" y="2398931"/>
                </a:moveTo>
                <a:cubicBezTo>
                  <a:pt x="5578681" y="2397437"/>
                  <a:pt x="5582380" y="2391285"/>
                  <a:pt x="5580869" y="2385223"/>
                </a:cubicBezTo>
                <a:cubicBezTo>
                  <a:pt x="5579358" y="2379160"/>
                  <a:pt x="5573224" y="2375463"/>
                  <a:pt x="5567162" y="2376974"/>
                </a:cubicBezTo>
                <a:cubicBezTo>
                  <a:pt x="5561081" y="2378484"/>
                  <a:pt x="5557402" y="2384618"/>
                  <a:pt x="5558895" y="2390681"/>
                </a:cubicBezTo>
                <a:cubicBezTo>
                  <a:pt x="5560173" y="2395837"/>
                  <a:pt x="5564797" y="2399268"/>
                  <a:pt x="5569881" y="2399268"/>
                </a:cubicBezTo>
                <a:cubicBezTo>
                  <a:pt x="5570788" y="2399268"/>
                  <a:pt x="5571694" y="2399162"/>
                  <a:pt x="5572620" y="2398931"/>
                </a:cubicBezTo>
                <a:close/>
                <a:moveTo>
                  <a:pt x="4132099" y="2932156"/>
                </a:moveTo>
                <a:cubicBezTo>
                  <a:pt x="4133344" y="2932156"/>
                  <a:pt x="4134571" y="2931533"/>
                  <a:pt x="4135263" y="2930396"/>
                </a:cubicBezTo>
                <a:cubicBezTo>
                  <a:pt x="4136366" y="2928653"/>
                  <a:pt x="4135833" y="2926360"/>
                  <a:pt x="4134073" y="2925258"/>
                </a:cubicBezTo>
                <a:cubicBezTo>
                  <a:pt x="4132331" y="2924174"/>
                  <a:pt x="4130019" y="2924706"/>
                  <a:pt x="4128934" y="2926449"/>
                </a:cubicBezTo>
                <a:cubicBezTo>
                  <a:pt x="4127833" y="2928209"/>
                  <a:pt x="4128384" y="2930503"/>
                  <a:pt x="4130126" y="2931604"/>
                </a:cubicBezTo>
                <a:cubicBezTo>
                  <a:pt x="4130749" y="2931978"/>
                  <a:pt x="4131423" y="2932156"/>
                  <a:pt x="4132099" y="2932156"/>
                </a:cubicBezTo>
                <a:close/>
                <a:moveTo>
                  <a:pt x="6470451" y="2074430"/>
                </a:moveTo>
                <a:cubicBezTo>
                  <a:pt x="6476318" y="2072225"/>
                  <a:pt x="6479288" y="2065701"/>
                  <a:pt x="6477083" y="2059851"/>
                </a:cubicBezTo>
                <a:cubicBezTo>
                  <a:pt x="6474896" y="2054002"/>
                  <a:pt x="6468371" y="2051033"/>
                  <a:pt x="6462522" y="2053220"/>
                </a:cubicBezTo>
                <a:cubicBezTo>
                  <a:pt x="6456673" y="2055424"/>
                  <a:pt x="6453685" y="2061949"/>
                  <a:pt x="6455891" y="2067798"/>
                </a:cubicBezTo>
                <a:cubicBezTo>
                  <a:pt x="6457598" y="2072350"/>
                  <a:pt x="6461918" y="2075141"/>
                  <a:pt x="6466486" y="2075160"/>
                </a:cubicBezTo>
                <a:cubicBezTo>
                  <a:pt x="6467821" y="2075160"/>
                  <a:pt x="6469153" y="2074910"/>
                  <a:pt x="6470451" y="2074430"/>
                </a:cubicBezTo>
                <a:close/>
                <a:moveTo>
                  <a:pt x="4340932" y="2855813"/>
                </a:moveTo>
                <a:cubicBezTo>
                  <a:pt x="4342639" y="2855813"/>
                  <a:pt x="4344310" y="2855048"/>
                  <a:pt x="4345412" y="2853609"/>
                </a:cubicBezTo>
                <a:cubicBezTo>
                  <a:pt x="4347297" y="2851137"/>
                  <a:pt x="4346834" y="2847599"/>
                  <a:pt x="4344362" y="2845715"/>
                </a:cubicBezTo>
                <a:cubicBezTo>
                  <a:pt x="4341893" y="2843830"/>
                  <a:pt x="4338355" y="2844292"/>
                  <a:pt x="4336470" y="2846764"/>
                </a:cubicBezTo>
                <a:cubicBezTo>
                  <a:pt x="4334584" y="2849235"/>
                  <a:pt x="4335048" y="2852772"/>
                  <a:pt x="4337518" y="2854658"/>
                </a:cubicBezTo>
                <a:cubicBezTo>
                  <a:pt x="4338549" y="2855439"/>
                  <a:pt x="4339739" y="2855813"/>
                  <a:pt x="4340932" y="2855813"/>
                </a:cubicBezTo>
                <a:close/>
                <a:moveTo>
                  <a:pt x="6559933" y="2042019"/>
                </a:moveTo>
                <a:cubicBezTo>
                  <a:pt x="6565835" y="2039974"/>
                  <a:pt x="6568965" y="2033503"/>
                  <a:pt x="6566902" y="2027618"/>
                </a:cubicBezTo>
                <a:cubicBezTo>
                  <a:pt x="6564840" y="2021698"/>
                  <a:pt x="6558386" y="2018587"/>
                  <a:pt x="6552484" y="2020649"/>
                </a:cubicBezTo>
                <a:cubicBezTo>
                  <a:pt x="6546581" y="2022711"/>
                  <a:pt x="6543470" y="2029164"/>
                  <a:pt x="6545531" y="2035068"/>
                </a:cubicBezTo>
                <a:cubicBezTo>
                  <a:pt x="6547150" y="2039725"/>
                  <a:pt x="6551523" y="2042659"/>
                  <a:pt x="6556217" y="2042659"/>
                </a:cubicBezTo>
                <a:cubicBezTo>
                  <a:pt x="6557444" y="2042659"/>
                  <a:pt x="6558706" y="2042464"/>
                  <a:pt x="6559933" y="2042019"/>
                </a:cubicBezTo>
                <a:close/>
                <a:moveTo>
                  <a:pt x="6381575" y="2108619"/>
                </a:moveTo>
                <a:cubicBezTo>
                  <a:pt x="6387388" y="2106326"/>
                  <a:pt x="6390251" y="2099747"/>
                  <a:pt x="6387958" y="2093934"/>
                </a:cubicBezTo>
                <a:cubicBezTo>
                  <a:pt x="6385663" y="2088120"/>
                  <a:pt x="6379104" y="2085258"/>
                  <a:pt x="6373271" y="2087551"/>
                </a:cubicBezTo>
                <a:cubicBezTo>
                  <a:pt x="6367476" y="2089844"/>
                  <a:pt x="6364614" y="2096423"/>
                  <a:pt x="6366889" y="2102236"/>
                </a:cubicBezTo>
                <a:cubicBezTo>
                  <a:pt x="6368650" y="2106681"/>
                  <a:pt x="6372916" y="2109401"/>
                  <a:pt x="6377433" y="2109401"/>
                </a:cubicBezTo>
                <a:cubicBezTo>
                  <a:pt x="6378818" y="2109401"/>
                  <a:pt x="6380224" y="2109152"/>
                  <a:pt x="6381575" y="2108619"/>
                </a:cubicBezTo>
                <a:close/>
                <a:moveTo>
                  <a:pt x="3911286" y="3015272"/>
                </a:moveTo>
                <a:cubicBezTo>
                  <a:pt x="3912014" y="3015271"/>
                  <a:pt x="3912708" y="3014827"/>
                  <a:pt x="3912993" y="3014116"/>
                </a:cubicBezTo>
                <a:cubicBezTo>
                  <a:pt x="3913365" y="3013174"/>
                  <a:pt x="3912921" y="3012108"/>
                  <a:pt x="3911979" y="3011734"/>
                </a:cubicBezTo>
                <a:cubicBezTo>
                  <a:pt x="3911036" y="3011342"/>
                  <a:pt x="3909970" y="3011805"/>
                  <a:pt x="3909597" y="3012748"/>
                </a:cubicBezTo>
                <a:cubicBezTo>
                  <a:pt x="3909205" y="3013671"/>
                  <a:pt x="3909668" y="3014757"/>
                  <a:pt x="3910610" y="3015130"/>
                </a:cubicBezTo>
                <a:cubicBezTo>
                  <a:pt x="3910824" y="3015219"/>
                  <a:pt x="3911054" y="3015272"/>
                  <a:pt x="3911286" y="3015272"/>
                </a:cubicBezTo>
                <a:close/>
                <a:moveTo>
                  <a:pt x="4860022" y="2667481"/>
                </a:moveTo>
                <a:cubicBezTo>
                  <a:pt x="4864041" y="2667481"/>
                  <a:pt x="4867756" y="2664885"/>
                  <a:pt x="4869021" y="2660867"/>
                </a:cubicBezTo>
                <a:cubicBezTo>
                  <a:pt x="4870567" y="2655889"/>
                  <a:pt x="4867793" y="2650608"/>
                  <a:pt x="4862831" y="2649062"/>
                </a:cubicBezTo>
                <a:cubicBezTo>
                  <a:pt x="4857854" y="2647515"/>
                  <a:pt x="4852574" y="2650289"/>
                  <a:pt x="4851025" y="2655249"/>
                </a:cubicBezTo>
                <a:cubicBezTo>
                  <a:pt x="4849480" y="2660209"/>
                  <a:pt x="4852252" y="2665508"/>
                  <a:pt x="4857215" y="2667054"/>
                </a:cubicBezTo>
                <a:cubicBezTo>
                  <a:pt x="4858156" y="2667338"/>
                  <a:pt x="4859098" y="2667481"/>
                  <a:pt x="4860022" y="2667481"/>
                </a:cubicBezTo>
                <a:close/>
                <a:moveTo>
                  <a:pt x="6650161" y="2011991"/>
                </a:moveTo>
                <a:cubicBezTo>
                  <a:pt x="6656118" y="2010106"/>
                  <a:pt x="6659424" y="2003759"/>
                  <a:pt x="6657540" y="1997786"/>
                </a:cubicBezTo>
                <a:cubicBezTo>
                  <a:pt x="6655655" y="1991829"/>
                  <a:pt x="6649308" y="1988522"/>
                  <a:pt x="6643334" y="1990407"/>
                </a:cubicBezTo>
                <a:cubicBezTo>
                  <a:pt x="6637378" y="1992291"/>
                  <a:pt x="6634071" y="1998656"/>
                  <a:pt x="6635955" y="2004613"/>
                </a:cubicBezTo>
                <a:cubicBezTo>
                  <a:pt x="6637484" y="2009430"/>
                  <a:pt x="6641947" y="2012524"/>
                  <a:pt x="6646747" y="2012524"/>
                </a:cubicBezTo>
                <a:cubicBezTo>
                  <a:pt x="6647885" y="2012524"/>
                  <a:pt x="6649023" y="2012346"/>
                  <a:pt x="6650161" y="2011991"/>
                </a:cubicBezTo>
                <a:close/>
                <a:moveTo>
                  <a:pt x="5665139" y="2374183"/>
                </a:moveTo>
                <a:cubicBezTo>
                  <a:pt x="5671148" y="2372458"/>
                  <a:pt x="5674632" y="2366200"/>
                  <a:pt x="5672908" y="2360191"/>
                </a:cubicBezTo>
                <a:cubicBezTo>
                  <a:pt x="5671183" y="2354181"/>
                  <a:pt x="5664925" y="2350696"/>
                  <a:pt x="5658915" y="2352421"/>
                </a:cubicBezTo>
                <a:cubicBezTo>
                  <a:pt x="5652908" y="2354128"/>
                  <a:pt x="5649422" y="2360404"/>
                  <a:pt x="5651148" y="2366413"/>
                </a:cubicBezTo>
                <a:cubicBezTo>
                  <a:pt x="5652569" y="2371391"/>
                  <a:pt x="5657104" y="2374627"/>
                  <a:pt x="5662028" y="2374627"/>
                </a:cubicBezTo>
                <a:cubicBezTo>
                  <a:pt x="5663059" y="2374627"/>
                  <a:pt x="5664090" y="2374485"/>
                  <a:pt x="5665139" y="2374183"/>
                </a:cubicBezTo>
                <a:close/>
                <a:moveTo>
                  <a:pt x="6293124" y="2144070"/>
                </a:moveTo>
                <a:cubicBezTo>
                  <a:pt x="6298920" y="2141723"/>
                  <a:pt x="6301694" y="2135109"/>
                  <a:pt x="6299347" y="2129331"/>
                </a:cubicBezTo>
                <a:cubicBezTo>
                  <a:pt x="6297000" y="2123535"/>
                  <a:pt x="6290404" y="2120744"/>
                  <a:pt x="6284609" y="2123091"/>
                </a:cubicBezTo>
                <a:cubicBezTo>
                  <a:pt x="6278813" y="2125438"/>
                  <a:pt x="6276022" y="2132034"/>
                  <a:pt x="6278368" y="2137847"/>
                </a:cubicBezTo>
                <a:lnTo>
                  <a:pt x="6278386" y="2137847"/>
                </a:lnTo>
                <a:cubicBezTo>
                  <a:pt x="6280182" y="2142238"/>
                  <a:pt x="6284413" y="2144905"/>
                  <a:pt x="6288876" y="2144905"/>
                </a:cubicBezTo>
                <a:cubicBezTo>
                  <a:pt x="6290298" y="2144905"/>
                  <a:pt x="6291738" y="2144639"/>
                  <a:pt x="6293124" y="2144070"/>
                </a:cubicBezTo>
                <a:close/>
                <a:moveTo>
                  <a:pt x="4700173" y="2728675"/>
                </a:moveTo>
                <a:cubicBezTo>
                  <a:pt x="4703214" y="2728676"/>
                  <a:pt x="4706145" y="2727022"/>
                  <a:pt x="4707674" y="2724143"/>
                </a:cubicBezTo>
                <a:cubicBezTo>
                  <a:pt x="4709842" y="2720000"/>
                  <a:pt x="4708261" y="2714880"/>
                  <a:pt x="4704119" y="2712692"/>
                </a:cubicBezTo>
                <a:cubicBezTo>
                  <a:pt x="4699975" y="2710523"/>
                  <a:pt x="4694856" y="2712106"/>
                  <a:pt x="4692669" y="2716249"/>
                </a:cubicBezTo>
                <a:cubicBezTo>
                  <a:pt x="4690502" y="2720391"/>
                  <a:pt x="4692084" y="2725511"/>
                  <a:pt x="4696227" y="2727698"/>
                </a:cubicBezTo>
                <a:cubicBezTo>
                  <a:pt x="4697486" y="2728355"/>
                  <a:pt x="4698838" y="2728676"/>
                  <a:pt x="4700173" y="2728675"/>
                </a:cubicBezTo>
                <a:close/>
                <a:moveTo>
                  <a:pt x="6204640" y="2179895"/>
                </a:moveTo>
                <a:cubicBezTo>
                  <a:pt x="6210435" y="2177566"/>
                  <a:pt x="6213244" y="2170970"/>
                  <a:pt x="6210897" y="2165156"/>
                </a:cubicBezTo>
                <a:cubicBezTo>
                  <a:pt x="6208569" y="2159360"/>
                  <a:pt x="6201973" y="2156569"/>
                  <a:pt x="6196177" y="2158898"/>
                </a:cubicBezTo>
                <a:cubicBezTo>
                  <a:pt x="6190362" y="2161227"/>
                  <a:pt x="6187571" y="2167823"/>
                  <a:pt x="6189901" y="2173636"/>
                </a:cubicBezTo>
                <a:cubicBezTo>
                  <a:pt x="6191679" y="2178045"/>
                  <a:pt x="6195927" y="2180713"/>
                  <a:pt x="6200408" y="2180713"/>
                </a:cubicBezTo>
                <a:cubicBezTo>
                  <a:pt x="6201813" y="2180713"/>
                  <a:pt x="6203252" y="2180446"/>
                  <a:pt x="6204640" y="2179895"/>
                </a:cubicBezTo>
                <a:close/>
                <a:moveTo>
                  <a:pt x="6741242" y="1984949"/>
                </a:moveTo>
                <a:cubicBezTo>
                  <a:pt x="6747269" y="1983277"/>
                  <a:pt x="6750807" y="1977055"/>
                  <a:pt x="6749136" y="1971028"/>
                </a:cubicBezTo>
                <a:cubicBezTo>
                  <a:pt x="6747465" y="1965001"/>
                  <a:pt x="6741243" y="1961463"/>
                  <a:pt x="6735215" y="1963134"/>
                </a:cubicBezTo>
                <a:cubicBezTo>
                  <a:pt x="6729187" y="1964805"/>
                  <a:pt x="6725650" y="1971028"/>
                  <a:pt x="6727321" y="1977055"/>
                </a:cubicBezTo>
                <a:cubicBezTo>
                  <a:pt x="6728707" y="1982086"/>
                  <a:pt x="6733259" y="1985375"/>
                  <a:pt x="6738219" y="1985376"/>
                </a:cubicBezTo>
                <a:cubicBezTo>
                  <a:pt x="6739215" y="1985376"/>
                  <a:pt x="6740228" y="1985234"/>
                  <a:pt x="6741242" y="1984949"/>
                </a:cubicBezTo>
                <a:close/>
                <a:moveTo>
                  <a:pt x="5756771" y="2346447"/>
                </a:moveTo>
                <a:cubicBezTo>
                  <a:pt x="5762727" y="2344562"/>
                  <a:pt x="5766017" y="2338180"/>
                  <a:pt x="5764131" y="2332224"/>
                </a:cubicBezTo>
                <a:cubicBezTo>
                  <a:pt x="5762229" y="2326268"/>
                  <a:pt x="5755864" y="2322979"/>
                  <a:pt x="5749908" y="2324881"/>
                </a:cubicBezTo>
                <a:cubicBezTo>
                  <a:pt x="5743952" y="2326784"/>
                  <a:pt x="5740664" y="2333149"/>
                  <a:pt x="5742566" y="2339104"/>
                </a:cubicBezTo>
                <a:cubicBezTo>
                  <a:pt x="5744094" y="2343923"/>
                  <a:pt x="5748539" y="2346981"/>
                  <a:pt x="5753339" y="2346981"/>
                </a:cubicBezTo>
                <a:cubicBezTo>
                  <a:pt x="5754478" y="2346981"/>
                  <a:pt x="5755632" y="2346820"/>
                  <a:pt x="5756771" y="2346447"/>
                </a:cubicBezTo>
                <a:close/>
                <a:moveTo>
                  <a:pt x="6115958" y="2215346"/>
                </a:moveTo>
                <a:cubicBezTo>
                  <a:pt x="6121754" y="2213034"/>
                  <a:pt x="6124616" y="2206456"/>
                  <a:pt x="6122305" y="2200660"/>
                </a:cubicBezTo>
                <a:cubicBezTo>
                  <a:pt x="6120011" y="2194847"/>
                  <a:pt x="6113433" y="2192002"/>
                  <a:pt x="6107619" y="2194296"/>
                </a:cubicBezTo>
                <a:cubicBezTo>
                  <a:pt x="6101806" y="2196589"/>
                  <a:pt x="6098962" y="2203167"/>
                  <a:pt x="6101255" y="2208981"/>
                </a:cubicBezTo>
                <a:cubicBezTo>
                  <a:pt x="6103016" y="2213426"/>
                  <a:pt x="6107283" y="2216146"/>
                  <a:pt x="6111798" y="2216146"/>
                </a:cubicBezTo>
                <a:cubicBezTo>
                  <a:pt x="6113185" y="2216146"/>
                  <a:pt x="6114590" y="2215879"/>
                  <a:pt x="6115958" y="2215346"/>
                </a:cubicBezTo>
                <a:close/>
                <a:moveTo>
                  <a:pt x="8500945" y="1340624"/>
                </a:moveTo>
                <a:cubicBezTo>
                  <a:pt x="8508376" y="1340624"/>
                  <a:pt x="8515328" y="1335984"/>
                  <a:pt x="8517924" y="1328570"/>
                </a:cubicBezTo>
                <a:cubicBezTo>
                  <a:pt x="8521177" y="1319218"/>
                  <a:pt x="8516234" y="1308977"/>
                  <a:pt x="8506865" y="1305706"/>
                </a:cubicBezTo>
                <a:cubicBezTo>
                  <a:pt x="8497496" y="1302453"/>
                  <a:pt x="8487255" y="1307395"/>
                  <a:pt x="8484001" y="1316764"/>
                </a:cubicBezTo>
                <a:cubicBezTo>
                  <a:pt x="8480730" y="1326134"/>
                  <a:pt x="8485691" y="1336357"/>
                  <a:pt x="8495060" y="1339628"/>
                </a:cubicBezTo>
                <a:cubicBezTo>
                  <a:pt x="8496997" y="1340304"/>
                  <a:pt x="8498989" y="1340624"/>
                  <a:pt x="8500945" y="1340624"/>
                </a:cubicBezTo>
                <a:close/>
                <a:moveTo>
                  <a:pt x="5120885" y="2581801"/>
                </a:moveTo>
                <a:lnTo>
                  <a:pt x="5128284" y="2578956"/>
                </a:lnTo>
                <a:cubicBezTo>
                  <a:pt x="5130211" y="2577128"/>
                  <a:pt x="5131437" y="2574568"/>
                  <a:pt x="5131507" y="2571706"/>
                </a:cubicBezTo>
                <a:cubicBezTo>
                  <a:pt x="5131651" y="2565981"/>
                  <a:pt x="5127134" y="2561216"/>
                  <a:pt x="5121409" y="2561074"/>
                </a:cubicBezTo>
                <a:cubicBezTo>
                  <a:pt x="5115685" y="2560932"/>
                  <a:pt x="5110919" y="2565448"/>
                  <a:pt x="5110777" y="2571173"/>
                </a:cubicBezTo>
                <a:cubicBezTo>
                  <a:pt x="5110705" y="2574036"/>
                  <a:pt x="5111800" y="2576657"/>
                  <a:pt x="5113628" y="2578583"/>
                </a:cubicBezTo>
                <a:close/>
                <a:moveTo>
                  <a:pt x="5120893" y="2581805"/>
                </a:moveTo>
                <a:lnTo>
                  <a:pt x="5120885" y="2581801"/>
                </a:lnTo>
                <a:lnTo>
                  <a:pt x="5120877" y="2581804"/>
                </a:lnTo>
                <a:close/>
                <a:moveTo>
                  <a:pt x="6026957" y="2250085"/>
                </a:moveTo>
                <a:cubicBezTo>
                  <a:pt x="6032789" y="2247845"/>
                  <a:pt x="6035704" y="2241285"/>
                  <a:pt x="6033464" y="2235453"/>
                </a:cubicBezTo>
                <a:cubicBezTo>
                  <a:pt x="6031224" y="2229622"/>
                  <a:pt x="6024663" y="2226707"/>
                  <a:pt x="6018832" y="2228946"/>
                </a:cubicBezTo>
                <a:cubicBezTo>
                  <a:pt x="6013001" y="2231186"/>
                  <a:pt x="6010085" y="2237747"/>
                  <a:pt x="6012325" y="2243578"/>
                </a:cubicBezTo>
                <a:cubicBezTo>
                  <a:pt x="6014049" y="2248077"/>
                  <a:pt x="6018352" y="2250851"/>
                  <a:pt x="6022904" y="2250851"/>
                </a:cubicBezTo>
                <a:cubicBezTo>
                  <a:pt x="6024255" y="2250850"/>
                  <a:pt x="6025623" y="2250601"/>
                  <a:pt x="6026957" y="2250085"/>
                </a:cubicBezTo>
                <a:close/>
                <a:moveTo>
                  <a:pt x="5847514" y="2316045"/>
                </a:moveTo>
                <a:cubicBezTo>
                  <a:pt x="5853417" y="2313983"/>
                  <a:pt x="5856546" y="2307530"/>
                  <a:pt x="5854484" y="2301644"/>
                </a:cubicBezTo>
                <a:cubicBezTo>
                  <a:pt x="5852439" y="2295742"/>
                  <a:pt x="5845985" y="2292613"/>
                  <a:pt x="5840083" y="2294658"/>
                </a:cubicBezTo>
                <a:cubicBezTo>
                  <a:pt x="5834163" y="2296720"/>
                  <a:pt x="5831051" y="2303173"/>
                  <a:pt x="5833113" y="2309076"/>
                </a:cubicBezTo>
                <a:cubicBezTo>
                  <a:pt x="5834731" y="2313752"/>
                  <a:pt x="5839104" y="2316668"/>
                  <a:pt x="5843798" y="2316667"/>
                </a:cubicBezTo>
                <a:cubicBezTo>
                  <a:pt x="5845025" y="2316668"/>
                  <a:pt x="5846287" y="2316472"/>
                  <a:pt x="5847514" y="2316045"/>
                </a:cubicBezTo>
                <a:close/>
                <a:moveTo>
                  <a:pt x="7554378" y="1690068"/>
                </a:moveTo>
                <a:cubicBezTo>
                  <a:pt x="7560636" y="1690068"/>
                  <a:pt x="7566201" y="1685588"/>
                  <a:pt x="7567357" y="1679206"/>
                </a:cubicBezTo>
                <a:cubicBezTo>
                  <a:pt x="7568672" y="1672023"/>
                  <a:pt x="7563907" y="1665143"/>
                  <a:pt x="7556725" y="1663844"/>
                </a:cubicBezTo>
                <a:cubicBezTo>
                  <a:pt x="7549543" y="1662546"/>
                  <a:pt x="7542662" y="1667293"/>
                  <a:pt x="7541364" y="1674476"/>
                </a:cubicBezTo>
                <a:cubicBezTo>
                  <a:pt x="7540048" y="1681659"/>
                  <a:pt x="7544813" y="1688540"/>
                  <a:pt x="7551996" y="1689855"/>
                </a:cubicBezTo>
                <a:cubicBezTo>
                  <a:pt x="7552795" y="1689997"/>
                  <a:pt x="7553596" y="1690069"/>
                  <a:pt x="7554378" y="1690068"/>
                </a:cubicBezTo>
                <a:close/>
                <a:moveTo>
                  <a:pt x="5937512" y="2283777"/>
                </a:moveTo>
                <a:cubicBezTo>
                  <a:pt x="5943379" y="2281608"/>
                  <a:pt x="5946383" y="2275100"/>
                  <a:pt x="5944231" y="2269234"/>
                </a:cubicBezTo>
                <a:cubicBezTo>
                  <a:pt x="5942063" y="2263367"/>
                  <a:pt x="5935555" y="2260362"/>
                  <a:pt x="5929689" y="2262531"/>
                </a:cubicBezTo>
                <a:cubicBezTo>
                  <a:pt x="5923821" y="2264683"/>
                  <a:pt x="5920817" y="2271189"/>
                  <a:pt x="5922986" y="2277075"/>
                </a:cubicBezTo>
                <a:cubicBezTo>
                  <a:pt x="5924675" y="2281643"/>
                  <a:pt x="5928995" y="2284470"/>
                  <a:pt x="5933599" y="2284471"/>
                </a:cubicBezTo>
                <a:cubicBezTo>
                  <a:pt x="5934898" y="2284470"/>
                  <a:pt x="5936231" y="2284239"/>
                  <a:pt x="5937512" y="2283777"/>
                </a:cubicBezTo>
                <a:close/>
                <a:moveTo>
                  <a:pt x="7967987" y="1539782"/>
                </a:moveTo>
                <a:cubicBezTo>
                  <a:pt x="7974333" y="1539782"/>
                  <a:pt x="7980237" y="1535747"/>
                  <a:pt x="7982335" y="1529383"/>
                </a:cubicBezTo>
                <a:cubicBezTo>
                  <a:pt x="7984930" y="1521453"/>
                  <a:pt x="7980611" y="1512901"/>
                  <a:pt x="7972681" y="1510305"/>
                </a:cubicBezTo>
                <a:cubicBezTo>
                  <a:pt x="7964751" y="1507710"/>
                  <a:pt x="7956217" y="1512030"/>
                  <a:pt x="7953621" y="1519960"/>
                </a:cubicBezTo>
                <a:cubicBezTo>
                  <a:pt x="7951008" y="1527889"/>
                  <a:pt x="7955328" y="1536423"/>
                  <a:pt x="7963276" y="1539036"/>
                </a:cubicBezTo>
                <a:cubicBezTo>
                  <a:pt x="7964822" y="1539552"/>
                  <a:pt x="7966423" y="1539783"/>
                  <a:pt x="7967987" y="1539782"/>
                </a:cubicBezTo>
                <a:close/>
                <a:moveTo>
                  <a:pt x="7288637" y="1789630"/>
                </a:moveTo>
                <a:cubicBezTo>
                  <a:pt x="7295179" y="1789630"/>
                  <a:pt x="7300619" y="1784438"/>
                  <a:pt x="7300885" y="1777842"/>
                </a:cubicBezTo>
                <a:cubicBezTo>
                  <a:pt x="7301154" y="1771068"/>
                  <a:pt x="7295873" y="1765361"/>
                  <a:pt x="7289117" y="1765095"/>
                </a:cubicBezTo>
                <a:cubicBezTo>
                  <a:pt x="7282343" y="1764828"/>
                  <a:pt x="7276636" y="1770108"/>
                  <a:pt x="7276368" y="1776865"/>
                </a:cubicBezTo>
                <a:cubicBezTo>
                  <a:pt x="7276102" y="1783638"/>
                  <a:pt x="7281365" y="1789345"/>
                  <a:pt x="7288139" y="1789612"/>
                </a:cubicBezTo>
                <a:lnTo>
                  <a:pt x="7288139" y="1789630"/>
                </a:lnTo>
                <a:cubicBezTo>
                  <a:pt x="7288299" y="1789630"/>
                  <a:pt x="7288459" y="1789630"/>
                  <a:pt x="7288637" y="1789630"/>
                </a:cubicBezTo>
                <a:close/>
                <a:moveTo>
                  <a:pt x="6833248" y="1961588"/>
                </a:moveTo>
                <a:cubicBezTo>
                  <a:pt x="6839346" y="1960183"/>
                  <a:pt x="6843133" y="1954102"/>
                  <a:pt x="6841745" y="1948022"/>
                </a:cubicBezTo>
                <a:cubicBezTo>
                  <a:pt x="6840342" y="1941924"/>
                  <a:pt x="6834261" y="1938119"/>
                  <a:pt x="6828163" y="1939524"/>
                </a:cubicBezTo>
                <a:cubicBezTo>
                  <a:pt x="6822082" y="1940928"/>
                  <a:pt x="6818278" y="1947009"/>
                  <a:pt x="6819683" y="1953106"/>
                </a:cubicBezTo>
                <a:cubicBezTo>
                  <a:pt x="6820891" y="1958334"/>
                  <a:pt x="6825549" y="1961872"/>
                  <a:pt x="6830705" y="1961872"/>
                </a:cubicBezTo>
                <a:cubicBezTo>
                  <a:pt x="6831541" y="1961872"/>
                  <a:pt x="6832394" y="1961783"/>
                  <a:pt x="6833248" y="1961588"/>
                </a:cubicBezTo>
                <a:close/>
                <a:moveTo>
                  <a:pt x="5205574" y="2570746"/>
                </a:moveTo>
                <a:lnTo>
                  <a:pt x="5205577" y="2570736"/>
                </a:lnTo>
                <a:lnTo>
                  <a:pt x="5205574" y="2570728"/>
                </a:lnTo>
                <a:close/>
                <a:moveTo>
                  <a:pt x="6926178" y="1942635"/>
                </a:moveTo>
                <a:cubicBezTo>
                  <a:pt x="6932330" y="1941550"/>
                  <a:pt x="6936437" y="1935684"/>
                  <a:pt x="6935352" y="1929514"/>
                </a:cubicBezTo>
                <a:cubicBezTo>
                  <a:pt x="6934268" y="1923363"/>
                  <a:pt x="6928383" y="1919256"/>
                  <a:pt x="6922232" y="1920341"/>
                </a:cubicBezTo>
                <a:cubicBezTo>
                  <a:pt x="6916080" y="1921425"/>
                  <a:pt x="6911972" y="1927291"/>
                  <a:pt x="6913058" y="1933461"/>
                </a:cubicBezTo>
                <a:cubicBezTo>
                  <a:pt x="6914018" y="1938955"/>
                  <a:pt x="6918800" y="1942813"/>
                  <a:pt x="6924187" y="1942813"/>
                </a:cubicBezTo>
                <a:cubicBezTo>
                  <a:pt x="6924845" y="1942813"/>
                  <a:pt x="6925503" y="1942760"/>
                  <a:pt x="6926178" y="1942635"/>
                </a:cubicBezTo>
                <a:close/>
                <a:moveTo>
                  <a:pt x="4062922" y="2993706"/>
                </a:moveTo>
                <a:cubicBezTo>
                  <a:pt x="4063881" y="2993706"/>
                  <a:pt x="4064805" y="2993226"/>
                  <a:pt x="4065322" y="2992337"/>
                </a:cubicBezTo>
                <a:cubicBezTo>
                  <a:pt x="4066103" y="2991021"/>
                  <a:pt x="4065677" y="2989315"/>
                  <a:pt x="4064344" y="2988533"/>
                </a:cubicBezTo>
                <a:cubicBezTo>
                  <a:pt x="4063027" y="2987750"/>
                  <a:pt x="4061321" y="2988177"/>
                  <a:pt x="4060540" y="2989492"/>
                </a:cubicBezTo>
                <a:cubicBezTo>
                  <a:pt x="4059757" y="2990825"/>
                  <a:pt x="4060183" y="2992532"/>
                  <a:pt x="4061500" y="2993315"/>
                </a:cubicBezTo>
                <a:cubicBezTo>
                  <a:pt x="4061961" y="2993581"/>
                  <a:pt x="4062440" y="2993706"/>
                  <a:pt x="4062922" y="2993706"/>
                </a:cubicBezTo>
                <a:close/>
                <a:moveTo>
                  <a:pt x="8358234" y="1418620"/>
                </a:moveTo>
                <a:cubicBezTo>
                  <a:pt x="8365203" y="1418620"/>
                  <a:pt x="8371746" y="1414300"/>
                  <a:pt x="8374252" y="1407366"/>
                </a:cubicBezTo>
                <a:cubicBezTo>
                  <a:pt x="8377417" y="1398529"/>
                  <a:pt x="8372830" y="1388787"/>
                  <a:pt x="8363994" y="1385604"/>
                </a:cubicBezTo>
                <a:cubicBezTo>
                  <a:pt x="8355158" y="1382422"/>
                  <a:pt x="8345415" y="1387009"/>
                  <a:pt x="8342232" y="1395845"/>
                </a:cubicBezTo>
                <a:cubicBezTo>
                  <a:pt x="8339050" y="1404681"/>
                  <a:pt x="8343637" y="1414442"/>
                  <a:pt x="8352473" y="1417607"/>
                </a:cubicBezTo>
                <a:cubicBezTo>
                  <a:pt x="8354376" y="1418300"/>
                  <a:pt x="8356331" y="1418620"/>
                  <a:pt x="8358234" y="1418620"/>
                </a:cubicBezTo>
                <a:close/>
                <a:moveTo>
                  <a:pt x="3837910" y="3076875"/>
                </a:moveTo>
                <a:cubicBezTo>
                  <a:pt x="3838268" y="3076875"/>
                  <a:pt x="3838605" y="3076662"/>
                  <a:pt x="3838747" y="3076307"/>
                </a:cubicBezTo>
                <a:cubicBezTo>
                  <a:pt x="3838925" y="3075845"/>
                  <a:pt x="3838675" y="3075329"/>
                  <a:pt x="3838213" y="3075169"/>
                </a:cubicBezTo>
                <a:cubicBezTo>
                  <a:pt x="3837751" y="3074991"/>
                  <a:pt x="3837253" y="3075222"/>
                  <a:pt x="3837075" y="3075685"/>
                </a:cubicBezTo>
                <a:cubicBezTo>
                  <a:pt x="3836915" y="3076147"/>
                  <a:pt x="3837148" y="3076662"/>
                  <a:pt x="3837592" y="3076823"/>
                </a:cubicBezTo>
                <a:cubicBezTo>
                  <a:pt x="3837697" y="3076875"/>
                  <a:pt x="3837804" y="3076875"/>
                  <a:pt x="3837910" y="3076875"/>
                </a:cubicBezTo>
                <a:close/>
                <a:moveTo>
                  <a:pt x="4481384" y="2841572"/>
                </a:moveTo>
                <a:cubicBezTo>
                  <a:pt x="4483357" y="2841572"/>
                  <a:pt x="4485315" y="2840683"/>
                  <a:pt x="4486611" y="2838994"/>
                </a:cubicBezTo>
                <a:cubicBezTo>
                  <a:pt x="4488818" y="2836114"/>
                  <a:pt x="4488266" y="2831989"/>
                  <a:pt x="4485386" y="2829766"/>
                </a:cubicBezTo>
                <a:cubicBezTo>
                  <a:pt x="4482505" y="2827563"/>
                  <a:pt x="4478363" y="2828113"/>
                  <a:pt x="4476158" y="2830994"/>
                </a:cubicBezTo>
                <a:cubicBezTo>
                  <a:pt x="4473953" y="2833890"/>
                  <a:pt x="4474505" y="2838016"/>
                  <a:pt x="4477386" y="2840221"/>
                </a:cubicBezTo>
                <a:cubicBezTo>
                  <a:pt x="4478594" y="2841145"/>
                  <a:pt x="4479998" y="2841572"/>
                  <a:pt x="4481384" y="2841572"/>
                </a:cubicBezTo>
                <a:close/>
                <a:moveTo>
                  <a:pt x="7811639" y="1621424"/>
                </a:moveTo>
                <a:cubicBezTo>
                  <a:pt x="7817808" y="1621423"/>
                  <a:pt x="7823479" y="1617370"/>
                  <a:pt x="7825257" y="1611166"/>
                </a:cubicBezTo>
                <a:cubicBezTo>
                  <a:pt x="7827409" y="1603645"/>
                  <a:pt x="7823053" y="1595786"/>
                  <a:pt x="7815533" y="1593635"/>
                </a:cubicBezTo>
                <a:cubicBezTo>
                  <a:pt x="7808012" y="1591484"/>
                  <a:pt x="7800172" y="1595840"/>
                  <a:pt x="7798020" y="1603360"/>
                </a:cubicBezTo>
                <a:cubicBezTo>
                  <a:pt x="7795869" y="1610881"/>
                  <a:pt x="7800225" y="1618722"/>
                  <a:pt x="7807746" y="1620873"/>
                </a:cubicBezTo>
                <a:cubicBezTo>
                  <a:pt x="7809044" y="1621246"/>
                  <a:pt x="7810359" y="1621423"/>
                  <a:pt x="7811639" y="1621424"/>
                </a:cubicBezTo>
                <a:close/>
                <a:moveTo>
                  <a:pt x="4273924" y="2921755"/>
                </a:moveTo>
                <a:cubicBezTo>
                  <a:pt x="4275309" y="2921755"/>
                  <a:pt x="4276679" y="2921132"/>
                  <a:pt x="4277603" y="2919960"/>
                </a:cubicBezTo>
                <a:cubicBezTo>
                  <a:pt x="4279184" y="2917932"/>
                  <a:pt x="4278847" y="2914981"/>
                  <a:pt x="4276820" y="2913381"/>
                </a:cubicBezTo>
                <a:cubicBezTo>
                  <a:pt x="4274775" y="2911781"/>
                  <a:pt x="4271843" y="2912136"/>
                  <a:pt x="4270241" y="2914181"/>
                </a:cubicBezTo>
                <a:cubicBezTo>
                  <a:pt x="4268642" y="2916208"/>
                  <a:pt x="4268997" y="2919141"/>
                  <a:pt x="4271023" y="2920741"/>
                </a:cubicBezTo>
                <a:cubicBezTo>
                  <a:pt x="4271877" y="2921417"/>
                  <a:pt x="4272909" y="2921755"/>
                  <a:pt x="4273924" y="2921755"/>
                </a:cubicBezTo>
                <a:close/>
                <a:moveTo>
                  <a:pt x="5216437" y="2580613"/>
                </a:moveTo>
                <a:cubicBezTo>
                  <a:pt x="5222162" y="2580329"/>
                  <a:pt x="5226570" y="2575475"/>
                  <a:pt x="5226306" y="2569751"/>
                </a:cubicBezTo>
                <a:cubicBezTo>
                  <a:pt x="5226021" y="2564026"/>
                  <a:pt x="5221148" y="2559617"/>
                  <a:pt x="5215442" y="2559901"/>
                </a:cubicBezTo>
                <a:cubicBezTo>
                  <a:pt x="5212580" y="2560034"/>
                  <a:pt x="5210041" y="2561320"/>
                  <a:pt x="5208254" y="2563284"/>
                </a:cubicBezTo>
                <a:lnTo>
                  <a:pt x="5205577" y="2570736"/>
                </a:lnTo>
                <a:lnTo>
                  <a:pt x="5208790" y="2577751"/>
                </a:lnTo>
                <a:cubicBezTo>
                  <a:pt x="5210658" y="2579529"/>
                  <a:pt x="5213182" y="2580613"/>
                  <a:pt x="5215939" y="2580613"/>
                </a:cubicBezTo>
                <a:cubicBezTo>
                  <a:pt x="5216098" y="2580613"/>
                  <a:pt x="5216277" y="2580613"/>
                  <a:pt x="5216437" y="2580613"/>
                </a:cubicBezTo>
                <a:close/>
                <a:moveTo>
                  <a:pt x="8747226" y="1286640"/>
                </a:moveTo>
                <a:cubicBezTo>
                  <a:pt x="8750424" y="1284304"/>
                  <a:pt x="8752917" y="1280949"/>
                  <a:pt x="8754153" y="1276868"/>
                </a:cubicBezTo>
                <a:cubicBezTo>
                  <a:pt x="8757193" y="1266877"/>
                  <a:pt x="8751557" y="1256334"/>
                  <a:pt x="8741565" y="1253293"/>
                </a:cubicBezTo>
                <a:cubicBezTo>
                  <a:pt x="8731572" y="1250253"/>
                  <a:pt x="8721012" y="1255907"/>
                  <a:pt x="8717971" y="1265881"/>
                </a:cubicBezTo>
                <a:cubicBezTo>
                  <a:pt x="8714950" y="1275873"/>
                  <a:pt x="8720586" y="1286433"/>
                  <a:pt x="8730578" y="1289474"/>
                </a:cubicBezTo>
                <a:cubicBezTo>
                  <a:pt x="8732408" y="1290025"/>
                  <a:pt x="8734258" y="1290292"/>
                  <a:pt x="8736072" y="1290292"/>
                </a:cubicBezTo>
                <a:cubicBezTo>
                  <a:pt x="8740126" y="1290292"/>
                  <a:pt x="8744027" y="1288976"/>
                  <a:pt x="8747226" y="1286640"/>
                </a:cubicBezTo>
                <a:close/>
                <a:moveTo>
                  <a:pt x="7019927" y="1928839"/>
                </a:moveTo>
                <a:cubicBezTo>
                  <a:pt x="7026130" y="1928092"/>
                  <a:pt x="7030558" y="1922474"/>
                  <a:pt x="7029829" y="1916251"/>
                </a:cubicBezTo>
                <a:cubicBezTo>
                  <a:pt x="7029100" y="1910047"/>
                  <a:pt x="7023464" y="1905619"/>
                  <a:pt x="7017260" y="1906348"/>
                </a:cubicBezTo>
                <a:cubicBezTo>
                  <a:pt x="7011036" y="1907095"/>
                  <a:pt x="7006610" y="1912732"/>
                  <a:pt x="7007339" y="1918936"/>
                </a:cubicBezTo>
                <a:cubicBezTo>
                  <a:pt x="7008032" y="1924679"/>
                  <a:pt x="7012922" y="1928910"/>
                  <a:pt x="7018575" y="1928910"/>
                </a:cubicBezTo>
                <a:cubicBezTo>
                  <a:pt x="7019019" y="1928910"/>
                  <a:pt x="7019464" y="1928892"/>
                  <a:pt x="7019927" y="1928839"/>
                </a:cubicBezTo>
                <a:close/>
                <a:moveTo>
                  <a:pt x="7384411" y="1795977"/>
                </a:moveTo>
                <a:cubicBezTo>
                  <a:pt x="7390669" y="1795977"/>
                  <a:pt x="7396021" y="1791194"/>
                  <a:pt x="7396608" y="1784847"/>
                </a:cubicBezTo>
                <a:cubicBezTo>
                  <a:pt x="7397248" y="1778091"/>
                  <a:pt x="7392270" y="1772118"/>
                  <a:pt x="7385532" y="1771495"/>
                </a:cubicBezTo>
                <a:cubicBezTo>
                  <a:pt x="7378775" y="1770873"/>
                  <a:pt x="7372801" y="1775833"/>
                  <a:pt x="7372179" y="1782572"/>
                </a:cubicBezTo>
                <a:cubicBezTo>
                  <a:pt x="7371557" y="1789328"/>
                  <a:pt x="7376517" y="1795301"/>
                  <a:pt x="7383274" y="1795923"/>
                </a:cubicBezTo>
                <a:cubicBezTo>
                  <a:pt x="7383647" y="1795977"/>
                  <a:pt x="7384038" y="1795977"/>
                  <a:pt x="7384411" y="1795977"/>
                </a:cubicBezTo>
                <a:close/>
                <a:moveTo>
                  <a:pt x="4951389" y="2690379"/>
                </a:moveTo>
                <a:cubicBezTo>
                  <a:pt x="4955817" y="2690379"/>
                  <a:pt x="4959761" y="2687251"/>
                  <a:pt x="4960634" y="2682735"/>
                </a:cubicBezTo>
                <a:cubicBezTo>
                  <a:pt x="4961611" y="2677632"/>
                  <a:pt x="4958269" y="2672690"/>
                  <a:pt x="4953167" y="2671694"/>
                </a:cubicBezTo>
                <a:cubicBezTo>
                  <a:pt x="4948062" y="2670699"/>
                  <a:pt x="4943121" y="2674058"/>
                  <a:pt x="4942128" y="2679162"/>
                </a:cubicBezTo>
                <a:cubicBezTo>
                  <a:pt x="4941131" y="2684264"/>
                  <a:pt x="4944472" y="2689206"/>
                  <a:pt x="4949593" y="2690202"/>
                </a:cubicBezTo>
                <a:cubicBezTo>
                  <a:pt x="4950197" y="2690327"/>
                  <a:pt x="4950802" y="2690380"/>
                  <a:pt x="4951389" y="2690379"/>
                </a:cubicBezTo>
                <a:close/>
                <a:moveTo>
                  <a:pt x="8211646" y="1494909"/>
                </a:moveTo>
                <a:cubicBezTo>
                  <a:pt x="8218225" y="1494909"/>
                  <a:pt x="8224394" y="1490820"/>
                  <a:pt x="8226758" y="1484260"/>
                </a:cubicBezTo>
                <a:cubicBezTo>
                  <a:pt x="8229762" y="1475921"/>
                  <a:pt x="8225424" y="1466712"/>
                  <a:pt x="8217069" y="1463724"/>
                </a:cubicBezTo>
                <a:cubicBezTo>
                  <a:pt x="8208731" y="1460720"/>
                  <a:pt x="8199521" y="1465058"/>
                  <a:pt x="8196533" y="1473397"/>
                </a:cubicBezTo>
                <a:cubicBezTo>
                  <a:pt x="8193529" y="1481752"/>
                  <a:pt x="8197867" y="1490944"/>
                  <a:pt x="8206206" y="1493949"/>
                </a:cubicBezTo>
                <a:cubicBezTo>
                  <a:pt x="8208002" y="1494590"/>
                  <a:pt x="8209832" y="1494909"/>
                  <a:pt x="8211646" y="1494909"/>
                </a:cubicBezTo>
                <a:close/>
                <a:moveTo>
                  <a:pt x="4627689" y="2816202"/>
                </a:moveTo>
                <a:cubicBezTo>
                  <a:pt x="4630176" y="2816202"/>
                  <a:pt x="4632611" y="2814958"/>
                  <a:pt x="4634053" y="2812699"/>
                </a:cubicBezTo>
                <a:cubicBezTo>
                  <a:pt x="4636257" y="2809179"/>
                  <a:pt x="4635224" y="2804521"/>
                  <a:pt x="4631706" y="2802299"/>
                </a:cubicBezTo>
                <a:cubicBezTo>
                  <a:pt x="4628203" y="2800094"/>
                  <a:pt x="4623545" y="2801125"/>
                  <a:pt x="4621323" y="2804646"/>
                </a:cubicBezTo>
                <a:cubicBezTo>
                  <a:pt x="4619100" y="2808149"/>
                  <a:pt x="4620149" y="2812806"/>
                  <a:pt x="4623652" y="2815029"/>
                </a:cubicBezTo>
                <a:cubicBezTo>
                  <a:pt x="4624914" y="2815811"/>
                  <a:pt x="4626300" y="2816202"/>
                  <a:pt x="4627689" y="2816202"/>
                </a:cubicBezTo>
                <a:close/>
                <a:moveTo>
                  <a:pt x="7649015" y="1709270"/>
                </a:moveTo>
                <a:cubicBezTo>
                  <a:pt x="7655060" y="1709270"/>
                  <a:pt x="7660518" y="1705092"/>
                  <a:pt x="7661887" y="1698940"/>
                </a:cubicBezTo>
                <a:cubicBezTo>
                  <a:pt x="7663488" y="1691810"/>
                  <a:pt x="7658989" y="1684753"/>
                  <a:pt x="7651878" y="1683152"/>
                </a:cubicBezTo>
                <a:cubicBezTo>
                  <a:pt x="7644748" y="1681570"/>
                  <a:pt x="7637690" y="1686050"/>
                  <a:pt x="7636089" y="1693179"/>
                </a:cubicBezTo>
                <a:cubicBezTo>
                  <a:pt x="7634508" y="1700291"/>
                  <a:pt x="7638988" y="1707367"/>
                  <a:pt x="7646117" y="1708949"/>
                </a:cubicBezTo>
                <a:cubicBezTo>
                  <a:pt x="7647078" y="1709163"/>
                  <a:pt x="7648055" y="1709270"/>
                  <a:pt x="7649015" y="1709270"/>
                </a:cubicBezTo>
                <a:close/>
                <a:moveTo>
                  <a:pt x="3991984" y="3053781"/>
                </a:moveTo>
                <a:cubicBezTo>
                  <a:pt x="3992641" y="3053781"/>
                  <a:pt x="3993264" y="3053443"/>
                  <a:pt x="3993603" y="3052839"/>
                </a:cubicBezTo>
                <a:cubicBezTo>
                  <a:pt x="3994098" y="3051950"/>
                  <a:pt x="3993779" y="3050830"/>
                  <a:pt x="3992891" y="3050350"/>
                </a:cubicBezTo>
                <a:cubicBezTo>
                  <a:pt x="3992001" y="3049852"/>
                  <a:pt x="3990881" y="3050172"/>
                  <a:pt x="3990401" y="3051061"/>
                </a:cubicBezTo>
                <a:cubicBezTo>
                  <a:pt x="3989904" y="3051932"/>
                  <a:pt x="3990224" y="3053070"/>
                  <a:pt x="3991113" y="3053549"/>
                </a:cubicBezTo>
                <a:cubicBezTo>
                  <a:pt x="3991380" y="3053710"/>
                  <a:pt x="3991700" y="3053781"/>
                  <a:pt x="3991984" y="3053781"/>
                </a:cubicBezTo>
                <a:close/>
                <a:moveTo>
                  <a:pt x="5311554" y="2572933"/>
                </a:moveTo>
                <a:cubicBezTo>
                  <a:pt x="5317245" y="2572292"/>
                  <a:pt x="5321331" y="2567155"/>
                  <a:pt x="5320710" y="2561466"/>
                </a:cubicBezTo>
                <a:cubicBezTo>
                  <a:pt x="5320072" y="2555776"/>
                  <a:pt x="5314931" y="2551688"/>
                  <a:pt x="5309243" y="2552309"/>
                </a:cubicBezTo>
                <a:cubicBezTo>
                  <a:pt x="5303553" y="2552949"/>
                  <a:pt x="5299465" y="2558069"/>
                  <a:pt x="5300086" y="2563776"/>
                </a:cubicBezTo>
                <a:cubicBezTo>
                  <a:pt x="5300673" y="2569075"/>
                  <a:pt x="5305172" y="2572986"/>
                  <a:pt x="5310380" y="2572986"/>
                </a:cubicBezTo>
                <a:cubicBezTo>
                  <a:pt x="5310770" y="2572986"/>
                  <a:pt x="5311164" y="2572969"/>
                  <a:pt x="5311554" y="2572933"/>
                </a:cubicBezTo>
                <a:close/>
                <a:moveTo>
                  <a:pt x="4784728" y="2768731"/>
                </a:moveTo>
                <a:cubicBezTo>
                  <a:pt x="4788052" y="2768732"/>
                  <a:pt x="4791199" y="2766776"/>
                  <a:pt x="4792569" y="2763523"/>
                </a:cubicBezTo>
                <a:cubicBezTo>
                  <a:pt x="4794363" y="2759202"/>
                  <a:pt x="4792322" y="2754241"/>
                  <a:pt x="4787999" y="2752428"/>
                </a:cubicBezTo>
                <a:cubicBezTo>
                  <a:pt x="4783679" y="2750632"/>
                  <a:pt x="4778720" y="2752677"/>
                  <a:pt x="4776924" y="2756998"/>
                </a:cubicBezTo>
                <a:cubicBezTo>
                  <a:pt x="4775110" y="2761318"/>
                  <a:pt x="4777155" y="2766278"/>
                  <a:pt x="4781475" y="2768074"/>
                </a:cubicBezTo>
                <a:cubicBezTo>
                  <a:pt x="4782542" y="2768518"/>
                  <a:pt x="4783643" y="2768731"/>
                  <a:pt x="4784728" y="2768731"/>
                </a:cubicBezTo>
                <a:close/>
                <a:moveTo>
                  <a:pt x="8595244" y="1372643"/>
                </a:moveTo>
                <a:cubicBezTo>
                  <a:pt x="8602782" y="1372643"/>
                  <a:pt x="8609805" y="1367844"/>
                  <a:pt x="8612294" y="1360305"/>
                </a:cubicBezTo>
                <a:cubicBezTo>
                  <a:pt x="8615388" y="1350882"/>
                  <a:pt x="8610285" y="1340731"/>
                  <a:pt x="8600862" y="1337619"/>
                </a:cubicBezTo>
                <a:cubicBezTo>
                  <a:pt x="8591439" y="1334508"/>
                  <a:pt x="8581287" y="1339628"/>
                  <a:pt x="8578176" y="1349051"/>
                </a:cubicBezTo>
                <a:cubicBezTo>
                  <a:pt x="8575083" y="1358474"/>
                  <a:pt x="8580204" y="1368625"/>
                  <a:pt x="8589609" y="1371736"/>
                </a:cubicBezTo>
                <a:cubicBezTo>
                  <a:pt x="8591474" y="1372341"/>
                  <a:pt x="8593377" y="1372644"/>
                  <a:pt x="8595244" y="1372643"/>
                </a:cubicBezTo>
                <a:close/>
                <a:moveTo>
                  <a:pt x="4206131" y="2984408"/>
                </a:moveTo>
                <a:cubicBezTo>
                  <a:pt x="4207234" y="2984408"/>
                  <a:pt x="4208335" y="2983928"/>
                  <a:pt x="4209064" y="2982986"/>
                </a:cubicBezTo>
                <a:cubicBezTo>
                  <a:pt x="4210345" y="2981369"/>
                  <a:pt x="4210060" y="2979021"/>
                  <a:pt x="4208443" y="2977741"/>
                </a:cubicBezTo>
                <a:cubicBezTo>
                  <a:pt x="4206824" y="2976479"/>
                  <a:pt x="4204478" y="2976745"/>
                  <a:pt x="4203198" y="2978363"/>
                </a:cubicBezTo>
                <a:cubicBezTo>
                  <a:pt x="4201918" y="2979999"/>
                  <a:pt x="4202203" y="2982346"/>
                  <a:pt x="4203819" y="2983608"/>
                </a:cubicBezTo>
                <a:cubicBezTo>
                  <a:pt x="4204512" y="2984159"/>
                  <a:pt x="4205331" y="2984408"/>
                  <a:pt x="4206131" y="2984408"/>
                </a:cubicBezTo>
                <a:close/>
                <a:moveTo>
                  <a:pt x="8060615" y="1570967"/>
                </a:moveTo>
                <a:cubicBezTo>
                  <a:pt x="8066891" y="1570967"/>
                  <a:pt x="8072758" y="1567038"/>
                  <a:pt x="8074909" y="1560780"/>
                </a:cubicBezTo>
                <a:cubicBezTo>
                  <a:pt x="8077629" y="1552886"/>
                  <a:pt x="8073434" y="1544281"/>
                  <a:pt x="8065540" y="1541578"/>
                </a:cubicBezTo>
                <a:cubicBezTo>
                  <a:pt x="8057646" y="1538858"/>
                  <a:pt x="8049039" y="1543054"/>
                  <a:pt x="8046339" y="1550948"/>
                </a:cubicBezTo>
                <a:cubicBezTo>
                  <a:pt x="8043619" y="1558842"/>
                  <a:pt x="8047797" y="1567429"/>
                  <a:pt x="8055708" y="1570150"/>
                </a:cubicBezTo>
                <a:cubicBezTo>
                  <a:pt x="8057326" y="1570718"/>
                  <a:pt x="8058980" y="1570967"/>
                  <a:pt x="8060615" y="1570967"/>
                </a:cubicBezTo>
                <a:close/>
                <a:moveTo>
                  <a:pt x="7114315" y="1920269"/>
                </a:moveTo>
                <a:cubicBezTo>
                  <a:pt x="7120556" y="1919878"/>
                  <a:pt x="7125284" y="1914509"/>
                  <a:pt x="7124894" y="1908268"/>
                </a:cubicBezTo>
                <a:cubicBezTo>
                  <a:pt x="7124502" y="1902028"/>
                  <a:pt x="7119132" y="1897299"/>
                  <a:pt x="7112893" y="1897690"/>
                </a:cubicBezTo>
                <a:cubicBezTo>
                  <a:pt x="7106651" y="1898081"/>
                  <a:pt x="7101905" y="1903450"/>
                  <a:pt x="7102313" y="1909691"/>
                </a:cubicBezTo>
                <a:cubicBezTo>
                  <a:pt x="7102670" y="1915700"/>
                  <a:pt x="7107665" y="1920305"/>
                  <a:pt x="7113605" y="1920305"/>
                </a:cubicBezTo>
                <a:cubicBezTo>
                  <a:pt x="7113835" y="1920305"/>
                  <a:pt x="7114065" y="1920305"/>
                  <a:pt x="7114315" y="1920269"/>
                </a:cubicBezTo>
                <a:close/>
                <a:moveTo>
                  <a:pt x="4412492" y="2913398"/>
                </a:moveTo>
                <a:cubicBezTo>
                  <a:pt x="4414109" y="2913399"/>
                  <a:pt x="4415691" y="2912723"/>
                  <a:pt x="4416812" y="2911390"/>
                </a:cubicBezTo>
                <a:cubicBezTo>
                  <a:pt x="4418803" y="2908990"/>
                  <a:pt x="4418484" y="2905434"/>
                  <a:pt x="4416100" y="2903461"/>
                </a:cubicBezTo>
                <a:cubicBezTo>
                  <a:pt x="4413717" y="2901451"/>
                  <a:pt x="4410162" y="2901772"/>
                  <a:pt x="4408171" y="2904172"/>
                </a:cubicBezTo>
                <a:cubicBezTo>
                  <a:pt x="4406179" y="2906554"/>
                  <a:pt x="4406500" y="2910092"/>
                  <a:pt x="4408883" y="2912102"/>
                </a:cubicBezTo>
                <a:cubicBezTo>
                  <a:pt x="4409932" y="2912972"/>
                  <a:pt x="4411211" y="2913399"/>
                  <a:pt x="4412492" y="2913398"/>
                </a:cubicBezTo>
                <a:close/>
                <a:moveTo>
                  <a:pt x="5405961" y="2559759"/>
                </a:moveTo>
                <a:cubicBezTo>
                  <a:pt x="5411613" y="2558817"/>
                  <a:pt x="5415435" y="2553483"/>
                  <a:pt x="5414492" y="2547829"/>
                </a:cubicBezTo>
                <a:cubicBezTo>
                  <a:pt x="5413551" y="2542175"/>
                  <a:pt x="5408216" y="2538354"/>
                  <a:pt x="5402564" y="2539295"/>
                </a:cubicBezTo>
                <a:cubicBezTo>
                  <a:pt x="5396910" y="2540237"/>
                  <a:pt x="5393088" y="2545571"/>
                  <a:pt x="5394030" y="2551224"/>
                </a:cubicBezTo>
                <a:cubicBezTo>
                  <a:pt x="5394866" y="2556310"/>
                  <a:pt x="5399258" y="2559901"/>
                  <a:pt x="5404254" y="2559901"/>
                </a:cubicBezTo>
                <a:cubicBezTo>
                  <a:pt x="5404823" y="2559901"/>
                  <a:pt x="5405391" y="2559848"/>
                  <a:pt x="5405961" y="2559759"/>
                </a:cubicBezTo>
                <a:close/>
                <a:moveTo>
                  <a:pt x="7904782" y="1649141"/>
                </a:moveTo>
                <a:cubicBezTo>
                  <a:pt x="7910828" y="1649141"/>
                  <a:pt x="7916428" y="1645248"/>
                  <a:pt x="7918313" y="1639167"/>
                </a:cubicBezTo>
                <a:cubicBezTo>
                  <a:pt x="7920623" y="1631699"/>
                  <a:pt x="7916446" y="1623753"/>
                  <a:pt x="7908978" y="1621442"/>
                </a:cubicBezTo>
                <a:cubicBezTo>
                  <a:pt x="7901494" y="1619130"/>
                  <a:pt x="7893564" y="1623308"/>
                  <a:pt x="7891253" y="1630775"/>
                </a:cubicBezTo>
                <a:cubicBezTo>
                  <a:pt x="7888924" y="1638260"/>
                  <a:pt x="7893101" y="1646190"/>
                  <a:pt x="7900587" y="1648501"/>
                </a:cubicBezTo>
                <a:cubicBezTo>
                  <a:pt x="7901974" y="1648927"/>
                  <a:pt x="7903395" y="1649141"/>
                  <a:pt x="7904782" y="1649141"/>
                </a:cubicBezTo>
                <a:close/>
                <a:moveTo>
                  <a:pt x="3919179" y="3112700"/>
                </a:moveTo>
                <a:cubicBezTo>
                  <a:pt x="3919498" y="3112700"/>
                  <a:pt x="3919820" y="3112522"/>
                  <a:pt x="3919980" y="3112220"/>
                </a:cubicBezTo>
                <a:cubicBezTo>
                  <a:pt x="3920210" y="3111793"/>
                  <a:pt x="3920033" y="3111242"/>
                  <a:pt x="3919589" y="3111029"/>
                </a:cubicBezTo>
                <a:cubicBezTo>
                  <a:pt x="3919162" y="3110798"/>
                  <a:pt x="3918627" y="3110976"/>
                  <a:pt x="3918397" y="3111402"/>
                </a:cubicBezTo>
                <a:cubicBezTo>
                  <a:pt x="3918166" y="3111847"/>
                  <a:pt x="3918342" y="3112380"/>
                  <a:pt x="3918787" y="3112611"/>
                </a:cubicBezTo>
                <a:cubicBezTo>
                  <a:pt x="3918912" y="3112664"/>
                  <a:pt x="3919054" y="3112700"/>
                  <a:pt x="3919179" y="3112700"/>
                </a:cubicBezTo>
                <a:close/>
                <a:moveTo>
                  <a:pt x="7479742" y="1807195"/>
                </a:moveTo>
                <a:cubicBezTo>
                  <a:pt x="7485751" y="1807195"/>
                  <a:pt x="7490996" y="1802786"/>
                  <a:pt x="7491867" y="1796670"/>
                </a:cubicBezTo>
                <a:cubicBezTo>
                  <a:pt x="7492827" y="1789949"/>
                  <a:pt x="7488152" y="1783745"/>
                  <a:pt x="7481448" y="1782785"/>
                </a:cubicBezTo>
                <a:cubicBezTo>
                  <a:pt x="7474746" y="1781825"/>
                  <a:pt x="7468541" y="1786500"/>
                  <a:pt x="7467581" y="1793203"/>
                </a:cubicBezTo>
                <a:cubicBezTo>
                  <a:pt x="7466622" y="1799906"/>
                  <a:pt x="7471280" y="1806129"/>
                  <a:pt x="7477999" y="1807071"/>
                </a:cubicBezTo>
                <a:cubicBezTo>
                  <a:pt x="7478587" y="1807160"/>
                  <a:pt x="7479155" y="1807195"/>
                  <a:pt x="7479742" y="1807195"/>
                </a:cubicBezTo>
                <a:close/>
                <a:moveTo>
                  <a:pt x="8451519" y="1451706"/>
                </a:moveTo>
                <a:cubicBezTo>
                  <a:pt x="8458542" y="1451706"/>
                  <a:pt x="8465120" y="1447314"/>
                  <a:pt x="8467574" y="1440292"/>
                </a:cubicBezTo>
                <a:cubicBezTo>
                  <a:pt x="8470667" y="1431420"/>
                  <a:pt x="8465974" y="1421731"/>
                  <a:pt x="8457120" y="1418637"/>
                </a:cubicBezTo>
                <a:cubicBezTo>
                  <a:pt x="8448248" y="1415543"/>
                  <a:pt x="8438541" y="1420220"/>
                  <a:pt x="8435447" y="1429091"/>
                </a:cubicBezTo>
                <a:cubicBezTo>
                  <a:pt x="8432354" y="1437963"/>
                  <a:pt x="8437048" y="1447652"/>
                  <a:pt x="8445919" y="1450747"/>
                </a:cubicBezTo>
                <a:cubicBezTo>
                  <a:pt x="8447768" y="1451404"/>
                  <a:pt x="8449652" y="1451706"/>
                  <a:pt x="8451519" y="1451706"/>
                </a:cubicBezTo>
                <a:close/>
                <a:moveTo>
                  <a:pt x="5044620" y="2703697"/>
                </a:moveTo>
                <a:cubicBezTo>
                  <a:pt x="5049422" y="2703697"/>
                  <a:pt x="5053528" y="2700034"/>
                  <a:pt x="5053990" y="2695162"/>
                </a:cubicBezTo>
                <a:cubicBezTo>
                  <a:pt x="5054490" y="2689971"/>
                  <a:pt x="5050684" y="2685384"/>
                  <a:pt x="5045510" y="2684886"/>
                </a:cubicBezTo>
                <a:cubicBezTo>
                  <a:pt x="5040318" y="2684389"/>
                  <a:pt x="5035732" y="2688194"/>
                  <a:pt x="5035234" y="2693367"/>
                </a:cubicBezTo>
                <a:cubicBezTo>
                  <a:pt x="5034736" y="2698559"/>
                  <a:pt x="5038541" y="2703145"/>
                  <a:pt x="5043732" y="2703643"/>
                </a:cubicBezTo>
                <a:cubicBezTo>
                  <a:pt x="5044033" y="2703697"/>
                  <a:pt x="5044319" y="2703696"/>
                  <a:pt x="5044620" y="2703697"/>
                </a:cubicBezTo>
                <a:close/>
                <a:moveTo>
                  <a:pt x="5499530" y="2541962"/>
                </a:moveTo>
                <a:cubicBezTo>
                  <a:pt x="5505131" y="2540753"/>
                  <a:pt x="5508707" y="2535242"/>
                  <a:pt x="5507514" y="2529641"/>
                </a:cubicBezTo>
                <a:cubicBezTo>
                  <a:pt x="5506321" y="2524041"/>
                  <a:pt x="5500811" y="2520467"/>
                  <a:pt x="5495208" y="2521658"/>
                </a:cubicBezTo>
                <a:cubicBezTo>
                  <a:pt x="5489610" y="2522868"/>
                  <a:pt x="5486034" y="2528379"/>
                  <a:pt x="5487227" y="2533980"/>
                </a:cubicBezTo>
                <a:cubicBezTo>
                  <a:pt x="5488259" y="2538851"/>
                  <a:pt x="5492578" y="2542176"/>
                  <a:pt x="5497362" y="2542176"/>
                </a:cubicBezTo>
                <a:cubicBezTo>
                  <a:pt x="5498074" y="2542175"/>
                  <a:pt x="5498801" y="2542104"/>
                  <a:pt x="5499530" y="2541962"/>
                </a:cubicBezTo>
                <a:close/>
                <a:moveTo>
                  <a:pt x="7209023" y="1916981"/>
                </a:moveTo>
                <a:cubicBezTo>
                  <a:pt x="7215282" y="1916945"/>
                  <a:pt x="7220313" y="1911824"/>
                  <a:pt x="7220259" y="1905584"/>
                </a:cubicBezTo>
                <a:cubicBezTo>
                  <a:pt x="7220224" y="1899326"/>
                  <a:pt x="7215121" y="1894294"/>
                  <a:pt x="7208863" y="1894347"/>
                </a:cubicBezTo>
                <a:cubicBezTo>
                  <a:pt x="7202605" y="1894383"/>
                  <a:pt x="7197573" y="1899486"/>
                  <a:pt x="7197627" y="1905743"/>
                </a:cubicBezTo>
                <a:cubicBezTo>
                  <a:pt x="7197661" y="1911966"/>
                  <a:pt x="7202729" y="1916980"/>
                  <a:pt x="7208951" y="1916981"/>
                </a:cubicBezTo>
                <a:close/>
                <a:moveTo>
                  <a:pt x="4137362" y="3044340"/>
                </a:moveTo>
                <a:cubicBezTo>
                  <a:pt x="4138198" y="3044340"/>
                  <a:pt x="4139033" y="3043967"/>
                  <a:pt x="4139583" y="3043255"/>
                </a:cubicBezTo>
                <a:cubicBezTo>
                  <a:pt x="4140509" y="3042029"/>
                  <a:pt x="4140296" y="3040286"/>
                  <a:pt x="4139069" y="3039344"/>
                </a:cubicBezTo>
                <a:cubicBezTo>
                  <a:pt x="4137860" y="3038419"/>
                  <a:pt x="4136100" y="3038633"/>
                  <a:pt x="4135175" y="3039860"/>
                </a:cubicBezTo>
                <a:cubicBezTo>
                  <a:pt x="4134234" y="3041068"/>
                  <a:pt x="4134447" y="3042829"/>
                  <a:pt x="4135672" y="3043771"/>
                </a:cubicBezTo>
                <a:cubicBezTo>
                  <a:pt x="4136172" y="3044162"/>
                  <a:pt x="4136775" y="3044340"/>
                  <a:pt x="4137362" y="3044340"/>
                </a:cubicBezTo>
                <a:close/>
                <a:moveTo>
                  <a:pt x="4555061" y="2897397"/>
                </a:moveTo>
                <a:cubicBezTo>
                  <a:pt x="4557070" y="2897397"/>
                  <a:pt x="4559061" y="2896491"/>
                  <a:pt x="4560341" y="2894730"/>
                </a:cubicBezTo>
                <a:cubicBezTo>
                  <a:pt x="4562510" y="2891815"/>
                  <a:pt x="4561887" y="2887690"/>
                  <a:pt x="4558972" y="2885539"/>
                </a:cubicBezTo>
                <a:cubicBezTo>
                  <a:pt x="4556055" y="2883370"/>
                  <a:pt x="4551932" y="2883992"/>
                  <a:pt x="4549780" y="2886908"/>
                </a:cubicBezTo>
                <a:cubicBezTo>
                  <a:pt x="4547613" y="2889841"/>
                  <a:pt x="4548235" y="2893948"/>
                  <a:pt x="4551149" y="2896117"/>
                </a:cubicBezTo>
                <a:cubicBezTo>
                  <a:pt x="4552323" y="2896989"/>
                  <a:pt x="4553692" y="2897397"/>
                  <a:pt x="4555061" y="2897397"/>
                </a:cubicBezTo>
                <a:close/>
                <a:moveTo>
                  <a:pt x="5592211" y="2520183"/>
                </a:moveTo>
                <a:cubicBezTo>
                  <a:pt x="5597760" y="2518778"/>
                  <a:pt x="5601119" y="2513124"/>
                  <a:pt x="5599696" y="2507578"/>
                </a:cubicBezTo>
                <a:cubicBezTo>
                  <a:pt x="5598273" y="2502031"/>
                  <a:pt x="5592639" y="2498671"/>
                  <a:pt x="5587073" y="2500093"/>
                </a:cubicBezTo>
                <a:cubicBezTo>
                  <a:pt x="5581527" y="2501515"/>
                  <a:pt x="5578184" y="2507151"/>
                  <a:pt x="5579606" y="2512698"/>
                </a:cubicBezTo>
                <a:cubicBezTo>
                  <a:pt x="5580798" y="2517391"/>
                  <a:pt x="5585010" y="2520521"/>
                  <a:pt x="5589651" y="2520521"/>
                </a:cubicBezTo>
                <a:cubicBezTo>
                  <a:pt x="5590488" y="2520521"/>
                  <a:pt x="5591359" y="2520414"/>
                  <a:pt x="5592211" y="2520183"/>
                </a:cubicBezTo>
                <a:close/>
                <a:moveTo>
                  <a:pt x="7742870" y="1731991"/>
                </a:moveTo>
                <a:cubicBezTo>
                  <a:pt x="7748755" y="1731991"/>
                  <a:pt x="7754106" y="1728044"/>
                  <a:pt x="7755653" y="1722088"/>
                </a:cubicBezTo>
                <a:cubicBezTo>
                  <a:pt x="7757485" y="1715031"/>
                  <a:pt x="7753253" y="1707811"/>
                  <a:pt x="7746176" y="1705981"/>
                </a:cubicBezTo>
                <a:cubicBezTo>
                  <a:pt x="7739119" y="1704150"/>
                  <a:pt x="7731900" y="1708381"/>
                  <a:pt x="7730070" y="1715457"/>
                </a:cubicBezTo>
                <a:cubicBezTo>
                  <a:pt x="7728238" y="1722515"/>
                  <a:pt x="7732469" y="1729715"/>
                  <a:pt x="7739528" y="1731564"/>
                </a:cubicBezTo>
                <a:lnTo>
                  <a:pt x="7739545" y="1731564"/>
                </a:lnTo>
                <a:cubicBezTo>
                  <a:pt x="7740648" y="1731849"/>
                  <a:pt x="7741767" y="1731991"/>
                  <a:pt x="7742870" y="1731991"/>
                </a:cubicBezTo>
                <a:close/>
                <a:moveTo>
                  <a:pt x="4343757" y="2980478"/>
                </a:moveTo>
                <a:cubicBezTo>
                  <a:pt x="4345039" y="2980478"/>
                  <a:pt x="4346336" y="2979945"/>
                  <a:pt x="4347261" y="2978896"/>
                </a:cubicBezTo>
                <a:cubicBezTo>
                  <a:pt x="4348967" y="2976959"/>
                  <a:pt x="4348806" y="2974007"/>
                  <a:pt x="4346870" y="2972300"/>
                </a:cubicBezTo>
                <a:cubicBezTo>
                  <a:pt x="4344932" y="2970576"/>
                  <a:pt x="4341979" y="2970754"/>
                  <a:pt x="4340256" y="2972674"/>
                </a:cubicBezTo>
                <a:cubicBezTo>
                  <a:pt x="4338531" y="2974611"/>
                  <a:pt x="4338708" y="2977563"/>
                  <a:pt x="4340646" y="2979287"/>
                </a:cubicBezTo>
                <a:cubicBezTo>
                  <a:pt x="4341536" y="2980087"/>
                  <a:pt x="4342656" y="2980478"/>
                  <a:pt x="4343757" y="2980478"/>
                </a:cubicBezTo>
                <a:close/>
                <a:moveTo>
                  <a:pt x="6483591" y="2195611"/>
                </a:moveTo>
                <a:cubicBezTo>
                  <a:pt x="6488960" y="2193620"/>
                  <a:pt x="6491697" y="2187646"/>
                  <a:pt x="6489724" y="2182277"/>
                </a:cubicBezTo>
                <a:cubicBezTo>
                  <a:pt x="6487733" y="2176908"/>
                  <a:pt x="6481759" y="2174170"/>
                  <a:pt x="6476389" y="2176143"/>
                </a:cubicBezTo>
                <a:cubicBezTo>
                  <a:pt x="6471020" y="2178135"/>
                  <a:pt x="6468283" y="2184109"/>
                  <a:pt x="6470256" y="2189478"/>
                </a:cubicBezTo>
                <a:cubicBezTo>
                  <a:pt x="6471821" y="2193656"/>
                  <a:pt x="6475768" y="2196252"/>
                  <a:pt x="6479999" y="2196251"/>
                </a:cubicBezTo>
                <a:cubicBezTo>
                  <a:pt x="6481190" y="2196252"/>
                  <a:pt x="6482400" y="2196038"/>
                  <a:pt x="6483591" y="2195611"/>
                </a:cubicBezTo>
                <a:close/>
                <a:moveTo>
                  <a:pt x="8304222" y="1528156"/>
                </a:moveTo>
                <a:cubicBezTo>
                  <a:pt x="8310817" y="1528155"/>
                  <a:pt x="8316986" y="1524067"/>
                  <a:pt x="8319334" y="1517506"/>
                </a:cubicBezTo>
                <a:cubicBezTo>
                  <a:pt x="8322320" y="1509150"/>
                  <a:pt x="8317982" y="1499958"/>
                  <a:pt x="8309626" y="1496971"/>
                </a:cubicBezTo>
                <a:cubicBezTo>
                  <a:pt x="8301270" y="1493985"/>
                  <a:pt x="8292078" y="1498322"/>
                  <a:pt x="8289091" y="1506678"/>
                </a:cubicBezTo>
                <a:cubicBezTo>
                  <a:pt x="8286105" y="1515035"/>
                  <a:pt x="8290460" y="1524227"/>
                  <a:pt x="8298798" y="1527213"/>
                </a:cubicBezTo>
                <a:cubicBezTo>
                  <a:pt x="8300594" y="1527853"/>
                  <a:pt x="8302425" y="1528156"/>
                  <a:pt x="8304222" y="1528156"/>
                </a:cubicBezTo>
                <a:close/>
                <a:moveTo>
                  <a:pt x="6572664" y="2163823"/>
                </a:moveTo>
                <a:cubicBezTo>
                  <a:pt x="6578085" y="2161973"/>
                  <a:pt x="6580983" y="2156071"/>
                  <a:pt x="6579117" y="2150649"/>
                </a:cubicBezTo>
                <a:cubicBezTo>
                  <a:pt x="6577268" y="2145243"/>
                  <a:pt x="6571365" y="2142346"/>
                  <a:pt x="6565942" y="2144213"/>
                </a:cubicBezTo>
                <a:cubicBezTo>
                  <a:pt x="6560537" y="2146062"/>
                  <a:pt x="6557640" y="2151964"/>
                  <a:pt x="6559506" y="2157387"/>
                </a:cubicBezTo>
                <a:cubicBezTo>
                  <a:pt x="6560964" y="2161689"/>
                  <a:pt x="6565000" y="2164392"/>
                  <a:pt x="6569302" y="2164392"/>
                </a:cubicBezTo>
                <a:cubicBezTo>
                  <a:pt x="6570423" y="2164392"/>
                  <a:pt x="6571561" y="2164213"/>
                  <a:pt x="6572664" y="2163823"/>
                </a:cubicBezTo>
                <a:close/>
                <a:moveTo>
                  <a:pt x="6395122" y="2229267"/>
                </a:moveTo>
                <a:cubicBezTo>
                  <a:pt x="6400474" y="2227186"/>
                  <a:pt x="6403106" y="2221177"/>
                  <a:pt x="6401026" y="2215844"/>
                </a:cubicBezTo>
                <a:cubicBezTo>
                  <a:pt x="6398945" y="2210493"/>
                  <a:pt x="6392918" y="2207861"/>
                  <a:pt x="6387584" y="2209941"/>
                </a:cubicBezTo>
                <a:cubicBezTo>
                  <a:pt x="6382251" y="2212039"/>
                  <a:pt x="6379619" y="2218048"/>
                  <a:pt x="6381700" y="2223381"/>
                </a:cubicBezTo>
                <a:cubicBezTo>
                  <a:pt x="6383299" y="2227471"/>
                  <a:pt x="6387211" y="2229978"/>
                  <a:pt x="6391372" y="2229978"/>
                </a:cubicBezTo>
                <a:cubicBezTo>
                  <a:pt x="6392617" y="2229978"/>
                  <a:pt x="6393896" y="2229747"/>
                  <a:pt x="6395122" y="2229267"/>
                </a:cubicBezTo>
                <a:close/>
                <a:moveTo>
                  <a:pt x="6307136" y="2264273"/>
                </a:moveTo>
                <a:cubicBezTo>
                  <a:pt x="6312450" y="2262122"/>
                  <a:pt x="6315010" y="2256077"/>
                  <a:pt x="6312859" y="2250780"/>
                </a:cubicBezTo>
                <a:cubicBezTo>
                  <a:pt x="6310726" y="2245463"/>
                  <a:pt x="6304681" y="2242903"/>
                  <a:pt x="6299366" y="2245055"/>
                </a:cubicBezTo>
                <a:cubicBezTo>
                  <a:pt x="6294049" y="2247206"/>
                  <a:pt x="6291489" y="2253251"/>
                  <a:pt x="6293640" y="2258549"/>
                </a:cubicBezTo>
                <a:cubicBezTo>
                  <a:pt x="6295277" y="2262585"/>
                  <a:pt x="6299152" y="2265038"/>
                  <a:pt x="6303260" y="2265037"/>
                </a:cubicBezTo>
                <a:cubicBezTo>
                  <a:pt x="6304556" y="2265038"/>
                  <a:pt x="6305854" y="2264789"/>
                  <a:pt x="6307136" y="2264273"/>
                </a:cubicBezTo>
                <a:close/>
                <a:moveTo>
                  <a:pt x="6662516" y="2134523"/>
                </a:moveTo>
                <a:cubicBezTo>
                  <a:pt x="6667993" y="2132834"/>
                  <a:pt x="6671068" y="2127021"/>
                  <a:pt x="6669380" y="2121563"/>
                </a:cubicBezTo>
                <a:cubicBezTo>
                  <a:pt x="6667691" y="2116086"/>
                  <a:pt x="6661877" y="2113010"/>
                  <a:pt x="6656401" y="2114700"/>
                </a:cubicBezTo>
                <a:cubicBezTo>
                  <a:pt x="6650943" y="2116388"/>
                  <a:pt x="6647867" y="2122202"/>
                  <a:pt x="6649557" y="2127678"/>
                </a:cubicBezTo>
                <a:lnTo>
                  <a:pt x="6649539" y="2127678"/>
                </a:lnTo>
                <a:cubicBezTo>
                  <a:pt x="6650907" y="2132123"/>
                  <a:pt x="6655015" y="2134985"/>
                  <a:pt x="6659441" y="2134985"/>
                </a:cubicBezTo>
                <a:cubicBezTo>
                  <a:pt x="6660455" y="2134985"/>
                  <a:pt x="6661487" y="2134844"/>
                  <a:pt x="6662516" y="2134523"/>
                </a:cubicBezTo>
                <a:close/>
                <a:moveTo>
                  <a:pt x="5683966" y="2495043"/>
                </a:moveTo>
                <a:cubicBezTo>
                  <a:pt x="5689478" y="2493444"/>
                  <a:pt x="5692625" y="2487683"/>
                  <a:pt x="5691025" y="2482189"/>
                </a:cubicBezTo>
                <a:cubicBezTo>
                  <a:pt x="5689424" y="2476678"/>
                  <a:pt x="5683664" y="2473531"/>
                  <a:pt x="5678170" y="2475132"/>
                </a:cubicBezTo>
                <a:cubicBezTo>
                  <a:pt x="5672659" y="2476749"/>
                  <a:pt x="5669512" y="2482491"/>
                  <a:pt x="5671112" y="2488002"/>
                </a:cubicBezTo>
                <a:lnTo>
                  <a:pt x="5671094" y="2488003"/>
                </a:lnTo>
                <a:cubicBezTo>
                  <a:pt x="5672428" y="2492519"/>
                  <a:pt x="5676553" y="2495452"/>
                  <a:pt x="5681051" y="2495470"/>
                </a:cubicBezTo>
                <a:cubicBezTo>
                  <a:pt x="5682011" y="2495470"/>
                  <a:pt x="5682989" y="2495328"/>
                  <a:pt x="5683966" y="2495043"/>
                </a:cubicBezTo>
                <a:close/>
                <a:moveTo>
                  <a:pt x="6219342" y="2300044"/>
                </a:moveTo>
                <a:cubicBezTo>
                  <a:pt x="6224641" y="2297893"/>
                  <a:pt x="6227201" y="2291848"/>
                  <a:pt x="6225050" y="2286532"/>
                </a:cubicBezTo>
                <a:cubicBezTo>
                  <a:pt x="6222881" y="2281234"/>
                  <a:pt x="6216835" y="2278674"/>
                  <a:pt x="6211538" y="2280844"/>
                </a:cubicBezTo>
                <a:cubicBezTo>
                  <a:pt x="6206221" y="2282995"/>
                  <a:pt x="6203680" y="2289058"/>
                  <a:pt x="6205831" y="2294356"/>
                </a:cubicBezTo>
                <a:cubicBezTo>
                  <a:pt x="6207466" y="2298373"/>
                  <a:pt x="6211342" y="2300827"/>
                  <a:pt x="6215449" y="2300827"/>
                </a:cubicBezTo>
                <a:cubicBezTo>
                  <a:pt x="6216746" y="2300827"/>
                  <a:pt x="6218063" y="2300578"/>
                  <a:pt x="6219342" y="2300044"/>
                </a:cubicBezTo>
                <a:close/>
                <a:moveTo>
                  <a:pt x="6131319" y="2335550"/>
                </a:moveTo>
                <a:cubicBezTo>
                  <a:pt x="6136636" y="2333433"/>
                  <a:pt x="6139231" y="2327406"/>
                  <a:pt x="6137115" y="2322091"/>
                </a:cubicBezTo>
                <a:cubicBezTo>
                  <a:pt x="6134982" y="2316757"/>
                  <a:pt x="6128955" y="2314179"/>
                  <a:pt x="6123639" y="2316294"/>
                </a:cubicBezTo>
                <a:cubicBezTo>
                  <a:pt x="6118323" y="2318410"/>
                  <a:pt x="6115728" y="2324455"/>
                  <a:pt x="6117843" y="2329771"/>
                </a:cubicBezTo>
                <a:cubicBezTo>
                  <a:pt x="6119461" y="2333843"/>
                  <a:pt x="6123355" y="2336296"/>
                  <a:pt x="6127478" y="2336296"/>
                </a:cubicBezTo>
                <a:cubicBezTo>
                  <a:pt x="6128760" y="2336296"/>
                  <a:pt x="6130057" y="2336064"/>
                  <a:pt x="6131319" y="2335550"/>
                </a:cubicBezTo>
                <a:close/>
                <a:moveTo>
                  <a:pt x="5774835" y="2466900"/>
                </a:moveTo>
                <a:cubicBezTo>
                  <a:pt x="5780293" y="2465104"/>
                  <a:pt x="5783261" y="2459255"/>
                  <a:pt x="5781484" y="2453814"/>
                </a:cubicBezTo>
                <a:cubicBezTo>
                  <a:pt x="5779706" y="2448374"/>
                  <a:pt x="5773856" y="2445387"/>
                  <a:pt x="5768416" y="2447164"/>
                </a:cubicBezTo>
                <a:cubicBezTo>
                  <a:pt x="5762959" y="2448942"/>
                  <a:pt x="5759990" y="2454810"/>
                  <a:pt x="5761767" y="2460250"/>
                </a:cubicBezTo>
                <a:cubicBezTo>
                  <a:pt x="5763189" y="2464624"/>
                  <a:pt x="5767261" y="2467397"/>
                  <a:pt x="5771616" y="2467398"/>
                </a:cubicBezTo>
                <a:cubicBezTo>
                  <a:pt x="5772683" y="2467397"/>
                  <a:pt x="5773768" y="2467237"/>
                  <a:pt x="5774835" y="2466900"/>
                </a:cubicBezTo>
                <a:close/>
                <a:moveTo>
                  <a:pt x="6753260" y="2108318"/>
                </a:moveTo>
                <a:cubicBezTo>
                  <a:pt x="6758790" y="2106842"/>
                  <a:pt x="6762079" y="2101152"/>
                  <a:pt x="6760585" y="2095623"/>
                </a:cubicBezTo>
                <a:cubicBezTo>
                  <a:pt x="6759110" y="2090094"/>
                  <a:pt x="6753421" y="2086804"/>
                  <a:pt x="6747891" y="2088280"/>
                </a:cubicBezTo>
                <a:cubicBezTo>
                  <a:pt x="6742363" y="2089774"/>
                  <a:pt x="6739073" y="2095463"/>
                  <a:pt x="6740549" y="2100992"/>
                </a:cubicBezTo>
                <a:cubicBezTo>
                  <a:pt x="6741794" y="2105615"/>
                  <a:pt x="6745990" y="2108672"/>
                  <a:pt x="6750558" y="2108672"/>
                </a:cubicBezTo>
                <a:cubicBezTo>
                  <a:pt x="6751446" y="2108672"/>
                  <a:pt x="6752354" y="2108566"/>
                  <a:pt x="6753260" y="2108318"/>
                </a:cubicBezTo>
                <a:close/>
                <a:moveTo>
                  <a:pt x="6042975" y="2370342"/>
                </a:moveTo>
                <a:cubicBezTo>
                  <a:pt x="6048327" y="2368262"/>
                  <a:pt x="6050976" y="2362253"/>
                  <a:pt x="6048896" y="2356920"/>
                </a:cubicBezTo>
                <a:cubicBezTo>
                  <a:pt x="6046834" y="2351568"/>
                  <a:pt x="6040825" y="2348919"/>
                  <a:pt x="6035492" y="2350999"/>
                </a:cubicBezTo>
                <a:cubicBezTo>
                  <a:pt x="6030140" y="2353061"/>
                  <a:pt x="6027491" y="2359071"/>
                  <a:pt x="6029553" y="2364404"/>
                </a:cubicBezTo>
                <a:cubicBezTo>
                  <a:pt x="6031153" y="2368529"/>
                  <a:pt x="6035082" y="2371036"/>
                  <a:pt x="6039243" y="2371035"/>
                </a:cubicBezTo>
                <a:cubicBezTo>
                  <a:pt x="6040487" y="2371036"/>
                  <a:pt x="6041750" y="2370804"/>
                  <a:pt x="6042975" y="2370342"/>
                </a:cubicBezTo>
                <a:close/>
                <a:moveTo>
                  <a:pt x="4873000" y="2799809"/>
                </a:moveTo>
                <a:cubicBezTo>
                  <a:pt x="4876679" y="2799809"/>
                  <a:pt x="4880076" y="2797391"/>
                  <a:pt x="4881143" y="2793675"/>
                </a:cubicBezTo>
                <a:cubicBezTo>
                  <a:pt x="4882441" y="2789177"/>
                  <a:pt x="4879846" y="2784484"/>
                  <a:pt x="4875347" y="2783186"/>
                </a:cubicBezTo>
                <a:cubicBezTo>
                  <a:pt x="4870850" y="2781888"/>
                  <a:pt x="4866155" y="2784484"/>
                  <a:pt x="4864858" y="2788981"/>
                </a:cubicBezTo>
                <a:cubicBezTo>
                  <a:pt x="4863560" y="2793480"/>
                  <a:pt x="4866155" y="2798174"/>
                  <a:pt x="4870655" y="2799471"/>
                </a:cubicBezTo>
                <a:cubicBezTo>
                  <a:pt x="4871436" y="2799702"/>
                  <a:pt x="4872217" y="2799809"/>
                  <a:pt x="4873000" y="2799809"/>
                </a:cubicBezTo>
                <a:close/>
                <a:moveTo>
                  <a:pt x="5864849" y="2436356"/>
                </a:moveTo>
                <a:cubicBezTo>
                  <a:pt x="5870254" y="2434471"/>
                  <a:pt x="5873098" y="2428550"/>
                  <a:pt x="5871196" y="2423146"/>
                </a:cubicBezTo>
                <a:cubicBezTo>
                  <a:pt x="5869294" y="2417741"/>
                  <a:pt x="5863391" y="2414896"/>
                  <a:pt x="5857969" y="2416798"/>
                </a:cubicBezTo>
                <a:cubicBezTo>
                  <a:pt x="5852582" y="2418683"/>
                  <a:pt x="5849737" y="2424621"/>
                  <a:pt x="5851621" y="2430008"/>
                </a:cubicBezTo>
                <a:cubicBezTo>
                  <a:pt x="5853132" y="2434276"/>
                  <a:pt x="5857133" y="2436960"/>
                  <a:pt x="5861417" y="2436959"/>
                </a:cubicBezTo>
                <a:cubicBezTo>
                  <a:pt x="5862556" y="2436959"/>
                  <a:pt x="5863711" y="2436764"/>
                  <a:pt x="5864849" y="2436356"/>
                </a:cubicBezTo>
                <a:close/>
                <a:moveTo>
                  <a:pt x="5954189" y="2404051"/>
                </a:moveTo>
                <a:cubicBezTo>
                  <a:pt x="5959557" y="2402060"/>
                  <a:pt x="5962295" y="2396087"/>
                  <a:pt x="5960305" y="2390717"/>
                </a:cubicBezTo>
                <a:cubicBezTo>
                  <a:pt x="5958313" y="2385347"/>
                  <a:pt x="5952339" y="2382610"/>
                  <a:pt x="5946971" y="2384601"/>
                </a:cubicBezTo>
                <a:cubicBezTo>
                  <a:pt x="5941602" y="2386611"/>
                  <a:pt x="5938863" y="2392566"/>
                  <a:pt x="5940854" y="2397935"/>
                </a:cubicBezTo>
                <a:cubicBezTo>
                  <a:pt x="5942419" y="2402114"/>
                  <a:pt x="5946366" y="2404691"/>
                  <a:pt x="5950579" y="2404691"/>
                </a:cubicBezTo>
                <a:cubicBezTo>
                  <a:pt x="5951788" y="2404692"/>
                  <a:pt x="5952997" y="2404496"/>
                  <a:pt x="5954189" y="2404051"/>
                </a:cubicBezTo>
                <a:close/>
                <a:moveTo>
                  <a:pt x="4707940" y="2863173"/>
                </a:moveTo>
                <a:cubicBezTo>
                  <a:pt x="4710626" y="2863173"/>
                  <a:pt x="4713240" y="2861716"/>
                  <a:pt x="4714589" y="2859174"/>
                </a:cubicBezTo>
                <a:cubicBezTo>
                  <a:pt x="4716546" y="2855511"/>
                  <a:pt x="4715142" y="2850960"/>
                  <a:pt x="4711478" y="2849005"/>
                </a:cubicBezTo>
                <a:cubicBezTo>
                  <a:pt x="4707800" y="2847048"/>
                  <a:pt x="4703249" y="2848435"/>
                  <a:pt x="4701292" y="2852115"/>
                </a:cubicBezTo>
                <a:cubicBezTo>
                  <a:pt x="4699355" y="2855778"/>
                  <a:pt x="4700740" y="2860347"/>
                  <a:pt x="4704421" y="2862284"/>
                </a:cubicBezTo>
                <a:cubicBezTo>
                  <a:pt x="4705541" y="2862889"/>
                  <a:pt x="4706750" y="2863173"/>
                  <a:pt x="4707940" y="2863173"/>
                </a:cubicBezTo>
                <a:close/>
                <a:moveTo>
                  <a:pt x="8690131" y="1402832"/>
                </a:moveTo>
                <a:cubicBezTo>
                  <a:pt x="8697811" y="1402832"/>
                  <a:pt x="8704922" y="1397854"/>
                  <a:pt x="8707287" y="1390120"/>
                </a:cubicBezTo>
                <a:cubicBezTo>
                  <a:pt x="8710184" y="1380626"/>
                  <a:pt x="8704851" y="1370599"/>
                  <a:pt x="8695375" y="1367701"/>
                </a:cubicBezTo>
                <a:cubicBezTo>
                  <a:pt x="8685881" y="1364785"/>
                  <a:pt x="8675853" y="1370137"/>
                  <a:pt x="8672956" y="1379613"/>
                </a:cubicBezTo>
                <a:cubicBezTo>
                  <a:pt x="8670040" y="1389089"/>
                  <a:pt x="8675391" y="1399134"/>
                  <a:pt x="8684867" y="1402032"/>
                </a:cubicBezTo>
                <a:cubicBezTo>
                  <a:pt x="8686609" y="1402566"/>
                  <a:pt x="8688387" y="1402832"/>
                  <a:pt x="8690131" y="1402832"/>
                </a:cubicBezTo>
                <a:close/>
                <a:moveTo>
                  <a:pt x="5138671" y="2708603"/>
                </a:moveTo>
                <a:cubicBezTo>
                  <a:pt x="5143827" y="2708603"/>
                  <a:pt x="5148040" y="2704461"/>
                  <a:pt x="5148094" y="2699287"/>
                </a:cubicBezTo>
                <a:cubicBezTo>
                  <a:pt x="5148165" y="2694078"/>
                  <a:pt x="5143988" y="2689811"/>
                  <a:pt x="5138796" y="2689758"/>
                </a:cubicBezTo>
                <a:cubicBezTo>
                  <a:pt x="5133586" y="2689686"/>
                  <a:pt x="5129319" y="2693865"/>
                  <a:pt x="5129249" y="2699074"/>
                </a:cubicBezTo>
                <a:cubicBezTo>
                  <a:pt x="5129196" y="2704265"/>
                  <a:pt x="5133355" y="2708533"/>
                  <a:pt x="5138565" y="2708603"/>
                </a:cubicBezTo>
                <a:close/>
                <a:moveTo>
                  <a:pt x="8152905" y="1603218"/>
                </a:moveTo>
                <a:cubicBezTo>
                  <a:pt x="8159146" y="1603218"/>
                  <a:pt x="8164977" y="1599342"/>
                  <a:pt x="8167164" y="1593137"/>
                </a:cubicBezTo>
                <a:cubicBezTo>
                  <a:pt x="8169937" y="1585262"/>
                  <a:pt x="8165813" y="1576638"/>
                  <a:pt x="8157955" y="1573847"/>
                </a:cubicBezTo>
                <a:cubicBezTo>
                  <a:pt x="8150078" y="1571074"/>
                  <a:pt x="8141438" y="1575198"/>
                  <a:pt x="8138665" y="1583074"/>
                </a:cubicBezTo>
                <a:cubicBezTo>
                  <a:pt x="8135873" y="1590950"/>
                  <a:pt x="8140016" y="1599573"/>
                  <a:pt x="8147874" y="1602365"/>
                </a:cubicBezTo>
                <a:cubicBezTo>
                  <a:pt x="8149546" y="1602952"/>
                  <a:pt x="8151234" y="1603218"/>
                  <a:pt x="8152905" y="1603218"/>
                </a:cubicBezTo>
                <a:close/>
                <a:moveTo>
                  <a:pt x="4067296" y="3102086"/>
                </a:moveTo>
                <a:cubicBezTo>
                  <a:pt x="4067864" y="3102087"/>
                  <a:pt x="4068415" y="3101820"/>
                  <a:pt x="4068769" y="3101322"/>
                </a:cubicBezTo>
                <a:cubicBezTo>
                  <a:pt x="4069376" y="3100504"/>
                  <a:pt x="4069197" y="3099366"/>
                  <a:pt x="4068379" y="3098762"/>
                </a:cubicBezTo>
                <a:cubicBezTo>
                  <a:pt x="4067562" y="3098157"/>
                  <a:pt x="4066424" y="3098335"/>
                  <a:pt x="4065819" y="3099153"/>
                </a:cubicBezTo>
                <a:cubicBezTo>
                  <a:pt x="4065214" y="3099971"/>
                  <a:pt x="4065393" y="3101126"/>
                  <a:pt x="4066209" y="3101713"/>
                </a:cubicBezTo>
                <a:cubicBezTo>
                  <a:pt x="4066531" y="3101962"/>
                  <a:pt x="4066923" y="3102086"/>
                  <a:pt x="4067296" y="3102086"/>
                </a:cubicBezTo>
                <a:close/>
                <a:moveTo>
                  <a:pt x="6844911" y="2085915"/>
                </a:moveTo>
                <a:cubicBezTo>
                  <a:pt x="6850511" y="2084688"/>
                  <a:pt x="6854049" y="2079159"/>
                  <a:pt x="6852822" y="2073559"/>
                </a:cubicBezTo>
                <a:cubicBezTo>
                  <a:pt x="6851579" y="2067959"/>
                  <a:pt x="6846049" y="2064421"/>
                  <a:pt x="6840448" y="2065647"/>
                </a:cubicBezTo>
                <a:cubicBezTo>
                  <a:pt x="6834866" y="2066874"/>
                  <a:pt x="6831328" y="2072421"/>
                  <a:pt x="6832555" y="2078022"/>
                </a:cubicBezTo>
                <a:cubicBezTo>
                  <a:pt x="6833622" y="2082857"/>
                  <a:pt x="6837906" y="2086165"/>
                  <a:pt x="6842671" y="2086165"/>
                </a:cubicBezTo>
                <a:cubicBezTo>
                  <a:pt x="6843417" y="2086165"/>
                  <a:pt x="6844165" y="2086075"/>
                  <a:pt x="6844911" y="2085915"/>
                </a:cubicBezTo>
                <a:close/>
                <a:moveTo>
                  <a:pt x="7304318" y="1918882"/>
                </a:moveTo>
                <a:cubicBezTo>
                  <a:pt x="7310327" y="1918882"/>
                  <a:pt x="7315341" y="1914153"/>
                  <a:pt x="7315625" y="1908090"/>
                </a:cubicBezTo>
                <a:cubicBezTo>
                  <a:pt x="7315927" y="1901850"/>
                  <a:pt x="7311091" y="1896552"/>
                  <a:pt x="7304851" y="1896250"/>
                </a:cubicBezTo>
                <a:cubicBezTo>
                  <a:pt x="7298611" y="1895966"/>
                  <a:pt x="7293313" y="1900801"/>
                  <a:pt x="7293011" y="1907042"/>
                </a:cubicBezTo>
                <a:cubicBezTo>
                  <a:pt x="7292726" y="1913282"/>
                  <a:pt x="7297544" y="1918580"/>
                  <a:pt x="7303784" y="1918882"/>
                </a:cubicBezTo>
                <a:close/>
                <a:moveTo>
                  <a:pt x="7574433" y="1822859"/>
                </a:moveTo>
                <a:cubicBezTo>
                  <a:pt x="7580211" y="1822858"/>
                  <a:pt x="7585366" y="1818734"/>
                  <a:pt x="7586469" y="1812849"/>
                </a:cubicBezTo>
                <a:cubicBezTo>
                  <a:pt x="7587731" y="1806182"/>
                  <a:pt x="7583339" y="1799781"/>
                  <a:pt x="7576673" y="1798519"/>
                </a:cubicBezTo>
                <a:cubicBezTo>
                  <a:pt x="7570024" y="1797275"/>
                  <a:pt x="7563623" y="1801666"/>
                  <a:pt x="7562361" y="1808333"/>
                </a:cubicBezTo>
                <a:cubicBezTo>
                  <a:pt x="7561116" y="1814983"/>
                  <a:pt x="7565508" y="1821401"/>
                  <a:pt x="7572156" y="1822645"/>
                </a:cubicBezTo>
                <a:cubicBezTo>
                  <a:pt x="7572921" y="1822788"/>
                  <a:pt x="7573686" y="1822858"/>
                  <a:pt x="7574433" y="1822859"/>
                </a:cubicBezTo>
                <a:close/>
                <a:moveTo>
                  <a:pt x="4274954" y="3043398"/>
                </a:moveTo>
                <a:cubicBezTo>
                  <a:pt x="4275966" y="3043398"/>
                  <a:pt x="4276981" y="3042989"/>
                  <a:pt x="4277708" y="3042190"/>
                </a:cubicBezTo>
                <a:cubicBezTo>
                  <a:pt x="4279114" y="3040679"/>
                  <a:pt x="4279006" y="3038314"/>
                  <a:pt x="4277496" y="3036909"/>
                </a:cubicBezTo>
                <a:cubicBezTo>
                  <a:pt x="4275984" y="3035522"/>
                  <a:pt x="4273620" y="3035611"/>
                  <a:pt x="4272216" y="3037123"/>
                </a:cubicBezTo>
                <a:cubicBezTo>
                  <a:pt x="4270810" y="3038651"/>
                  <a:pt x="4270917" y="3041017"/>
                  <a:pt x="4272429" y="3042403"/>
                </a:cubicBezTo>
                <a:cubicBezTo>
                  <a:pt x="4273157" y="3043061"/>
                  <a:pt x="4274064" y="3043398"/>
                  <a:pt x="4274954" y="3043398"/>
                </a:cubicBezTo>
                <a:close/>
                <a:moveTo>
                  <a:pt x="7997268" y="1678867"/>
                </a:moveTo>
                <a:cubicBezTo>
                  <a:pt x="8003224" y="1678867"/>
                  <a:pt x="8008754" y="1675098"/>
                  <a:pt x="8010728" y="1669142"/>
                </a:cubicBezTo>
                <a:cubicBezTo>
                  <a:pt x="8013181" y="1661728"/>
                  <a:pt x="8009163" y="1653710"/>
                  <a:pt x="8001731" y="1651257"/>
                </a:cubicBezTo>
                <a:cubicBezTo>
                  <a:pt x="7994318" y="1648786"/>
                  <a:pt x="7986299" y="1652803"/>
                  <a:pt x="7983828" y="1660235"/>
                </a:cubicBezTo>
                <a:cubicBezTo>
                  <a:pt x="7981374" y="1667667"/>
                  <a:pt x="7985393" y="1675667"/>
                  <a:pt x="7992823" y="1678138"/>
                </a:cubicBezTo>
                <a:cubicBezTo>
                  <a:pt x="7994299" y="1678636"/>
                  <a:pt x="7995793" y="1678867"/>
                  <a:pt x="7997268" y="1678867"/>
                </a:cubicBezTo>
                <a:close/>
                <a:moveTo>
                  <a:pt x="6937468" y="2068048"/>
                </a:moveTo>
                <a:cubicBezTo>
                  <a:pt x="6943122" y="2067123"/>
                  <a:pt x="6946944" y="2061790"/>
                  <a:pt x="6946020" y="2056136"/>
                </a:cubicBezTo>
                <a:cubicBezTo>
                  <a:pt x="6945077" y="2050482"/>
                  <a:pt x="6939744" y="2046660"/>
                  <a:pt x="6934089" y="2047585"/>
                </a:cubicBezTo>
                <a:cubicBezTo>
                  <a:pt x="6928437" y="2048526"/>
                  <a:pt x="6924615" y="2053860"/>
                  <a:pt x="6925557" y="2059514"/>
                </a:cubicBezTo>
                <a:cubicBezTo>
                  <a:pt x="6926393" y="2064581"/>
                  <a:pt x="6930783" y="2068190"/>
                  <a:pt x="6935762" y="2068190"/>
                </a:cubicBezTo>
                <a:cubicBezTo>
                  <a:pt x="6936331" y="2068190"/>
                  <a:pt x="6936900" y="2068155"/>
                  <a:pt x="6937468" y="2068048"/>
                </a:cubicBezTo>
                <a:close/>
                <a:moveTo>
                  <a:pt x="4482682" y="2972638"/>
                </a:moveTo>
                <a:cubicBezTo>
                  <a:pt x="4484283" y="2972638"/>
                  <a:pt x="4485883" y="2971963"/>
                  <a:pt x="4487002" y="2970629"/>
                </a:cubicBezTo>
                <a:cubicBezTo>
                  <a:pt x="4488994" y="2968265"/>
                  <a:pt x="4488691" y="2964709"/>
                  <a:pt x="4486309" y="2962700"/>
                </a:cubicBezTo>
                <a:cubicBezTo>
                  <a:pt x="4483928" y="2960708"/>
                  <a:pt x="4480389" y="2961010"/>
                  <a:pt x="4478380" y="2963393"/>
                </a:cubicBezTo>
                <a:cubicBezTo>
                  <a:pt x="4476389" y="2965776"/>
                  <a:pt x="4476691" y="2969314"/>
                  <a:pt x="4479074" y="2971323"/>
                </a:cubicBezTo>
                <a:cubicBezTo>
                  <a:pt x="4480122" y="2972212"/>
                  <a:pt x="4481404" y="2972638"/>
                  <a:pt x="4482682" y="2972638"/>
                </a:cubicBezTo>
                <a:close/>
                <a:moveTo>
                  <a:pt x="8545197" y="1483637"/>
                </a:moveTo>
                <a:cubicBezTo>
                  <a:pt x="8552326" y="1483637"/>
                  <a:pt x="8558976" y="1479121"/>
                  <a:pt x="8561340" y="1471974"/>
                </a:cubicBezTo>
                <a:cubicBezTo>
                  <a:pt x="8564291" y="1463067"/>
                  <a:pt x="8559473" y="1453431"/>
                  <a:pt x="8550548" y="1450479"/>
                </a:cubicBezTo>
                <a:cubicBezTo>
                  <a:pt x="8541641" y="1447510"/>
                  <a:pt x="8532004" y="1452347"/>
                  <a:pt x="8529054" y="1461254"/>
                </a:cubicBezTo>
                <a:cubicBezTo>
                  <a:pt x="8526102" y="1470179"/>
                  <a:pt x="8530919" y="1479797"/>
                  <a:pt x="8539828" y="1482766"/>
                </a:cubicBezTo>
                <a:cubicBezTo>
                  <a:pt x="8541605" y="1483353"/>
                  <a:pt x="8543419" y="1483637"/>
                  <a:pt x="8545197" y="1483637"/>
                </a:cubicBezTo>
                <a:close/>
                <a:moveTo>
                  <a:pt x="3995468" y="3158161"/>
                </a:moveTo>
                <a:cubicBezTo>
                  <a:pt x="3995753" y="3158161"/>
                  <a:pt x="3996036" y="3158019"/>
                  <a:pt x="3996215" y="3157770"/>
                </a:cubicBezTo>
                <a:cubicBezTo>
                  <a:pt x="3996481" y="3157361"/>
                  <a:pt x="3996374" y="3156809"/>
                  <a:pt x="3995984" y="3156543"/>
                </a:cubicBezTo>
                <a:lnTo>
                  <a:pt x="3995965" y="3156543"/>
                </a:lnTo>
                <a:cubicBezTo>
                  <a:pt x="3995575" y="3156259"/>
                  <a:pt x="3995023" y="3156365"/>
                  <a:pt x="3994738" y="3156774"/>
                </a:cubicBezTo>
                <a:cubicBezTo>
                  <a:pt x="3994454" y="3157165"/>
                  <a:pt x="3994563" y="3157734"/>
                  <a:pt x="3994969" y="3158001"/>
                </a:cubicBezTo>
                <a:cubicBezTo>
                  <a:pt x="3995130" y="3158107"/>
                  <a:pt x="3995290" y="3158161"/>
                  <a:pt x="3995468" y="3158161"/>
                </a:cubicBezTo>
                <a:close/>
                <a:moveTo>
                  <a:pt x="5233380" y="2706275"/>
                </a:moveTo>
                <a:cubicBezTo>
                  <a:pt x="5238572" y="2705955"/>
                  <a:pt x="5242537" y="2701492"/>
                  <a:pt x="5242234" y="2696300"/>
                </a:cubicBezTo>
                <a:cubicBezTo>
                  <a:pt x="5241912" y="2691109"/>
                  <a:pt x="5237452" y="2687144"/>
                  <a:pt x="5232262" y="2687464"/>
                </a:cubicBezTo>
                <a:cubicBezTo>
                  <a:pt x="5227067" y="2687767"/>
                  <a:pt x="5223104" y="2692211"/>
                  <a:pt x="5223424" y="2697420"/>
                </a:cubicBezTo>
                <a:cubicBezTo>
                  <a:pt x="5223708" y="2702417"/>
                  <a:pt x="5227870" y="2706275"/>
                  <a:pt x="5232810" y="2706275"/>
                </a:cubicBezTo>
                <a:close/>
                <a:moveTo>
                  <a:pt x="7835960" y="1757539"/>
                </a:moveTo>
                <a:cubicBezTo>
                  <a:pt x="7841703" y="1757540"/>
                  <a:pt x="7846984" y="1753752"/>
                  <a:pt x="7848655" y="1747974"/>
                </a:cubicBezTo>
                <a:cubicBezTo>
                  <a:pt x="7850682" y="1740951"/>
                  <a:pt x="7846627" y="1733626"/>
                  <a:pt x="7839606" y="1731618"/>
                </a:cubicBezTo>
                <a:cubicBezTo>
                  <a:pt x="7832600" y="1729591"/>
                  <a:pt x="7825275" y="1733644"/>
                  <a:pt x="7823267" y="1740667"/>
                </a:cubicBezTo>
                <a:cubicBezTo>
                  <a:pt x="7821240" y="1747672"/>
                  <a:pt x="7825293" y="1754979"/>
                  <a:pt x="7832299" y="1757006"/>
                </a:cubicBezTo>
                <a:cubicBezTo>
                  <a:pt x="7833525" y="1757361"/>
                  <a:pt x="7834752" y="1757539"/>
                  <a:pt x="7835960" y="1757539"/>
                </a:cubicBezTo>
                <a:close/>
                <a:moveTo>
                  <a:pt x="7030844" y="2055158"/>
                </a:moveTo>
                <a:cubicBezTo>
                  <a:pt x="7036532" y="2054535"/>
                  <a:pt x="7040639" y="2049398"/>
                  <a:pt x="7040016" y="2043709"/>
                </a:cubicBezTo>
                <a:cubicBezTo>
                  <a:pt x="7039377" y="2038019"/>
                  <a:pt x="7034257" y="2033913"/>
                  <a:pt x="7028550" y="2034552"/>
                </a:cubicBezTo>
                <a:cubicBezTo>
                  <a:pt x="7022860" y="2035175"/>
                  <a:pt x="7018753" y="2040295"/>
                  <a:pt x="7019393" y="2046002"/>
                </a:cubicBezTo>
                <a:cubicBezTo>
                  <a:pt x="7019980" y="2051300"/>
                  <a:pt x="7024479" y="2055229"/>
                  <a:pt x="7029687" y="2055229"/>
                </a:cubicBezTo>
                <a:cubicBezTo>
                  <a:pt x="7030060" y="2055229"/>
                  <a:pt x="7030451" y="2055212"/>
                  <a:pt x="7030844" y="2055158"/>
                </a:cubicBezTo>
                <a:close/>
                <a:moveTo>
                  <a:pt x="7399471" y="1925816"/>
                </a:moveTo>
                <a:cubicBezTo>
                  <a:pt x="7405231" y="1925816"/>
                  <a:pt x="7410155" y="1921442"/>
                  <a:pt x="7410725" y="1915611"/>
                </a:cubicBezTo>
                <a:cubicBezTo>
                  <a:pt x="7411347" y="1909388"/>
                  <a:pt x="7406796" y="1903841"/>
                  <a:pt x="7400573" y="1903220"/>
                </a:cubicBezTo>
                <a:cubicBezTo>
                  <a:pt x="7394351" y="1902615"/>
                  <a:pt x="7388821" y="1907166"/>
                  <a:pt x="7388199" y="1913389"/>
                </a:cubicBezTo>
                <a:cubicBezTo>
                  <a:pt x="7387594" y="1919612"/>
                  <a:pt x="7392128" y="1925141"/>
                  <a:pt x="7398350" y="1925763"/>
                </a:cubicBezTo>
                <a:cubicBezTo>
                  <a:pt x="7398724" y="1925798"/>
                  <a:pt x="7399098" y="1925816"/>
                  <a:pt x="7399471" y="1925816"/>
                </a:cubicBezTo>
                <a:close/>
                <a:moveTo>
                  <a:pt x="8396955" y="1560993"/>
                </a:moveTo>
                <a:cubicBezTo>
                  <a:pt x="8403587" y="1560993"/>
                  <a:pt x="8409792" y="1556851"/>
                  <a:pt x="8412122" y="1550237"/>
                </a:cubicBezTo>
                <a:cubicBezTo>
                  <a:pt x="8415036" y="1541863"/>
                  <a:pt x="8410627" y="1532689"/>
                  <a:pt x="8402254" y="1529773"/>
                </a:cubicBezTo>
                <a:cubicBezTo>
                  <a:pt x="8393880" y="1526839"/>
                  <a:pt x="8384724" y="1531267"/>
                  <a:pt x="8381790" y="1539641"/>
                </a:cubicBezTo>
                <a:cubicBezTo>
                  <a:pt x="8378857" y="1548014"/>
                  <a:pt x="8383266" y="1557171"/>
                  <a:pt x="8391657" y="1560086"/>
                </a:cubicBezTo>
                <a:cubicBezTo>
                  <a:pt x="8393399" y="1560709"/>
                  <a:pt x="8395196" y="1560993"/>
                  <a:pt x="8396955" y="1560993"/>
                </a:cubicBezTo>
                <a:close/>
                <a:moveTo>
                  <a:pt x="4964188" y="2820806"/>
                </a:moveTo>
                <a:cubicBezTo>
                  <a:pt x="4968243" y="2820806"/>
                  <a:pt x="4971816" y="2817908"/>
                  <a:pt x="4972526" y="2813801"/>
                </a:cubicBezTo>
                <a:cubicBezTo>
                  <a:pt x="4973344" y="2809196"/>
                  <a:pt x="4970268" y="2804805"/>
                  <a:pt x="4965664" y="2803987"/>
                </a:cubicBezTo>
                <a:cubicBezTo>
                  <a:pt x="4961042" y="2803169"/>
                  <a:pt x="4956650" y="2806245"/>
                  <a:pt x="4955850" y="2810868"/>
                </a:cubicBezTo>
                <a:cubicBezTo>
                  <a:pt x="4955032" y="2815473"/>
                  <a:pt x="4958108" y="2819863"/>
                  <a:pt x="4962713" y="2820681"/>
                </a:cubicBezTo>
                <a:cubicBezTo>
                  <a:pt x="4963212" y="2820770"/>
                  <a:pt x="4963709" y="2820806"/>
                  <a:pt x="4964188" y="2820806"/>
                </a:cubicBezTo>
                <a:close/>
                <a:moveTo>
                  <a:pt x="4205917" y="3102726"/>
                </a:moveTo>
                <a:cubicBezTo>
                  <a:pt x="4206664" y="3102726"/>
                  <a:pt x="4207393" y="3102424"/>
                  <a:pt x="4207943" y="3101837"/>
                </a:cubicBezTo>
                <a:cubicBezTo>
                  <a:pt x="4208992" y="3100699"/>
                  <a:pt x="4208940" y="3098939"/>
                  <a:pt x="4207802" y="3097908"/>
                </a:cubicBezTo>
                <a:cubicBezTo>
                  <a:pt x="4206681" y="3096842"/>
                  <a:pt x="4204921" y="3096913"/>
                  <a:pt x="4203873" y="3098032"/>
                </a:cubicBezTo>
                <a:cubicBezTo>
                  <a:pt x="4202823" y="3099171"/>
                  <a:pt x="4202878" y="3100930"/>
                  <a:pt x="4204014" y="3101979"/>
                </a:cubicBezTo>
                <a:cubicBezTo>
                  <a:pt x="4204549" y="3102477"/>
                  <a:pt x="4205224" y="3102726"/>
                  <a:pt x="4205917" y="3102726"/>
                </a:cubicBezTo>
                <a:close/>
                <a:moveTo>
                  <a:pt x="4630728" y="2950431"/>
                </a:moveTo>
                <a:cubicBezTo>
                  <a:pt x="4632861" y="2950431"/>
                  <a:pt x="4634978" y="2949383"/>
                  <a:pt x="4636239" y="2947462"/>
                </a:cubicBezTo>
                <a:cubicBezTo>
                  <a:pt x="4638213" y="2944422"/>
                  <a:pt x="4637359" y="2940333"/>
                  <a:pt x="4634319" y="2938343"/>
                </a:cubicBezTo>
                <a:cubicBezTo>
                  <a:pt x="4631280" y="2936369"/>
                  <a:pt x="4627209" y="2937204"/>
                  <a:pt x="4625216" y="2940244"/>
                </a:cubicBezTo>
                <a:cubicBezTo>
                  <a:pt x="4623224" y="2943284"/>
                  <a:pt x="4624080" y="2947374"/>
                  <a:pt x="4627119" y="2949365"/>
                </a:cubicBezTo>
                <a:cubicBezTo>
                  <a:pt x="4628239" y="2950076"/>
                  <a:pt x="4629482" y="2950432"/>
                  <a:pt x="4630728" y="2950431"/>
                </a:cubicBezTo>
                <a:close/>
                <a:moveTo>
                  <a:pt x="5327768" y="2697741"/>
                </a:moveTo>
                <a:cubicBezTo>
                  <a:pt x="5332923" y="2697101"/>
                  <a:pt x="5336621" y="2692407"/>
                  <a:pt x="5335983" y="2687251"/>
                </a:cubicBezTo>
                <a:cubicBezTo>
                  <a:pt x="5335360" y="2682077"/>
                  <a:pt x="5330665" y="2678397"/>
                  <a:pt x="5325509" y="2679019"/>
                </a:cubicBezTo>
                <a:cubicBezTo>
                  <a:pt x="5320355" y="2679642"/>
                  <a:pt x="5316655" y="2684335"/>
                  <a:pt x="5317279" y="2689509"/>
                </a:cubicBezTo>
                <a:lnTo>
                  <a:pt x="5317297" y="2689509"/>
                </a:lnTo>
                <a:cubicBezTo>
                  <a:pt x="5317865" y="2694292"/>
                  <a:pt x="5321936" y="2697794"/>
                  <a:pt x="5326648" y="2697794"/>
                </a:cubicBezTo>
                <a:cubicBezTo>
                  <a:pt x="5327023" y="2697794"/>
                  <a:pt x="5327394" y="2697776"/>
                  <a:pt x="5327768" y="2697741"/>
                </a:cubicBezTo>
                <a:close/>
                <a:moveTo>
                  <a:pt x="8796486" y="1427109"/>
                </a:moveTo>
                <a:cubicBezTo>
                  <a:pt x="8799550" y="1424811"/>
                  <a:pt x="8801906" y="1421518"/>
                  <a:pt x="8803008" y="1417535"/>
                </a:cubicBezTo>
                <a:cubicBezTo>
                  <a:pt x="8805658" y="1407988"/>
                  <a:pt x="8800056" y="1398085"/>
                  <a:pt x="8790491" y="1395454"/>
                </a:cubicBezTo>
                <a:cubicBezTo>
                  <a:pt x="8780927" y="1392804"/>
                  <a:pt x="8771042" y="1398405"/>
                  <a:pt x="8768392" y="1407952"/>
                </a:cubicBezTo>
                <a:cubicBezTo>
                  <a:pt x="8765744" y="1417517"/>
                  <a:pt x="8771344" y="1427403"/>
                  <a:pt x="8780909" y="1430052"/>
                </a:cubicBezTo>
                <a:cubicBezTo>
                  <a:pt x="8782510" y="1430496"/>
                  <a:pt x="8784127" y="1430709"/>
                  <a:pt x="8785709" y="1430709"/>
                </a:cubicBezTo>
                <a:cubicBezTo>
                  <a:pt x="8789648" y="1430709"/>
                  <a:pt x="8793421" y="1429407"/>
                  <a:pt x="8796486" y="1427109"/>
                </a:cubicBezTo>
                <a:close/>
                <a:moveTo>
                  <a:pt x="7668393" y="1842451"/>
                </a:moveTo>
                <a:cubicBezTo>
                  <a:pt x="7673994" y="1842451"/>
                  <a:pt x="7679043" y="1838593"/>
                  <a:pt x="7680341" y="1832903"/>
                </a:cubicBezTo>
                <a:cubicBezTo>
                  <a:pt x="7681853" y="1826290"/>
                  <a:pt x="7677710" y="1819729"/>
                  <a:pt x="7671114" y="1818218"/>
                </a:cubicBezTo>
                <a:cubicBezTo>
                  <a:pt x="7664500" y="1816707"/>
                  <a:pt x="7657922" y="1820832"/>
                  <a:pt x="7656428" y="1827446"/>
                </a:cubicBezTo>
                <a:cubicBezTo>
                  <a:pt x="7654918" y="1834041"/>
                  <a:pt x="7659042" y="1840620"/>
                  <a:pt x="7665656" y="1842131"/>
                </a:cubicBezTo>
                <a:cubicBezTo>
                  <a:pt x="7666562" y="1842344"/>
                  <a:pt x="7667487" y="1842451"/>
                  <a:pt x="7668393" y="1842451"/>
                </a:cubicBezTo>
                <a:close/>
                <a:moveTo>
                  <a:pt x="4411086" y="3042082"/>
                </a:moveTo>
                <a:cubicBezTo>
                  <a:pt x="4412350" y="3042082"/>
                  <a:pt x="4413592" y="3041566"/>
                  <a:pt x="4414518" y="3040588"/>
                </a:cubicBezTo>
                <a:cubicBezTo>
                  <a:pt x="4416278" y="3038687"/>
                  <a:pt x="4416172" y="3035717"/>
                  <a:pt x="4414286" y="3033957"/>
                </a:cubicBezTo>
                <a:cubicBezTo>
                  <a:pt x="4412385" y="3032215"/>
                  <a:pt x="4409414" y="3032304"/>
                  <a:pt x="4407655" y="3034207"/>
                </a:cubicBezTo>
                <a:cubicBezTo>
                  <a:pt x="4405893" y="3036091"/>
                  <a:pt x="4406019" y="3039060"/>
                  <a:pt x="4407904" y="3040820"/>
                </a:cubicBezTo>
                <a:cubicBezTo>
                  <a:pt x="4408810" y="3041656"/>
                  <a:pt x="4409948" y="3042082"/>
                  <a:pt x="4411086" y="3042082"/>
                </a:cubicBezTo>
                <a:close/>
                <a:moveTo>
                  <a:pt x="4792231" y="2902501"/>
                </a:moveTo>
                <a:cubicBezTo>
                  <a:pt x="4795217" y="2902501"/>
                  <a:pt x="4798046" y="2900723"/>
                  <a:pt x="4799218" y="2897772"/>
                </a:cubicBezTo>
                <a:cubicBezTo>
                  <a:pt x="4800749" y="2893914"/>
                  <a:pt x="4798879" y="2889540"/>
                  <a:pt x="4795004" y="2887994"/>
                </a:cubicBezTo>
                <a:cubicBezTo>
                  <a:pt x="4791148" y="2886446"/>
                  <a:pt x="4786756" y="2888331"/>
                  <a:pt x="4785209" y="2892189"/>
                </a:cubicBezTo>
                <a:cubicBezTo>
                  <a:pt x="4783680" y="2896047"/>
                  <a:pt x="4785546" y="2900421"/>
                  <a:pt x="4789405" y="2901967"/>
                </a:cubicBezTo>
                <a:lnTo>
                  <a:pt x="4789439" y="2901968"/>
                </a:lnTo>
                <a:cubicBezTo>
                  <a:pt x="4790347" y="2902340"/>
                  <a:pt x="4791289" y="2902501"/>
                  <a:pt x="4792231" y="2902501"/>
                </a:cubicBezTo>
                <a:close/>
                <a:moveTo>
                  <a:pt x="8245036" y="1635913"/>
                </a:moveTo>
                <a:cubicBezTo>
                  <a:pt x="8251259" y="1635914"/>
                  <a:pt x="8257072" y="1632056"/>
                  <a:pt x="8259276" y="1625868"/>
                </a:cubicBezTo>
                <a:cubicBezTo>
                  <a:pt x="8262068" y="1617992"/>
                  <a:pt x="8257961" y="1609352"/>
                  <a:pt x="8250103" y="1606560"/>
                </a:cubicBezTo>
                <a:cubicBezTo>
                  <a:pt x="8242244" y="1603769"/>
                  <a:pt x="8233604" y="1607876"/>
                  <a:pt x="8230812" y="1615752"/>
                </a:cubicBezTo>
                <a:cubicBezTo>
                  <a:pt x="8228021" y="1623610"/>
                  <a:pt x="8232128" y="1632251"/>
                  <a:pt x="8240004" y="1635043"/>
                </a:cubicBezTo>
                <a:lnTo>
                  <a:pt x="8239986" y="1635042"/>
                </a:lnTo>
                <a:cubicBezTo>
                  <a:pt x="8241658" y="1635647"/>
                  <a:pt x="8243365" y="1635913"/>
                  <a:pt x="8245036" y="1635913"/>
                </a:cubicBezTo>
                <a:close/>
                <a:moveTo>
                  <a:pt x="7124769" y="2047282"/>
                </a:moveTo>
                <a:cubicBezTo>
                  <a:pt x="7130477" y="2046944"/>
                  <a:pt x="7134850" y="2042054"/>
                  <a:pt x="7134529" y="2036330"/>
                </a:cubicBezTo>
                <a:cubicBezTo>
                  <a:pt x="7134192" y="2030623"/>
                  <a:pt x="7129303" y="2026249"/>
                  <a:pt x="7123578" y="2026569"/>
                </a:cubicBezTo>
                <a:cubicBezTo>
                  <a:pt x="7117871" y="2026890"/>
                  <a:pt x="7113497" y="2031796"/>
                  <a:pt x="7113818" y="2037504"/>
                </a:cubicBezTo>
                <a:cubicBezTo>
                  <a:pt x="7114136" y="2043033"/>
                  <a:pt x="7118707" y="2047299"/>
                  <a:pt x="7124164" y="2047300"/>
                </a:cubicBezTo>
                <a:cubicBezTo>
                  <a:pt x="7124360" y="2047299"/>
                  <a:pt x="7124573" y="2047282"/>
                  <a:pt x="7124769" y="2047282"/>
                </a:cubicBezTo>
                <a:close/>
                <a:moveTo>
                  <a:pt x="5421410" y="2683927"/>
                </a:moveTo>
                <a:cubicBezTo>
                  <a:pt x="5426548" y="2683037"/>
                  <a:pt x="5429979" y="2678166"/>
                  <a:pt x="5429091" y="2673028"/>
                </a:cubicBezTo>
                <a:cubicBezTo>
                  <a:pt x="5428201" y="2667890"/>
                  <a:pt x="5423331" y="2664458"/>
                  <a:pt x="5418210" y="2665347"/>
                </a:cubicBezTo>
                <a:cubicBezTo>
                  <a:pt x="5413089" y="2666236"/>
                  <a:pt x="5409659" y="2671126"/>
                  <a:pt x="5410547" y="2676246"/>
                </a:cubicBezTo>
                <a:lnTo>
                  <a:pt x="5410511" y="2676246"/>
                </a:lnTo>
                <a:cubicBezTo>
                  <a:pt x="5411294" y="2680833"/>
                  <a:pt x="5415276" y="2684069"/>
                  <a:pt x="5419774" y="2684068"/>
                </a:cubicBezTo>
                <a:cubicBezTo>
                  <a:pt x="5420307" y="2684068"/>
                  <a:pt x="5420858" y="2684016"/>
                  <a:pt x="5421410" y="2683927"/>
                </a:cubicBezTo>
                <a:close/>
                <a:moveTo>
                  <a:pt x="4136242" y="3159014"/>
                </a:moveTo>
                <a:cubicBezTo>
                  <a:pt x="4136740" y="3159014"/>
                  <a:pt x="4137237" y="3158801"/>
                  <a:pt x="4137611" y="3158410"/>
                </a:cubicBezTo>
                <a:cubicBezTo>
                  <a:pt x="4138285" y="3157663"/>
                  <a:pt x="4138251" y="3156508"/>
                  <a:pt x="4137486" y="3155814"/>
                </a:cubicBezTo>
                <a:cubicBezTo>
                  <a:pt x="4136740" y="3155139"/>
                  <a:pt x="4135583" y="3155174"/>
                  <a:pt x="4134889" y="3155938"/>
                </a:cubicBezTo>
                <a:cubicBezTo>
                  <a:pt x="4134215" y="3156685"/>
                  <a:pt x="4134269" y="3157841"/>
                  <a:pt x="4135015" y="3158534"/>
                </a:cubicBezTo>
                <a:cubicBezTo>
                  <a:pt x="4135371" y="3158855"/>
                  <a:pt x="4135814" y="3159014"/>
                  <a:pt x="4136242" y="3159014"/>
                </a:cubicBezTo>
                <a:close/>
                <a:moveTo>
                  <a:pt x="8089311" y="1710051"/>
                </a:moveTo>
                <a:cubicBezTo>
                  <a:pt x="8095177" y="1710051"/>
                  <a:pt x="8100670" y="1706371"/>
                  <a:pt x="8102698" y="1700522"/>
                </a:cubicBezTo>
                <a:cubicBezTo>
                  <a:pt x="8105240" y="1693126"/>
                  <a:pt x="8101329" y="1685054"/>
                  <a:pt x="8093932" y="1682494"/>
                </a:cubicBezTo>
                <a:cubicBezTo>
                  <a:pt x="8086536" y="1679951"/>
                  <a:pt x="8078465" y="1683881"/>
                  <a:pt x="8075923" y="1691277"/>
                </a:cubicBezTo>
                <a:cubicBezTo>
                  <a:pt x="8073363" y="1698655"/>
                  <a:pt x="8077273" y="1706726"/>
                  <a:pt x="8084670" y="1709269"/>
                </a:cubicBezTo>
                <a:cubicBezTo>
                  <a:pt x="8086217" y="1709803"/>
                  <a:pt x="8087763" y="1710051"/>
                  <a:pt x="8089311" y="1710051"/>
                </a:cubicBezTo>
                <a:close/>
                <a:moveTo>
                  <a:pt x="8639443" y="1513897"/>
                </a:moveTo>
                <a:cubicBezTo>
                  <a:pt x="8646697" y="1513897"/>
                  <a:pt x="8653416" y="1509204"/>
                  <a:pt x="8655674" y="1501896"/>
                </a:cubicBezTo>
                <a:cubicBezTo>
                  <a:pt x="8658448" y="1492935"/>
                  <a:pt x="8653435" y="1483406"/>
                  <a:pt x="8644456" y="1480632"/>
                </a:cubicBezTo>
                <a:cubicBezTo>
                  <a:pt x="8635478" y="1477859"/>
                  <a:pt x="8625966" y="1482873"/>
                  <a:pt x="8623175" y="1491851"/>
                </a:cubicBezTo>
                <a:cubicBezTo>
                  <a:pt x="8620401" y="1500812"/>
                  <a:pt x="8625433" y="1510341"/>
                  <a:pt x="8634411" y="1513133"/>
                </a:cubicBezTo>
                <a:cubicBezTo>
                  <a:pt x="8636082" y="1513648"/>
                  <a:pt x="8637772" y="1513897"/>
                  <a:pt x="8639443" y="1513897"/>
                </a:cubicBezTo>
                <a:close/>
                <a:moveTo>
                  <a:pt x="7494161" y="1937462"/>
                </a:moveTo>
                <a:cubicBezTo>
                  <a:pt x="7499691" y="1937462"/>
                  <a:pt x="7504526" y="1933408"/>
                  <a:pt x="7505344" y="1927772"/>
                </a:cubicBezTo>
                <a:cubicBezTo>
                  <a:pt x="7506250" y="1921585"/>
                  <a:pt x="7501984" y="1915842"/>
                  <a:pt x="7495797" y="1914935"/>
                </a:cubicBezTo>
                <a:cubicBezTo>
                  <a:pt x="7489610" y="1914029"/>
                  <a:pt x="7483867" y="1918296"/>
                  <a:pt x="7482943" y="1924483"/>
                </a:cubicBezTo>
                <a:cubicBezTo>
                  <a:pt x="7482036" y="1930670"/>
                  <a:pt x="7486321" y="1936412"/>
                  <a:pt x="7492507" y="1937337"/>
                </a:cubicBezTo>
                <a:cubicBezTo>
                  <a:pt x="7493059" y="1937408"/>
                  <a:pt x="7493611" y="1937462"/>
                  <a:pt x="7494161" y="1937462"/>
                </a:cubicBezTo>
                <a:close/>
                <a:moveTo>
                  <a:pt x="5057031" y="2832647"/>
                </a:moveTo>
                <a:cubicBezTo>
                  <a:pt x="5061404" y="2832647"/>
                  <a:pt x="5065119" y="2829286"/>
                  <a:pt x="5065475" y="2824860"/>
                </a:cubicBezTo>
                <a:cubicBezTo>
                  <a:pt x="5065849" y="2820184"/>
                  <a:pt x="5062383" y="2816094"/>
                  <a:pt x="5057723" y="2815721"/>
                </a:cubicBezTo>
                <a:cubicBezTo>
                  <a:pt x="5053048" y="2815330"/>
                  <a:pt x="5048959" y="2818815"/>
                  <a:pt x="5048586" y="2823473"/>
                </a:cubicBezTo>
                <a:cubicBezTo>
                  <a:pt x="5048193" y="2828149"/>
                  <a:pt x="5051679" y="2832238"/>
                  <a:pt x="5056336" y="2832611"/>
                </a:cubicBezTo>
                <a:cubicBezTo>
                  <a:pt x="5056569" y="2832647"/>
                  <a:pt x="5056800" y="2832646"/>
                  <a:pt x="5057031" y="2832647"/>
                </a:cubicBezTo>
                <a:close/>
                <a:moveTo>
                  <a:pt x="5514269" y="2665614"/>
                </a:moveTo>
                <a:cubicBezTo>
                  <a:pt x="5519354" y="2664512"/>
                  <a:pt x="5522573" y="2659480"/>
                  <a:pt x="5521452" y="2654396"/>
                </a:cubicBezTo>
                <a:cubicBezTo>
                  <a:pt x="5520331" y="2649311"/>
                  <a:pt x="5515300" y="2646093"/>
                  <a:pt x="5510233" y="2647213"/>
                </a:cubicBezTo>
                <a:cubicBezTo>
                  <a:pt x="5505131" y="2648333"/>
                  <a:pt x="5501930" y="2653364"/>
                  <a:pt x="5503051" y="2658449"/>
                </a:cubicBezTo>
                <a:cubicBezTo>
                  <a:pt x="5504010" y="2662841"/>
                  <a:pt x="5507904" y="2665845"/>
                  <a:pt x="5512244" y="2665845"/>
                </a:cubicBezTo>
                <a:cubicBezTo>
                  <a:pt x="5512917" y="2665845"/>
                  <a:pt x="5513593" y="2665774"/>
                  <a:pt x="5514269" y="2665614"/>
                </a:cubicBezTo>
                <a:close/>
                <a:moveTo>
                  <a:pt x="7218979" y="2044473"/>
                </a:moveTo>
                <a:cubicBezTo>
                  <a:pt x="7224704" y="2044455"/>
                  <a:pt x="7229327" y="2039797"/>
                  <a:pt x="7229309" y="2034072"/>
                </a:cubicBezTo>
                <a:cubicBezTo>
                  <a:pt x="7229291" y="2028347"/>
                  <a:pt x="7224633" y="2023725"/>
                  <a:pt x="7218908" y="2023725"/>
                </a:cubicBezTo>
                <a:cubicBezTo>
                  <a:pt x="7213184" y="2023742"/>
                  <a:pt x="7208543" y="2028401"/>
                  <a:pt x="7208579" y="2034126"/>
                </a:cubicBezTo>
                <a:cubicBezTo>
                  <a:pt x="7208579" y="2039851"/>
                  <a:pt x="7213219" y="2044473"/>
                  <a:pt x="7218944" y="2044473"/>
                </a:cubicBezTo>
                <a:close/>
                <a:moveTo>
                  <a:pt x="7928393" y="1785469"/>
                </a:moveTo>
                <a:cubicBezTo>
                  <a:pt x="7934011" y="1785470"/>
                  <a:pt x="7939220" y="1781861"/>
                  <a:pt x="7940998" y="1776225"/>
                </a:cubicBezTo>
                <a:cubicBezTo>
                  <a:pt x="7943185" y="1769255"/>
                  <a:pt x="7939327" y="1761842"/>
                  <a:pt x="7932358" y="1759655"/>
                </a:cubicBezTo>
                <a:cubicBezTo>
                  <a:pt x="7925406" y="1757451"/>
                  <a:pt x="7917974" y="1761309"/>
                  <a:pt x="7915788" y="1768277"/>
                </a:cubicBezTo>
                <a:cubicBezTo>
                  <a:pt x="7913583" y="1775229"/>
                  <a:pt x="7917460" y="1782661"/>
                  <a:pt x="7924410" y="1784848"/>
                </a:cubicBezTo>
                <a:cubicBezTo>
                  <a:pt x="7925743" y="1785274"/>
                  <a:pt x="7927077" y="1785470"/>
                  <a:pt x="7928393" y="1785469"/>
                </a:cubicBezTo>
                <a:close/>
                <a:moveTo>
                  <a:pt x="4340167" y="3106388"/>
                </a:moveTo>
                <a:cubicBezTo>
                  <a:pt x="4341126" y="3106389"/>
                  <a:pt x="4342087" y="3106015"/>
                  <a:pt x="4342814" y="3105287"/>
                </a:cubicBezTo>
                <a:cubicBezTo>
                  <a:pt x="4344274" y="3103828"/>
                  <a:pt x="4344273" y="3101465"/>
                  <a:pt x="4342815" y="3100006"/>
                </a:cubicBezTo>
                <a:cubicBezTo>
                  <a:pt x="4341359" y="3098549"/>
                  <a:pt x="4338992" y="3098549"/>
                  <a:pt x="4337535" y="3100007"/>
                </a:cubicBezTo>
                <a:cubicBezTo>
                  <a:pt x="4336077" y="3101465"/>
                  <a:pt x="4336078" y="3103828"/>
                  <a:pt x="4337535" y="3105287"/>
                </a:cubicBezTo>
                <a:cubicBezTo>
                  <a:pt x="4338264" y="3106015"/>
                  <a:pt x="4339205" y="3106389"/>
                  <a:pt x="4340167" y="3106388"/>
                </a:cubicBezTo>
                <a:close/>
                <a:moveTo>
                  <a:pt x="6491058" y="2318570"/>
                </a:moveTo>
                <a:cubicBezTo>
                  <a:pt x="6495929" y="2316774"/>
                  <a:pt x="6498436" y="2311370"/>
                  <a:pt x="6496641" y="2306480"/>
                </a:cubicBezTo>
                <a:cubicBezTo>
                  <a:pt x="6494845" y="2301591"/>
                  <a:pt x="6489440" y="2299084"/>
                  <a:pt x="6484551" y="2300880"/>
                </a:cubicBezTo>
                <a:cubicBezTo>
                  <a:pt x="6479662" y="2302675"/>
                  <a:pt x="6477154" y="2308098"/>
                  <a:pt x="6478950" y="2312987"/>
                </a:cubicBezTo>
                <a:cubicBezTo>
                  <a:pt x="6480355" y="2316792"/>
                  <a:pt x="6483964" y="2319157"/>
                  <a:pt x="6487803" y="2319157"/>
                </a:cubicBezTo>
                <a:cubicBezTo>
                  <a:pt x="6488888" y="2319157"/>
                  <a:pt x="6489973" y="2318979"/>
                  <a:pt x="6491058" y="2318570"/>
                </a:cubicBezTo>
                <a:close/>
                <a:moveTo>
                  <a:pt x="5606221" y="2643480"/>
                </a:moveTo>
                <a:cubicBezTo>
                  <a:pt x="5611252" y="2642164"/>
                  <a:pt x="5614256" y="2637008"/>
                  <a:pt x="5612942" y="2631976"/>
                </a:cubicBezTo>
                <a:cubicBezTo>
                  <a:pt x="5611626" y="2626945"/>
                  <a:pt x="5606485" y="2623923"/>
                  <a:pt x="5601456" y="2625238"/>
                </a:cubicBezTo>
                <a:cubicBezTo>
                  <a:pt x="5596425" y="2626554"/>
                  <a:pt x="5593401" y="2631709"/>
                  <a:pt x="5594719" y="2636741"/>
                </a:cubicBezTo>
                <a:cubicBezTo>
                  <a:pt x="5595820" y="2640973"/>
                  <a:pt x="5599642" y="2643781"/>
                  <a:pt x="5603820" y="2643782"/>
                </a:cubicBezTo>
                <a:cubicBezTo>
                  <a:pt x="5604603" y="2643781"/>
                  <a:pt x="5605420" y="2643674"/>
                  <a:pt x="5606221" y="2643480"/>
                </a:cubicBezTo>
                <a:close/>
                <a:moveTo>
                  <a:pt x="6403087" y="2351888"/>
                </a:moveTo>
                <a:cubicBezTo>
                  <a:pt x="6407941" y="2349985"/>
                  <a:pt x="6410341" y="2344528"/>
                  <a:pt x="6408457" y="2339674"/>
                </a:cubicBezTo>
                <a:cubicBezTo>
                  <a:pt x="6406554" y="2334838"/>
                  <a:pt x="6401096" y="2332420"/>
                  <a:pt x="6396260" y="2334322"/>
                </a:cubicBezTo>
                <a:cubicBezTo>
                  <a:pt x="6391407" y="2336206"/>
                  <a:pt x="6389006" y="2341664"/>
                  <a:pt x="6390892" y="2346501"/>
                </a:cubicBezTo>
                <a:cubicBezTo>
                  <a:pt x="6392331" y="2350234"/>
                  <a:pt x="6395905" y="2352528"/>
                  <a:pt x="6399674" y="2352528"/>
                </a:cubicBezTo>
                <a:cubicBezTo>
                  <a:pt x="6400811" y="2352528"/>
                  <a:pt x="6401949" y="2352315"/>
                  <a:pt x="6403087" y="2351888"/>
                </a:cubicBezTo>
                <a:close/>
                <a:moveTo>
                  <a:pt x="6579668" y="2287226"/>
                </a:moveTo>
                <a:cubicBezTo>
                  <a:pt x="6584593" y="2285537"/>
                  <a:pt x="6587242" y="2280203"/>
                  <a:pt x="6585570" y="2275261"/>
                </a:cubicBezTo>
                <a:cubicBezTo>
                  <a:pt x="6583881" y="2270336"/>
                  <a:pt x="6578547" y="2267704"/>
                  <a:pt x="6573605" y="2269375"/>
                </a:cubicBezTo>
                <a:cubicBezTo>
                  <a:pt x="6568680" y="2271047"/>
                  <a:pt x="6566049" y="2276399"/>
                  <a:pt x="6567720" y="2281323"/>
                </a:cubicBezTo>
                <a:cubicBezTo>
                  <a:pt x="6569053" y="2285253"/>
                  <a:pt x="6572716" y="2287724"/>
                  <a:pt x="6576646" y="2287724"/>
                </a:cubicBezTo>
                <a:cubicBezTo>
                  <a:pt x="6577641" y="2287723"/>
                  <a:pt x="6578672" y="2287563"/>
                  <a:pt x="6579668" y="2287226"/>
                </a:cubicBezTo>
                <a:close/>
                <a:moveTo>
                  <a:pt x="4553869" y="3030651"/>
                </a:moveTo>
                <a:cubicBezTo>
                  <a:pt x="4555559" y="3030650"/>
                  <a:pt x="4557212" y="3029904"/>
                  <a:pt x="4558314" y="3028482"/>
                </a:cubicBezTo>
                <a:cubicBezTo>
                  <a:pt x="4560235" y="3026029"/>
                  <a:pt x="4559790" y="3022491"/>
                  <a:pt x="4557336" y="3020588"/>
                </a:cubicBezTo>
                <a:cubicBezTo>
                  <a:pt x="4554883" y="3018668"/>
                  <a:pt x="4551345" y="3019113"/>
                  <a:pt x="4549443" y="3021566"/>
                </a:cubicBezTo>
                <a:cubicBezTo>
                  <a:pt x="4547523" y="3024019"/>
                  <a:pt x="4547969" y="3027558"/>
                  <a:pt x="4550420" y="3029459"/>
                </a:cubicBezTo>
                <a:cubicBezTo>
                  <a:pt x="4551451" y="3030260"/>
                  <a:pt x="4552660" y="3030651"/>
                  <a:pt x="4553869" y="3030651"/>
                </a:cubicBezTo>
                <a:close/>
                <a:moveTo>
                  <a:pt x="6315596" y="2386592"/>
                </a:moveTo>
                <a:cubicBezTo>
                  <a:pt x="6320434" y="2384636"/>
                  <a:pt x="6322763" y="2379143"/>
                  <a:pt x="6320824" y="2374324"/>
                </a:cubicBezTo>
                <a:cubicBezTo>
                  <a:pt x="6318869" y="2369488"/>
                  <a:pt x="6313375" y="2367160"/>
                  <a:pt x="6308557" y="2369115"/>
                </a:cubicBezTo>
                <a:cubicBezTo>
                  <a:pt x="6303721" y="2371053"/>
                  <a:pt x="6301392" y="2376547"/>
                  <a:pt x="6303347" y="2381365"/>
                </a:cubicBezTo>
                <a:cubicBezTo>
                  <a:pt x="6304823" y="2385046"/>
                  <a:pt x="6308344" y="2387268"/>
                  <a:pt x="6312077" y="2387268"/>
                </a:cubicBezTo>
                <a:cubicBezTo>
                  <a:pt x="6313251" y="2387268"/>
                  <a:pt x="6314441" y="2387054"/>
                  <a:pt x="6315596" y="2386592"/>
                </a:cubicBezTo>
                <a:close/>
                <a:moveTo>
                  <a:pt x="4065518" y="3212795"/>
                </a:moveTo>
                <a:cubicBezTo>
                  <a:pt x="4065748" y="3212795"/>
                  <a:pt x="4065997" y="3212688"/>
                  <a:pt x="4066175" y="3212493"/>
                </a:cubicBezTo>
                <a:cubicBezTo>
                  <a:pt x="4066496" y="3212119"/>
                  <a:pt x="4066459" y="3211551"/>
                  <a:pt x="4066085" y="3211231"/>
                </a:cubicBezTo>
                <a:cubicBezTo>
                  <a:pt x="4065730" y="3210910"/>
                  <a:pt x="4065161" y="3210946"/>
                  <a:pt x="4064842" y="3211320"/>
                </a:cubicBezTo>
                <a:cubicBezTo>
                  <a:pt x="4064521" y="3211676"/>
                  <a:pt x="4064557" y="3212244"/>
                  <a:pt x="4064911" y="3212565"/>
                </a:cubicBezTo>
                <a:cubicBezTo>
                  <a:pt x="4065091" y="3212724"/>
                  <a:pt x="4065303" y="3212795"/>
                  <a:pt x="4065518" y="3212795"/>
                </a:cubicBezTo>
                <a:close/>
                <a:moveTo>
                  <a:pt x="6669078" y="2258406"/>
                </a:moveTo>
                <a:cubicBezTo>
                  <a:pt x="6674055" y="2256877"/>
                  <a:pt x="6676865" y="2251633"/>
                  <a:pt x="6675354" y="2246654"/>
                </a:cubicBezTo>
                <a:cubicBezTo>
                  <a:pt x="6673825" y="2241658"/>
                  <a:pt x="6668562" y="2238867"/>
                  <a:pt x="6663584" y="2240378"/>
                </a:cubicBezTo>
                <a:cubicBezTo>
                  <a:pt x="6658605" y="2241890"/>
                  <a:pt x="6655797" y="2247152"/>
                  <a:pt x="6657325" y="2252131"/>
                </a:cubicBezTo>
                <a:cubicBezTo>
                  <a:pt x="6658552" y="2256201"/>
                  <a:pt x="6662286" y="2258815"/>
                  <a:pt x="6666340" y="2258815"/>
                </a:cubicBezTo>
                <a:cubicBezTo>
                  <a:pt x="6667246" y="2258815"/>
                  <a:pt x="6668170" y="2258672"/>
                  <a:pt x="6669078" y="2258406"/>
                </a:cubicBezTo>
                <a:close/>
                <a:moveTo>
                  <a:pt x="6228427" y="2422186"/>
                </a:moveTo>
                <a:cubicBezTo>
                  <a:pt x="6233227" y="2420195"/>
                  <a:pt x="6235521" y="2414682"/>
                  <a:pt x="6233547" y="2409883"/>
                </a:cubicBezTo>
                <a:cubicBezTo>
                  <a:pt x="6231556" y="2405065"/>
                  <a:pt x="6226063" y="2402771"/>
                  <a:pt x="6221245" y="2404762"/>
                </a:cubicBezTo>
                <a:cubicBezTo>
                  <a:pt x="6216426" y="2406736"/>
                  <a:pt x="6214133" y="2412247"/>
                  <a:pt x="6216125" y="2417065"/>
                </a:cubicBezTo>
                <a:cubicBezTo>
                  <a:pt x="6217617" y="2420691"/>
                  <a:pt x="6221138" y="2422896"/>
                  <a:pt x="6224836" y="2422896"/>
                </a:cubicBezTo>
                <a:cubicBezTo>
                  <a:pt x="6226027" y="2422896"/>
                  <a:pt x="6227254" y="2422666"/>
                  <a:pt x="6228427" y="2422186"/>
                </a:cubicBezTo>
                <a:close/>
                <a:moveTo>
                  <a:pt x="8490011" y="1592889"/>
                </a:moveTo>
                <a:cubicBezTo>
                  <a:pt x="8496731" y="1592889"/>
                  <a:pt x="8502989" y="1588640"/>
                  <a:pt x="8505247" y="1581920"/>
                </a:cubicBezTo>
                <a:cubicBezTo>
                  <a:pt x="8508056" y="1573509"/>
                  <a:pt x="8503522" y="1564424"/>
                  <a:pt x="8495113" y="1561597"/>
                </a:cubicBezTo>
                <a:cubicBezTo>
                  <a:pt x="8486703" y="1558789"/>
                  <a:pt x="8477601" y="1563304"/>
                  <a:pt x="8474792" y="1571732"/>
                </a:cubicBezTo>
                <a:cubicBezTo>
                  <a:pt x="8471965" y="1580141"/>
                  <a:pt x="8476499" y="1589244"/>
                  <a:pt x="8484908" y="1592052"/>
                </a:cubicBezTo>
                <a:cubicBezTo>
                  <a:pt x="8486597" y="1592621"/>
                  <a:pt x="8488321" y="1592889"/>
                  <a:pt x="8490011" y="1592889"/>
                </a:cubicBezTo>
                <a:close/>
                <a:moveTo>
                  <a:pt x="5697266" y="2618002"/>
                </a:moveTo>
                <a:cubicBezTo>
                  <a:pt x="5702261" y="2616491"/>
                  <a:pt x="5705088" y="2611246"/>
                  <a:pt x="5703576" y="2606250"/>
                </a:cubicBezTo>
                <a:cubicBezTo>
                  <a:pt x="5702083" y="2601272"/>
                  <a:pt x="5696838" y="2598446"/>
                  <a:pt x="5691843" y="2599939"/>
                </a:cubicBezTo>
                <a:cubicBezTo>
                  <a:pt x="5686864" y="2601432"/>
                  <a:pt x="5684037" y="2606694"/>
                  <a:pt x="5685531" y="2611673"/>
                </a:cubicBezTo>
                <a:cubicBezTo>
                  <a:pt x="5686758" y="2615762"/>
                  <a:pt x="5690509" y="2618393"/>
                  <a:pt x="5694563" y="2618393"/>
                </a:cubicBezTo>
                <a:cubicBezTo>
                  <a:pt x="5695451" y="2618393"/>
                  <a:pt x="5696377" y="2618269"/>
                  <a:pt x="5697266" y="2618002"/>
                </a:cubicBezTo>
                <a:close/>
                <a:moveTo>
                  <a:pt x="6141134" y="2457868"/>
                </a:moveTo>
                <a:cubicBezTo>
                  <a:pt x="6145969" y="2455913"/>
                  <a:pt x="6148298" y="2450419"/>
                  <a:pt x="6146343" y="2445600"/>
                </a:cubicBezTo>
                <a:cubicBezTo>
                  <a:pt x="6144404" y="2440765"/>
                  <a:pt x="6138911" y="2438435"/>
                  <a:pt x="6134075" y="2440391"/>
                </a:cubicBezTo>
                <a:cubicBezTo>
                  <a:pt x="6129257" y="2442347"/>
                  <a:pt x="6126927" y="2447822"/>
                  <a:pt x="6128866" y="2452658"/>
                </a:cubicBezTo>
                <a:cubicBezTo>
                  <a:pt x="6130359" y="2456320"/>
                  <a:pt x="6133880" y="2458543"/>
                  <a:pt x="6137613" y="2458543"/>
                </a:cubicBezTo>
                <a:cubicBezTo>
                  <a:pt x="6138787" y="2458543"/>
                  <a:pt x="6139978" y="2458330"/>
                  <a:pt x="6141134" y="2457868"/>
                </a:cubicBezTo>
                <a:close/>
                <a:moveTo>
                  <a:pt x="6759376" y="2232751"/>
                </a:moveTo>
                <a:cubicBezTo>
                  <a:pt x="6764408" y="2231436"/>
                  <a:pt x="6767413" y="2226280"/>
                  <a:pt x="6766098" y="2221249"/>
                </a:cubicBezTo>
                <a:cubicBezTo>
                  <a:pt x="6764782" y="2216216"/>
                  <a:pt x="6759626" y="2213212"/>
                  <a:pt x="6754594" y="2214528"/>
                </a:cubicBezTo>
                <a:cubicBezTo>
                  <a:pt x="6749563" y="2215843"/>
                  <a:pt x="6746540" y="2220999"/>
                  <a:pt x="6747874" y="2226031"/>
                </a:cubicBezTo>
                <a:cubicBezTo>
                  <a:pt x="6748977" y="2230262"/>
                  <a:pt x="6752799" y="2233071"/>
                  <a:pt x="6756976" y="2233071"/>
                </a:cubicBezTo>
                <a:cubicBezTo>
                  <a:pt x="6757776" y="2233071"/>
                  <a:pt x="6758577" y="2232964"/>
                  <a:pt x="6759376" y="2232751"/>
                </a:cubicBezTo>
                <a:close/>
                <a:moveTo>
                  <a:pt x="5787369" y="2589573"/>
                </a:moveTo>
                <a:cubicBezTo>
                  <a:pt x="5792311" y="2587938"/>
                  <a:pt x="5794978" y="2582604"/>
                  <a:pt x="5793360" y="2577662"/>
                </a:cubicBezTo>
                <a:cubicBezTo>
                  <a:pt x="5791724" y="2572720"/>
                  <a:pt x="5786391" y="2570035"/>
                  <a:pt x="5781449" y="2571670"/>
                </a:cubicBezTo>
                <a:cubicBezTo>
                  <a:pt x="5776505" y="2573306"/>
                  <a:pt x="5773821" y="2578621"/>
                  <a:pt x="5775457" y="2583564"/>
                </a:cubicBezTo>
                <a:lnTo>
                  <a:pt x="5775475" y="2583564"/>
                </a:lnTo>
                <a:cubicBezTo>
                  <a:pt x="5776791" y="2587529"/>
                  <a:pt x="5780470" y="2590036"/>
                  <a:pt x="5784417" y="2590036"/>
                </a:cubicBezTo>
                <a:cubicBezTo>
                  <a:pt x="5785395" y="2590036"/>
                  <a:pt x="5786391" y="2589893"/>
                  <a:pt x="5787369" y="2589573"/>
                </a:cubicBezTo>
                <a:close/>
                <a:moveTo>
                  <a:pt x="7761591" y="1865439"/>
                </a:moveTo>
                <a:cubicBezTo>
                  <a:pt x="7767031" y="1865439"/>
                  <a:pt x="7772009" y="1861794"/>
                  <a:pt x="7773450" y="1856283"/>
                </a:cubicBezTo>
                <a:cubicBezTo>
                  <a:pt x="7775157" y="1849722"/>
                  <a:pt x="7771227" y="1843019"/>
                  <a:pt x="7764667" y="1841295"/>
                </a:cubicBezTo>
                <a:cubicBezTo>
                  <a:pt x="7758124" y="1839589"/>
                  <a:pt x="7751421" y="1843518"/>
                  <a:pt x="7749696" y="1850078"/>
                </a:cubicBezTo>
                <a:cubicBezTo>
                  <a:pt x="7747990" y="1856638"/>
                  <a:pt x="7751919" y="1863341"/>
                  <a:pt x="7758480" y="1865048"/>
                </a:cubicBezTo>
                <a:cubicBezTo>
                  <a:pt x="7759510" y="1865315"/>
                  <a:pt x="7760560" y="1865439"/>
                  <a:pt x="7761591" y="1865439"/>
                </a:cubicBezTo>
                <a:close/>
                <a:moveTo>
                  <a:pt x="6053483" y="2492768"/>
                </a:moveTo>
                <a:cubicBezTo>
                  <a:pt x="6058337" y="2490865"/>
                  <a:pt x="6060720" y="2485389"/>
                  <a:pt x="6058817" y="2480553"/>
                </a:cubicBezTo>
                <a:cubicBezTo>
                  <a:pt x="6056932" y="2475700"/>
                  <a:pt x="6051457" y="2473318"/>
                  <a:pt x="6046603" y="2475219"/>
                </a:cubicBezTo>
                <a:cubicBezTo>
                  <a:pt x="6041767" y="2477104"/>
                  <a:pt x="6039366" y="2482580"/>
                  <a:pt x="6041269" y="2487416"/>
                </a:cubicBezTo>
                <a:cubicBezTo>
                  <a:pt x="6042727" y="2491150"/>
                  <a:pt x="6046283" y="2493407"/>
                  <a:pt x="6050051" y="2493407"/>
                </a:cubicBezTo>
                <a:cubicBezTo>
                  <a:pt x="6051190" y="2493407"/>
                  <a:pt x="6052363" y="2493212"/>
                  <a:pt x="6053483" y="2492768"/>
                </a:cubicBezTo>
                <a:close/>
                <a:moveTo>
                  <a:pt x="5876690" y="2558959"/>
                </a:moveTo>
                <a:cubicBezTo>
                  <a:pt x="5881596" y="2557216"/>
                  <a:pt x="5884156" y="2551829"/>
                  <a:pt x="5882414" y="2546922"/>
                </a:cubicBezTo>
                <a:cubicBezTo>
                  <a:pt x="5880673" y="2542015"/>
                  <a:pt x="5875303" y="2539455"/>
                  <a:pt x="5870396" y="2541197"/>
                </a:cubicBezTo>
                <a:cubicBezTo>
                  <a:pt x="5865489" y="2542922"/>
                  <a:pt x="5862929" y="2548309"/>
                  <a:pt x="5864671" y="2553216"/>
                </a:cubicBezTo>
                <a:cubicBezTo>
                  <a:pt x="5866022" y="2557092"/>
                  <a:pt x="5869667" y="2559492"/>
                  <a:pt x="5873543" y="2559492"/>
                </a:cubicBezTo>
                <a:cubicBezTo>
                  <a:pt x="5874592" y="2559492"/>
                  <a:pt x="5875659" y="2559314"/>
                  <a:pt x="5876690" y="2558959"/>
                </a:cubicBezTo>
                <a:close/>
                <a:moveTo>
                  <a:pt x="5965370" y="2526565"/>
                </a:moveTo>
                <a:cubicBezTo>
                  <a:pt x="5970242" y="2524734"/>
                  <a:pt x="5972714" y="2519312"/>
                  <a:pt x="5970883" y="2514440"/>
                </a:cubicBezTo>
                <a:cubicBezTo>
                  <a:pt x="5969051" y="2509569"/>
                  <a:pt x="5963628" y="2507097"/>
                  <a:pt x="5958757" y="2508929"/>
                </a:cubicBezTo>
                <a:cubicBezTo>
                  <a:pt x="5953868" y="2510742"/>
                  <a:pt x="5951415" y="2516182"/>
                  <a:pt x="5953246" y="2521054"/>
                </a:cubicBezTo>
                <a:cubicBezTo>
                  <a:pt x="5954650" y="2524841"/>
                  <a:pt x="5958240" y="2527169"/>
                  <a:pt x="5962064" y="2527170"/>
                </a:cubicBezTo>
                <a:cubicBezTo>
                  <a:pt x="5963166" y="2527170"/>
                  <a:pt x="5964269" y="2526974"/>
                  <a:pt x="5965370" y="2526565"/>
                </a:cubicBezTo>
                <a:close/>
                <a:moveTo>
                  <a:pt x="4880414" y="2931871"/>
                </a:moveTo>
                <a:cubicBezTo>
                  <a:pt x="4883721" y="2931871"/>
                  <a:pt x="4886761" y="2929685"/>
                  <a:pt x="4887670" y="2926324"/>
                </a:cubicBezTo>
                <a:cubicBezTo>
                  <a:pt x="4888772" y="2922307"/>
                  <a:pt x="4886388" y="2918182"/>
                  <a:pt x="4882389" y="2917097"/>
                </a:cubicBezTo>
                <a:cubicBezTo>
                  <a:pt x="4878370" y="2915995"/>
                  <a:pt x="4874227" y="2918377"/>
                  <a:pt x="4873144" y="2922378"/>
                </a:cubicBezTo>
                <a:cubicBezTo>
                  <a:pt x="4872059" y="2926395"/>
                  <a:pt x="4874423" y="2930520"/>
                  <a:pt x="4878441" y="2931622"/>
                </a:cubicBezTo>
                <a:cubicBezTo>
                  <a:pt x="4879100" y="2931800"/>
                  <a:pt x="4879757" y="2931871"/>
                  <a:pt x="4880414" y="2931871"/>
                </a:cubicBezTo>
                <a:close/>
                <a:moveTo>
                  <a:pt x="6850618" y="2210972"/>
                </a:moveTo>
                <a:cubicBezTo>
                  <a:pt x="6855703" y="2209888"/>
                  <a:pt x="6858939" y="2204874"/>
                  <a:pt x="6857854" y="2199789"/>
                </a:cubicBezTo>
                <a:cubicBezTo>
                  <a:pt x="6856770" y="2194704"/>
                  <a:pt x="6851756" y="2191469"/>
                  <a:pt x="6846671" y="2192553"/>
                </a:cubicBezTo>
                <a:cubicBezTo>
                  <a:pt x="6841586" y="2193638"/>
                  <a:pt x="6838332" y="2198651"/>
                  <a:pt x="6839435" y="2203736"/>
                </a:cubicBezTo>
                <a:cubicBezTo>
                  <a:pt x="6840377" y="2208163"/>
                  <a:pt x="6844288" y="2211185"/>
                  <a:pt x="6848627" y="2211185"/>
                </a:cubicBezTo>
                <a:cubicBezTo>
                  <a:pt x="6849285" y="2211185"/>
                  <a:pt x="6849943" y="2211114"/>
                  <a:pt x="6850618" y="2210972"/>
                </a:cubicBezTo>
                <a:close/>
                <a:moveTo>
                  <a:pt x="4710218" y="2997492"/>
                </a:moveTo>
                <a:cubicBezTo>
                  <a:pt x="4712582" y="2997492"/>
                  <a:pt x="4714877" y="2996230"/>
                  <a:pt x="4716049" y="2993990"/>
                </a:cubicBezTo>
                <a:cubicBezTo>
                  <a:pt x="4717738" y="2990772"/>
                  <a:pt x="4716511" y="2986790"/>
                  <a:pt x="4713293" y="2985100"/>
                </a:cubicBezTo>
                <a:cubicBezTo>
                  <a:pt x="4710075" y="2983412"/>
                  <a:pt x="4706093" y="2984638"/>
                  <a:pt x="4704405" y="2987856"/>
                </a:cubicBezTo>
                <a:cubicBezTo>
                  <a:pt x="4702715" y="2991075"/>
                  <a:pt x="4703942" y="2995057"/>
                  <a:pt x="4707159" y="2996746"/>
                </a:cubicBezTo>
                <a:cubicBezTo>
                  <a:pt x="4708137" y="2997262"/>
                  <a:pt x="4709188" y="2997492"/>
                  <a:pt x="4710218" y="2997492"/>
                </a:cubicBezTo>
                <a:close/>
                <a:moveTo>
                  <a:pt x="5150565" y="2836416"/>
                </a:moveTo>
                <a:cubicBezTo>
                  <a:pt x="5155223" y="2836416"/>
                  <a:pt x="5159028" y="2832647"/>
                  <a:pt x="5159028" y="2827971"/>
                </a:cubicBezTo>
                <a:cubicBezTo>
                  <a:pt x="5159045" y="2823277"/>
                  <a:pt x="5155259" y="2819490"/>
                  <a:pt x="5150565" y="2819472"/>
                </a:cubicBezTo>
                <a:cubicBezTo>
                  <a:pt x="5145889" y="2819472"/>
                  <a:pt x="5142085" y="2823259"/>
                  <a:pt x="5142085" y="2827936"/>
                </a:cubicBezTo>
                <a:cubicBezTo>
                  <a:pt x="5142066" y="2832610"/>
                  <a:pt x="5145872" y="2836416"/>
                  <a:pt x="5150547" y="2836416"/>
                </a:cubicBezTo>
                <a:close/>
                <a:moveTo>
                  <a:pt x="8337237" y="1668502"/>
                </a:moveTo>
                <a:cubicBezTo>
                  <a:pt x="8343495" y="1668502"/>
                  <a:pt x="8349327" y="1664591"/>
                  <a:pt x="8351513" y="1658368"/>
                </a:cubicBezTo>
                <a:cubicBezTo>
                  <a:pt x="8354269" y="1650492"/>
                  <a:pt x="8350127" y="1641870"/>
                  <a:pt x="8342251" y="1639113"/>
                </a:cubicBezTo>
                <a:cubicBezTo>
                  <a:pt x="8334375" y="1636358"/>
                  <a:pt x="8325752" y="1640500"/>
                  <a:pt x="8322978" y="1648376"/>
                </a:cubicBezTo>
                <a:cubicBezTo>
                  <a:pt x="8320223" y="1656253"/>
                  <a:pt x="8324365" y="1664876"/>
                  <a:pt x="8332259" y="1667649"/>
                </a:cubicBezTo>
                <a:cubicBezTo>
                  <a:pt x="8333913" y="1668218"/>
                  <a:pt x="8335584" y="1668502"/>
                  <a:pt x="8337237" y="1668502"/>
                </a:cubicBezTo>
                <a:close/>
                <a:moveTo>
                  <a:pt x="7313740" y="2046731"/>
                </a:moveTo>
                <a:cubicBezTo>
                  <a:pt x="7319217" y="2046731"/>
                  <a:pt x="7323804" y="2042411"/>
                  <a:pt x="7324070" y="2036881"/>
                </a:cubicBezTo>
                <a:cubicBezTo>
                  <a:pt x="7324355" y="2031157"/>
                  <a:pt x="7319963" y="2026285"/>
                  <a:pt x="7314239" y="2026001"/>
                </a:cubicBezTo>
                <a:cubicBezTo>
                  <a:pt x="7308513" y="2025717"/>
                  <a:pt x="7303643" y="2030107"/>
                  <a:pt x="7303358" y="2035832"/>
                </a:cubicBezTo>
                <a:cubicBezTo>
                  <a:pt x="7303073" y="2041557"/>
                  <a:pt x="7307483" y="2046428"/>
                  <a:pt x="7313208" y="2046713"/>
                </a:cubicBezTo>
                <a:lnTo>
                  <a:pt x="7313208" y="2046731"/>
                </a:lnTo>
                <a:cubicBezTo>
                  <a:pt x="7313386" y="2046730"/>
                  <a:pt x="7313564" y="2046731"/>
                  <a:pt x="7313740" y="2046731"/>
                </a:cubicBezTo>
                <a:close/>
                <a:moveTo>
                  <a:pt x="4269796" y="3166197"/>
                </a:moveTo>
                <a:cubicBezTo>
                  <a:pt x="4270490" y="3166197"/>
                  <a:pt x="4271184" y="3165948"/>
                  <a:pt x="4271717" y="3165432"/>
                </a:cubicBezTo>
                <a:cubicBezTo>
                  <a:pt x="4272836" y="3164366"/>
                  <a:pt x="4272874" y="3162606"/>
                  <a:pt x="4271805" y="3161485"/>
                </a:cubicBezTo>
                <a:cubicBezTo>
                  <a:pt x="4270756" y="3160383"/>
                  <a:pt x="4268977" y="3160330"/>
                  <a:pt x="4267876" y="3161396"/>
                </a:cubicBezTo>
                <a:cubicBezTo>
                  <a:pt x="4266757" y="3162463"/>
                  <a:pt x="4266721" y="3164223"/>
                  <a:pt x="4267788" y="3165343"/>
                </a:cubicBezTo>
                <a:cubicBezTo>
                  <a:pt x="4268322" y="3165913"/>
                  <a:pt x="4269069" y="3166197"/>
                  <a:pt x="4269796" y="3166197"/>
                </a:cubicBezTo>
                <a:close/>
                <a:moveTo>
                  <a:pt x="7588212" y="1953427"/>
                </a:moveTo>
                <a:cubicBezTo>
                  <a:pt x="7593527" y="1953427"/>
                  <a:pt x="7598274" y="1949657"/>
                  <a:pt x="7599324" y="1944235"/>
                </a:cubicBezTo>
                <a:cubicBezTo>
                  <a:pt x="7600496" y="1938102"/>
                  <a:pt x="7596478" y="1932163"/>
                  <a:pt x="7590345" y="1930990"/>
                </a:cubicBezTo>
                <a:cubicBezTo>
                  <a:pt x="7584193" y="1929817"/>
                  <a:pt x="7578272" y="1933834"/>
                  <a:pt x="7577082" y="1939968"/>
                </a:cubicBezTo>
                <a:cubicBezTo>
                  <a:pt x="7575908" y="1946102"/>
                  <a:pt x="7579927" y="1952040"/>
                  <a:pt x="7586061" y="1953213"/>
                </a:cubicBezTo>
                <a:cubicBezTo>
                  <a:pt x="7586789" y="1953356"/>
                  <a:pt x="7587500" y="1953427"/>
                  <a:pt x="7588212" y="1953427"/>
                </a:cubicBezTo>
                <a:close/>
                <a:moveTo>
                  <a:pt x="6942766" y="2193745"/>
                </a:moveTo>
                <a:cubicBezTo>
                  <a:pt x="6947886" y="2192908"/>
                  <a:pt x="6951389" y="2188091"/>
                  <a:pt x="6950554" y="2182953"/>
                </a:cubicBezTo>
                <a:cubicBezTo>
                  <a:pt x="6949735" y="2177797"/>
                  <a:pt x="6944899" y="2174312"/>
                  <a:pt x="6939762" y="2175148"/>
                </a:cubicBezTo>
                <a:cubicBezTo>
                  <a:pt x="6934623" y="2175966"/>
                  <a:pt x="6931120" y="2180801"/>
                  <a:pt x="6931957" y="2185940"/>
                </a:cubicBezTo>
                <a:cubicBezTo>
                  <a:pt x="6932703" y="2190562"/>
                  <a:pt x="6936704" y="2193868"/>
                  <a:pt x="6941237" y="2193868"/>
                </a:cubicBezTo>
                <a:cubicBezTo>
                  <a:pt x="6941735" y="2193868"/>
                  <a:pt x="6942250" y="2193833"/>
                  <a:pt x="6942766" y="2193745"/>
                </a:cubicBezTo>
                <a:close/>
                <a:moveTo>
                  <a:pt x="8181049" y="1742089"/>
                </a:moveTo>
                <a:cubicBezTo>
                  <a:pt x="8186899" y="1742089"/>
                  <a:pt x="8192356" y="1738444"/>
                  <a:pt x="8194418" y="1732613"/>
                </a:cubicBezTo>
                <a:cubicBezTo>
                  <a:pt x="8197014" y="1725235"/>
                  <a:pt x="8193121" y="1717146"/>
                  <a:pt x="8185742" y="1714550"/>
                </a:cubicBezTo>
                <a:cubicBezTo>
                  <a:pt x="8178365" y="1711954"/>
                  <a:pt x="8170274" y="1715830"/>
                  <a:pt x="8167697" y="1723226"/>
                </a:cubicBezTo>
                <a:cubicBezTo>
                  <a:pt x="8165083" y="1730604"/>
                  <a:pt x="8168977" y="1738675"/>
                  <a:pt x="8176355" y="1741271"/>
                </a:cubicBezTo>
                <a:cubicBezTo>
                  <a:pt x="8177902" y="1741822"/>
                  <a:pt x="8179502" y="1742089"/>
                  <a:pt x="8181049" y="1742089"/>
                </a:cubicBezTo>
                <a:close/>
                <a:moveTo>
                  <a:pt x="5235673" y="2825357"/>
                </a:moveTo>
                <a:lnTo>
                  <a:pt x="5235681" y="2825348"/>
                </a:lnTo>
                <a:lnTo>
                  <a:pt x="5235673" y="2825340"/>
                </a:lnTo>
                <a:close/>
                <a:moveTo>
                  <a:pt x="8734346" y="1541951"/>
                </a:moveTo>
                <a:cubicBezTo>
                  <a:pt x="8741778" y="1541951"/>
                  <a:pt x="8748605" y="1537045"/>
                  <a:pt x="8750720" y="1529542"/>
                </a:cubicBezTo>
                <a:cubicBezTo>
                  <a:pt x="8753263" y="1520493"/>
                  <a:pt x="8748000" y="1511105"/>
                  <a:pt x="8738951" y="1508563"/>
                </a:cubicBezTo>
                <a:cubicBezTo>
                  <a:pt x="8729901" y="1506021"/>
                  <a:pt x="8720514" y="1511301"/>
                  <a:pt x="8717972" y="1520333"/>
                </a:cubicBezTo>
                <a:cubicBezTo>
                  <a:pt x="8715430" y="1529382"/>
                  <a:pt x="8720693" y="1538770"/>
                  <a:pt x="8729742" y="1541312"/>
                </a:cubicBezTo>
                <a:cubicBezTo>
                  <a:pt x="8731270" y="1541757"/>
                  <a:pt x="8732817" y="1541952"/>
                  <a:pt x="8734346" y="1541951"/>
                </a:cubicBezTo>
                <a:close/>
                <a:moveTo>
                  <a:pt x="4478219" y="3103900"/>
                </a:moveTo>
                <a:cubicBezTo>
                  <a:pt x="4479499" y="3103900"/>
                  <a:pt x="4480762" y="3103385"/>
                  <a:pt x="4481705" y="3102353"/>
                </a:cubicBezTo>
                <a:cubicBezTo>
                  <a:pt x="4483428" y="3100433"/>
                  <a:pt x="4483269" y="3097464"/>
                  <a:pt x="4481348" y="3095739"/>
                </a:cubicBezTo>
                <a:cubicBezTo>
                  <a:pt x="4479427" y="3094014"/>
                  <a:pt x="4476460" y="3094175"/>
                  <a:pt x="4474736" y="3096094"/>
                </a:cubicBezTo>
                <a:cubicBezTo>
                  <a:pt x="4473011" y="3098015"/>
                  <a:pt x="4473171" y="3100966"/>
                  <a:pt x="4475090" y="3102709"/>
                </a:cubicBezTo>
                <a:cubicBezTo>
                  <a:pt x="4475980" y="3103508"/>
                  <a:pt x="4477099" y="3103899"/>
                  <a:pt x="4478219" y="3103900"/>
                </a:cubicBezTo>
                <a:close/>
                <a:moveTo>
                  <a:pt x="5244686" y="2833233"/>
                </a:moveTo>
                <a:cubicBezTo>
                  <a:pt x="5249363" y="2832931"/>
                  <a:pt x="5252883" y="2828878"/>
                  <a:pt x="5252580" y="2824219"/>
                </a:cubicBezTo>
                <a:cubicBezTo>
                  <a:pt x="5252260" y="2819544"/>
                  <a:pt x="5248208" y="2816023"/>
                  <a:pt x="5243548" y="2816326"/>
                </a:cubicBezTo>
                <a:lnTo>
                  <a:pt x="5235681" y="2825348"/>
                </a:lnTo>
                <a:lnTo>
                  <a:pt x="5244100" y="2833233"/>
                </a:lnTo>
                <a:cubicBezTo>
                  <a:pt x="5244296" y="2833233"/>
                  <a:pt x="5244491" y="2833233"/>
                  <a:pt x="5244686" y="2833233"/>
                </a:cubicBezTo>
                <a:close/>
                <a:moveTo>
                  <a:pt x="8020221" y="1815374"/>
                </a:moveTo>
                <a:cubicBezTo>
                  <a:pt x="8025733" y="1815374"/>
                  <a:pt x="8030889" y="1811889"/>
                  <a:pt x="8032737" y="1806360"/>
                </a:cubicBezTo>
                <a:cubicBezTo>
                  <a:pt x="8035048" y="1799426"/>
                  <a:pt x="8031333" y="1791942"/>
                  <a:pt x="8024399" y="1789630"/>
                </a:cubicBezTo>
                <a:cubicBezTo>
                  <a:pt x="8017483" y="1787301"/>
                  <a:pt x="8009998" y="1791034"/>
                  <a:pt x="8007670" y="1797969"/>
                </a:cubicBezTo>
                <a:cubicBezTo>
                  <a:pt x="8005358" y="1804885"/>
                  <a:pt x="8009091" y="1812370"/>
                  <a:pt x="8016025" y="1814698"/>
                </a:cubicBezTo>
                <a:cubicBezTo>
                  <a:pt x="8017412" y="1815160"/>
                  <a:pt x="8018817" y="1815374"/>
                  <a:pt x="8020221" y="1815374"/>
                </a:cubicBezTo>
                <a:close/>
                <a:moveTo>
                  <a:pt x="7035643" y="2181210"/>
                </a:moveTo>
                <a:cubicBezTo>
                  <a:pt x="7040817" y="2180641"/>
                  <a:pt x="7044567" y="2176001"/>
                  <a:pt x="7044001" y="2170827"/>
                </a:cubicBezTo>
                <a:cubicBezTo>
                  <a:pt x="7043430" y="2165654"/>
                  <a:pt x="7038790" y="2161903"/>
                  <a:pt x="7033616" y="2162471"/>
                </a:cubicBezTo>
                <a:cubicBezTo>
                  <a:pt x="7028443" y="2163040"/>
                  <a:pt x="7024691" y="2167680"/>
                  <a:pt x="7025260" y="2172854"/>
                </a:cubicBezTo>
                <a:cubicBezTo>
                  <a:pt x="7025793" y="2177690"/>
                  <a:pt x="7029865" y="2181264"/>
                  <a:pt x="7034629" y="2181263"/>
                </a:cubicBezTo>
                <a:cubicBezTo>
                  <a:pt x="7034968" y="2181263"/>
                  <a:pt x="7035305" y="2181246"/>
                  <a:pt x="7035643" y="2181210"/>
                </a:cubicBezTo>
                <a:close/>
                <a:moveTo>
                  <a:pt x="4199660" y="3222111"/>
                </a:moveTo>
                <a:cubicBezTo>
                  <a:pt x="4200104" y="3222111"/>
                  <a:pt x="4200548" y="3221952"/>
                  <a:pt x="4200904" y="3221631"/>
                </a:cubicBezTo>
                <a:cubicBezTo>
                  <a:pt x="4201632" y="3220921"/>
                  <a:pt x="4201686" y="3219765"/>
                  <a:pt x="4200993" y="3219019"/>
                </a:cubicBezTo>
                <a:cubicBezTo>
                  <a:pt x="4200299" y="3218289"/>
                  <a:pt x="4199145" y="3218236"/>
                  <a:pt x="4198396" y="3218947"/>
                </a:cubicBezTo>
                <a:cubicBezTo>
                  <a:pt x="4197650" y="3219641"/>
                  <a:pt x="4197615" y="3220796"/>
                  <a:pt x="4198308" y="3221543"/>
                </a:cubicBezTo>
                <a:cubicBezTo>
                  <a:pt x="4198663" y="3221917"/>
                  <a:pt x="4199162" y="3222111"/>
                  <a:pt x="4199660" y="3222111"/>
                </a:cubicBezTo>
                <a:close/>
                <a:moveTo>
                  <a:pt x="7408253" y="2053896"/>
                </a:moveTo>
                <a:cubicBezTo>
                  <a:pt x="7413516" y="2053896"/>
                  <a:pt x="7418015" y="2049913"/>
                  <a:pt x="7418565" y="2044580"/>
                </a:cubicBezTo>
                <a:cubicBezTo>
                  <a:pt x="7419134" y="2038873"/>
                  <a:pt x="7414992" y="2033788"/>
                  <a:pt x="7409285" y="2033201"/>
                </a:cubicBezTo>
                <a:cubicBezTo>
                  <a:pt x="7403595" y="2032632"/>
                  <a:pt x="7398493" y="2036775"/>
                  <a:pt x="7397924" y="2042481"/>
                </a:cubicBezTo>
                <a:cubicBezTo>
                  <a:pt x="7397356" y="2048171"/>
                  <a:pt x="7401498" y="2053273"/>
                  <a:pt x="7407205" y="2053842"/>
                </a:cubicBezTo>
                <a:cubicBezTo>
                  <a:pt x="7407543" y="2053878"/>
                  <a:pt x="7407897" y="2053896"/>
                  <a:pt x="7408253" y="2053896"/>
                </a:cubicBezTo>
                <a:close/>
                <a:moveTo>
                  <a:pt x="8583563" y="1623290"/>
                </a:moveTo>
                <a:cubicBezTo>
                  <a:pt x="8590391" y="1623290"/>
                  <a:pt x="8596737" y="1618899"/>
                  <a:pt x="8598888" y="1612054"/>
                </a:cubicBezTo>
                <a:cubicBezTo>
                  <a:pt x="8601538" y="1603574"/>
                  <a:pt x="8596844" y="1594578"/>
                  <a:pt x="8588381" y="1591911"/>
                </a:cubicBezTo>
                <a:cubicBezTo>
                  <a:pt x="8579918" y="1589262"/>
                  <a:pt x="8570922" y="1593955"/>
                  <a:pt x="8568255" y="1602418"/>
                </a:cubicBezTo>
                <a:cubicBezTo>
                  <a:pt x="8565607" y="1610881"/>
                  <a:pt x="8570300" y="1619895"/>
                  <a:pt x="8578763" y="1622562"/>
                </a:cubicBezTo>
                <a:lnTo>
                  <a:pt x="8578745" y="1622562"/>
                </a:lnTo>
                <a:cubicBezTo>
                  <a:pt x="8580345" y="1623060"/>
                  <a:pt x="8581981" y="1623290"/>
                  <a:pt x="8583563" y="1623290"/>
                </a:cubicBezTo>
                <a:close/>
                <a:moveTo>
                  <a:pt x="7854023" y="1891201"/>
                </a:moveTo>
                <a:cubicBezTo>
                  <a:pt x="7859321" y="1891200"/>
                  <a:pt x="7864211" y="1887734"/>
                  <a:pt x="7865793" y="1882400"/>
                </a:cubicBezTo>
                <a:cubicBezTo>
                  <a:pt x="7867713" y="1875893"/>
                  <a:pt x="7863997" y="1869084"/>
                  <a:pt x="7857490" y="1867164"/>
                </a:cubicBezTo>
                <a:cubicBezTo>
                  <a:pt x="7851000" y="1865244"/>
                  <a:pt x="7844174" y="1868959"/>
                  <a:pt x="7842254" y="1875466"/>
                </a:cubicBezTo>
                <a:cubicBezTo>
                  <a:pt x="7840333" y="1881955"/>
                  <a:pt x="7844067" y="1888765"/>
                  <a:pt x="7850556" y="1890685"/>
                </a:cubicBezTo>
                <a:cubicBezTo>
                  <a:pt x="7851713" y="1891041"/>
                  <a:pt x="7852885" y="1891200"/>
                  <a:pt x="7854023" y="1891201"/>
                </a:cubicBezTo>
                <a:close/>
                <a:moveTo>
                  <a:pt x="4971319" y="2951482"/>
                </a:moveTo>
                <a:cubicBezTo>
                  <a:pt x="4974944" y="2951482"/>
                  <a:pt x="4978128" y="2948850"/>
                  <a:pt x="4978749" y="2945170"/>
                </a:cubicBezTo>
                <a:cubicBezTo>
                  <a:pt x="4979407" y="2941063"/>
                  <a:pt x="4976634" y="2937187"/>
                  <a:pt x="4972528" y="2936530"/>
                </a:cubicBezTo>
                <a:cubicBezTo>
                  <a:pt x="4968421" y="2935854"/>
                  <a:pt x="4964562" y="2938627"/>
                  <a:pt x="4963887" y="2942734"/>
                </a:cubicBezTo>
                <a:cubicBezTo>
                  <a:pt x="4963212" y="2946841"/>
                  <a:pt x="4966004" y="2950699"/>
                  <a:pt x="4970108" y="2951375"/>
                </a:cubicBezTo>
                <a:cubicBezTo>
                  <a:pt x="4970519" y="2951446"/>
                  <a:pt x="4970927" y="2951482"/>
                  <a:pt x="4971319" y="2951482"/>
                </a:cubicBezTo>
                <a:close/>
                <a:moveTo>
                  <a:pt x="7119115" y="2164658"/>
                </a:moveTo>
                <a:lnTo>
                  <a:pt x="7119124" y="2164649"/>
                </a:lnTo>
                <a:lnTo>
                  <a:pt x="7119115" y="2164640"/>
                </a:lnTo>
                <a:close/>
                <a:moveTo>
                  <a:pt x="4628239" y="3084449"/>
                </a:moveTo>
                <a:cubicBezTo>
                  <a:pt x="4630070" y="3084450"/>
                  <a:pt x="4631848" y="3083561"/>
                  <a:pt x="4632931" y="3081925"/>
                </a:cubicBezTo>
                <a:cubicBezTo>
                  <a:pt x="4634657" y="3079348"/>
                  <a:pt x="4633946" y="3075844"/>
                  <a:pt x="4631351" y="3074138"/>
                </a:cubicBezTo>
                <a:cubicBezTo>
                  <a:pt x="4628754" y="3072414"/>
                  <a:pt x="4625268" y="3073125"/>
                  <a:pt x="4623545" y="3075720"/>
                </a:cubicBezTo>
                <a:cubicBezTo>
                  <a:pt x="4621837" y="3078317"/>
                  <a:pt x="4622550" y="3081801"/>
                  <a:pt x="4625146" y="3083526"/>
                </a:cubicBezTo>
                <a:cubicBezTo>
                  <a:pt x="4626105" y="3084147"/>
                  <a:pt x="4627171" y="3084450"/>
                  <a:pt x="4628239" y="3084449"/>
                </a:cubicBezTo>
                <a:close/>
                <a:moveTo>
                  <a:pt x="5338363" y="2824077"/>
                </a:moveTo>
                <a:cubicBezTo>
                  <a:pt x="5343003" y="2823491"/>
                  <a:pt x="5346294" y="2819242"/>
                  <a:pt x="5345707" y="2814601"/>
                </a:cubicBezTo>
                <a:cubicBezTo>
                  <a:pt x="5345103" y="2809961"/>
                  <a:pt x="5340871" y="2806672"/>
                  <a:pt x="5336230" y="2807259"/>
                </a:cubicBezTo>
                <a:cubicBezTo>
                  <a:pt x="5331588" y="2807845"/>
                  <a:pt x="5328301" y="2812094"/>
                  <a:pt x="5328887" y="2816735"/>
                </a:cubicBezTo>
                <a:cubicBezTo>
                  <a:pt x="5329422" y="2821020"/>
                  <a:pt x="5333084" y="2824148"/>
                  <a:pt x="5337279" y="2824149"/>
                </a:cubicBezTo>
                <a:cubicBezTo>
                  <a:pt x="5337635" y="2824148"/>
                  <a:pt x="5337989" y="2824131"/>
                  <a:pt x="5338363" y="2824077"/>
                </a:cubicBezTo>
                <a:close/>
                <a:moveTo>
                  <a:pt x="4403921" y="3170891"/>
                </a:moveTo>
                <a:cubicBezTo>
                  <a:pt x="4404863" y="3170891"/>
                  <a:pt x="4405823" y="3170535"/>
                  <a:pt x="4406552" y="3169807"/>
                </a:cubicBezTo>
                <a:cubicBezTo>
                  <a:pt x="4407993" y="3168348"/>
                  <a:pt x="4408010" y="3165984"/>
                  <a:pt x="4406553" y="3164526"/>
                </a:cubicBezTo>
                <a:cubicBezTo>
                  <a:pt x="4405094" y="3163051"/>
                  <a:pt x="4402747" y="3163051"/>
                  <a:pt x="4401271" y="3164490"/>
                </a:cubicBezTo>
                <a:cubicBezTo>
                  <a:pt x="4399815" y="3165948"/>
                  <a:pt x="4399796" y="3168313"/>
                  <a:pt x="4401254" y="3169789"/>
                </a:cubicBezTo>
                <a:lnTo>
                  <a:pt x="4401272" y="3169789"/>
                </a:lnTo>
                <a:cubicBezTo>
                  <a:pt x="4402001" y="3170517"/>
                  <a:pt x="4402963" y="3170891"/>
                  <a:pt x="4403921" y="3170891"/>
                </a:cubicBezTo>
                <a:close/>
                <a:moveTo>
                  <a:pt x="7129053" y="2173529"/>
                </a:moveTo>
                <a:cubicBezTo>
                  <a:pt x="7134245" y="2173245"/>
                  <a:pt x="7138227" y="2168801"/>
                  <a:pt x="7137944" y="2163609"/>
                </a:cubicBezTo>
                <a:cubicBezTo>
                  <a:pt x="7137658" y="2158400"/>
                  <a:pt x="7133214" y="2154435"/>
                  <a:pt x="7128004" y="2154720"/>
                </a:cubicBezTo>
                <a:lnTo>
                  <a:pt x="7119124" y="2164649"/>
                </a:lnTo>
                <a:lnTo>
                  <a:pt x="7128520" y="2173530"/>
                </a:lnTo>
                <a:cubicBezTo>
                  <a:pt x="7128699" y="2173530"/>
                  <a:pt x="7128876" y="2173530"/>
                  <a:pt x="7129053" y="2173529"/>
                </a:cubicBezTo>
                <a:close/>
                <a:moveTo>
                  <a:pt x="4129236" y="3274684"/>
                </a:moveTo>
                <a:cubicBezTo>
                  <a:pt x="4129468" y="3274684"/>
                  <a:pt x="4129680" y="3274613"/>
                  <a:pt x="4129859" y="3274453"/>
                </a:cubicBezTo>
                <a:cubicBezTo>
                  <a:pt x="4130215" y="3274097"/>
                  <a:pt x="4130233" y="3273546"/>
                  <a:pt x="4129896" y="3273190"/>
                </a:cubicBezTo>
                <a:cubicBezTo>
                  <a:pt x="4129556" y="3272834"/>
                  <a:pt x="4128988" y="3272817"/>
                  <a:pt x="4128633" y="3273154"/>
                </a:cubicBezTo>
                <a:cubicBezTo>
                  <a:pt x="4128276" y="3273493"/>
                  <a:pt x="4128258" y="3274043"/>
                  <a:pt x="4128597" y="3274417"/>
                </a:cubicBezTo>
                <a:cubicBezTo>
                  <a:pt x="4128774" y="3274595"/>
                  <a:pt x="4129006" y="3274684"/>
                  <a:pt x="4129236" y="3274684"/>
                </a:cubicBezTo>
                <a:close/>
                <a:moveTo>
                  <a:pt x="7681516" y="1973304"/>
                </a:moveTo>
                <a:cubicBezTo>
                  <a:pt x="7686672" y="1973303"/>
                  <a:pt x="7691311" y="1969766"/>
                  <a:pt x="7692537" y="1964557"/>
                </a:cubicBezTo>
                <a:cubicBezTo>
                  <a:pt x="7693961" y="1958458"/>
                  <a:pt x="7690173" y="1952379"/>
                  <a:pt x="7684076" y="1950956"/>
                </a:cubicBezTo>
                <a:cubicBezTo>
                  <a:pt x="7677996" y="1949533"/>
                  <a:pt x="7671914" y="1953320"/>
                  <a:pt x="7670492" y="1959401"/>
                </a:cubicBezTo>
                <a:cubicBezTo>
                  <a:pt x="7669070" y="1965499"/>
                  <a:pt x="7672857" y="1971580"/>
                  <a:pt x="7678938" y="1973001"/>
                </a:cubicBezTo>
                <a:cubicBezTo>
                  <a:pt x="7679809" y="1973197"/>
                  <a:pt x="7680662" y="1973304"/>
                  <a:pt x="7681516" y="1973304"/>
                </a:cubicBezTo>
                <a:close/>
                <a:moveTo>
                  <a:pt x="8429688" y="1700380"/>
                </a:moveTo>
                <a:cubicBezTo>
                  <a:pt x="8435998" y="1700380"/>
                  <a:pt x="8441883" y="1696397"/>
                  <a:pt x="8443999" y="1690103"/>
                </a:cubicBezTo>
                <a:cubicBezTo>
                  <a:pt x="8446684" y="1682192"/>
                  <a:pt x="8442435" y="1673623"/>
                  <a:pt x="8434541" y="1670938"/>
                </a:cubicBezTo>
                <a:cubicBezTo>
                  <a:pt x="8426629" y="1668271"/>
                  <a:pt x="8418060" y="1672502"/>
                  <a:pt x="8415376" y="1680414"/>
                </a:cubicBezTo>
                <a:cubicBezTo>
                  <a:pt x="8412709" y="1688326"/>
                  <a:pt x="8416940" y="1696895"/>
                  <a:pt x="8424851" y="1699579"/>
                </a:cubicBezTo>
                <a:cubicBezTo>
                  <a:pt x="8426452" y="1700113"/>
                  <a:pt x="8428087" y="1700380"/>
                  <a:pt x="8429688" y="1700380"/>
                </a:cubicBezTo>
                <a:close/>
                <a:moveTo>
                  <a:pt x="4794364" y="3035664"/>
                </a:moveTo>
                <a:cubicBezTo>
                  <a:pt x="4796997" y="3035664"/>
                  <a:pt x="4799504" y="3034046"/>
                  <a:pt x="4800518" y="3031432"/>
                </a:cubicBezTo>
                <a:cubicBezTo>
                  <a:pt x="4801813" y="3028037"/>
                  <a:pt x="4800106" y="3024232"/>
                  <a:pt x="4796712" y="3022934"/>
                </a:cubicBezTo>
                <a:cubicBezTo>
                  <a:pt x="4793334" y="3021636"/>
                  <a:pt x="4789529" y="3023325"/>
                  <a:pt x="4788231" y="3026721"/>
                </a:cubicBezTo>
                <a:cubicBezTo>
                  <a:pt x="4786916" y="3030117"/>
                  <a:pt x="4788623" y="3033921"/>
                  <a:pt x="4792001" y="3035219"/>
                </a:cubicBezTo>
                <a:cubicBezTo>
                  <a:pt x="4792784" y="3035522"/>
                  <a:pt x="4793582" y="3035664"/>
                  <a:pt x="4794364" y="3035664"/>
                </a:cubicBezTo>
                <a:close/>
                <a:moveTo>
                  <a:pt x="5431330" y="2809801"/>
                </a:moveTo>
                <a:cubicBezTo>
                  <a:pt x="5435934" y="2808965"/>
                  <a:pt x="5438991" y="2804574"/>
                  <a:pt x="5438175" y="2799969"/>
                </a:cubicBezTo>
                <a:cubicBezTo>
                  <a:pt x="5437338" y="2795365"/>
                  <a:pt x="5432947" y="2792288"/>
                  <a:pt x="5428343" y="2793124"/>
                </a:cubicBezTo>
                <a:cubicBezTo>
                  <a:pt x="5423737" y="2793942"/>
                  <a:pt x="5420661" y="2798352"/>
                  <a:pt x="5421480" y="2802956"/>
                </a:cubicBezTo>
                <a:cubicBezTo>
                  <a:pt x="5422226" y="2807063"/>
                  <a:pt x="5425801" y="2809944"/>
                  <a:pt x="5429819" y="2809944"/>
                </a:cubicBezTo>
                <a:cubicBezTo>
                  <a:pt x="5430316" y="2809944"/>
                  <a:pt x="5430813" y="2809890"/>
                  <a:pt x="5431330" y="2809801"/>
                </a:cubicBezTo>
                <a:close/>
                <a:moveTo>
                  <a:pt x="8840420" y="1563731"/>
                </a:moveTo>
                <a:cubicBezTo>
                  <a:pt x="8843353" y="1561469"/>
                  <a:pt x="8845571" y="1558237"/>
                  <a:pt x="8846531" y="1554361"/>
                </a:cubicBezTo>
                <a:cubicBezTo>
                  <a:pt x="8848772" y="1545241"/>
                  <a:pt x="8843225" y="1536014"/>
                  <a:pt x="8834104" y="1533756"/>
                </a:cubicBezTo>
                <a:cubicBezTo>
                  <a:pt x="8824983" y="1531498"/>
                  <a:pt x="8815756" y="1537063"/>
                  <a:pt x="8813498" y="1546184"/>
                </a:cubicBezTo>
                <a:cubicBezTo>
                  <a:pt x="8811240" y="1555304"/>
                  <a:pt x="8816805" y="1564531"/>
                  <a:pt x="8825926" y="1566790"/>
                </a:cubicBezTo>
                <a:cubicBezTo>
                  <a:pt x="8827295" y="1567127"/>
                  <a:pt x="8828664" y="1567286"/>
                  <a:pt x="8830014" y="1567287"/>
                </a:cubicBezTo>
                <a:cubicBezTo>
                  <a:pt x="8833837" y="1567286"/>
                  <a:pt x="8837486" y="1565994"/>
                  <a:pt x="8840420" y="1563731"/>
                </a:cubicBezTo>
                <a:close/>
                <a:moveTo>
                  <a:pt x="8272736" y="1774323"/>
                </a:moveTo>
                <a:cubicBezTo>
                  <a:pt x="8278583" y="1774323"/>
                  <a:pt x="8284060" y="1770660"/>
                  <a:pt x="8286105" y="1764828"/>
                </a:cubicBezTo>
                <a:cubicBezTo>
                  <a:pt x="8288683" y="1757450"/>
                  <a:pt x="8284789" y="1749378"/>
                  <a:pt x="8277411" y="1746783"/>
                </a:cubicBezTo>
                <a:cubicBezTo>
                  <a:pt x="8270033" y="1744187"/>
                  <a:pt x="8261943" y="1748081"/>
                  <a:pt x="8259365" y="1755458"/>
                </a:cubicBezTo>
                <a:cubicBezTo>
                  <a:pt x="8256770" y="1762854"/>
                  <a:pt x="8260663" y="1770926"/>
                  <a:pt x="8268042" y="1773523"/>
                </a:cubicBezTo>
                <a:cubicBezTo>
                  <a:pt x="8269605" y="1774055"/>
                  <a:pt x="8271189" y="1774323"/>
                  <a:pt x="8272736" y="1774323"/>
                </a:cubicBezTo>
                <a:close/>
                <a:moveTo>
                  <a:pt x="5523441" y="2791150"/>
                </a:moveTo>
                <a:cubicBezTo>
                  <a:pt x="5528010" y="2790120"/>
                  <a:pt x="5530892" y="2785586"/>
                  <a:pt x="5529860" y="2781017"/>
                </a:cubicBezTo>
                <a:cubicBezTo>
                  <a:pt x="5528829" y="2776448"/>
                  <a:pt x="5524296" y="2773585"/>
                  <a:pt x="5519727" y="2774617"/>
                </a:cubicBezTo>
                <a:cubicBezTo>
                  <a:pt x="5515157" y="2775647"/>
                  <a:pt x="5512296" y="2780181"/>
                  <a:pt x="5513326" y="2784732"/>
                </a:cubicBezTo>
                <a:lnTo>
                  <a:pt x="5513308" y="2784732"/>
                </a:lnTo>
                <a:cubicBezTo>
                  <a:pt x="5514197" y="2788679"/>
                  <a:pt x="5517701" y="2791364"/>
                  <a:pt x="5521557" y="2791364"/>
                </a:cubicBezTo>
                <a:cubicBezTo>
                  <a:pt x="5522181" y="2791364"/>
                  <a:pt x="5522802" y="2791293"/>
                  <a:pt x="5523441" y="2791150"/>
                </a:cubicBezTo>
                <a:close/>
                <a:moveTo>
                  <a:pt x="7502304" y="2065719"/>
                </a:moveTo>
                <a:cubicBezTo>
                  <a:pt x="7507354" y="2065719"/>
                  <a:pt x="7511780" y="2062038"/>
                  <a:pt x="7512563" y="2056900"/>
                </a:cubicBezTo>
                <a:cubicBezTo>
                  <a:pt x="7513399" y="2051229"/>
                  <a:pt x="7509505" y="2045949"/>
                  <a:pt x="7503834" y="2045095"/>
                </a:cubicBezTo>
                <a:cubicBezTo>
                  <a:pt x="7498179" y="2044242"/>
                  <a:pt x="7492881" y="2048153"/>
                  <a:pt x="7492045" y="2053824"/>
                </a:cubicBezTo>
                <a:cubicBezTo>
                  <a:pt x="7491192" y="2059478"/>
                  <a:pt x="7495103" y="2064758"/>
                  <a:pt x="7500757" y="2065612"/>
                </a:cubicBezTo>
                <a:cubicBezTo>
                  <a:pt x="7501273" y="2065683"/>
                  <a:pt x="7501807" y="2065718"/>
                  <a:pt x="7502304" y="2065719"/>
                </a:cubicBezTo>
                <a:close/>
                <a:moveTo>
                  <a:pt x="5063697" y="2962238"/>
                </a:moveTo>
                <a:cubicBezTo>
                  <a:pt x="5067608" y="2962238"/>
                  <a:pt x="5070916" y="2959234"/>
                  <a:pt x="5071199" y="2955268"/>
                </a:cubicBezTo>
                <a:cubicBezTo>
                  <a:pt x="5071484" y="2951109"/>
                  <a:pt x="5068372" y="2947517"/>
                  <a:pt x="5064232" y="2947215"/>
                </a:cubicBezTo>
                <a:cubicBezTo>
                  <a:pt x="5060087" y="2946913"/>
                  <a:pt x="5056479" y="2950023"/>
                  <a:pt x="5056176" y="2954184"/>
                </a:cubicBezTo>
                <a:cubicBezTo>
                  <a:pt x="5055874" y="2958327"/>
                  <a:pt x="5059003" y="2961918"/>
                  <a:pt x="5063145" y="2962220"/>
                </a:cubicBezTo>
                <a:cubicBezTo>
                  <a:pt x="5063324" y="2962238"/>
                  <a:pt x="5063501" y="2962238"/>
                  <a:pt x="5063697" y="2962238"/>
                </a:cubicBezTo>
                <a:close/>
                <a:moveTo>
                  <a:pt x="7222730" y="2170827"/>
                </a:moveTo>
                <a:cubicBezTo>
                  <a:pt x="7227940" y="2170810"/>
                  <a:pt x="7232135" y="2166578"/>
                  <a:pt x="7232135" y="2161387"/>
                </a:cubicBezTo>
                <a:cubicBezTo>
                  <a:pt x="7232118" y="2156178"/>
                  <a:pt x="7227886" y="2151982"/>
                  <a:pt x="7222677" y="2151982"/>
                </a:cubicBezTo>
                <a:cubicBezTo>
                  <a:pt x="7217486" y="2152000"/>
                  <a:pt x="7213290" y="2156213"/>
                  <a:pt x="7213290" y="2161422"/>
                </a:cubicBezTo>
                <a:cubicBezTo>
                  <a:pt x="7213290" y="2166632"/>
                  <a:pt x="7217522" y="2170827"/>
                  <a:pt x="7222730" y="2170827"/>
                </a:cubicBezTo>
                <a:close/>
                <a:moveTo>
                  <a:pt x="4330957" y="3232335"/>
                </a:moveTo>
                <a:cubicBezTo>
                  <a:pt x="4331632" y="3232334"/>
                  <a:pt x="4332291" y="3232086"/>
                  <a:pt x="4332823" y="3231605"/>
                </a:cubicBezTo>
                <a:cubicBezTo>
                  <a:pt x="4333961" y="3230575"/>
                  <a:pt x="4334050" y="3228814"/>
                  <a:pt x="4333019" y="3227676"/>
                </a:cubicBezTo>
                <a:cubicBezTo>
                  <a:pt x="4331987" y="3226538"/>
                  <a:pt x="4330226" y="3226449"/>
                  <a:pt x="4329089" y="3227481"/>
                </a:cubicBezTo>
                <a:cubicBezTo>
                  <a:pt x="4327952" y="3228512"/>
                  <a:pt x="4327863" y="3230272"/>
                  <a:pt x="4328894" y="3231427"/>
                </a:cubicBezTo>
                <a:cubicBezTo>
                  <a:pt x="4329445" y="3232032"/>
                  <a:pt x="4330192" y="3232334"/>
                  <a:pt x="4330957" y="3232335"/>
                </a:cubicBezTo>
                <a:close/>
                <a:moveTo>
                  <a:pt x="8111623" y="1846541"/>
                </a:moveTo>
                <a:cubicBezTo>
                  <a:pt x="8117099" y="1846540"/>
                  <a:pt x="8122219" y="1843109"/>
                  <a:pt x="8124104" y="1837651"/>
                </a:cubicBezTo>
                <a:cubicBezTo>
                  <a:pt x="8126504" y="1830753"/>
                  <a:pt x="8122841" y="1823232"/>
                  <a:pt x="8115942" y="1820832"/>
                </a:cubicBezTo>
                <a:cubicBezTo>
                  <a:pt x="8109044" y="1818450"/>
                  <a:pt x="8101523" y="1822112"/>
                  <a:pt x="8099142" y="1829010"/>
                </a:cubicBezTo>
                <a:cubicBezTo>
                  <a:pt x="8096741" y="1835909"/>
                  <a:pt x="8100404" y="1843430"/>
                  <a:pt x="8107302" y="1845811"/>
                </a:cubicBezTo>
                <a:cubicBezTo>
                  <a:pt x="8108743" y="1846309"/>
                  <a:pt x="8110200" y="1846540"/>
                  <a:pt x="8111623" y="1846541"/>
                </a:cubicBezTo>
                <a:close/>
                <a:moveTo>
                  <a:pt x="6492871" y="2443164"/>
                </a:moveTo>
                <a:cubicBezTo>
                  <a:pt x="6497262" y="2441564"/>
                  <a:pt x="6499520" y="2436693"/>
                  <a:pt x="6497901" y="2432301"/>
                </a:cubicBezTo>
                <a:cubicBezTo>
                  <a:pt x="6496283" y="2427892"/>
                  <a:pt x="6491412" y="2425652"/>
                  <a:pt x="6487021" y="2427252"/>
                </a:cubicBezTo>
                <a:cubicBezTo>
                  <a:pt x="6482630" y="2428870"/>
                  <a:pt x="6480372" y="2433742"/>
                  <a:pt x="6481990" y="2438133"/>
                </a:cubicBezTo>
                <a:cubicBezTo>
                  <a:pt x="6483252" y="2441564"/>
                  <a:pt x="6486505" y="2443698"/>
                  <a:pt x="6489955" y="2443698"/>
                </a:cubicBezTo>
                <a:cubicBezTo>
                  <a:pt x="6490914" y="2443698"/>
                  <a:pt x="6491910" y="2443520"/>
                  <a:pt x="6492871" y="2443164"/>
                </a:cubicBezTo>
                <a:close/>
                <a:moveTo>
                  <a:pt x="6405452" y="2476286"/>
                </a:moveTo>
                <a:cubicBezTo>
                  <a:pt x="6409808" y="2474597"/>
                  <a:pt x="6411976" y="2469672"/>
                  <a:pt x="6410270" y="2465317"/>
                </a:cubicBezTo>
                <a:cubicBezTo>
                  <a:pt x="6408581" y="2460961"/>
                  <a:pt x="6403656" y="2458792"/>
                  <a:pt x="6399300" y="2460499"/>
                </a:cubicBezTo>
                <a:cubicBezTo>
                  <a:pt x="6394944" y="2462188"/>
                  <a:pt x="6392775" y="2467112"/>
                  <a:pt x="6394482" y="2471468"/>
                </a:cubicBezTo>
                <a:cubicBezTo>
                  <a:pt x="6395780" y="2474811"/>
                  <a:pt x="6398980" y="2476873"/>
                  <a:pt x="6402376" y="2476874"/>
                </a:cubicBezTo>
                <a:cubicBezTo>
                  <a:pt x="6403407" y="2476874"/>
                  <a:pt x="6404438" y="2476677"/>
                  <a:pt x="6405452" y="2476286"/>
                </a:cubicBezTo>
                <a:close/>
                <a:moveTo>
                  <a:pt x="6580947" y="2412033"/>
                </a:moveTo>
                <a:cubicBezTo>
                  <a:pt x="6585392" y="2410522"/>
                  <a:pt x="6587774" y="2405704"/>
                  <a:pt x="6586263" y="2401277"/>
                </a:cubicBezTo>
                <a:cubicBezTo>
                  <a:pt x="6584769" y="2396850"/>
                  <a:pt x="6579951" y="2394468"/>
                  <a:pt x="6575525" y="2395961"/>
                </a:cubicBezTo>
                <a:cubicBezTo>
                  <a:pt x="6571080" y="2397473"/>
                  <a:pt x="6568715" y="2402273"/>
                  <a:pt x="6570209" y="2406718"/>
                </a:cubicBezTo>
                <a:cubicBezTo>
                  <a:pt x="6571399" y="2410256"/>
                  <a:pt x="6574707" y="2412478"/>
                  <a:pt x="6578226" y="2412478"/>
                </a:cubicBezTo>
                <a:cubicBezTo>
                  <a:pt x="6579134" y="2412477"/>
                  <a:pt x="6580057" y="2412336"/>
                  <a:pt x="6580947" y="2412033"/>
                </a:cubicBezTo>
                <a:close/>
                <a:moveTo>
                  <a:pt x="5614683" y="2768714"/>
                </a:moveTo>
                <a:cubicBezTo>
                  <a:pt x="5619197" y="2767505"/>
                  <a:pt x="5621900" y="2762865"/>
                  <a:pt x="5620692" y="2758348"/>
                </a:cubicBezTo>
                <a:cubicBezTo>
                  <a:pt x="5619500" y="2753833"/>
                  <a:pt x="5614860" y="2751131"/>
                  <a:pt x="5610327" y="2752340"/>
                </a:cubicBezTo>
                <a:cubicBezTo>
                  <a:pt x="5605795" y="2753549"/>
                  <a:pt x="5603108" y="2758189"/>
                  <a:pt x="5604319" y="2762705"/>
                </a:cubicBezTo>
                <a:cubicBezTo>
                  <a:pt x="5605330" y="2766510"/>
                  <a:pt x="5608763" y="2768998"/>
                  <a:pt x="5612495" y="2768998"/>
                </a:cubicBezTo>
                <a:cubicBezTo>
                  <a:pt x="5613225" y="2768998"/>
                  <a:pt x="5613954" y="2768909"/>
                  <a:pt x="5614683" y="2768714"/>
                </a:cubicBezTo>
                <a:close/>
                <a:moveTo>
                  <a:pt x="6318530" y="2510849"/>
                </a:moveTo>
                <a:cubicBezTo>
                  <a:pt x="6322869" y="2509088"/>
                  <a:pt x="6324966" y="2504146"/>
                  <a:pt x="6323224" y="2499809"/>
                </a:cubicBezTo>
                <a:cubicBezTo>
                  <a:pt x="6321464" y="2495470"/>
                  <a:pt x="6316522" y="2493372"/>
                  <a:pt x="6312184" y="2495132"/>
                </a:cubicBezTo>
                <a:cubicBezTo>
                  <a:pt x="6307845" y="2496892"/>
                  <a:pt x="6305747" y="2501834"/>
                  <a:pt x="6307507" y="2506156"/>
                </a:cubicBezTo>
                <a:cubicBezTo>
                  <a:pt x="6308841" y="2509462"/>
                  <a:pt x="6312005" y="2511453"/>
                  <a:pt x="6315365" y="2511453"/>
                </a:cubicBezTo>
                <a:cubicBezTo>
                  <a:pt x="6316415" y="2511453"/>
                  <a:pt x="6317499" y="2511257"/>
                  <a:pt x="6318530" y="2510849"/>
                </a:cubicBezTo>
                <a:close/>
                <a:moveTo>
                  <a:pt x="6669841" y="2383445"/>
                </a:moveTo>
                <a:cubicBezTo>
                  <a:pt x="6674322" y="2382076"/>
                  <a:pt x="6676846" y="2377346"/>
                  <a:pt x="6675496" y="2372867"/>
                </a:cubicBezTo>
                <a:cubicBezTo>
                  <a:pt x="6674127" y="2368386"/>
                  <a:pt x="6669396" y="2365862"/>
                  <a:pt x="6664917" y="2367213"/>
                </a:cubicBezTo>
                <a:cubicBezTo>
                  <a:pt x="6660437" y="2368582"/>
                  <a:pt x="6657912" y="2373311"/>
                  <a:pt x="6659281" y="2377792"/>
                </a:cubicBezTo>
                <a:cubicBezTo>
                  <a:pt x="6660384" y="2381454"/>
                  <a:pt x="6663743" y="2383800"/>
                  <a:pt x="6667388" y="2383800"/>
                </a:cubicBezTo>
                <a:cubicBezTo>
                  <a:pt x="6668188" y="2383800"/>
                  <a:pt x="6669023" y="2383693"/>
                  <a:pt x="6669841" y="2383445"/>
                </a:cubicBezTo>
                <a:close/>
                <a:moveTo>
                  <a:pt x="4547467" y="3163299"/>
                </a:moveTo>
                <a:cubicBezTo>
                  <a:pt x="4548837" y="3163299"/>
                  <a:pt x="4550188" y="3162695"/>
                  <a:pt x="4551113" y="3161556"/>
                </a:cubicBezTo>
                <a:cubicBezTo>
                  <a:pt x="4552731" y="3159530"/>
                  <a:pt x="4552411" y="3156596"/>
                  <a:pt x="4550402" y="3154979"/>
                </a:cubicBezTo>
                <a:cubicBezTo>
                  <a:pt x="4548393" y="3153343"/>
                  <a:pt x="4545442" y="3153663"/>
                  <a:pt x="4543823" y="3155690"/>
                </a:cubicBezTo>
                <a:cubicBezTo>
                  <a:pt x="4542206" y="3157699"/>
                  <a:pt x="4542527" y="3160632"/>
                  <a:pt x="4544535" y="3162268"/>
                </a:cubicBezTo>
                <a:cubicBezTo>
                  <a:pt x="4545389" y="3162961"/>
                  <a:pt x="4546437" y="3163299"/>
                  <a:pt x="4547467" y="3163299"/>
                </a:cubicBezTo>
                <a:close/>
                <a:moveTo>
                  <a:pt x="6231947" y="2546317"/>
                </a:moveTo>
                <a:cubicBezTo>
                  <a:pt x="6236267" y="2544522"/>
                  <a:pt x="6238329" y="2539562"/>
                  <a:pt x="6236534" y="2535241"/>
                </a:cubicBezTo>
                <a:cubicBezTo>
                  <a:pt x="6234756" y="2530921"/>
                  <a:pt x="6229797" y="2528859"/>
                  <a:pt x="6225475" y="2530654"/>
                </a:cubicBezTo>
                <a:cubicBezTo>
                  <a:pt x="6221138" y="2532432"/>
                  <a:pt x="6219075" y="2537393"/>
                  <a:pt x="6220871" y="2541713"/>
                </a:cubicBezTo>
                <a:cubicBezTo>
                  <a:pt x="6222222" y="2544984"/>
                  <a:pt x="6225386" y="2546957"/>
                  <a:pt x="6228711" y="2546957"/>
                </a:cubicBezTo>
                <a:cubicBezTo>
                  <a:pt x="6229796" y="2546958"/>
                  <a:pt x="6230880" y="2546744"/>
                  <a:pt x="6231947" y="2546317"/>
                </a:cubicBezTo>
                <a:close/>
                <a:moveTo>
                  <a:pt x="7945744" y="1919469"/>
                </a:moveTo>
                <a:cubicBezTo>
                  <a:pt x="7950937" y="1919469"/>
                  <a:pt x="7955755" y="1916162"/>
                  <a:pt x="7957426" y="1910953"/>
                </a:cubicBezTo>
                <a:cubicBezTo>
                  <a:pt x="7959488" y="1904500"/>
                  <a:pt x="7955932" y="1897583"/>
                  <a:pt x="7949478" y="1895520"/>
                </a:cubicBezTo>
                <a:cubicBezTo>
                  <a:pt x="7943024" y="1893458"/>
                  <a:pt x="7936126" y="1897014"/>
                  <a:pt x="7934047" y="1903468"/>
                </a:cubicBezTo>
                <a:cubicBezTo>
                  <a:pt x="7931984" y="1909922"/>
                  <a:pt x="7935540" y="1916820"/>
                  <a:pt x="7941994" y="1918882"/>
                </a:cubicBezTo>
                <a:cubicBezTo>
                  <a:pt x="7943239" y="1919291"/>
                  <a:pt x="7944501" y="1919469"/>
                  <a:pt x="7945744" y="1919469"/>
                </a:cubicBezTo>
                <a:close/>
                <a:moveTo>
                  <a:pt x="8677791" y="1651666"/>
                </a:moveTo>
                <a:cubicBezTo>
                  <a:pt x="8684778" y="1651666"/>
                  <a:pt x="8691196" y="1647079"/>
                  <a:pt x="8693224" y="1640020"/>
                </a:cubicBezTo>
                <a:cubicBezTo>
                  <a:pt x="8695677" y="1631504"/>
                  <a:pt x="8690734" y="1622615"/>
                  <a:pt x="8682218" y="1620161"/>
                </a:cubicBezTo>
                <a:cubicBezTo>
                  <a:pt x="8673685" y="1617708"/>
                  <a:pt x="8664796" y="1622633"/>
                  <a:pt x="8662342" y="1631167"/>
                </a:cubicBezTo>
                <a:cubicBezTo>
                  <a:pt x="8659906" y="1639701"/>
                  <a:pt x="8664830" y="1648590"/>
                  <a:pt x="8673346" y="1651025"/>
                </a:cubicBezTo>
                <a:cubicBezTo>
                  <a:pt x="8674840" y="1651453"/>
                  <a:pt x="8676316" y="1651666"/>
                  <a:pt x="8677791" y="1651666"/>
                </a:cubicBezTo>
                <a:close/>
                <a:moveTo>
                  <a:pt x="5704981" y="2742916"/>
                </a:moveTo>
                <a:cubicBezTo>
                  <a:pt x="5709461" y="2741566"/>
                  <a:pt x="5711985" y="2736837"/>
                  <a:pt x="5710635" y="2732356"/>
                </a:cubicBezTo>
                <a:cubicBezTo>
                  <a:pt x="5709266" y="2727875"/>
                  <a:pt x="5704535" y="2725351"/>
                  <a:pt x="5700056" y="2726702"/>
                </a:cubicBezTo>
                <a:cubicBezTo>
                  <a:pt x="5695576" y="2728071"/>
                  <a:pt x="5693051" y="2732800"/>
                  <a:pt x="5694401" y="2737281"/>
                </a:cubicBezTo>
                <a:cubicBezTo>
                  <a:pt x="5695521" y="2740925"/>
                  <a:pt x="5698882" y="2743290"/>
                  <a:pt x="5702527" y="2743290"/>
                </a:cubicBezTo>
                <a:cubicBezTo>
                  <a:pt x="5703327" y="2743290"/>
                  <a:pt x="5704162" y="2743165"/>
                  <a:pt x="5704981" y="2742916"/>
                </a:cubicBezTo>
                <a:close/>
                <a:moveTo>
                  <a:pt x="6145399" y="2582142"/>
                </a:moveTo>
                <a:cubicBezTo>
                  <a:pt x="6149737" y="2580364"/>
                  <a:pt x="6151800" y="2575403"/>
                  <a:pt x="6150022" y="2571084"/>
                </a:cubicBezTo>
                <a:cubicBezTo>
                  <a:pt x="6148244" y="2566745"/>
                  <a:pt x="6143301" y="2564684"/>
                  <a:pt x="6138963" y="2566461"/>
                </a:cubicBezTo>
                <a:cubicBezTo>
                  <a:pt x="6134643" y="2568239"/>
                  <a:pt x="6132563" y="2573182"/>
                  <a:pt x="6134342" y="2577519"/>
                </a:cubicBezTo>
                <a:cubicBezTo>
                  <a:pt x="6135692" y="2580791"/>
                  <a:pt x="6138857" y="2582782"/>
                  <a:pt x="6142181" y="2582783"/>
                </a:cubicBezTo>
                <a:cubicBezTo>
                  <a:pt x="6143266" y="2582782"/>
                  <a:pt x="6144350" y="2582569"/>
                  <a:pt x="6145399" y="2582142"/>
                </a:cubicBezTo>
                <a:close/>
                <a:moveTo>
                  <a:pt x="6759625" y="2358056"/>
                </a:moveTo>
                <a:cubicBezTo>
                  <a:pt x="6764159" y="2356866"/>
                  <a:pt x="6766879" y="2352242"/>
                  <a:pt x="6765687" y="2347709"/>
                </a:cubicBezTo>
                <a:cubicBezTo>
                  <a:pt x="6764514" y="2343176"/>
                  <a:pt x="6759891" y="2340473"/>
                  <a:pt x="6755358" y="2341647"/>
                </a:cubicBezTo>
                <a:cubicBezTo>
                  <a:pt x="6750825" y="2342838"/>
                  <a:pt x="6748105" y="2347461"/>
                  <a:pt x="6749295" y="2351994"/>
                </a:cubicBezTo>
                <a:cubicBezTo>
                  <a:pt x="6750291" y="2355798"/>
                  <a:pt x="6753723" y="2358324"/>
                  <a:pt x="6757491" y="2358324"/>
                </a:cubicBezTo>
                <a:cubicBezTo>
                  <a:pt x="6758203" y="2358324"/>
                  <a:pt x="6758914" y="2358235"/>
                  <a:pt x="6759625" y="2358056"/>
                </a:cubicBezTo>
                <a:close/>
                <a:moveTo>
                  <a:pt x="6058479" y="2617255"/>
                </a:moveTo>
                <a:cubicBezTo>
                  <a:pt x="6062818" y="2615531"/>
                  <a:pt x="6064950" y="2610606"/>
                  <a:pt x="6063225" y="2606267"/>
                </a:cubicBezTo>
                <a:cubicBezTo>
                  <a:pt x="6061501" y="2601912"/>
                  <a:pt x="6056577" y="2599778"/>
                  <a:pt x="6052220" y="2601504"/>
                </a:cubicBezTo>
                <a:cubicBezTo>
                  <a:pt x="6047865" y="2603228"/>
                  <a:pt x="6045748" y="2608152"/>
                  <a:pt x="6047474" y="2612508"/>
                </a:cubicBezTo>
                <a:cubicBezTo>
                  <a:pt x="6048789" y="2615833"/>
                  <a:pt x="6051972" y="2617860"/>
                  <a:pt x="6055350" y="2617859"/>
                </a:cubicBezTo>
                <a:cubicBezTo>
                  <a:pt x="6056399" y="2617860"/>
                  <a:pt x="6057448" y="2617664"/>
                  <a:pt x="6058479" y="2617255"/>
                </a:cubicBezTo>
                <a:close/>
                <a:moveTo>
                  <a:pt x="5794408" y="2714399"/>
                </a:moveTo>
                <a:lnTo>
                  <a:pt x="5794390" y="2714399"/>
                </a:lnTo>
                <a:cubicBezTo>
                  <a:pt x="5798835" y="2712923"/>
                  <a:pt x="5801236" y="2708123"/>
                  <a:pt x="5799760" y="2703679"/>
                </a:cubicBezTo>
                <a:cubicBezTo>
                  <a:pt x="5798285" y="2699252"/>
                  <a:pt x="5793483" y="2696852"/>
                  <a:pt x="5789039" y="2698327"/>
                </a:cubicBezTo>
                <a:cubicBezTo>
                  <a:pt x="5784595" y="2699802"/>
                  <a:pt x="5782194" y="2704603"/>
                  <a:pt x="5783687" y="2709048"/>
                </a:cubicBezTo>
                <a:cubicBezTo>
                  <a:pt x="5784861" y="2712586"/>
                  <a:pt x="5788168" y="2714844"/>
                  <a:pt x="5791723" y="2714844"/>
                </a:cubicBezTo>
                <a:cubicBezTo>
                  <a:pt x="5792613" y="2714844"/>
                  <a:pt x="5793520" y="2714701"/>
                  <a:pt x="5794408" y="2714399"/>
                </a:cubicBezTo>
                <a:close/>
                <a:moveTo>
                  <a:pt x="5971060" y="2651213"/>
                </a:moveTo>
                <a:cubicBezTo>
                  <a:pt x="5975433" y="2649560"/>
                  <a:pt x="5977638" y="2644670"/>
                  <a:pt x="5975967" y="2640296"/>
                </a:cubicBezTo>
                <a:cubicBezTo>
                  <a:pt x="5974313" y="2635906"/>
                  <a:pt x="5969424" y="2633719"/>
                  <a:pt x="5965051" y="2635372"/>
                </a:cubicBezTo>
                <a:cubicBezTo>
                  <a:pt x="5960677" y="2637026"/>
                  <a:pt x="5958473" y="2641932"/>
                  <a:pt x="5960126" y="2646306"/>
                </a:cubicBezTo>
                <a:cubicBezTo>
                  <a:pt x="5961406" y="2649685"/>
                  <a:pt x="5964623" y="2651782"/>
                  <a:pt x="5968055" y="2651782"/>
                </a:cubicBezTo>
                <a:cubicBezTo>
                  <a:pt x="5969051" y="2651782"/>
                  <a:pt x="5970064" y="2651604"/>
                  <a:pt x="5971060" y="2651213"/>
                </a:cubicBezTo>
                <a:close/>
                <a:moveTo>
                  <a:pt x="5883054" y="2683713"/>
                </a:moveTo>
                <a:cubicBezTo>
                  <a:pt x="5887464" y="2682131"/>
                  <a:pt x="5889757" y="2677277"/>
                  <a:pt x="5888174" y="2672868"/>
                </a:cubicBezTo>
                <a:cubicBezTo>
                  <a:pt x="5886610" y="2668459"/>
                  <a:pt x="5881756" y="2666165"/>
                  <a:pt x="5877346" y="2667765"/>
                </a:cubicBezTo>
                <a:cubicBezTo>
                  <a:pt x="5872938" y="2669330"/>
                  <a:pt x="5870644" y="2674184"/>
                  <a:pt x="5872226" y="2678592"/>
                </a:cubicBezTo>
                <a:cubicBezTo>
                  <a:pt x="5873471" y="2682059"/>
                  <a:pt x="5876725" y="2684211"/>
                  <a:pt x="5880209" y="2684211"/>
                </a:cubicBezTo>
                <a:cubicBezTo>
                  <a:pt x="5881151" y="2684211"/>
                  <a:pt x="5882113" y="2684051"/>
                  <a:pt x="5883054" y="2683713"/>
                </a:cubicBezTo>
                <a:close/>
                <a:moveTo>
                  <a:pt x="7774054" y="1996487"/>
                </a:moveTo>
                <a:cubicBezTo>
                  <a:pt x="7779051" y="1996488"/>
                  <a:pt x="7783619" y="1993162"/>
                  <a:pt x="7784971" y="1988096"/>
                </a:cubicBezTo>
                <a:cubicBezTo>
                  <a:pt x="7786588" y="1982069"/>
                  <a:pt x="7783015" y="1975845"/>
                  <a:pt x="7776970" y="1974228"/>
                </a:cubicBezTo>
                <a:cubicBezTo>
                  <a:pt x="7770943" y="1972610"/>
                  <a:pt x="7764739" y="1976184"/>
                  <a:pt x="7763101" y="1982229"/>
                </a:cubicBezTo>
                <a:cubicBezTo>
                  <a:pt x="7761485" y="1988274"/>
                  <a:pt x="7765058" y="1994478"/>
                  <a:pt x="7771103" y="1996096"/>
                </a:cubicBezTo>
                <a:cubicBezTo>
                  <a:pt x="7772081" y="1996363"/>
                  <a:pt x="7773077" y="1996487"/>
                  <a:pt x="7774054" y="1996487"/>
                </a:cubicBezTo>
                <a:close/>
                <a:moveTo>
                  <a:pt x="6850369" y="2336562"/>
                </a:moveTo>
                <a:cubicBezTo>
                  <a:pt x="6854937" y="2335584"/>
                  <a:pt x="6857872" y="2331104"/>
                  <a:pt x="6856911" y="2326516"/>
                </a:cubicBezTo>
                <a:cubicBezTo>
                  <a:pt x="6855933" y="2321930"/>
                  <a:pt x="6851435" y="2319014"/>
                  <a:pt x="6846867" y="2319975"/>
                </a:cubicBezTo>
                <a:cubicBezTo>
                  <a:pt x="6842280" y="2320953"/>
                  <a:pt x="6839346" y="2325450"/>
                  <a:pt x="6840324" y="2330019"/>
                </a:cubicBezTo>
                <a:cubicBezTo>
                  <a:pt x="6841159" y="2334019"/>
                  <a:pt x="6844680" y="2336757"/>
                  <a:pt x="6848608" y="2336758"/>
                </a:cubicBezTo>
                <a:cubicBezTo>
                  <a:pt x="6849177" y="2336758"/>
                  <a:pt x="6849782" y="2336686"/>
                  <a:pt x="6850369" y="2336562"/>
                </a:cubicBezTo>
                <a:close/>
                <a:moveTo>
                  <a:pt x="4260339" y="3288516"/>
                </a:moveTo>
                <a:cubicBezTo>
                  <a:pt x="4261121" y="3287840"/>
                  <a:pt x="4261209" y="3286685"/>
                  <a:pt x="4260533" y="3285921"/>
                </a:cubicBezTo>
                <a:cubicBezTo>
                  <a:pt x="4259877" y="3285155"/>
                  <a:pt x="4258720" y="3285067"/>
                  <a:pt x="4257956" y="3285724"/>
                </a:cubicBezTo>
                <a:cubicBezTo>
                  <a:pt x="4257174" y="3286382"/>
                  <a:pt x="4257085" y="3287538"/>
                  <a:pt x="4257760" y="3288302"/>
                </a:cubicBezTo>
                <a:cubicBezTo>
                  <a:pt x="4258116" y="3288729"/>
                  <a:pt x="4258631" y="3288943"/>
                  <a:pt x="4259147" y="3288943"/>
                </a:cubicBezTo>
                <a:cubicBezTo>
                  <a:pt x="4259575" y="3288943"/>
                  <a:pt x="4260000" y="3288800"/>
                  <a:pt x="4260339" y="3288516"/>
                </a:cubicBezTo>
                <a:close/>
                <a:moveTo>
                  <a:pt x="4882371" y="3063772"/>
                </a:moveTo>
                <a:cubicBezTo>
                  <a:pt x="4885287" y="3063772"/>
                  <a:pt x="4887973" y="3061799"/>
                  <a:pt x="4888735" y="3058848"/>
                </a:cubicBezTo>
                <a:cubicBezTo>
                  <a:pt x="4889642" y="3055327"/>
                  <a:pt x="4887545" y="3051736"/>
                  <a:pt x="4884023" y="3050829"/>
                </a:cubicBezTo>
                <a:cubicBezTo>
                  <a:pt x="4880502" y="3049905"/>
                  <a:pt x="4876913" y="3052021"/>
                  <a:pt x="4876005" y="3055541"/>
                </a:cubicBezTo>
                <a:cubicBezTo>
                  <a:pt x="4875082" y="3059043"/>
                  <a:pt x="4877197" y="3062634"/>
                  <a:pt x="4880717" y="3063559"/>
                </a:cubicBezTo>
                <a:cubicBezTo>
                  <a:pt x="4881270" y="3063701"/>
                  <a:pt x="4881820" y="3063772"/>
                  <a:pt x="4882371" y="3063772"/>
                </a:cubicBezTo>
                <a:close/>
                <a:moveTo>
                  <a:pt x="5156681" y="2965260"/>
                </a:moveTo>
                <a:cubicBezTo>
                  <a:pt x="5160841" y="2965225"/>
                  <a:pt x="5164165" y="2961847"/>
                  <a:pt x="5164166" y="2957687"/>
                </a:cubicBezTo>
                <a:cubicBezTo>
                  <a:pt x="5164132" y="2953526"/>
                  <a:pt x="5160753" y="2950166"/>
                  <a:pt x="5156591" y="2950202"/>
                </a:cubicBezTo>
                <a:cubicBezTo>
                  <a:pt x="5152432" y="2950219"/>
                  <a:pt x="5149108" y="2953615"/>
                  <a:pt x="5149107" y="2957775"/>
                </a:cubicBezTo>
                <a:cubicBezTo>
                  <a:pt x="5149143" y="2961918"/>
                  <a:pt x="5152502" y="2965260"/>
                  <a:pt x="5156646" y="2965260"/>
                </a:cubicBezTo>
                <a:close/>
                <a:moveTo>
                  <a:pt x="7316887" y="2173102"/>
                </a:moveTo>
                <a:cubicBezTo>
                  <a:pt x="7321883" y="2173102"/>
                  <a:pt x="7326045" y="2169191"/>
                  <a:pt x="7326292" y="2164142"/>
                </a:cubicBezTo>
                <a:cubicBezTo>
                  <a:pt x="7326559" y="2158951"/>
                  <a:pt x="7322559" y="2154524"/>
                  <a:pt x="7317368" y="2154275"/>
                </a:cubicBezTo>
                <a:cubicBezTo>
                  <a:pt x="7312159" y="2154008"/>
                  <a:pt x="7307749" y="2158009"/>
                  <a:pt x="7307482" y="2163200"/>
                </a:cubicBezTo>
                <a:cubicBezTo>
                  <a:pt x="7307216" y="2168391"/>
                  <a:pt x="7311216" y="2172818"/>
                  <a:pt x="7316407" y="2173085"/>
                </a:cubicBezTo>
                <a:lnTo>
                  <a:pt x="7316407" y="2173102"/>
                </a:lnTo>
                <a:cubicBezTo>
                  <a:pt x="7316568" y="2173102"/>
                  <a:pt x="7316727" y="2173102"/>
                  <a:pt x="7316887" y="2173102"/>
                </a:cubicBezTo>
                <a:close/>
                <a:moveTo>
                  <a:pt x="8522565" y="1730995"/>
                </a:moveTo>
                <a:cubicBezTo>
                  <a:pt x="8528965" y="1730995"/>
                  <a:pt x="8534903" y="1726888"/>
                  <a:pt x="8536965" y="1720470"/>
                </a:cubicBezTo>
                <a:cubicBezTo>
                  <a:pt x="8539507" y="1712523"/>
                  <a:pt x="8535116" y="1704024"/>
                  <a:pt x="8527169" y="1701482"/>
                </a:cubicBezTo>
                <a:cubicBezTo>
                  <a:pt x="8519222" y="1698922"/>
                  <a:pt x="8510724" y="1703313"/>
                  <a:pt x="8508181" y="1711278"/>
                </a:cubicBezTo>
                <a:cubicBezTo>
                  <a:pt x="8505639" y="1719208"/>
                  <a:pt x="8510013" y="1727723"/>
                  <a:pt x="8517959" y="1730266"/>
                </a:cubicBezTo>
                <a:cubicBezTo>
                  <a:pt x="8519488" y="1730746"/>
                  <a:pt x="8521053" y="1730995"/>
                  <a:pt x="8522565" y="1730995"/>
                </a:cubicBezTo>
                <a:close/>
                <a:moveTo>
                  <a:pt x="4707319" y="3131066"/>
                </a:moveTo>
                <a:cubicBezTo>
                  <a:pt x="4709364" y="3131066"/>
                  <a:pt x="4711319" y="3129964"/>
                  <a:pt x="4712332" y="3128026"/>
                </a:cubicBezTo>
                <a:cubicBezTo>
                  <a:pt x="4713756" y="3125270"/>
                  <a:pt x="4712670" y="3121875"/>
                  <a:pt x="4709915" y="3120435"/>
                </a:cubicBezTo>
                <a:cubicBezTo>
                  <a:pt x="4707159" y="3119012"/>
                  <a:pt x="4703763" y="3120096"/>
                  <a:pt x="4702323" y="3122852"/>
                </a:cubicBezTo>
                <a:cubicBezTo>
                  <a:pt x="4700902" y="3125608"/>
                  <a:pt x="4701986" y="3129004"/>
                  <a:pt x="4704741" y="3130443"/>
                </a:cubicBezTo>
                <a:cubicBezTo>
                  <a:pt x="4705576" y="3130870"/>
                  <a:pt x="4706448" y="3131066"/>
                  <a:pt x="4707319" y="3131066"/>
                </a:cubicBezTo>
                <a:close/>
                <a:moveTo>
                  <a:pt x="6942002" y="2319423"/>
                </a:moveTo>
                <a:cubicBezTo>
                  <a:pt x="6946623" y="2318677"/>
                  <a:pt x="6949771" y="2314321"/>
                  <a:pt x="6949006" y="2309716"/>
                </a:cubicBezTo>
                <a:cubicBezTo>
                  <a:pt x="6948259" y="2305093"/>
                  <a:pt x="6943921" y="2301947"/>
                  <a:pt x="6939299" y="2302693"/>
                </a:cubicBezTo>
                <a:cubicBezTo>
                  <a:pt x="6934676" y="2303440"/>
                  <a:pt x="6931529" y="2307796"/>
                  <a:pt x="6932276" y="2312418"/>
                </a:cubicBezTo>
                <a:cubicBezTo>
                  <a:pt x="6932952" y="2316579"/>
                  <a:pt x="6936561" y="2319548"/>
                  <a:pt x="6940633" y="2319548"/>
                </a:cubicBezTo>
                <a:cubicBezTo>
                  <a:pt x="6941094" y="2319548"/>
                  <a:pt x="6941540" y="2319512"/>
                  <a:pt x="6942002" y="2319423"/>
                </a:cubicBezTo>
                <a:close/>
                <a:moveTo>
                  <a:pt x="7595697" y="2081898"/>
                </a:moveTo>
                <a:cubicBezTo>
                  <a:pt x="7600551" y="2081898"/>
                  <a:pt x="7604889" y="2078465"/>
                  <a:pt x="7605866" y="2073506"/>
                </a:cubicBezTo>
                <a:cubicBezTo>
                  <a:pt x="7606968" y="2067887"/>
                  <a:pt x="7603306" y="2062447"/>
                  <a:pt x="7597688" y="2061344"/>
                </a:cubicBezTo>
                <a:cubicBezTo>
                  <a:pt x="7592070" y="2060243"/>
                  <a:pt x="7586629" y="2063906"/>
                  <a:pt x="7585527" y="2069524"/>
                </a:cubicBezTo>
                <a:cubicBezTo>
                  <a:pt x="7584425" y="2075142"/>
                  <a:pt x="7588087" y="2080599"/>
                  <a:pt x="7593723" y="2081702"/>
                </a:cubicBezTo>
                <a:lnTo>
                  <a:pt x="7593706" y="2081702"/>
                </a:lnTo>
                <a:lnTo>
                  <a:pt x="7593687" y="2081703"/>
                </a:lnTo>
                <a:cubicBezTo>
                  <a:pt x="7594363" y="2081826"/>
                  <a:pt x="7595039" y="2081898"/>
                  <a:pt x="7595697" y="2081898"/>
                </a:cubicBezTo>
                <a:close/>
                <a:moveTo>
                  <a:pt x="4468459" y="3234522"/>
                </a:moveTo>
                <a:cubicBezTo>
                  <a:pt x="4469436" y="3234521"/>
                  <a:pt x="4470433" y="3234130"/>
                  <a:pt x="4471161" y="3233366"/>
                </a:cubicBezTo>
                <a:cubicBezTo>
                  <a:pt x="4472584" y="3231872"/>
                  <a:pt x="4472531" y="3229508"/>
                  <a:pt x="4471038" y="3228086"/>
                </a:cubicBezTo>
                <a:cubicBezTo>
                  <a:pt x="4469525" y="3226664"/>
                  <a:pt x="4467159" y="3226735"/>
                  <a:pt x="4465757" y="3228228"/>
                </a:cubicBezTo>
                <a:cubicBezTo>
                  <a:pt x="4464335" y="3229721"/>
                  <a:pt x="4464386" y="3232086"/>
                  <a:pt x="4465898" y="3233508"/>
                </a:cubicBezTo>
                <a:lnTo>
                  <a:pt x="4465881" y="3233508"/>
                </a:lnTo>
                <a:cubicBezTo>
                  <a:pt x="4466610" y="3234184"/>
                  <a:pt x="4467534" y="3234522"/>
                  <a:pt x="4468459" y="3234522"/>
                </a:cubicBezTo>
                <a:close/>
                <a:moveTo>
                  <a:pt x="8364563" y="1806146"/>
                </a:moveTo>
                <a:cubicBezTo>
                  <a:pt x="8370448" y="1806146"/>
                  <a:pt x="8375959" y="1802448"/>
                  <a:pt x="8377968" y="1796564"/>
                </a:cubicBezTo>
                <a:cubicBezTo>
                  <a:pt x="8380493" y="1789168"/>
                  <a:pt x="8376546" y="1781113"/>
                  <a:pt x="8369151" y="1778589"/>
                </a:cubicBezTo>
                <a:cubicBezTo>
                  <a:pt x="8361736" y="1776065"/>
                  <a:pt x="8353683" y="1780011"/>
                  <a:pt x="8351158" y="1787407"/>
                </a:cubicBezTo>
                <a:cubicBezTo>
                  <a:pt x="8348633" y="1794804"/>
                  <a:pt x="8352580" y="1802857"/>
                  <a:pt x="8359993" y="1805399"/>
                </a:cubicBezTo>
                <a:cubicBezTo>
                  <a:pt x="8361505" y="1805915"/>
                  <a:pt x="8363052" y="1806147"/>
                  <a:pt x="8364563" y="1806146"/>
                </a:cubicBezTo>
                <a:close/>
                <a:moveTo>
                  <a:pt x="5242056" y="2954558"/>
                </a:moveTo>
                <a:lnTo>
                  <a:pt x="5242064" y="2954549"/>
                </a:lnTo>
                <a:lnTo>
                  <a:pt x="5242056" y="2954539"/>
                </a:lnTo>
                <a:close/>
                <a:moveTo>
                  <a:pt x="4188014" y="3341372"/>
                </a:moveTo>
                <a:cubicBezTo>
                  <a:pt x="4188208" y="3341373"/>
                  <a:pt x="4188404" y="3341301"/>
                  <a:pt x="4188583" y="3341159"/>
                </a:cubicBezTo>
                <a:cubicBezTo>
                  <a:pt x="4188957" y="3340839"/>
                  <a:pt x="4189010" y="3340288"/>
                  <a:pt x="4188688" y="3339897"/>
                </a:cubicBezTo>
                <a:cubicBezTo>
                  <a:pt x="4188368" y="3339523"/>
                  <a:pt x="4187818" y="3339470"/>
                  <a:pt x="4187445" y="3339790"/>
                </a:cubicBezTo>
                <a:cubicBezTo>
                  <a:pt x="4187053" y="3340110"/>
                  <a:pt x="4187001" y="3340662"/>
                  <a:pt x="4187321" y="3341052"/>
                </a:cubicBezTo>
                <a:cubicBezTo>
                  <a:pt x="4187497" y="3341248"/>
                  <a:pt x="4187748" y="3341373"/>
                  <a:pt x="4188014" y="3341372"/>
                </a:cubicBezTo>
                <a:close/>
                <a:moveTo>
                  <a:pt x="7034345" y="2306818"/>
                </a:moveTo>
                <a:cubicBezTo>
                  <a:pt x="7039002" y="2306303"/>
                  <a:pt x="7042364" y="2302124"/>
                  <a:pt x="7041829" y="2297466"/>
                </a:cubicBezTo>
                <a:cubicBezTo>
                  <a:pt x="7041332" y="2292808"/>
                  <a:pt x="7037137" y="2289466"/>
                  <a:pt x="7032478" y="2289981"/>
                </a:cubicBezTo>
                <a:cubicBezTo>
                  <a:pt x="7027838" y="2290496"/>
                  <a:pt x="7024478" y="2294675"/>
                  <a:pt x="7024993" y="2299333"/>
                </a:cubicBezTo>
                <a:lnTo>
                  <a:pt x="7024975" y="2299333"/>
                </a:lnTo>
                <a:cubicBezTo>
                  <a:pt x="7025455" y="2303671"/>
                  <a:pt x="7029117" y="2306871"/>
                  <a:pt x="7033384" y="2306871"/>
                </a:cubicBezTo>
                <a:cubicBezTo>
                  <a:pt x="7033705" y="2306871"/>
                  <a:pt x="7034025" y="2306853"/>
                  <a:pt x="7034345" y="2306818"/>
                </a:cubicBezTo>
                <a:close/>
                <a:moveTo>
                  <a:pt x="8202847" y="1878312"/>
                </a:moveTo>
                <a:cubicBezTo>
                  <a:pt x="8208304" y="1878312"/>
                  <a:pt x="8213407" y="1874897"/>
                  <a:pt x="8215308" y="1869457"/>
                </a:cubicBezTo>
                <a:cubicBezTo>
                  <a:pt x="8217726" y="1862559"/>
                  <a:pt x="8214082" y="1855039"/>
                  <a:pt x="8207202" y="1852620"/>
                </a:cubicBezTo>
                <a:cubicBezTo>
                  <a:pt x="8200304" y="1850221"/>
                  <a:pt x="8192766" y="1853847"/>
                  <a:pt x="8190366" y="1860745"/>
                </a:cubicBezTo>
                <a:cubicBezTo>
                  <a:pt x="8187947" y="1867626"/>
                  <a:pt x="8191592" y="1875165"/>
                  <a:pt x="8198490" y="1877565"/>
                </a:cubicBezTo>
                <a:cubicBezTo>
                  <a:pt x="8199930" y="1878080"/>
                  <a:pt x="8201388" y="1878311"/>
                  <a:pt x="8202847" y="1878312"/>
                </a:cubicBezTo>
                <a:close/>
                <a:moveTo>
                  <a:pt x="5250111" y="2961509"/>
                </a:moveTo>
                <a:cubicBezTo>
                  <a:pt x="5254252" y="2961207"/>
                  <a:pt x="5257380" y="2957598"/>
                  <a:pt x="5257078" y="2953455"/>
                </a:cubicBezTo>
                <a:cubicBezTo>
                  <a:pt x="5256777" y="2949313"/>
                  <a:pt x="5253168" y="2946201"/>
                  <a:pt x="5249025" y="2946504"/>
                </a:cubicBezTo>
                <a:lnTo>
                  <a:pt x="5242064" y="2954549"/>
                </a:lnTo>
                <a:lnTo>
                  <a:pt x="5249576" y="2961509"/>
                </a:lnTo>
                <a:cubicBezTo>
                  <a:pt x="5249753" y="2961509"/>
                  <a:pt x="5249932" y="2961508"/>
                  <a:pt x="5250111" y="2961509"/>
                </a:cubicBezTo>
                <a:close/>
                <a:moveTo>
                  <a:pt x="8772749" y="1677409"/>
                </a:moveTo>
                <a:cubicBezTo>
                  <a:pt x="8779914" y="1677409"/>
                  <a:pt x="8786456" y="1672573"/>
                  <a:pt x="8788305" y="1665302"/>
                </a:cubicBezTo>
                <a:cubicBezTo>
                  <a:pt x="8790474" y="1656697"/>
                  <a:pt x="8785283" y="1647968"/>
                  <a:pt x="8776695" y="1645781"/>
                </a:cubicBezTo>
                <a:cubicBezTo>
                  <a:pt x="8768090" y="1643594"/>
                  <a:pt x="8759362" y="1648786"/>
                  <a:pt x="8757175" y="1657391"/>
                </a:cubicBezTo>
                <a:cubicBezTo>
                  <a:pt x="8754988" y="1665978"/>
                  <a:pt x="8760179" y="1674725"/>
                  <a:pt x="8768767" y="1676911"/>
                </a:cubicBezTo>
                <a:cubicBezTo>
                  <a:pt x="8770100" y="1677249"/>
                  <a:pt x="8771434" y="1677409"/>
                  <a:pt x="8772749" y="1677409"/>
                </a:cubicBezTo>
                <a:close/>
                <a:moveTo>
                  <a:pt x="8036897" y="1949515"/>
                </a:moveTo>
                <a:cubicBezTo>
                  <a:pt x="8042018" y="1949515"/>
                  <a:pt x="8046801" y="1946297"/>
                  <a:pt x="8048525" y="1941178"/>
                </a:cubicBezTo>
                <a:cubicBezTo>
                  <a:pt x="8050676" y="1934759"/>
                  <a:pt x="8047244" y="1927789"/>
                  <a:pt x="8040826" y="1925620"/>
                </a:cubicBezTo>
                <a:cubicBezTo>
                  <a:pt x="8034391" y="1923469"/>
                  <a:pt x="8027439" y="1926919"/>
                  <a:pt x="8025270" y="1933337"/>
                </a:cubicBezTo>
                <a:cubicBezTo>
                  <a:pt x="8023101" y="1939754"/>
                  <a:pt x="8026550" y="1946706"/>
                  <a:pt x="8032986" y="1948875"/>
                </a:cubicBezTo>
                <a:cubicBezTo>
                  <a:pt x="8034284" y="1949319"/>
                  <a:pt x="8035599" y="1949515"/>
                  <a:pt x="8036897" y="1949515"/>
                </a:cubicBezTo>
                <a:close/>
                <a:moveTo>
                  <a:pt x="7410849" y="2180268"/>
                </a:moveTo>
                <a:cubicBezTo>
                  <a:pt x="7415631" y="2180268"/>
                  <a:pt x="7419722" y="2176640"/>
                  <a:pt x="7420219" y="2171805"/>
                </a:cubicBezTo>
                <a:cubicBezTo>
                  <a:pt x="7420735" y="2166614"/>
                  <a:pt x="7416965" y="2161991"/>
                  <a:pt x="7411792" y="2161476"/>
                </a:cubicBezTo>
                <a:cubicBezTo>
                  <a:pt x="7406599" y="2160941"/>
                  <a:pt x="7401978" y="2164711"/>
                  <a:pt x="7401444" y="2169885"/>
                </a:cubicBezTo>
                <a:cubicBezTo>
                  <a:pt x="7400928" y="2175059"/>
                  <a:pt x="7404698" y="2179681"/>
                  <a:pt x="7409872" y="2180214"/>
                </a:cubicBezTo>
                <a:lnTo>
                  <a:pt x="7409889" y="2180214"/>
                </a:lnTo>
                <a:cubicBezTo>
                  <a:pt x="7410209" y="2180250"/>
                  <a:pt x="7410529" y="2180268"/>
                  <a:pt x="7410849" y="2180268"/>
                </a:cubicBezTo>
                <a:close/>
                <a:moveTo>
                  <a:pt x="7118244" y="2290994"/>
                </a:moveTo>
                <a:lnTo>
                  <a:pt x="7118252" y="2290985"/>
                </a:lnTo>
                <a:lnTo>
                  <a:pt x="7118244" y="2290977"/>
                </a:lnTo>
                <a:close/>
                <a:moveTo>
                  <a:pt x="4972864" y="3082404"/>
                </a:moveTo>
                <a:cubicBezTo>
                  <a:pt x="4976047" y="3082404"/>
                  <a:pt x="4978857" y="3080094"/>
                  <a:pt x="4979355" y="3076840"/>
                </a:cubicBezTo>
                <a:cubicBezTo>
                  <a:pt x="4979907" y="3073249"/>
                  <a:pt x="4977453" y="3069889"/>
                  <a:pt x="4973878" y="3069337"/>
                </a:cubicBezTo>
                <a:cubicBezTo>
                  <a:pt x="4970268" y="3068768"/>
                  <a:pt x="4966910" y="3071240"/>
                  <a:pt x="4966359" y="3074813"/>
                </a:cubicBezTo>
                <a:cubicBezTo>
                  <a:pt x="4965807" y="3078404"/>
                  <a:pt x="4968262" y="3081783"/>
                  <a:pt x="4971852" y="3082334"/>
                </a:cubicBezTo>
                <a:cubicBezTo>
                  <a:pt x="4972188" y="3082387"/>
                  <a:pt x="4972528" y="3082404"/>
                  <a:pt x="4972864" y="3082404"/>
                </a:cubicBezTo>
                <a:close/>
                <a:moveTo>
                  <a:pt x="7865758" y="2022675"/>
                </a:moveTo>
                <a:cubicBezTo>
                  <a:pt x="7870612" y="2022675"/>
                  <a:pt x="7875109" y="2019529"/>
                  <a:pt x="7876585" y="2014622"/>
                </a:cubicBezTo>
                <a:cubicBezTo>
                  <a:pt x="7878381" y="2008630"/>
                  <a:pt x="7875002" y="2002319"/>
                  <a:pt x="7869011" y="2000523"/>
                </a:cubicBezTo>
                <a:cubicBezTo>
                  <a:pt x="7863020" y="1998709"/>
                  <a:pt x="7856709" y="2002106"/>
                  <a:pt x="7854913" y="2008098"/>
                </a:cubicBezTo>
                <a:cubicBezTo>
                  <a:pt x="7853117" y="2014088"/>
                  <a:pt x="7856495" y="2020400"/>
                  <a:pt x="7862487" y="2022196"/>
                </a:cubicBezTo>
                <a:cubicBezTo>
                  <a:pt x="7863571" y="2022534"/>
                  <a:pt x="7864673" y="2022676"/>
                  <a:pt x="7865758" y="2022675"/>
                </a:cubicBezTo>
                <a:close/>
                <a:moveTo>
                  <a:pt x="4391619" y="3298934"/>
                </a:moveTo>
                <a:cubicBezTo>
                  <a:pt x="4392293" y="3298934"/>
                  <a:pt x="4392970" y="3298685"/>
                  <a:pt x="4393503" y="3298205"/>
                </a:cubicBezTo>
                <a:cubicBezTo>
                  <a:pt x="4394640" y="3297157"/>
                  <a:pt x="4394693" y="3295396"/>
                  <a:pt x="4393644" y="3294258"/>
                </a:cubicBezTo>
                <a:cubicBezTo>
                  <a:pt x="4392614" y="3293138"/>
                  <a:pt x="4390855" y="3293067"/>
                  <a:pt x="4389714" y="3294098"/>
                </a:cubicBezTo>
                <a:cubicBezTo>
                  <a:pt x="4388595" y="3295147"/>
                  <a:pt x="4388525" y="3296907"/>
                  <a:pt x="4389555" y="3298045"/>
                </a:cubicBezTo>
                <a:cubicBezTo>
                  <a:pt x="4390106" y="3298633"/>
                  <a:pt x="4390854" y="3298934"/>
                  <a:pt x="4391619" y="3298934"/>
                </a:cubicBezTo>
                <a:close/>
                <a:moveTo>
                  <a:pt x="5343075" y="2951961"/>
                </a:moveTo>
                <a:cubicBezTo>
                  <a:pt x="5347200" y="2951410"/>
                  <a:pt x="5350098" y="2947642"/>
                  <a:pt x="5349564" y="2943517"/>
                </a:cubicBezTo>
                <a:cubicBezTo>
                  <a:pt x="5349014" y="2939392"/>
                  <a:pt x="5345246" y="2936494"/>
                  <a:pt x="5341119" y="2937027"/>
                </a:cubicBezTo>
                <a:cubicBezTo>
                  <a:pt x="5336994" y="2937579"/>
                  <a:pt x="5334096" y="2941348"/>
                  <a:pt x="5334630" y="2945472"/>
                </a:cubicBezTo>
                <a:cubicBezTo>
                  <a:pt x="5335128" y="2949259"/>
                  <a:pt x="5338363" y="2952015"/>
                  <a:pt x="5342098" y="2952015"/>
                </a:cubicBezTo>
                <a:cubicBezTo>
                  <a:pt x="5342417" y="2952015"/>
                  <a:pt x="5342737" y="2951998"/>
                  <a:pt x="5343075" y="2951961"/>
                </a:cubicBezTo>
                <a:close/>
                <a:moveTo>
                  <a:pt x="4620841" y="3217418"/>
                </a:moveTo>
                <a:cubicBezTo>
                  <a:pt x="4622353" y="3217418"/>
                  <a:pt x="4623830" y="3216689"/>
                  <a:pt x="4624735" y="3215338"/>
                </a:cubicBezTo>
                <a:cubicBezTo>
                  <a:pt x="4626159" y="3213187"/>
                  <a:pt x="4625588" y="3210271"/>
                  <a:pt x="4623437" y="3208849"/>
                </a:cubicBezTo>
                <a:cubicBezTo>
                  <a:pt x="4621287" y="3207408"/>
                  <a:pt x="4618371" y="3207995"/>
                  <a:pt x="4616930" y="3210146"/>
                </a:cubicBezTo>
                <a:cubicBezTo>
                  <a:pt x="4615507" y="3212298"/>
                  <a:pt x="4616095" y="3215196"/>
                  <a:pt x="4618246" y="3216636"/>
                </a:cubicBezTo>
                <a:cubicBezTo>
                  <a:pt x="4619046" y="3217169"/>
                  <a:pt x="4619952" y="3217418"/>
                  <a:pt x="4620841" y="3217418"/>
                </a:cubicBezTo>
                <a:close/>
                <a:moveTo>
                  <a:pt x="7127203" y="2298960"/>
                </a:moveTo>
                <a:cubicBezTo>
                  <a:pt x="7131879" y="2298693"/>
                  <a:pt x="7135435" y="2294693"/>
                  <a:pt x="7135169" y="2290016"/>
                </a:cubicBezTo>
                <a:cubicBezTo>
                  <a:pt x="7134903" y="2285341"/>
                  <a:pt x="7130884" y="2281768"/>
                  <a:pt x="7126208" y="2282052"/>
                </a:cubicBezTo>
                <a:lnTo>
                  <a:pt x="7118252" y="2290985"/>
                </a:lnTo>
                <a:lnTo>
                  <a:pt x="7126707" y="2298959"/>
                </a:lnTo>
                <a:cubicBezTo>
                  <a:pt x="7126866" y="2298959"/>
                  <a:pt x="7127026" y="2298960"/>
                  <a:pt x="7127203" y="2298960"/>
                </a:cubicBezTo>
                <a:close/>
                <a:moveTo>
                  <a:pt x="8616045" y="1759744"/>
                </a:moveTo>
                <a:cubicBezTo>
                  <a:pt x="8622571" y="1759743"/>
                  <a:pt x="8628598" y="1755477"/>
                  <a:pt x="8630536" y="1748898"/>
                </a:cubicBezTo>
                <a:cubicBezTo>
                  <a:pt x="8632883" y="1740880"/>
                  <a:pt x="8628314" y="1732488"/>
                  <a:pt x="8620313" y="1730124"/>
                </a:cubicBezTo>
                <a:cubicBezTo>
                  <a:pt x="8612295" y="1727777"/>
                  <a:pt x="8603903" y="1732346"/>
                  <a:pt x="8601539" y="1740364"/>
                </a:cubicBezTo>
                <a:cubicBezTo>
                  <a:pt x="8599173" y="1748365"/>
                  <a:pt x="8603761" y="1756774"/>
                  <a:pt x="8611761" y="1759121"/>
                </a:cubicBezTo>
                <a:cubicBezTo>
                  <a:pt x="8613184" y="1759548"/>
                  <a:pt x="8614623" y="1759744"/>
                  <a:pt x="8616045" y="1759744"/>
                </a:cubicBezTo>
                <a:close/>
                <a:moveTo>
                  <a:pt x="7688343" y="2101970"/>
                </a:moveTo>
                <a:cubicBezTo>
                  <a:pt x="7693054" y="2101970"/>
                  <a:pt x="7697321" y="2098752"/>
                  <a:pt x="7698441" y="2093969"/>
                </a:cubicBezTo>
                <a:cubicBezTo>
                  <a:pt x="7699756" y="2088405"/>
                  <a:pt x="7696290" y="2082822"/>
                  <a:pt x="7690724" y="2081506"/>
                </a:cubicBezTo>
                <a:cubicBezTo>
                  <a:pt x="7685143" y="2080191"/>
                  <a:pt x="7679560" y="2083639"/>
                  <a:pt x="7678244" y="2089223"/>
                </a:cubicBezTo>
                <a:cubicBezTo>
                  <a:pt x="7676928" y="2094805"/>
                  <a:pt x="7680395" y="2100387"/>
                  <a:pt x="7685960" y="2101704"/>
                </a:cubicBezTo>
                <a:cubicBezTo>
                  <a:pt x="7686760" y="2101881"/>
                  <a:pt x="7687560" y="2101970"/>
                  <a:pt x="7688343" y="2101970"/>
                </a:cubicBezTo>
                <a:close/>
                <a:moveTo>
                  <a:pt x="4791235" y="3168296"/>
                </a:moveTo>
                <a:cubicBezTo>
                  <a:pt x="4793512" y="3168295"/>
                  <a:pt x="4795663" y="3166890"/>
                  <a:pt x="4796499" y="3164633"/>
                </a:cubicBezTo>
                <a:cubicBezTo>
                  <a:pt x="4797601" y="3161735"/>
                  <a:pt x="4796124" y="3158481"/>
                  <a:pt x="4793209" y="3157396"/>
                </a:cubicBezTo>
                <a:cubicBezTo>
                  <a:pt x="4790293" y="3156312"/>
                  <a:pt x="4787058" y="3157770"/>
                  <a:pt x="4785953" y="3160686"/>
                </a:cubicBezTo>
                <a:cubicBezTo>
                  <a:pt x="4784870" y="3163601"/>
                  <a:pt x="4786346" y="3166837"/>
                  <a:pt x="4789262" y="3167939"/>
                </a:cubicBezTo>
                <a:cubicBezTo>
                  <a:pt x="4789901" y="3168171"/>
                  <a:pt x="4790577" y="3168295"/>
                  <a:pt x="4791235" y="3168296"/>
                </a:cubicBezTo>
                <a:close/>
                <a:moveTo>
                  <a:pt x="5435329" y="2937401"/>
                </a:moveTo>
                <a:cubicBezTo>
                  <a:pt x="5439437" y="2936655"/>
                  <a:pt x="5442139" y="2932743"/>
                  <a:pt x="5441393" y="2928636"/>
                </a:cubicBezTo>
                <a:cubicBezTo>
                  <a:pt x="5440646" y="2924547"/>
                  <a:pt x="5436717" y="2921844"/>
                  <a:pt x="5432627" y="2922591"/>
                </a:cubicBezTo>
                <a:cubicBezTo>
                  <a:pt x="5428537" y="2923337"/>
                  <a:pt x="5425835" y="2927266"/>
                  <a:pt x="5426583" y="2931355"/>
                </a:cubicBezTo>
                <a:cubicBezTo>
                  <a:pt x="5427241" y="2934982"/>
                  <a:pt x="5430405" y="2937526"/>
                  <a:pt x="5433980" y="2937526"/>
                </a:cubicBezTo>
                <a:cubicBezTo>
                  <a:pt x="5434424" y="2937525"/>
                  <a:pt x="5434887" y="2937490"/>
                  <a:pt x="5435329" y="2937401"/>
                </a:cubicBezTo>
                <a:close/>
                <a:moveTo>
                  <a:pt x="8456747" y="1836993"/>
                </a:moveTo>
                <a:cubicBezTo>
                  <a:pt x="8462702" y="1836993"/>
                  <a:pt x="8468249" y="1833188"/>
                  <a:pt x="8470205" y="1827215"/>
                </a:cubicBezTo>
                <a:cubicBezTo>
                  <a:pt x="8472623" y="1819765"/>
                  <a:pt x="8468569" y="1811782"/>
                  <a:pt x="8461138" y="1809347"/>
                </a:cubicBezTo>
                <a:cubicBezTo>
                  <a:pt x="8453689" y="1806929"/>
                  <a:pt x="8445706" y="1811000"/>
                  <a:pt x="8443270" y="1818432"/>
                </a:cubicBezTo>
                <a:cubicBezTo>
                  <a:pt x="8440852" y="1825863"/>
                  <a:pt x="8444906" y="1833864"/>
                  <a:pt x="8452355" y="1836281"/>
                </a:cubicBezTo>
                <a:cubicBezTo>
                  <a:pt x="8453813" y="1836761"/>
                  <a:pt x="8455288" y="1836993"/>
                  <a:pt x="8456747" y="1836993"/>
                </a:cubicBezTo>
                <a:close/>
                <a:moveTo>
                  <a:pt x="4317979" y="3356983"/>
                </a:moveTo>
                <a:cubicBezTo>
                  <a:pt x="4318742" y="3356325"/>
                  <a:pt x="4318848" y="3355170"/>
                  <a:pt x="4318209" y="3354386"/>
                </a:cubicBezTo>
                <a:cubicBezTo>
                  <a:pt x="4317550" y="3353604"/>
                  <a:pt x="4316395" y="3353497"/>
                  <a:pt x="4315613" y="3354156"/>
                </a:cubicBezTo>
                <a:cubicBezTo>
                  <a:pt x="4314831" y="3354813"/>
                  <a:pt x="4314742" y="3355969"/>
                  <a:pt x="4315383" y="3356751"/>
                </a:cubicBezTo>
                <a:cubicBezTo>
                  <a:pt x="4315755" y="3357178"/>
                  <a:pt x="4316272" y="3357409"/>
                  <a:pt x="4316787" y="3357409"/>
                </a:cubicBezTo>
                <a:cubicBezTo>
                  <a:pt x="4317214" y="3357409"/>
                  <a:pt x="4317622" y="3357267"/>
                  <a:pt x="4317979" y="3356983"/>
                </a:cubicBezTo>
                <a:close/>
                <a:moveTo>
                  <a:pt x="7220330" y="2296026"/>
                </a:moveTo>
                <a:cubicBezTo>
                  <a:pt x="7225006" y="2295990"/>
                  <a:pt x="7228757" y="2292186"/>
                  <a:pt x="7228757" y="2287510"/>
                </a:cubicBezTo>
                <a:cubicBezTo>
                  <a:pt x="7228739" y="2282816"/>
                  <a:pt x="7224917" y="2279065"/>
                  <a:pt x="7220241" y="2279065"/>
                </a:cubicBezTo>
                <a:cubicBezTo>
                  <a:pt x="7215565" y="2279101"/>
                  <a:pt x="7211779" y="2282905"/>
                  <a:pt x="7211815" y="2287581"/>
                </a:cubicBezTo>
                <a:cubicBezTo>
                  <a:pt x="7211832" y="2292257"/>
                  <a:pt x="7215619" y="2296026"/>
                  <a:pt x="7220277" y="2296027"/>
                </a:cubicBezTo>
                <a:close/>
                <a:moveTo>
                  <a:pt x="7504313" y="2192126"/>
                </a:moveTo>
                <a:cubicBezTo>
                  <a:pt x="7508882" y="2192126"/>
                  <a:pt x="7512900" y="2188784"/>
                  <a:pt x="7513612" y="2184108"/>
                </a:cubicBezTo>
                <a:cubicBezTo>
                  <a:pt x="7514393" y="2178970"/>
                  <a:pt x="7510856" y="2174170"/>
                  <a:pt x="7505700" y="2173387"/>
                </a:cubicBezTo>
                <a:cubicBezTo>
                  <a:pt x="7500545" y="2172606"/>
                  <a:pt x="7495744" y="2176143"/>
                  <a:pt x="7494962" y="2181299"/>
                </a:cubicBezTo>
                <a:cubicBezTo>
                  <a:pt x="7494179" y="2186436"/>
                  <a:pt x="7497716" y="2191237"/>
                  <a:pt x="7502873" y="2192019"/>
                </a:cubicBezTo>
                <a:lnTo>
                  <a:pt x="7502890" y="2192019"/>
                </a:lnTo>
                <a:cubicBezTo>
                  <a:pt x="7503371" y="2192091"/>
                  <a:pt x="7503851" y="2192127"/>
                  <a:pt x="7504313" y="2192126"/>
                </a:cubicBezTo>
                <a:close/>
                <a:moveTo>
                  <a:pt x="5526768" y="2918538"/>
                </a:moveTo>
                <a:cubicBezTo>
                  <a:pt x="5530819" y="2917613"/>
                  <a:pt x="5533363" y="2913577"/>
                  <a:pt x="5532437" y="2909524"/>
                </a:cubicBezTo>
                <a:cubicBezTo>
                  <a:pt x="5531495" y="2905470"/>
                  <a:pt x="5527460" y="2902945"/>
                  <a:pt x="5523424" y="2903870"/>
                </a:cubicBezTo>
                <a:cubicBezTo>
                  <a:pt x="5519371" y="2904794"/>
                  <a:pt x="5516830" y="2908830"/>
                  <a:pt x="5517753" y="2912884"/>
                </a:cubicBezTo>
                <a:cubicBezTo>
                  <a:pt x="5518552" y="2916369"/>
                  <a:pt x="5521665" y="2918733"/>
                  <a:pt x="5525096" y="2918733"/>
                </a:cubicBezTo>
                <a:cubicBezTo>
                  <a:pt x="5525647" y="2918733"/>
                  <a:pt x="5526215" y="2918679"/>
                  <a:pt x="5526768" y="2918538"/>
                </a:cubicBezTo>
                <a:close/>
                <a:moveTo>
                  <a:pt x="6488728" y="2569413"/>
                </a:moveTo>
                <a:cubicBezTo>
                  <a:pt x="6492622" y="2567973"/>
                  <a:pt x="6494612" y="2563635"/>
                  <a:pt x="6493172" y="2559742"/>
                </a:cubicBezTo>
                <a:cubicBezTo>
                  <a:pt x="6491715" y="2555848"/>
                  <a:pt x="6487394" y="2553856"/>
                  <a:pt x="6483501" y="2555297"/>
                </a:cubicBezTo>
                <a:cubicBezTo>
                  <a:pt x="6479607" y="2556737"/>
                  <a:pt x="6477616" y="2561074"/>
                  <a:pt x="6479057" y="2564968"/>
                </a:cubicBezTo>
                <a:cubicBezTo>
                  <a:pt x="6480177" y="2568008"/>
                  <a:pt x="6483056" y="2569893"/>
                  <a:pt x="6486115" y="2569893"/>
                </a:cubicBezTo>
                <a:cubicBezTo>
                  <a:pt x="6486985" y="2569893"/>
                  <a:pt x="6487857" y="2569733"/>
                  <a:pt x="6488728" y="2569413"/>
                </a:cubicBezTo>
                <a:close/>
                <a:moveTo>
                  <a:pt x="5064711" y="3092503"/>
                </a:moveTo>
                <a:cubicBezTo>
                  <a:pt x="5068142" y="3092503"/>
                  <a:pt x="5071039" y="3089836"/>
                  <a:pt x="5071272" y="3086369"/>
                </a:cubicBezTo>
                <a:cubicBezTo>
                  <a:pt x="5071503" y="3082743"/>
                  <a:pt x="5068764" y="3079596"/>
                  <a:pt x="5065138" y="3079365"/>
                </a:cubicBezTo>
                <a:cubicBezTo>
                  <a:pt x="5061512" y="3079116"/>
                  <a:pt x="5058381" y="3081854"/>
                  <a:pt x="5058133" y="3085480"/>
                </a:cubicBezTo>
                <a:cubicBezTo>
                  <a:pt x="5057901" y="3089107"/>
                  <a:pt x="5060639" y="3092236"/>
                  <a:pt x="5064267" y="3092486"/>
                </a:cubicBezTo>
                <a:lnTo>
                  <a:pt x="5064267" y="3092503"/>
                </a:lnTo>
                <a:cubicBezTo>
                  <a:pt x="5064409" y="3092503"/>
                  <a:pt x="5064569" y="3092503"/>
                  <a:pt x="5064711" y="3092503"/>
                </a:cubicBezTo>
                <a:close/>
                <a:moveTo>
                  <a:pt x="6576201" y="2538247"/>
                </a:moveTo>
                <a:cubicBezTo>
                  <a:pt x="6580130" y="2536913"/>
                  <a:pt x="6582228" y="2532629"/>
                  <a:pt x="6580895" y="2528699"/>
                </a:cubicBezTo>
                <a:cubicBezTo>
                  <a:pt x="6579543" y="2524752"/>
                  <a:pt x="6575275" y="2522655"/>
                  <a:pt x="6571329" y="2524006"/>
                </a:cubicBezTo>
                <a:cubicBezTo>
                  <a:pt x="6567399" y="2525339"/>
                  <a:pt x="6565302" y="2529623"/>
                  <a:pt x="6566636" y="2533552"/>
                </a:cubicBezTo>
                <a:cubicBezTo>
                  <a:pt x="6567702" y="2536682"/>
                  <a:pt x="6570635" y="2538656"/>
                  <a:pt x="6573764" y="2538656"/>
                </a:cubicBezTo>
                <a:cubicBezTo>
                  <a:pt x="6574566" y="2538656"/>
                  <a:pt x="6575383" y="2538531"/>
                  <a:pt x="6576201" y="2538247"/>
                </a:cubicBezTo>
                <a:close/>
                <a:moveTo>
                  <a:pt x="6401932" y="2602553"/>
                </a:moveTo>
                <a:cubicBezTo>
                  <a:pt x="6405789" y="2601024"/>
                  <a:pt x="6407692" y="2596668"/>
                  <a:pt x="6406181" y="2592793"/>
                </a:cubicBezTo>
                <a:cubicBezTo>
                  <a:pt x="6404670" y="2588917"/>
                  <a:pt x="6400296" y="2587014"/>
                  <a:pt x="6396419" y="2588526"/>
                </a:cubicBezTo>
                <a:cubicBezTo>
                  <a:pt x="6392562" y="2590054"/>
                  <a:pt x="6390641" y="2594428"/>
                  <a:pt x="6392172" y="2598286"/>
                </a:cubicBezTo>
                <a:cubicBezTo>
                  <a:pt x="6393327" y="2601255"/>
                  <a:pt x="6396171" y="2603069"/>
                  <a:pt x="6399176" y="2603069"/>
                </a:cubicBezTo>
                <a:cubicBezTo>
                  <a:pt x="6400082" y="2603069"/>
                  <a:pt x="6401025" y="2602890"/>
                  <a:pt x="6401932" y="2602553"/>
                </a:cubicBezTo>
                <a:close/>
                <a:moveTo>
                  <a:pt x="8294051" y="1910028"/>
                </a:moveTo>
                <a:cubicBezTo>
                  <a:pt x="8299545" y="1910029"/>
                  <a:pt x="8304666" y="1906598"/>
                  <a:pt x="8306551" y="1901122"/>
                </a:cubicBezTo>
                <a:cubicBezTo>
                  <a:pt x="8308933" y="1894223"/>
                  <a:pt x="8305270" y="1886703"/>
                  <a:pt x="8298372" y="1884321"/>
                </a:cubicBezTo>
                <a:cubicBezTo>
                  <a:pt x="8291473" y="1881938"/>
                  <a:pt x="8283953" y="1885600"/>
                  <a:pt x="8281571" y="1892516"/>
                </a:cubicBezTo>
                <a:cubicBezTo>
                  <a:pt x="8279189" y="1899415"/>
                  <a:pt x="8282868" y="1906936"/>
                  <a:pt x="8289766" y="1909318"/>
                </a:cubicBezTo>
                <a:lnTo>
                  <a:pt x="8289749" y="1909318"/>
                </a:lnTo>
                <a:cubicBezTo>
                  <a:pt x="8291190" y="1909798"/>
                  <a:pt x="8292630" y="1910029"/>
                  <a:pt x="8294051" y="1910028"/>
                </a:cubicBezTo>
                <a:close/>
                <a:moveTo>
                  <a:pt x="8878505" y="1696435"/>
                </a:moveTo>
                <a:cubicBezTo>
                  <a:pt x="8881298" y="1694206"/>
                  <a:pt x="8883369" y="1691037"/>
                  <a:pt x="8884187" y="1687277"/>
                </a:cubicBezTo>
                <a:cubicBezTo>
                  <a:pt x="8886053" y="1678600"/>
                  <a:pt x="8880542" y="1670049"/>
                  <a:pt x="8871866" y="1668183"/>
                </a:cubicBezTo>
                <a:cubicBezTo>
                  <a:pt x="8863207" y="1666316"/>
                  <a:pt x="8854655" y="1671827"/>
                  <a:pt x="8852789" y="1680503"/>
                </a:cubicBezTo>
                <a:cubicBezTo>
                  <a:pt x="8850923" y="1689179"/>
                  <a:pt x="8856433" y="1697713"/>
                  <a:pt x="8865092" y="1699579"/>
                </a:cubicBezTo>
                <a:cubicBezTo>
                  <a:pt x="8866247" y="1699829"/>
                  <a:pt x="8867368" y="1699953"/>
                  <a:pt x="8868488" y="1699952"/>
                </a:cubicBezTo>
                <a:cubicBezTo>
                  <a:pt x="8872195" y="1699952"/>
                  <a:pt x="8875711" y="1698664"/>
                  <a:pt x="8878505" y="1696435"/>
                </a:cubicBezTo>
                <a:close/>
                <a:moveTo>
                  <a:pt x="6315632" y="2637098"/>
                </a:moveTo>
                <a:cubicBezTo>
                  <a:pt x="6319490" y="2635533"/>
                  <a:pt x="6321323" y="2631142"/>
                  <a:pt x="6319758" y="2627284"/>
                </a:cubicBezTo>
                <a:cubicBezTo>
                  <a:pt x="6318192" y="2623443"/>
                  <a:pt x="6313802" y="2621594"/>
                  <a:pt x="6309961" y="2623159"/>
                </a:cubicBezTo>
                <a:cubicBezTo>
                  <a:pt x="6306103" y="2624724"/>
                  <a:pt x="6304254" y="2629114"/>
                  <a:pt x="6305819" y="2632972"/>
                </a:cubicBezTo>
                <a:cubicBezTo>
                  <a:pt x="6307009" y="2635889"/>
                  <a:pt x="6309837" y="2637666"/>
                  <a:pt x="6312806" y="2637666"/>
                </a:cubicBezTo>
                <a:cubicBezTo>
                  <a:pt x="6313748" y="2637666"/>
                  <a:pt x="6314708" y="2637488"/>
                  <a:pt x="6315632" y="2637098"/>
                </a:cubicBezTo>
                <a:close/>
                <a:moveTo>
                  <a:pt x="6664472" y="2509622"/>
                </a:moveTo>
                <a:cubicBezTo>
                  <a:pt x="6668455" y="2508414"/>
                  <a:pt x="6670695" y="2504200"/>
                  <a:pt x="6669468" y="2500218"/>
                </a:cubicBezTo>
                <a:cubicBezTo>
                  <a:pt x="6668259" y="2496253"/>
                  <a:pt x="6664046" y="2494013"/>
                  <a:pt x="6660081" y="2495240"/>
                </a:cubicBezTo>
                <a:cubicBezTo>
                  <a:pt x="6656098" y="2496448"/>
                  <a:pt x="6653858" y="2500662"/>
                  <a:pt x="6655086" y="2504627"/>
                </a:cubicBezTo>
                <a:cubicBezTo>
                  <a:pt x="6656062" y="2507863"/>
                  <a:pt x="6659050" y="2509960"/>
                  <a:pt x="6662268" y="2509960"/>
                </a:cubicBezTo>
                <a:cubicBezTo>
                  <a:pt x="6662997" y="2509960"/>
                  <a:pt x="6663744" y="2509854"/>
                  <a:pt x="6664472" y="2509622"/>
                </a:cubicBezTo>
                <a:close/>
                <a:moveTo>
                  <a:pt x="5617349" y="2895940"/>
                </a:moveTo>
                <a:cubicBezTo>
                  <a:pt x="5621350" y="2894856"/>
                  <a:pt x="5623714" y="2890713"/>
                  <a:pt x="5622630" y="2886695"/>
                </a:cubicBezTo>
                <a:cubicBezTo>
                  <a:pt x="5621528" y="2882695"/>
                  <a:pt x="5617402" y="2880331"/>
                  <a:pt x="5613385" y="2881415"/>
                </a:cubicBezTo>
                <a:cubicBezTo>
                  <a:pt x="5609384" y="2882500"/>
                  <a:pt x="5607022" y="2886642"/>
                  <a:pt x="5608106" y="2890661"/>
                </a:cubicBezTo>
                <a:cubicBezTo>
                  <a:pt x="5609011" y="2894003"/>
                  <a:pt x="5612052" y="2896207"/>
                  <a:pt x="5615358" y="2896207"/>
                </a:cubicBezTo>
                <a:cubicBezTo>
                  <a:pt x="5616016" y="2896207"/>
                  <a:pt x="5616674" y="2896118"/>
                  <a:pt x="5617349" y="2895940"/>
                </a:cubicBezTo>
                <a:close/>
                <a:moveTo>
                  <a:pt x="6229672" y="2672566"/>
                </a:moveTo>
                <a:cubicBezTo>
                  <a:pt x="6233511" y="2670966"/>
                  <a:pt x="6235325" y="2666557"/>
                  <a:pt x="6233725" y="2662717"/>
                </a:cubicBezTo>
                <a:cubicBezTo>
                  <a:pt x="6232126" y="2658894"/>
                  <a:pt x="6227716" y="2657063"/>
                  <a:pt x="6223893" y="2658680"/>
                </a:cubicBezTo>
                <a:cubicBezTo>
                  <a:pt x="6220054" y="2660263"/>
                  <a:pt x="6218222" y="2664673"/>
                  <a:pt x="6219821" y="2668513"/>
                </a:cubicBezTo>
                <a:cubicBezTo>
                  <a:pt x="6221031" y="2671411"/>
                  <a:pt x="6223823" y="2673152"/>
                  <a:pt x="6226773" y="2673153"/>
                </a:cubicBezTo>
                <a:cubicBezTo>
                  <a:pt x="6227752" y="2673153"/>
                  <a:pt x="6228730" y="2672957"/>
                  <a:pt x="6229672" y="2672566"/>
                </a:cubicBezTo>
                <a:close/>
                <a:moveTo>
                  <a:pt x="4536126" y="3294828"/>
                </a:moveTo>
                <a:cubicBezTo>
                  <a:pt x="4537210" y="3294828"/>
                  <a:pt x="4538278" y="3294366"/>
                  <a:pt x="4539006" y="3293477"/>
                </a:cubicBezTo>
                <a:cubicBezTo>
                  <a:pt x="4540321" y="3291894"/>
                  <a:pt x="4540090" y="3289529"/>
                  <a:pt x="4538507" y="3288214"/>
                </a:cubicBezTo>
                <a:cubicBezTo>
                  <a:pt x="4536926" y="3286916"/>
                  <a:pt x="4534580" y="3287130"/>
                  <a:pt x="4533264" y="3288729"/>
                </a:cubicBezTo>
                <a:cubicBezTo>
                  <a:pt x="4531947" y="3290313"/>
                  <a:pt x="4532161" y="3292658"/>
                  <a:pt x="4533761" y="3293974"/>
                </a:cubicBezTo>
                <a:cubicBezTo>
                  <a:pt x="4534454" y="3294561"/>
                  <a:pt x="4535290" y="3294828"/>
                  <a:pt x="4536126" y="3294828"/>
                </a:cubicBezTo>
                <a:close/>
                <a:moveTo>
                  <a:pt x="6753669" y="2484182"/>
                </a:moveTo>
                <a:cubicBezTo>
                  <a:pt x="6757705" y="2483114"/>
                  <a:pt x="6760087" y="2479008"/>
                  <a:pt x="6759038" y="2474989"/>
                </a:cubicBezTo>
                <a:cubicBezTo>
                  <a:pt x="6757972" y="2470971"/>
                  <a:pt x="6753865" y="2468570"/>
                  <a:pt x="6749847" y="2469620"/>
                </a:cubicBezTo>
                <a:cubicBezTo>
                  <a:pt x="6745828" y="2470687"/>
                  <a:pt x="6743411" y="2474794"/>
                  <a:pt x="6744478" y="2478812"/>
                </a:cubicBezTo>
                <a:cubicBezTo>
                  <a:pt x="6745367" y="2482190"/>
                  <a:pt x="6748424" y="2484430"/>
                  <a:pt x="6751750" y="2484430"/>
                </a:cubicBezTo>
                <a:cubicBezTo>
                  <a:pt x="6752390" y="2484430"/>
                  <a:pt x="6753029" y="2484341"/>
                  <a:pt x="6753669" y="2484182"/>
                </a:cubicBezTo>
                <a:close/>
                <a:moveTo>
                  <a:pt x="8127712" y="1980611"/>
                </a:moveTo>
                <a:cubicBezTo>
                  <a:pt x="8132797" y="1980610"/>
                  <a:pt x="8137544" y="1977428"/>
                  <a:pt x="8139304" y="1972362"/>
                </a:cubicBezTo>
                <a:cubicBezTo>
                  <a:pt x="8141526" y="1965961"/>
                  <a:pt x="8138130" y="1958974"/>
                  <a:pt x="8131730" y="1956751"/>
                </a:cubicBezTo>
                <a:cubicBezTo>
                  <a:pt x="8125330" y="1954530"/>
                  <a:pt x="8118325" y="1957942"/>
                  <a:pt x="8116120" y="1964343"/>
                </a:cubicBezTo>
                <a:cubicBezTo>
                  <a:pt x="8113898" y="1970743"/>
                  <a:pt x="8117294" y="1977730"/>
                  <a:pt x="8123712" y="1979935"/>
                </a:cubicBezTo>
                <a:cubicBezTo>
                  <a:pt x="8125028" y="1980398"/>
                  <a:pt x="8126379" y="1980611"/>
                  <a:pt x="8127712" y="1980611"/>
                </a:cubicBezTo>
                <a:close/>
                <a:moveTo>
                  <a:pt x="6143836" y="2708461"/>
                </a:moveTo>
                <a:cubicBezTo>
                  <a:pt x="6147676" y="2706862"/>
                  <a:pt x="6149489" y="2702453"/>
                  <a:pt x="6147871" y="2698613"/>
                </a:cubicBezTo>
                <a:cubicBezTo>
                  <a:pt x="6146270" y="2694772"/>
                  <a:pt x="6141862" y="2692977"/>
                  <a:pt x="6138039" y="2694577"/>
                </a:cubicBezTo>
                <a:cubicBezTo>
                  <a:pt x="6134199" y="2696177"/>
                  <a:pt x="6132386" y="2700586"/>
                  <a:pt x="6133985" y="2704426"/>
                </a:cubicBezTo>
                <a:cubicBezTo>
                  <a:pt x="6135194" y="2707306"/>
                  <a:pt x="6138003" y="2709048"/>
                  <a:pt x="6140937" y="2709049"/>
                </a:cubicBezTo>
                <a:cubicBezTo>
                  <a:pt x="6141915" y="2709048"/>
                  <a:pt x="6142893" y="2708852"/>
                  <a:pt x="6143836" y="2708461"/>
                </a:cubicBezTo>
                <a:close/>
                <a:moveTo>
                  <a:pt x="5706919" y="2869984"/>
                </a:moveTo>
                <a:cubicBezTo>
                  <a:pt x="5710901" y="2868774"/>
                  <a:pt x="5713142" y="2864560"/>
                  <a:pt x="5711914" y="2860596"/>
                </a:cubicBezTo>
                <a:cubicBezTo>
                  <a:pt x="5710687" y="2856614"/>
                  <a:pt x="5706492" y="2854373"/>
                  <a:pt x="5702509" y="2855600"/>
                </a:cubicBezTo>
                <a:cubicBezTo>
                  <a:pt x="5698546" y="2856827"/>
                  <a:pt x="5696304" y="2861023"/>
                  <a:pt x="5697532" y="2865005"/>
                </a:cubicBezTo>
                <a:cubicBezTo>
                  <a:pt x="5698527" y="2868241"/>
                  <a:pt x="5701495" y="2870321"/>
                  <a:pt x="5704714" y="2870321"/>
                </a:cubicBezTo>
                <a:cubicBezTo>
                  <a:pt x="5705444" y="2870321"/>
                  <a:pt x="5706190" y="2870214"/>
                  <a:pt x="5706919" y="2869984"/>
                </a:cubicBezTo>
                <a:close/>
                <a:moveTo>
                  <a:pt x="6057679" y="2743877"/>
                </a:moveTo>
                <a:cubicBezTo>
                  <a:pt x="6061537" y="2742331"/>
                  <a:pt x="6063403" y="2737939"/>
                  <a:pt x="6061856" y="2734081"/>
                </a:cubicBezTo>
                <a:cubicBezTo>
                  <a:pt x="6060293" y="2730223"/>
                  <a:pt x="6055919" y="2728356"/>
                  <a:pt x="6052061" y="2729921"/>
                </a:cubicBezTo>
                <a:cubicBezTo>
                  <a:pt x="6048203" y="2731468"/>
                  <a:pt x="6046336" y="2735859"/>
                  <a:pt x="6047900" y="2739717"/>
                </a:cubicBezTo>
                <a:cubicBezTo>
                  <a:pt x="6049074" y="2742651"/>
                  <a:pt x="6051901" y="2744429"/>
                  <a:pt x="6054869" y="2744429"/>
                </a:cubicBezTo>
                <a:cubicBezTo>
                  <a:pt x="6055812" y="2744429"/>
                  <a:pt x="6056772" y="2744250"/>
                  <a:pt x="6057679" y="2743877"/>
                </a:cubicBezTo>
                <a:close/>
                <a:moveTo>
                  <a:pt x="4244194" y="3410497"/>
                </a:moveTo>
                <a:cubicBezTo>
                  <a:pt x="4244586" y="3410195"/>
                  <a:pt x="4244659" y="3409643"/>
                  <a:pt x="4244354" y="3409252"/>
                </a:cubicBezTo>
                <a:cubicBezTo>
                  <a:pt x="4244052" y="3408861"/>
                  <a:pt x="4243483" y="3408790"/>
                  <a:pt x="4243111" y="3409092"/>
                </a:cubicBezTo>
                <a:cubicBezTo>
                  <a:pt x="4242719" y="3409413"/>
                  <a:pt x="4242649" y="3409963"/>
                  <a:pt x="4242951" y="3410355"/>
                </a:cubicBezTo>
                <a:cubicBezTo>
                  <a:pt x="4243129" y="3410568"/>
                  <a:pt x="4243395" y="3410693"/>
                  <a:pt x="4243645" y="3410692"/>
                </a:cubicBezTo>
                <a:cubicBezTo>
                  <a:pt x="4243840" y="3410692"/>
                  <a:pt x="4244035" y="3410621"/>
                  <a:pt x="4244194" y="3410497"/>
                </a:cubicBezTo>
                <a:close/>
                <a:moveTo>
                  <a:pt x="5795689" y="2841430"/>
                </a:moveTo>
                <a:cubicBezTo>
                  <a:pt x="5799618" y="2840097"/>
                  <a:pt x="5801752" y="2835830"/>
                  <a:pt x="5800418" y="2831900"/>
                </a:cubicBezTo>
                <a:cubicBezTo>
                  <a:pt x="5799084" y="2827954"/>
                  <a:pt x="5794836" y="2825838"/>
                  <a:pt x="5790888" y="2827153"/>
                </a:cubicBezTo>
                <a:cubicBezTo>
                  <a:pt x="5786941" y="2828487"/>
                  <a:pt x="5784825" y="2832755"/>
                  <a:pt x="5786160" y="2836701"/>
                </a:cubicBezTo>
                <a:cubicBezTo>
                  <a:pt x="5787208" y="2839848"/>
                  <a:pt x="5790142" y="2841821"/>
                  <a:pt x="5793289" y="2841822"/>
                </a:cubicBezTo>
                <a:cubicBezTo>
                  <a:pt x="5794089" y="2841821"/>
                  <a:pt x="5794888" y="2841696"/>
                  <a:pt x="5795689" y="2841430"/>
                </a:cubicBezTo>
                <a:close/>
                <a:moveTo>
                  <a:pt x="5970988" y="2778048"/>
                </a:moveTo>
                <a:cubicBezTo>
                  <a:pt x="5974864" y="2776555"/>
                  <a:pt x="5976802" y="2772199"/>
                  <a:pt x="5975309" y="2768323"/>
                </a:cubicBezTo>
                <a:cubicBezTo>
                  <a:pt x="5973815" y="2764430"/>
                  <a:pt x="5969460" y="2762510"/>
                  <a:pt x="5965584" y="2763985"/>
                </a:cubicBezTo>
                <a:cubicBezTo>
                  <a:pt x="5961708" y="2765479"/>
                  <a:pt x="5959770" y="2769835"/>
                  <a:pt x="5961264" y="2773710"/>
                </a:cubicBezTo>
                <a:cubicBezTo>
                  <a:pt x="5962420" y="2776715"/>
                  <a:pt x="5965264" y="2778546"/>
                  <a:pt x="5968286" y="2778546"/>
                </a:cubicBezTo>
                <a:cubicBezTo>
                  <a:pt x="5969193" y="2778546"/>
                  <a:pt x="5970099" y="2778386"/>
                  <a:pt x="5970988" y="2778048"/>
                </a:cubicBezTo>
                <a:close/>
                <a:moveTo>
                  <a:pt x="5883695" y="2810655"/>
                </a:moveTo>
                <a:cubicBezTo>
                  <a:pt x="5887588" y="2809250"/>
                  <a:pt x="5889615" y="2804930"/>
                  <a:pt x="5888192" y="2801019"/>
                </a:cubicBezTo>
                <a:cubicBezTo>
                  <a:pt x="5886787" y="2797107"/>
                  <a:pt x="5882467" y="2795099"/>
                  <a:pt x="5878556" y="2796503"/>
                </a:cubicBezTo>
                <a:cubicBezTo>
                  <a:pt x="5874645" y="2797925"/>
                  <a:pt x="5872619" y="2802245"/>
                  <a:pt x="5874040" y="2806157"/>
                </a:cubicBezTo>
                <a:lnTo>
                  <a:pt x="5874058" y="2806157"/>
                </a:lnTo>
                <a:cubicBezTo>
                  <a:pt x="5875161" y="2809215"/>
                  <a:pt x="5878058" y="2811118"/>
                  <a:pt x="5881134" y="2811117"/>
                </a:cubicBezTo>
                <a:cubicBezTo>
                  <a:pt x="5881987" y="2811118"/>
                  <a:pt x="5882859" y="2810975"/>
                  <a:pt x="5883695" y="2810655"/>
                </a:cubicBezTo>
                <a:close/>
                <a:moveTo>
                  <a:pt x="7956768" y="2051229"/>
                </a:moveTo>
                <a:cubicBezTo>
                  <a:pt x="7961533" y="2051229"/>
                  <a:pt x="7965978" y="2048188"/>
                  <a:pt x="7967524" y="2043407"/>
                </a:cubicBezTo>
                <a:cubicBezTo>
                  <a:pt x="7969463" y="2037468"/>
                  <a:pt x="7966209" y="2031067"/>
                  <a:pt x="7960253" y="2029148"/>
                </a:cubicBezTo>
                <a:cubicBezTo>
                  <a:pt x="7954315" y="2027209"/>
                  <a:pt x="7947932" y="2030462"/>
                  <a:pt x="7945994" y="2036419"/>
                </a:cubicBezTo>
                <a:cubicBezTo>
                  <a:pt x="7944057" y="2042356"/>
                  <a:pt x="7947327" y="2048757"/>
                  <a:pt x="7953265" y="2050677"/>
                </a:cubicBezTo>
                <a:cubicBezTo>
                  <a:pt x="7954422" y="2051050"/>
                  <a:pt x="7955613" y="2051229"/>
                  <a:pt x="7956768" y="2051229"/>
                </a:cubicBezTo>
                <a:close/>
                <a:moveTo>
                  <a:pt x="6843826" y="2462562"/>
                </a:moveTo>
                <a:cubicBezTo>
                  <a:pt x="6847897" y="2461691"/>
                  <a:pt x="6850475" y="2457690"/>
                  <a:pt x="6849605" y="2453619"/>
                </a:cubicBezTo>
                <a:cubicBezTo>
                  <a:pt x="6848715" y="2449565"/>
                  <a:pt x="6844715" y="2446970"/>
                  <a:pt x="6840644" y="2447859"/>
                </a:cubicBezTo>
                <a:cubicBezTo>
                  <a:pt x="6836591" y="2448730"/>
                  <a:pt x="6834013" y="2452730"/>
                  <a:pt x="6834883" y="2456801"/>
                </a:cubicBezTo>
                <a:cubicBezTo>
                  <a:pt x="6835649" y="2460322"/>
                  <a:pt x="6838759" y="2462739"/>
                  <a:pt x="6842226" y="2462740"/>
                </a:cubicBezTo>
                <a:cubicBezTo>
                  <a:pt x="6842760" y="2462740"/>
                  <a:pt x="6843293" y="2462687"/>
                  <a:pt x="6843826" y="2462562"/>
                </a:cubicBezTo>
                <a:close/>
                <a:moveTo>
                  <a:pt x="7780153" y="2125509"/>
                </a:moveTo>
                <a:cubicBezTo>
                  <a:pt x="7784704" y="2125509"/>
                  <a:pt x="7788882" y="2122486"/>
                  <a:pt x="7790163" y="2117882"/>
                </a:cubicBezTo>
                <a:cubicBezTo>
                  <a:pt x="7791674" y="2112353"/>
                  <a:pt x="7788438" y="2106645"/>
                  <a:pt x="7782909" y="2105135"/>
                </a:cubicBezTo>
                <a:cubicBezTo>
                  <a:pt x="7777397" y="2103605"/>
                  <a:pt x="7771673" y="2106842"/>
                  <a:pt x="7770161" y="2112371"/>
                </a:cubicBezTo>
                <a:cubicBezTo>
                  <a:pt x="7768633" y="2117900"/>
                  <a:pt x="7771885" y="2123607"/>
                  <a:pt x="7777397" y="2125136"/>
                </a:cubicBezTo>
                <a:cubicBezTo>
                  <a:pt x="7778321" y="2125384"/>
                  <a:pt x="7779246" y="2125510"/>
                  <a:pt x="7780153" y="2125509"/>
                </a:cubicBezTo>
                <a:close/>
                <a:moveTo>
                  <a:pt x="7313882" y="2298035"/>
                </a:moveTo>
                <a:cubicBezTo>
                  <a:pt x="7318381" y="2298035"/>
                  <a:pt x="7322132" y="2294515"/>
                  <a:pt x="7322345" y="2289981"/>
                </a:cubicBezTo>
                <a:cubicBezTo>
                  <a:pt x="7322577" y="2285306"/>
                  <a:pt x="7318967" y="2281341"/>
                  <a:pt x="7314291" y="2281110"/>
                </a:cubicBezTo>
                <a:cubicBezTo>
                  <a:pt x="7309616" y="2280879"/>
                  <a:pt x="7305632" y="2284487"/>
                  <a:pt x="7305420" y="2289163"/>
                </a:cubicBezTo>
                <a:cubicBezTo>
                  <a:pt x="7305188" y="2293839"/>
                  <a:pt x="7308798" y="2297804"/>
                  <a:pt x="7313473" y="2298035"/>
                </a:cubicBezTo>
                <a:close/>
                <a:moveTo>
                  <a:pt x="8710238" y="1786038"/>
                </a:moveTo>
                <a:cubicBezTo>
                  <a:pt x="8716923" y="1786039"/>
                  <a:pt x="8723056" y="1781558"/>
                  <a:pt x="8724834" y="1774766"/>
                </a:cubicBezTo>
                <a:cubicBezTo>
                  <a:pt x="8726951" y="1766695"/>
                  <a:pt x="8722133" y="1758428"/>
                  <a:pt x="8714061" y="1756313"/>
                </a:cubicBezTo>
                <a:cubicBezTo>
                  <a:pt x="8705990" y="1754196"/>
                  <a:pt x="8697722" y="1759014"/>
                  <a:pt x="8695606" y="1767086"/>
                </a:cubicBezTo>
                <a:cubicBezTo>
                  <a:pt x="8693473" y="1775158"/>
                  <a:pt x="8698309" y="1783425"/>
                  <a:pt x="8706380" y="1785541"/>
                </a:cubicBezTo>
                <a:cubicBezTo>
                  <a:pt x="8707661" y="1785878"/>
                  <a:pt x="8708959" y="1786038"/>
                  <a:pt x="8710238" y="1786038"/>
                </a:cubicBezTo>
                <a:close/>
                <a:moveTo>
                  <a:pt x="4878850" y="3195675"/>
                </a:moveTo>
                <a:cubicBezTo>
                  <a:pt x="4881375" y="3195675"/>
                  <a:pt x="4883651" y="3193968"/>
                  <a:pt x="4884309" y="3191426"/>
                </a:cubicBezTo>
                <a:cubicBezTo>
                  <a:pt x="4885073" y="3188403"/>
                  <a:pt x="4883243" y="3185346"/>
                  <a:pt x="4880236" y="3184581"/>
                </a:cubicBezTo>
                <a:cubicBezTo>
                  <a:pt x="4877233" y="3183816"/>
                  <a:pt x="4874156" y="3185647"/>
                  <a:pt x="4873392" y="3188652"/>
                </a:cubicBezTo>
                <a:cubicBezTo>
                  <a:pt x="4872628" y="3191657"/>
                  <a:pt x="4874440" y="3194733"/>
                  <a:pt x="4877464" y="3195497"/>
                </a:cubicBezTo>
                <a:cubicBezTo>
                  <a:pt x="4877927" y="3195604"/>
                  <a:pt x="4878406" y="3195675"/>
                  <a:pt x="4878850" y="3195675"/>
                </a:cubicBezTo>
                <a:close/>
                <a:moveTo>
                  <a:pt x="5157143" y="3095046"/>
                </a:moveTo>
                <a:cubicBezTo>
                  <a:pt x="5160770" y="3095010"/>
                  <a:pt x="5163686" y="3092041"/>
                  <a:pt x="5163651" y="3088396"/>
                </a:cubicBezTo>
                <a:cubicBezTo>
                  <a:pt x="5163615" y="3084769"/>
                  <a:pt x="5160648" y="3081854"/>
                  <a:pt x="5157019" y="3081890"/>
                </a:cubicBezTo>
                <a:cubicBezTo>
                  <a:pt x="5153374" y="3081924"/>
                  <a:pt x="5150459" y="3084894"/>
                  <a:pt x="5150494" y="3088521"/>
                </a:cubicBezTo>
                <a:cubicBezTo>
                  <a:pt x="5150531" y="3092148"/>
                  <a:pt x="5153462" y="3095046"/>
                  <a:pt x="5157074" y="3095046"/>
                </a:cubicBezTo>
                <a:close/>
                <a:moveTo>
                  <a:pt x="4699495" y="3263572"/>
                </a:moveTo>
                <a:cubicBezTo>
                  <a:pt x="4701202" y="3263572"/>
                  <a:pt x="4702839" y="3262648"/>
                  <a:pt x="4703673" y="3261029"/>
                </a:cubicBezTo>
                <a:cubicBezTo>
                  <a:pt x="4704847" y="3258719"/>
                  <a:pt x="4703923" y="3255909"/>
                  <a:pt x="4701629" y="3254736"/>
                </a:cubicBezTo>
                <a:cubicBezTo>
                  <a:pt x="4699319" y="3253562"/>
                  <a:pt x="4696510" y="3254469"/>
                  <a:pt x="4695337" y="3256781"/>
                </a:cubicBezTo>
                <a:cubicBezTo>
                  <a:pt x="4694162" y="3259074"/>
                  <a:pt x="4695068" y="3261901"/>
                  <a:pt x="4697380" y="3263074"/>
                </a:cubicBezTo>
                <a:cubicBezTo>
                  <a:pt x="4698055" y="3263412"/>
                  <a:pt x="4698784" y="3263572"/>
                  <a:pt x="4699495" y="3263572"/>
                </a:cubicBezTo>
                <a:close/>
                <a:moveTo>
                  <a:pt x="6934854" y="2445085"/>
                </a:moveTo>
                <a:cubicBezTo>
                  <a:pt x="6938962" y="2444410"/>
                  <a:pt x="6941717" y="2440516"/>
                  <a:pt x="6941042" y="2436427"/>
                </a:cubicBezTo>
                <a:cubicBezTo>
                  <a:pt x="6940347" y="2432320"/>
                  <a:pt x="6936472" y="2429564"/>
                  <a:pt x="6932365" y="2430240"/>
                </a:cubicBezTo>
                <a:cubicBezTo>
                  <a:pt x="6928276" y="2430933"/>
                  <a:pt x="6925503" y="2434809"/>
                  <a:pt x="6926196" y="2438916"/>
                </a:cubicBezTo>
                <a:cubicBezTo>
                  <a:pt x="6926800" y="2442596"/>
                  <a:pt x="6930000" y="2445192"/>
                  <a:pt x="6933609" y="2445192"/>
                </a:cubicBezTo>
                <a:cubicBezTo>
                  <a:pt x="6934019" y="2445192"/>
                  <a:pt x="6934445" y="2445157"/>
                  <a:pt x="6934854" y="2445085"/>
                </a:cubicBezTo>
                <a:close/>
                <a:moveTo>
                  <a:pt x="7597101" y="2208412"/>
                </a:moveTo>
                <a:cubicBezTo>
                  <a:pt x="7601511" y="2208412"/>
                  <a:pt x="7605440" y="2205319"/>
                  <a:pt x="7606346" y="2200838"/>
                </a:cubicBezTo>
                <a:cubicBezTo>
                  <a:pt x="7607360" y="2195718"/>
                  <a:pt x="7604035" y="2190758"/>
                  <a:pt x="7598932" y="2189744"/>
                </a:cubicBezTo>
                <a:cubicBezTo>
                  <a:pt x="7593812" y="2188731"/>
                  <a:pt x="7588852" y="2192037"/>
                  <a:pt x="7587838" y="2197157"/>
                </a:cubicBezTo>
                <a:cubicBezTo>
                  <a:pt x="7586825" y="2202243"/>
                  <a:pt x="7590130" y="2207221"/>
                  <a:pt x="7595234" y="2208234"/>
                </a:cubicBezTo>
                <a:lnTo>
                  <a:pt x="7595269" y="2208234"/>
                </a:lnTo>
                <a:cubicBezTo>
                  <a:pt x="7595874" y="2208359"/>
                  <a:pt x="7596496" y="2208412"/>
                  <a:pt x="7597101" y="2208412"/>
                </a:cubicBezTo>
                <a:close/>
                <a:moveTo>
                  <a:pt x="4453987" y="3363898"/>
                </a:moveTo>
                <a:cubicBezTo>
                  <a:pt x="4454714" y="3363898"/>
                  <a:pt x="4455428" y="3363614"/>
                  <a:pt x="4455977" y="3363062"/>
                </a:cubicBezTo>
                <a:cubicBezTo>
                  <a:pt x="4457080" y="3361978"/>
                  <a:pt x="4457062" y="3360200"/>
                  <a:pt x="4455977" y="3359133"/>
                </a:cubicBezTo>
                <a:cubicBezTo>
                  <a:pt x="4454876" y="3358049"/>
                  <a:pt x="4453116" y="3358049"/>
                  <a:pt x="4452031" y="3359151"/>
                </a:cubicBezTo>
                <a:cubicBezTo>
                  <a:pt x="4450946" y="3360236"/>
                  <a:pt x="4450964" y="3361996"/>
                  <a:pt x="4452049" y="3363080"/>
                </a:cubicBezTo>
                <a:lnTo>
                  <a:pt x="4452030" y="3363080"/>
                </a:lnTo>
                <a:cubicBezTo>
                  <a:pt x="4452580" y="3363632"/>
                  <a:pt x="4453275" y="3363898"/>
                  <a:pt x="4453987" y="3363898"/>
                </a:cubicBezTo>
                <a:close/>
                <a:moveTo>
                  <a:pt x="8549445" y="1866204"/>
                </a:moveTo>
                <a:cubicBezTo>
                  <a:pt x="8555526" y="1866204"/>
                  <a:pt x="8561144" y="1862256"/>
                  <a:pt x="8563012" y="1856141"/>
                </a:cubicBezTo>
                <a:cubicBezTo>
                  <a:pt x="8565269" y="1848655"/>
                  <a:pt x="8561037" y="1840744"/>
                  <a:pt x="8553553" y="1838486"/>
                </a:cubicBezTo>
                <a:cubicBezTo>
                  <a:pt x="8546068" y="1836210"/>
                  <a:pt x="8538156" y="1840442"/>
                  <a:pt x="8535899" y="1847927"/>
                </a:cubicBezTo>
                <a:cubicBezTo>
                  <a:pt x="8533623" y="1855412"/>
                  <a:pt x="8537854" y="1863323"/>
                  <a:pt x="8545339" y="1865581"/>
                </a:cubicBezTo>
                <a:cubicBezTo>
                  <a:pt x="8546708" y="1866008"/>
                  <a:pt x="8548095" y="1866203"/>
                  <a:pt x="8549445" y="1866204"/>
                </a:cubicBezTo>
                <a:close/>
                <a:moveTo>
                  <a:pt x="5242839" y="3084948"/>
                </a:moveTo>
                <a:lnTo>
                  <a:pt x="5242846" y="3084938"/>
                </a:lnTo>
                <a:lnTo>
                  <a:pt x="5242839" y="3084930"/>
                </a:lnTo>
                <a:close/>
                <a:moveTo>
                  <a:pt x="7026594" y="2432017"/>
                </a:moveTo>
                <a:cubicBezTo>
                  <a:pt x="7030718" y="2431538"/>
                  <a:pt x="7033670" y="2427804"/>
                  <a:pt x="7033189" y="2423680"/>
                </a:cubicBezTo>
                <a:cubicBezTo>
                  <a:pt x="7032709" y="2419537"/>
                  <a:pt x="7028976" y="2416586"/>
                  <a:pt x="7024852" y="2417066"/>
                </a:cubicBezTo>
                <a:cubicBezTo>
                  <a:pt x="7020708" y="2417546"/>
                  <a:pt x="7017757" y="2421297"/>
                  <a:pt x="7018237" y="2425421"/>
                </a:cubicBezTo>
                <a:cubicBezTo>
                  <a:pt x="7018700" y="2429262"/>
                  <a:pt x="7021953" y="2432071"/>
                  <a:pt x="7025705" y="2432071"/>
                </a:cubicBezTo>
                <a:cubicBezTo>
                  <a:pt x="7026007" y="2432071"/>
                  <a:pt x="7026291" y="2432053"/>
                  <a:pt x="7026594" y="2432017"/>
                </a:cubicBezTo>
                <a:close/>
                <a:moveTo>
                  <a:pt x="5249896" y="3091009"/>
                </a:moveTo>
                <a:cubicBezTo>
                  <a:pt x="5253523" y="3090725"/>
                  <a:pt x="5256242" y="3087578"/>
                  <a:pt x="5255958" y="3083952"/>
                </a:cubicBezTo>
                <a:cubicBezTo>
                  <a:pt x="5255693" y="3080324"/>
                  <a:pt x="5252527" y="3077604"/>
                  <a:pt x="5248900" y="3077889"/>
                </a:cubicBezTo>
                <a:lnTo>
                  <a:pt x="5242846" y="3084938"/>
                </a:lnTo>
                <a:lnTo>
                  <a:pt x="5249400" y="3091009"/>
                </a:lnTo>
                <a:cubicBezTo>
                  <a:pt x="5249560" y="3091009"/>
                  <a:pt x="5249736" y="3091009"/>
                  <a:pt x="5249896" y="3091009"/>
                </a:cubicBezTo>
                <a:close/>
                <a:moveTo>
                  <a:pt x="8385577" y="1941054"/>
                </a:moveTo>
                <a:cubicBezTo>
                  <a:pt x="8391107" y="1941054"/>
                  <a:pt x="8396263" y="1937551"/>
                  <a:pt x="8398112" y="1932003"/>
                </a:cubicBezTo>
                <a:cubicBezTo>
                  <a:pt x="8400405" y="1925088"/>
                  <a:pt x="8396654" y="1917603"/>
                  <a:pt x="8389738" y="1915292"/>
                </a:cubicBezTo>
                <a:cubicBezTo>
                  <a:pt x="8382804" y="1912998"/>
                  <a:pt x="8375319" y="1916749"/>
                  <a:pt x="8373026" y="1923665"/>
                </a:cubicBezTo>
                <a:cubicBezTo>
                  <a:pt x="8370715" y="1930599"/>
                  <a:pt x="8374465" y="1938084"/>
                  <a:pt x="8381399" y="1940378"/>
                </a:cubicBezTo>
                <a:cubicBezTo>
                  <a:pt x="8382787" y="1940840"/>
                  <a:pt x="8384191" y="1941054"/>
                  <a:pt x="8385577" y="1941054"/>
                </a:cubicBezTo>
                <a:close/>
                <a:moveTo>
                  <a:pt x="7407240" y="2305004"/>
                </a:moveTo>
                <a:cubicBezTo>
                  <a:pt x="7411541" y="2305005"/>
                  <a:pt x="7415222" y="2301751"/>
                  <a:pt x="7415666" y="2297395"/>
                </a:cubicBezTo>
                <a:cubicBezTo>
                  <a:pt x="7416129" y="2292737"/>
                  <a:pt x="7412751" y="2288577"/>
                  <a:pt x="7408093" y="2288115"/>
                </a:cubicBezTo>
                <a:cubicBezTo>
                  <a:pt x="7403435" y="2287634"/>
                  <a:pt x="7399275" y="2291030"/>
                  <a:pt x="7398812" y="2295688"/>
                </a:cubicBezTo>
                <a:cubicBezTo>
                  <a:pt x="7398333" y="2300346"/>
                  <a:pt x="7401729" y="2304489"/>
                  <a:pt x="7406387" y="2304969"/>
                </a:cubicBezTo>
                <a:cubicBezTo>
                  <a:pt x="7406671" y="2305005"/>
                  <a:pt x="7406955" y="2305005"/>
                  <a:pt x="7407240" y="2305004"/>
                </a:cubicBezTo>
                <a:close/>
                <a:moveTo>
                  <a:pt x="7110849" y="2416604"/>
                </a:moveTo>
                <a:lnTo>
                  <a:pt x="7110857" y="2416594"/>
                </a:lnTo>
                <a:lnTo>
                  <a:pt x="7110849" y="2416586"/>
                </a:lnTo>
                <a:close/>
                <a:moveTo>
                  <a:pt x="8218420" y="2012061"/>
                </a:moveTo>
                <a:cubicBezTo>
                  <a:pt x="8223505" y="2012061"/>
                  <a:pt x="8228252" y="2008879"/>
                  <a:pt x="8230012" y="2003813"/>
                </a:cubicBezTo>
                <a:cubicBezTo>
                  <a:pt x="8232234" y="1997411"/>
                  <a:pt x="8228838" y="1990425"/>
                  <a:pt x="8222438" y="1988202"/>
                </a:cubicBezTo>
                <a:cubicBezTo>
                  <a:pt x="8216019" y="1985980"/>
                  <a:pt x="8209050" y="1989393"/>
                  <a:pt x="8206828" y="1995794"/>
                </a:cubicBezTo>
                <a:cubicBezTo>
                  <a:pt x="8204606" y="2002194"/>
                  <a:pt x="8208002" y="2009164"/>
                  <a:pt x="8214402" y="2011386"/>
                </a:cubicBezTo>
                <a:cubicBezTo>
                  <a:pt x="8215736" y="2011848"/>
                  <a:pt x="8217087" y="2012061"/>
                  <a:pt x="8218420" y="2012061"/>
                </a:cubicBezTo>
                <a:close/>
                <a:moveTo>
                  <a:pt x="4374764" y="3425574"/>
                </a:moveTo>
                <a:cubicBezTo>
                  <a:pt x="4375191" y="3425573"/>
                  <a:pt x="4375636" y="3425431"/>
                  <a:pt x="4375972" y="3425111"/>
                </a:cubicBezTo>
                <a:cubicBezTo>
                  <a:pt x="4376737" y="3424453"/>
                  <a:pt x="4376825" y="3423297"/>
                  <a:pt x="4376150" y="3422533"/>
                </a:cubicBezTo>
                <a:cubicBezTo>
                  <a:pt x="4375493" y="3421769"/>
                  <a:pt x="4374337" y="3421680"/>
                  <a:pt x="4373555" y="3422355"/>
                </a:cubicBezTo>
                <a:cubicBezTo>
                  <a:pt x="4372790" y="3423031"/>
                  <a:pt x="4372719" y="3424186"/>
                  <a:pt x="4373395" y="3424951"/>
                </a:cubicBezTo>
                <a:cubicBezTo>
                  <a:pt x="4373751" y="3425360"/>
                  <a:pt x="4374264" y="3425574"/>
                  <a:pt x="4374764" y="3425574"/>
                </a:cubicBezTo>
                <a:close/>
                <a:moveTo>
                  <a:pt x="8047281" y="2081364"/>
                </a:moveTo>
                <a:cubicBezTo>
                  <a:pt x="8051993" y="2081364"/>
                  <a:pt x="8056401" y="2078395"/>
                  <a:pt x="8058002" y="2073684"/>
                </a:cubicBezTo>
                <a:cubicBezTo>
                  <a:pt x="8060010" y="2067763"/>
                  <a:pt x="8056826" y="2061327"/>
                  <a:pt x="8050908" y="2059318"/>
                </a:cubicBezTo>
                <a:cubicBezTo>
                  <a:pt x="8044987" y="2057309"/>
                  <a:pt x="8038569" y="2060474"/>
                  <a:pt x="8036560" y="2066394"/>
                </a:cubicBezTo>
                <a:cubicBezTo>
                  <a:pt x="8034551" y="2072314"/>
                  <a:pt x="8037715" y="2078750"/>
                  <a:pt x="8043636" y="2080759"/>
                </a:cubicBezTo>
                <a:cubicBezTo>
                  <a:pt x="8044845" y="2081168"/>
                  <a:pt x="8046071" y="2081364"/>
                  <a:pt x="8047281" y="2081364"/>
                </a:cubicBezTo>
                <a:close/>
                <a:moveTo>
                  <a:pt x="7118849" y="2423626"/>
                </a:moveTo>
                <a:cubicBezTo>
                  <a:pt x="7122990" y="2423377"/>
                  <a:pt x="7126137" y="2419785"/>
                  <a:pt x="7125871" y="2415643"/>
                </a:cubicBezTo>
                <a:cubicBezTo>
                  <a:pt x="7125604" y="2411483"/>
                  <a:pt x="7122032" y="2408336"/>
                  <a:pt x="7117888" y="2408621"/>
                </a:cubicBezTo>
                <a:lnTo>
                  <a:pt x="7110857" y="2416594"/>
                </a:lnTo>
                <a:lnTo>
                  <a:pt x="7118350" y="2423626"/>
                </a:lnTo>
                <a:cubicBezTo>
                  <a:pt x="7118510" y="2423626"/>
                  <a:pt x="7118688" y="2423626"/>
                  <a:pt x="7118849" y="2423626"/>
                </a:cubicBezTo>
                <a:close/>
                <a:moveTo>
                  <a:pt x="4968864" y="3213791"/>
                </a:moveTo>
                <a:cubicBezTo>
                  <a:pt x="4971586" y="3213792"/>
                  <a:pt x="4973986" y="3211782"/>
                  <a:pt x="4974412" y="3209008"/>
                </a:cubicBezTo>
                <a:cubicBezTo>
                  <a:pt x="4974875" y="3205933"/>
                  <a:pt x="4972758" y="3203052"/>
                  <a:pt x="4969700" y="3202591"/>
                </a:cubicBezTo>
                <a:cubicBezTo>
                  <a:pt x="4966626" y="3202128"/>
                  <a:pt x="4963744" y="3204244"/>
                  <a:pt x="4963282" y="3207320"/>
                </a:cubicBezTo>
                <a:cubicBezTo>
                  <a:pt x="4962820" y="3210396"/>
                  <a:pt x="4964937" y="3213257"/>
                  <a:pt x="4968011" y="3213721"/>
                </a:cubicBezTo>
                <a:cubicBezTo>
                  <a:pt x="4968296" y="3213791"/>
                  <a:pt x="4968581" y="3213791"/>
                  <a:pt x="4968864" y="3213791"/>
                </a:cubicBezTo>
                <a:close/>
                <a:moveTo>
                  <a:pt x="8805214" y="1809257"/>
                </a:moveTo>
                <a:cubicBezTo>
                  <a:pt x="8812129" y="1809275"/>
                  <a:pt x="8818352" y="1804493"/>
                  <a:pt x="8819952" y="1797470"/>
                </a:cubicBezTo>
                <a:cubicBezTo>
                  <a:pt x="8821783" y="1789328"/>
                  <a:pt x="8816663" y="1781239"/>
                  <a:pt x="8808520" y="1779407"/>
                </a:cubicBezTo>
                <a:cubicBezTo>
                  <a:pt x="8800377" y="1777576"/>
                  <a:pt x="8792288" y="1782678"/>
                  <a:pt x="8790456" y="1790838"/>
                </a:cubicBezTo>
                <a:cubicBezTo>
                  <a:pt x="8788626" y="1798981"/>
                  <a:pt x="8793728" y="1807070"/>
                  <a:pt x="8801889" y="1808902"/>
                </a:cubicBezTo>
                <a:cubicBezTo>
                  <a:pt x="8802991" y="1809150"/>
                  <a:pt x="8804112" y="1809257"/>
                  <a:pt x="8805214" y="1809257"/>
                </a:cubicBezTo>
                <a:close/>
                <a:moveTo>
                  <a:pt x="7871145" y="2152053"/>
                </a:moveTo>
                <a:cubicBezTo>
                  <a:pt x="7875590" y="2152053"/>
                  <a:pt x="7879696" y="2149190"/>
                  <a:pt x="7881065" y="2144728"/>
                </a:cubicBezTo>
                <a:cubicBezTo>
                  <a:pt x="7882736" y="2139252"/>
                  <a:pt x="7879661" y="2133439"/>
                  <a:pt x="7874185" y="2131767"/>
                </a:cubicBezTo>
                <a:cubicBezTo>
                  <a:pt x="7868710" y="2130096"/>
                  <a:pt x="7862914" y="2133172"/>
                  <a:pt x="7861241" y="2138648"/>
                </a:cubicBezTo>
                <a:cubicBezTo>
                  <a:pt x="7859553" y="2144124"/>
                  <a:pt x="7862629" y="2149919"/>
                  <a:pt x="7868104" y="2151609"/>
                </a:cubicBezTo>
                <a:cubicBezTo>
                  <a:pt x="7869119" y="2151911"/>
                  <a:pt x="7870150" y="2152053"/>
                  <a:pt x="7871145" y="2152053"/>
                </a:cubicBezTo>
                <a:close/>
                <a:moveTo>
                  <a:pt x="4608681" y="3349107"/>
                </a:moveTo>
                <a:cubicBezTo>
                  <a:pt x="4609890" y="3349107"/>
                  <a:pt x="4611063" y="3348520"/>
                  <a:pt x="4611792" y="3347454"/>
                </a:cubicBezTo>
                <a:cubicBezTo>
                  <a:pt x="4612931" y="3345728"/>
                  <a:pt x="4612467" y="3343417"/>
                  <a:pt x="4610761" y="3342262"/>
                </a:cubicBezTo>
                <a:cubicBezTo>
                  <a:pt x="4609036" y="3341125"/>
                  <a:pt x="4606725" y="3341587"/>
                  <a:pt x="4605587" y="3343293"/>
                </a:cubicBezTo>
                <a:cubicBezTo>
                  <a:pt x="4604432" y="3345018"/>
                  <a:pt x="4604894" y="3347329"/>
                  <a:pt x="4606600" y="3348484"/>
                </a:cubicBezTo>
                <a:cubicBezTo>
                  <a:pt x="4607241" y="3348911"/>
                  <a:pt x="4607970" y="3349107"/>
                  <a:pt x="4608681" y="3349107"/>
                </a:cubicBezTo>
                <a:close/>
                <a:moveTo>
                  <a:pt x="5342186" y="3081267"/>
                </a:moveTo>
                <a:cubicBezTo>
                  <a:pt x="5345778" y="3080787"/>
                  <a:pt x="5348321" y="3077480"/>
                  <a:pt x="5347822" y="3073871"/>
                </a:cubicBezTo>
                <a:cubicBezTo>
                  <a:pt x="5347343" y="3070280"/>
                  <a:pt x="5344036" y="3067754"/>
                  <a:pt x="5340443" y="3068235"/>
                </a:cubicBezTo>
                <a:cubicBezTo>
                  <a:pt x="5336836" y="3068715"/>
                  <a:pt x="5334310" y="3072022"/>
                  <a:pt x="5334790" y="3075631"/>
                </a:cubicBezTo>
                <a:cubicBezTo>
                  <a:pt x="5335236" y="3078938"/>
                  <a:pt x="5338062" y="3081338"/>
                  <a:pt x="5341315" y="3081338"/>
                </a:cubicBezTo>
                <a:cubicBezTo>
                  <a:pt x="5341598" y="3081338"/>
                  <a:pt x="5341883" y="3081320"/>
                  <a:pt x="5342186" y="3081267"/>
                </a:cubicBezTo>
                <a:close/>
                <a:moveTo>
                  <a:pt x="7689072" y="2228679"/>
                </a:moveTo>
                <a:cubicBezTo>
                  <a:pt x="7693320" y="2228679"/>
                  <a:pt x="7697179" y="2225782"/>
                  <a:pt x="7698228" y="2221462"/>
                </a:cubicBezTo>
                <a:cubicBezTo>
                  <a:pt x="7699454" y="2216413"/>
                  <a:pt x="7696343" y="2211310"/>
                  <a:pt x="7691276" y="2210101"/>
                </a:cubicBezTo>
                <a:cubicBezTo>
                  <a:pt x="7686227" y="2208874"/>
                  <a:pt x="7681124" y="2211968"/>
                  <a:pt x="7679914" y="2217034"/>
                </a:cubicBezTo>
                <a:cubicBezTo>
                  <a:pt x="7678671" y="2222084"/>
                  <a:pt x="7681782" y="2227186"/>
                  <a:pt x="7686849" y="2228413"/>
                </a:cubicBezTo>
                <a:cubicBezTo>
                  <a:pt x="7687595" y="2228591"/>
                  <a:pt x="7688343" y="2228679"/>
                  <a:pt x="7689072" y="2228679"/>
                </a:cubicBezTo>
                <a:close/>
                <a:moveTo>
                  <a:pt x="4783039" y="3300161"/>
                </a:moveTo>
                <a:cubicBezTo>
                  <a:pt x="4784943" y="3300160"/>
                  <a:pt x="4786737" y="3299005"/>
                  <a:pt x="4787430" y="3297121"/>
                </a:cubicBezTo>
                <a:cubicBezTo>
                  <a:pt x="4788337" y="3294685"/>
                  <a:pt x="4787093" y="3292001"/>
                  <a:pt x="4784675" y="3291094"/>
                </a:cubicBezTo>
                <a:cubicBezTo>
                  <a:pt x="4782239" y="3290205"/>
                  <a:pt x="4779555" y="3291432"/>
                  <a:pt x="4778647" y="3293867"/>
                </a:cubicBezTo>
                <a:cubicBezTo>
                  <a:pt x="4777758" y="3296285"/>
                  <a:pt x="4778985" y="3298987"/>
                  <a:pt x="4781421" y="3299876"/>
                </a:cubicBezTo>
                <a:cubicBezTo>
                  <a:pt x="4781956" y="3300072"/>
                  <a:pt x="4782507" y="3300161"/>
                  <a:pt x="4783039" y="3300161"/>
                </a:cubicBezTo>
                <a:close/>
                <a:moveTo>
                  <a:pt x="4298776" y="3480688"/>
                </a:moveTo>
                <a:cubicBezTo>
                  <a:pt x="4299150" y="3480385"/>
                  <a:pt x="4299222" y="3479816"/>
                  <a:pt x="4298919" y="3479443"/>
                </a:cubicBezTo>
                <a:cubicBezTo>
                  <a:pt x="4298616" y="3479052"/>
                  <a:pt x="4298066" y="3478981"/>
                  <a:pt x="4297674" y="3479283"/>
                </a:cubicBezTo>
                <a:cubicBezTo>
                  <a:pt x="4297282" y="3479586"/>
                  <a:pt x="4297231" y="3480137"/>
                  <a:pt x="4297531" y="3480528"/>
                </a:cubicBezTo>
                <a:cubicBezTo>
                  <a:pt x="4297691" y="3480759"/>
                  <a:pt x="4297958" y="3480866"/>
                  <a:pt x="4298226" y="3480866"/>
                </a:cubicBezTo>
                <a:cubicBezTo>
                  <a:pt x="4298420" y="3480866"/>
                  <a:pt x="4298617" y="3480812"/>
                  <a:pt x="4298776" y="3480688"/>
                </a:cubicBezTo>
                <a:close/>
                <a:moveTo>
                  <a:pt x="5433784" y="3066617"/>
                </a:moveTo>
                <a:cubicBezTo>
                  <a:pt x="5437338" y="3065959"/>
                  <a:pt x="5439704" y="3062528"/>
                  <a:pt x="5439046" y="3058954"/>
                </a:cubicBezTo>
                <a:cubicBezTo>
                  <a:pt x="5438369" y="3055381"/>
                  <a:pt x="5434957" y="3053017"/>
                  <a:pt x="5431383" y="3053674"/>
                </a:cubicBezTo>
                <a:cubicBezTo>
                  <a:pt x="5427809" y="3054332"/>
                  <a:pt x="5425444" y="3057781"/>
                  <a:pt x="5426104" y="3061337"/>
                </a:cubicBezTo>
                <a:cubicBezTo>
                  <a:pt x="5426689" y="3064519"/>
                  <a:pt x="5429463" y="3066724"/>
                  <a:pt x="5432575" y="3066724"/>
                </a:cubicBezTo>
                <a:cubicBezTo>
                  <a:pt x="5432967" y="3066724"/>
                  <a:pt x="5433374" y="3066688"/>
                  <a:pt x="5433784" y="3066617"/>
                </a:cubicBezTo>
                <a:close/>
                <a:moveTo>
                  <a:pt x="8642803" y="1893156"/>
                </a:moveTo>
                <a:cubicBezTo>
                  <a:pt x="8649025" y="1893156"/>
                  <a:pt x="8654732" y="1889014"/>
                  <a:pt x="8656456" y="1882738"/>
                </a:cubicBezTo>
                <a:cubicBezTo>
                  <a:pt x="8658519" y="1875182"/>
                  <a:pt x="8654075" y="1867395"/>
                  <a:pt x="8646537" y="1865333"/>
                </a:cubicBezTo>
                <a:cubicBezTo>
                  <a:pt x="8638998" y="1863270"/>
                  <a:pt x="8631211" y="1867715"/>
                  <a:pt x="8629149" y="1875253"/>
                </a:cubicBezTo>
                <a:cubicBezTo>
                  <a:pt x="8627086" y="1882809"/>
                  <a:pt x="8631530" y="1890596"/>
                  <a:pt x="8639087" y="1892658"/>
                </a:cubicBezTo>
                <a:lnTo>
                  <a:pt x="8639051" y="1892659"/>
                </a:lnTo>
                <a:cubicBezTo>
                  <a:pt x="8640315" y="1892996"/>
                  <a:pt x="8641558" y="1893156"/>
                  <a:pt x="8642803" y="1893156"/>
                </a:cubicBezTo>
                <a:close/>
                <a:moveTo>
                  <a:pt x="7211405" y="2420142"/>
                </a:moveTo>
                <a:cubicBezTo>
                  <a:pt x="7215566" y="2420106"/>
                  <a:pt x="7218890" y="2416693"/>
                  <a:pt x="7218855" y="2412532"/>
                </a:cubicBezTo>
                <a:cubicBezTo>
                  <a:pt x="7218801" y="2408372"/>
                  <a:pt x="7215405" y="2405047"/>
                  <a:pt x="7211245" y="2405082"/>
                </a:cubicBezTo>
                <a:cubicBezTo>
                  <a:pt x="7207086" y="2405136"/>
                  <a:pt x="7203760" y="2408549"/>
                  <a:pt x="7203796" y="2412692"/>
                </a:cubicBezTo>
                <a:cubicBezTo>
                  <a:pt x="7203849" y="2416816"/>
                  <a:pt x="7207209" y="2420142"/>
                  <a:pt x="7211334" y="2420141"/>
                </a:cubicBezTo>
                <a:close/>
                <a:moveTo>
                  <a:pt x="7500117" y="2316775"/>
                </a:moveTo>
                <a:cubicBezTo>
                  <a:pt x="7504242" y="2316774"/>
                  <a:pt x="7507851" y="2313769"/>
                  <a:pt x="7508490" y="2309574"/>
                </a:cubicBezTo>
                <a:cubicBezTo>
                  <a:pt x="7509202" y="2304951"/>
                  <a:pt x="7506020" y="2300631"/>
                  <a:pt x="7501397" y="2299919"/>
                </a:cubicBezTo>
                <a:cubicBezTo>
                  <a:pt x="7496756" y="2299226"/>
                  <a:pt x="7492437" y="2302391"/>
                  <a:pt x="7491742" y="2307031"/>
                </a:cubicBezTo>
                <a:cubicBezTo>
                  <a:pt x="7491032" y="2311654"/>
                  <a:pt x="7494214" y="2315974"/>
                  <a:pt x="7498837" y="2316685"/>
                </a:cubicBezTo>
                <a:cubicBezTo>
                  <a:pt x="7499263" y="2316774"/>
                  <a:pt x="7499708" y="2316774"/>
                  <a:pt x="7500117" y="2316775"/>
                </a:cubicBezTo>
                <a:close/>
                <a:moveTo>
                  <a:pt x="6478879" y="2697171"/>
                </a:moveTo>
                <a:cubicBezTo>
                  <a:pt x="6482293" y="2695891"/>
                  <a:pt x="6484000" y="2692104"/>
                  <a:pt x="6482737" y="2688691"/>
                </a:cubicBezTo>
                <a:cubicBezTo>
                  <a:pt x="6481457" y="2685295"/>
                  <a:pt x="6477652" y="2683570"/>
                  <a:pt x="6474256" y="2684851"/>
                </a:cubicBezTo>
                <a:cubicBezTo>
                  <a:pt x="6470860" y="2686131"/>
                  <a:pt x="6469136" y="2689917"/>
                  <a:pt x="6470417" y="2693331"/>
                </a:cubicBezTo>
                <a:cubicBezTo>
                  <a:pt x="6471412" y="2695963"/>
                  <a:pt x="6473919" y="2697598"/>
                  <a:pt x="6476586" y="2697598"/>
                </a:cubicBezTo>
                <a:cubicBezTo>
                  <a:pt x="6477351" y="2697598"/>
                  <a:pt x="6478133" y="2697456"/>
                  <a:pt x="6478879" y="2697171"/>
                </a:cubicBezTo>
                <a:close/>
                <a:moveTo>
                  <a:pt x="6565676" y="2665756"/>
                </a:moveTo>
                <a:cubicBezTo>
                  <a:pt x="6569107" y="2664565"/>
                  <a:pt x="6570919" y="2660814"/>
                  <a:pt x="6569730" y="2657382"/>
                </a:cubicBezTo>
                <a:cubicBezTo>
                  <a:pt x="6568538" y="2653950"/>
                  <a:pt x="6564787" y="2652138"/>
                  <a:pt x="6561355" y="2653329"/>
                </a:cubicBezTo>
                <a:cubicBezTo>
                  <a:pt x="6557925" y="2654520"/>
                  <a:pt x="6556111" y="2658272"/>
                  <a:pt x="6557302" y="2661703"/>
                </a:cubicBezTo>
                <a:cubicBezTo>
                  <a:pt x="6558244" y="2664423"/>
                  <a:pt x="6560787" y="2666129"/>
                  <a:pt x="6563507" y="2666129"/>
                </a:cubicBezTo>
                <a:cubicBezTo>
                  <a:pt x="6564236" y="2666129"/>
                  <a:pt x="6564965" y="2666004"/>
                  <a:pt x="6565676" y="2665756"/>
                </a:cubicBezTo>
                <a:close/>
                <a:moveTo>
                  <a:pt x="5524544" y="3047700"/>
                </a:moveTo>
                <a:cubicBezTo>
                  <a:pt x="5528082" y="3046882"/>
                  <a:pt x="5530305" y="3043344"/>
                  <a:pt x="5529469" y="3039807"/>
                </a:cubicBezTo>
                <a:cubicBezTo>
                  <a:pt x="5528651" y="3036269"/>
                  <a:pt x="5525133" y="3034064"/>
                  <a:pt x="5521575" y="3034881"/>
                </a:cubicBezTo>
                <a:cubicBezTo>
                  <a:pt x="5518038" y="3035699"/>
                  <a:pt x="5515832" y="3039220"/>
                  <a:pt x="5516650" y="3042776"/>
                </a:cubicBezTo>
                <a:cubicBezTo>
                  <a:pt x="5517361" y="3045798"/>
                  <a:pt x="5520065" y="3047860"/>
                  <a:pt x="5523052" y="3047860"/>
                </a:cubicBezTo>
                <a:cubicBezTo>
                  <a:pt x="5523549" y="3047860"/>
                  <a:pt x="5524047" y="3047807"/>
                  <a:pt x="5524544" y="3047700"/>
                </a:cubicBezTo>
                <a:close/>
                <a:moveTo>
                  <a:pt x="6392776" y="2730489"/>
                </a:moveTo>
                <a:cubicBezTo>
                  <a:pt x="6396154" y="2729156"/>
                  <a:pt x="6397807" y="2725333"/>
                  <a:pt x="6396455" y="2721955"/>
                </a:cubicBezTo>
                <a:cubicBezTo>
                  <a:pt x="6395122" y="2718577"/>
                  <a:pt x="6391300" y="2716924"/>
                  <a:pt x="6387923" y="2718275"/>
                </a:cubicBezTo>
                <a:cubicBezTo>
                  <a:pt x="6384544" y="2719608"/>
                  <a:pt x="6382891" y="2723431"/>
                  <a:pt x="6384224" y="2726809"/>
                </a:cubicBezTo>
                <a:cubicBezTo>
                  <a:pt x="6385256" y="2729387"/>
                  <a:pt x="6387727" y="2730969"/>
                  <a:pt x="6390359" y="2730969"/>
                </a:cubicBezTo>
                <a:cubicBezTo>
                  <a:pt x="6391158" y="2730969"/>
                  <a:pt x="6391976" y="2730809"/>
                  <a:pt x="6392776" y="2730489"/>
                </a:cubicBezTo>
                <a:close/>
                <a:moveTo>
                  <a:pt x="6653272" y="2636830"/>
                </a:moveTo>
                <a:cubicBezTo>
                  <a:pt x="6656739" y="2635746"/>
                  <a:pt x="6658677" y="2632065"/>
                  <a:pt x="6657592" y="2628599"/>
                </a:cubicBezTo>
                <a:cubicBezTo>
                  <a:pt x="6656508" y="2625132"/>
                  <a:pt x="6652810" y="2623193"/>
                  <a:pt x="6649343" y="2624278"/>
                </a:cubicBezTo>
                <a:cubicBezTo>
                  <a:pt x="6645876" y="2625362"/>
                  <a:pt x="6643955" y="2629043"/>
                  <a:pt x="6645023" y="2632510"/>
                </a:cubicBezTo>
                <a:cubicBezTo>
                  <a:pt x="6645912" y="2635336"/>
                  <a:pt x="6648507" y="2637132"/>
                  <a:pt x="6651317" y="2637132"/>
                </a:cubicBezTo>
                <a:cubicBezTo>
                  <a:pt x="6651956" y="2637132"/>
                  <a:pt x="6652614" y="2637043"/>
                  <a:pt x="6653272" y="2636830"/>
                </a:cubicBezTo>
                <a:close/>
                <a:moveTo>
                  <a:pt x="6307171" y="2765194"/>
                </a:moveTo>
                <a:cubicBezTo>
                  <a:pt x="6310530" y="2763807"/>
                  <a:pt x="6312131" y="2759967"/>
                  <a:pt x="6310744" y="2756607"/>
                </a:cubicBezTo>
                <a:cubicBezTo>
                  <a:pt x="6309357" y="2753247"/>
                  <a:pt x="6305516" y="2751646"/>
                  <a:pt x="6302157" y="2753033"/>
                </a:cubicBezTo>
                <a:cubicBezTo>
                  <a:pt x="6298797" y="2754420"/>
                  <a:pt x="6297196" y="2758260"/>
                  <a:pt x="6298583" y="2761620"/>
                </a:cubicBezTo>
                <a:cubicBezTo>
                  <a:pt x="6299632" y="2764162"/>
                  <a:pt x="6302085" y="2765691"/>
                  <a:pt x="6304664" y="2765691"/>
                </a:cubicBezTo>
                <a:cubicBezTo>
                  <a:pt x="6305500" y="2765692"/>
                  <a:pt x="6306353" y="2765532"/>
                  <a:pt x="6307171" y="2765194"/>
                </a:cubicBezTo>
                <a:close/>
                <a:moveTo>
                  <a:pt x="5060141" y="3223534"/>
                </a:moveTo>
                <a:cubicBezTo>
                  <a:pt x="5063093" y="3223534"/>
                  <a:pt x="5065565" y="3221241"/>
                  <a:pt x="5065759" y="3218254"/>
                </a:cubicBezTo>
                <a:cubicBezTo>
                  <a:pt x="5065956" y="3215160"/>
                  <a:pt x="5063607" y="3212476"/>
                  <a:pt x="5060516" y="3212280"/>
                </a:cubicBezTo>
                <a:cubicBezTo>
                  <a:pt x="5057403" y="3212084"/>
                  <a:pt x="5054719" y="3214431"/>
                  <a:pt x="5054524" y="3217543"/>
                </a:cubicBezTo>
                <a:cubicBezTo>
                  <a:pt x="5054327" y="3220636"/>
                  <a:pt x="5056676" y="3223320"/>
                  <a:pt x="5059786" y="3223517"/>
                </a:cubicBezTo>
                <a:lnTo>
                  <a:pt x="5059785" y="3223534"/>
                </a:lnTo>
                <a:cubicBezTo>
                  <a:pt x="5059911" y="3223534"/>
                  <a:pt x="5060034" y="3223534"/>
                  <a:pt x="5060141" y="3223534"/>
                </a:cubicBezTo>
                <a:close/>
                <a:moveTo>
                  <a:pt x="8477495" y="1970761"/>
                </a:moveTo>
                <a:cubicBezTo>
                  <a:pt x="8483130" y="1970762"/>
                  <a:pt x="8488340" y="1967134"/>
                  <a:pt x="8490118" y="1961481"/>
                </a:cubicBezTo>
                <a:cubicBezTo>
                  <a:pt x="8492286" y="1954512"/>
                  <a:pt x="8488410" y="1947098"/>
                  <a:pt x="8481441" y="1944912"/>
                </a:cubicBezTo>
                <a:cubicBezTo>
                  <a:pt x="8474472" y="1942742"/>
                  <a:pt x="8467059" y="1946619"/>
                  <a:pt x="8464889" y="1953605"/>
                </a:cubicBezTo>
                <a:cubicBezTo>
                  <a:pt x="8462703" y="1960557"/>
                  <a:pt x="8466596" y="1967970"/>
                  <a:pt x="8473548" y="1970158"/>
                </a:cubicBezTo>
                <a:cubicBezTo>
                  <a:pt x="8474865" y="1970566"/>
                  <a:pt x="8476197" y="1970761"/>
                  <a:pt x="8477495" y="1970761"/>
                </a:cubicBezTo>
                <a:close/>
                <a:moveTo>
                  <a:pt x="4520266" y="3424863"/>
                </a:moveTo>
                <a:cubicBezTo>
                  <a:pt x="4521049" y="3424862"/>
                  <a:pt x="4521831" y="3424524"/>
                  <a:pt x="4522383" y="3423885"/>
                </a:cubicBezTo>
                <a:cubicBezTo>
                  <a:pt x="4523378" y="3422711"/>
                  <a:pt x="4523235" y="3420934"/>
                  <a:pt x="4522062" y="3419955"/>
                </a:cubicBezTo>
                <a:cubicBezTo>
                  <a:pt x="4520889" y="3418959"/>
                  <a:pt x="4519128" y="3419102"/>
                  <a:pt x="4518133" y="3420275"/>
                </a:cubicBezTo>
                <a:cubicBezTo>
                  <a:pt x="4517138" y="3421448"/>
                  <a:pt x="4517279" y="3423209"/>
                  <a:pt x="4518471" y="3424204"/>
                </a:cubicBezTo>
                <a:cubicBezTo>
                  <a:pt x="4518986" y="3424649"/>
                  <a:pt x="4519626" y="3424863"/>
                  <a:pt x="4520266" y="3424863"/>
                </a:cubicBezTo>
                <a:close/>
                <a:moveTo>
                  <a:pt x="6221884" y="2800787"/>
                </a:moveTo>
                <a:cubicBezTo>
                  <a:pt x="6225246" y="2799382"/>
                  <a:pt x="6226810" y="2795524"/>
                  <a:pt x="6225406" y="2792164"/>
                </a:cubicBezTo>
                <a:cubicBezTo>
                  <a:pt x="6223983" y="2788822"/>
                  <a:pt x="6220143" y="2787257"/>
                  <a:pt x="6216782" y="2788662"/>
                </a:cubicBezTo>
                <a:cubicBezTo>
                  <a:pt x="6213440" y="2790066"/>
                  <a:pt x="6211857" y="2793924"/>
                  <a:pt x="6213280" y="2797267"/>
                </a:cubicBezTo>
                <a:cubicBezTo>
                  <a:pt x="6214329" y="2799791"/>
                  <a:pt x="6216783" y="2801303"/>
                  <a:pt x="6219342" y="2801303"/>
                </a:cubicBezTo>
                <a:cubicBezTo>
                  <a:pt x="6220196" y="2801302"/>
                  <a:pt x="6221049" y="2801142"/>
                  <a:pt x="6221884" y="2800787"/>
                </a:cubicBezTo>
                <a:close/>
                <a:moveTo>
                  <a:pt x="6741775" y="2611014"/>
                </a:moveTo>
                <a:cubicBezTo>
                  <a:pt x="6745279" y="2610073"/>
                  <a:pt x="6747358" y="2606463"/>
                  <a:pt x="6746416" y="2602961"/>
                </a:cubicBezTo>
                <a:cubicBezTo>
                  <a:pt x="6745456" y="2599459"/>
                  <a:pt x="6741847" y="2597378"/>
                  <a:pt x="6738345" y="2598321"/>
                </a:cubicBezTo>
                <a:cubicBezTo>
                  <a:pt x="6734842" y="2599263"/>
                  <a:pt x="6732762" y="2602872"/>
                  <a:pt x="6733704" y="2606392"/>
                </a:cubicBezTo>
                <a:cubicBezTo>
                  <a:pt x="6734504" y="2609326"/>
                  <a:pt x="6737153" y="2611246"/>
                  <a:pt x="6740051" y="2611246"/>
                </a:cubicBezTo>
                <a:cubicBezTo>
                  <a:pt x="6740620" y="2611246"/>
                  <a:pt x="6741207" y="2611175"/>
                  <a:pt x="6741775" y="2611014"/>
                </a:cubicBezTo>
                <a:close/>
                <a:moveTo>
                  <a:pt x="5614416" y="3024997"/>
                </a:moveTo>
                <a:cubicBezTo>
                  <a:pt x="5617936" y="3024036"/>
                  <a:pt x="5619999" y="3020410"/>
                  <a:pt x="5619039" y="3016907"/>
                </a:cubicBezTo>
                <a:cubicBezTo>
                  <a:pt x="5618080" y="3013405"/>
                  <a:pt x="5614452" y="3011342"/>
                  <a:pt x="5610950" y="3012303"/>
                </a:cubicBezTo>
                <a:cubicBezTo>
                  <a:pt x="5607447" y="3013262"/>
                  <a:pt x="5605385" y="3016872"/>
                  <a:pt x="5606344" y="3020392"/>
                </a:cubicBezTo>
                <a:cubicBezTo>
                  <a:pt x="5607145" y="3023307"/>
                  <a:pt x="5609794" y="3025228"/>
                  <a:pt x="5612674" y="3025228"/>
                </a:cubicBezTo>
                <a:cubicBezTo>
                  <a:pt x="5613261" y="3025228"/>
                  <a:pt x="5613847" y="3025139"/>
                  <a:pt x="5614416" y="3024997"/>
                </a:cubicBezTo>
                <a:close/>
                <a:moveTo>
                  <a:pt x="6136742" y="2836771"/>
                </a:moveTo>
                <a:cubicBezTo>
                  <a:pt x="6140085" y="2835349"/>
                  <a:pt x="6141649" y="2831491"/>
                  <a:pt x="6140226" y="2828148"/>
                </a:cubicBezTo>
                <a:cubicBezTo>
                  <a:pt x="6138822" y="2824806"/>
                  <a:pt x="6134964" y="2823241"/>
                  <a:pt x="6131621" y="2824647"/>
                </a:cubicBezTo>
                <a:cubicBezTo>
                  <a:pt x="6128260" y="2826068"/>
                  <a:pt x="6126697" y="2829927"/>
                  <a:pt x="6128120" y="2833269"/>
                </a:cubicBezTo>
                <a:cubicBezTo>
                  <a:pt x="6129185" y="2835775"/>
                  <a:pt x="6131622" y="2837287"/>
                  <a:pt x="6134181" y="2837287"/>
                </a:cubicBezTo>
                <a:cubicBezTo>
                  <a:pt x="6135035" y="2837287"/>
                  <a:pt x="6135907" y="2837127"/>
                  <a:pt x="6136742" y="2836771"/>
                </a:cubicBezTo>
                <a:close/>
                <a:moveTo>
                  <a:pt x="5703381" y="2999075"/>
                </a:moveTo>
                <a:cubicBezTo>
                  <a:pt x="5706848" y="2997990"/>
                  <a:pt x="5708804" y="2994310"/>
                  <a:pt x="5707719" y="2990843"/>
                </a:cubicBezTo>
                <a:cubicBezTo>
                  <a:pt x="5706652" y="2987377"/>
                  <a:pt x="5702972" y="2985421"/>
                  <a:pt x="5699506" y="2986506"/>
                </a:cubicBezTo>
                <a:cubicBezTo>
                  <a:pt x="5696020" y="2987572"/>
                  <a:pt x="5694083" y="2991252"/>
                  <a:pt x="5695149" y="2994719"/>
                </a:cubicBezTo>
                <a:cubicBezTo>
                  <a:pt x="5696020" y="2997546"/>
                  <a:pt x="5698634" y="2999360"/>
                  <a:pt x="5701444" y="2999360"/>
                </a:cubicBezTo>
                <a:cubicBezTo>
                  <a:pt x="5702083" y="2999360"/>
                  <a:pt x="5702741" y="2999270"/>
                  <a:pt x="5703381" y="2999075"/>
                </a:cubicBezTo>
                <a:close/>
                <a:moveTo>
                  <a:pt x="8309234" y="2043210"/>
                </a:moveTo>
                <a:cubicBezTo>
                  <a:pt x="8314354" y="2043210"/>
                  <a:pt x="8319137" y="2039974"/>
                  <a:pt x="8320862" y="2034854"/>
                </a:cubicBezTo>
                <a:cubicBezTo>
                  <a:pt x="8323031" y="2028436"/>
                  <a:pt x="8319581" y="2021484"/>
                  <a:pt x="8313164" y="2019315"/>
                </a:cubicBezTo>
                <a:cubicBezTo>
                  <a:pt x="8306746" y="2017146"/>
                  <a:pt x="8299776" y="2020577"/>
                  <a:pt x="8297625" y="2027013"/>
                </a:cubicBezTo>
                <a:cubicBezTo>
                  <a:pt x="8295438" y="2033414"/>
                  <a:pt x="8298887" y="2040384"/>
                  <a:pt x="8305306" y="2042552"/>
                </a:cubicBezTo>
                <a:cubicBezTo>
                  <a:pt x="8306603" y="2042997"/>
                  <a:pt x="8307937" y="2043210"/>
                  <a:pt x="8309234" y="2043210"/>
                </a:cubicBezTo>
                <a:close/>
                <a:moveTo>
                  <a:pt x="6051386" y="2872489"/>
                </a:moveTo>
                <a:cubicBezTo>
                  <a:pt x="6054746" y="2871102"/>
                  <a:pt x="6056364" y="2867262"/>
                  <a:pt x="6054977" y="2863902"/>
                </a:cubicBezTo>
                <a:cubicBezTo>
                  <a:pt x="6053608" y="2860542"/>
                  <a:pt x="6049750" y="2858941"/>
                  <a:pt x="6046390" y="2860310"/>
                </a:cubicBezTo>
                <a:cubicBezTo>
                  <a:pt x="6043030" y="2861697"/>
                  <a:pt x="6041430" y="2865538"/>
                  <a:pt x="6042817" y="2868898"/>
                </a:cubicBezTo>
                <a:cubicBezTo>
                  <a:pt x="6043865" y="2871440"/>
                  <a:pt x="6046318" y="2872987"/>
                  <a:pt x="6048896" y="2872987"/>
                </a:cubicBezTo>
                <a:cubicBezTo>
                  <a:pt x="6049732" y="2872987"/>
                  <a:pt x="6050585" y="2872827"/>
                  <a:pt x="6051386" y="2872489"/>
                </a:cubicBezTo>
                <a:close/>
                <a:moveTo>
                  <a:pt x="8910638" y="1825305"/>
                </a:moveTo>
                <a:cubicBezTo>
                  <a:pt x="8913291" y="1823112"/>
                  <a:pt x="8915212" y="1820005"/>
                  <a:pt x="8915870" y="1816352"/>
                </a:cubicBezTo>
                <a:cubicBezTo>
                  <a:pt x="8917362" y="1808138"/>
                  <a:pt x="8911905" y="1800279"/>
                  <a:pt x="8903691" y="1798786"/>
                </a:cubicBezTo>
                <a:cubicBezTo>
                  <a:pt x="8895477" y="1797292"/>
                  <a:pt x="8887618" y="1802751"/>
                  <a:pt x="8886125" y="1810964"/>
                </a:cubicBezTo>
                <a:cubicBezTo>
                  <a:pt x="8884649" y="1819178"/>
                  <a:pt x="8890090" y="1827037"/>
                  <a:pt x="8898304" y="1828530"/>
                </a:cubicBezTo>
                <a:cubicBezTo>
                  <a:pt x="8899210" y="1828690"/>
                  <a:pt x="8900117" y="1828779"/>
                  <a:pt x="8901006" y="1828779"/>
                </a:cubicBezTo>
                <a:cubicBezTo>
                  <a:pt x="8904598" y="1828779"/>
                  <a:pt x="8907984" y="1827499"/>
                  <a:pt x="8910638" y="1825305"/>
                </a:cubicBezTo>
                <a:close/>
                <a:moveTo>
                  <a:pt x="6831257" y="2588898"/>
                </a:moveTo>
                <a:cubicBezTo>
                  <a:pt x="6834796" y="2588097"/>
                  <a:pt x="6837036" y="2584578"/>
                  <a:pt x="6836235" y="2581039"/>
                </a:cubicBezTo>
                <a:cubicBezTo>
                  <a:pt x="6835435" y="2577484"/>
                  <a:pt x="6831915" y="2575262"/>
                  <a:pt x="6828376" y="2576062"/>
                </a:cubicBezTo>
                <a:cubicBezTo>
                  <a:pt x="6824821" y="2576862"/>
                  <a:pt x="6822598" y="2580382"/>
                  <a:pt x="6823399" y="2583919"/>
                </a:cubicBezTo>
                <a:cubicBezTo>
                  <a:pt x="6824074" y="2586977"/>
                  <a:pt x="6826795" y="2589058"/>
                  <a:pt x="6829799" y="2589058"/>
                </a:cubicBezTo>
                <a:cubicBezTo>
                  <a:pt x="6830279" y="2589058"/>
                  <a:pt x="6830760" y="2589005"/>
                  <a:pt x="6831257" y="2588898"/>
                </a:cubicBezTo>
                <a:close/>
                <a:moveTo>
                  <a:pt x="5791494" y="2970504"/>
                </a:moveTo>
                <a:cubicBezTo>
                  <a:pt x="5794943" y="2969331"/>
                  <a:pt x="5796774" y="2965597"/>
                  <a:pt x="5795618" y="2962148"/>
                </a:cubicBezTo>
                <a:cubicBezTo>
                  <a:pt x="5794445" y="2958717"/>
                  <a:pt x="5790711" y="2956868"/>
                  <a:pt x="5787262" y="2958041"/>
                </a:cubicBezTo>
                <a:cubicBezTo>
                  <a:pt x="5783831" y="2959215"/>
                  <a:pt x="5781982" y="2962949"/>
                  <a:pt x="5783155" y="2966380"/>
                </a:cubicBezTo>
                <a:cubicBezTo>
                  <a:pt x="5784079" y="2969117"/>
                  <a:pt x="5786639" y="2970842"/>
                  <a:pt x="5789378" y="2970842"/>
                </a:cubicBezTo>
                <a:cubicBezTo>
                  <a:pt x="5790071" y="2970842"/>
                  <a:pt x="5790782" y="2970735"/>
                  <a:pt x="5791494" y="2970504"/>
                </a:cubicBezTo>
                <a:close/>
                <a:moveTo>
                  <a:pt x="5965442" y="2906909"/>
                </a:moveTo>
                <a:cubicBezTo>
                  <a:pt x="5968821" y="2905576"/>
                  <a:pt x="5970491" y="2901771"/>
                  <a:pt x="5969176" y="2898393"/>
                </a:cubicBezTo>
                <a:cubicBezTo>
                  <a:pt x="5967861" y="2894997"/>
                  <a:pt x="5964037" y="2893326"/>
                  <a:pt x="5960660" y="2894641"/>
                </a:cubicBezTo>
                <a:cubicBezTo>
                  <a:pt x="5957264" y="2895957"/>
                  <a:pt x="5955610" y="2899780"/>
                  <a:pt x="5956926" y="2903158"/>
                </a:cubicBezTo>
                <a:cubicBezTo>
                  <a:pt x="5957940" y="2905771"/>
                  <a:pt x="5960410" y="2907354"/>
                  <a:pt x="5963043" y="2907354"/>
                </a:cubicBezTo>
                <a:cubicBezTo>
                  <a:pt x="5963842" y="2907354"/>
                  <a:pt x="5964660" y="2907211"/>
                  <a:pt x="5965442" y="2906909"/>
                </a:cubicBezTo>
                <a:close/>
                <a:moveTo>
                  <a:pt x="5878824" y="2939676"/>
                </a:moveTo>
                <a:cubicBezTo>
                  <a:pt x="5882237" y="2938414"/>
                  <a:pt x="5883997" y="2934644"/>
                  <a:pt x="5882735" y="2931230"/>
                </a:cubicBezTo>
                <a:cubicBezTo>
                  <a:pt x="5881490" y="2927818"/>
                  <a:pt x="5877721" y="2926057"/>
                  <a:pt x="5874307" y="2927319"/>
                </a:cubicBezTo>
                <a:cubicBezTo>
                  <a:pt x="5870895" y="2928563"/>
                  <a:pt x="5869134" y="2932351"/>
                  <a:pt x="5870397" y="2935765"/>
                </a:cubicBezTo>
                <a:cubicBezTo>
                  <a:pt x="5871356" y="2938413"/>
                  <a:pt x="5873880" y="2940067"/>
                  <a:pt x="5876565" y="2940066"/>
                </a:cubicBezTo>
                <a:cubicBezTo>
                  <a:pt x="5877312" y="2940067"/>
                  <a:pt x="5878077" y="2939942"/>
                  <a:pt x="5878824" y="2939676"/>
                </a:cubicBezTo>
                <a:close/>
                <a:moveTo>
                  <a:pt x="8137509" y="2112317"/>
                </a:moveTo>
                <a:cubicBezTo>
                  <a:pt x="8142220" y="2112317"/>
                  <a:pt x="8146593" y="2109384"/>
                  <a:pt x="8148212" y="2104690"/>
                </a:cubicBezTo>
                <a:cubicBezTo>
                  <a:pt x="8150256" y="2098787"/>
                  <a:pt x="8147126" y="2092334"/>
                  <a:pt x="8141207" y="2090289"/>
                </a:cubicBezTo>
                <a:cubicBezTo>
                  <a:pt x="8135304" y="2088262"/>
                  <a:pt x="8128868" y="2091391"/>
                  <a:pt x="8126823" y="2097312"/>
                </a:cubicBezTo>
                <a:cubicBezTo>
                  <a:pt x="8124779" y="2103214"/>
                  <a:pt x="8127907" y="2109650"/>
                  <a:pt x="8133828" y="2111695"/>
                </a:cubicBezTo>
                <a:cubicBezTo>
                  <a:pt x="8135054" y="2112121"/>
                  <a:pt x="8136299" y="2112317"/>
                  <a:pt x="8137509" y="2112317"/>
                </a:cubicBezTo>
                <a:close/>
                <a:moveTo>
                  <a:pt x="7304353" y="2421653"/>
                </a:moveTo>
                <a:cubicBezTo>
                  <a:pt x="7308354" y="2421653"/>
                  <a:pt x="7311678" y="2418506"/>
                  <a:pt x="7311856" y="2414470"/>
                </a:cubicBezTo>
                <a:cubicBezTo>
                  <a:pt x="7312033" y="2410310"/>
                  <a:pt x="7308816" y="2406790"/>
                  <a:pt x="7304673" y="2406612"/>
                </a:cubicBezTo>
                <a:cubicBezTo>
                  <a:pt x="7300513" y="2406433"/>
                  <a:pt x="7297011" y="2409652"/>
                  <a:pt x="7296815" y="2413812"/>
                </a:cubicBezTo>
                <a:cubicBezTo>
                  <a:pt x="7296637" y="2417955"/>
                  <a:pt x="7299855" y="2421475"/>
                  <a:pt x="7304016" y="2421653"/>
                </a:cubicBezTo>
                <a:close/>
                <a:moveTo>
                  <a:pt x="7961480" y="2180802"/>
                </a:moveTo>
                <a:cubicBezTo>
                  <a:pt x="7965836" y="2180802"/>
                  <a:pt x="7969907" y="2178028"/>
                  <a:pt x="7971329" y="2173672"/>
                </a:cubicBezTo>
                <a:cubicBezTo>
                  <a:pt x="7973125" y="2168232"/>
                  <a:pt x="7970156" y="2162364"/>
                  <a:pt x="7964716" y="2160586"/>
                </a:cubicBezTo>
                <a:cubicBezTo>
                  <a:pt x="7959275" y="2158791"/>
                  <a:pt x="7953408" y="2161760"/>
                  <a:pt x="7951631" y="2167200"/>
                </a:cubicBezTo>
                <a:cubicBezTo>
                  <a:pt x="7949835" y="2172640"/>
                  <a:pt x="7952803" y="2178490"/>
                  <a:pt x="7958245" y="2180286"/>
                </a:cubicBezTo>
                <a:cubicBezTo>
                  <a:pt x="7959311" y="2180641"/>
                  <a:pt x="7960413" y="2180802"/>
                  <a:pt x="7961480" y="2180802"/>
                </a:cubicBezTo>
                <a:close/>
                <a:moveTo>
                  <a:pt x="4871316" y="3317947"/>
                </a:moveTo>
                <a:lnTo>
                  <a:pt x="4871329" y="3317939"/>
                </a:lnTo>
                <a:lnTo>
                  <a:pt x="4871312" y="3317939"/>
                </a:lnTo>
                <a:close/>
                <a:moveTo>
                  <a:pt x="7780170" y="2252593"/>
                </a:moveTo>
                <a:cubicBezTo>
                  <a:pt x="7784277" y="2252593"/>
                  <a:pt x="7788064" y="2249872"/>
                  <a:pt x="7789238" y="2245729"/>
                </a:cubicBezTo>
                <a:cubicBezTo>
                  <a:pt x="7790643" y="2240716"/>
                  <a:pt x="7787726" y="2235507"/>
                  <a:pt x="7782713" y="2234103"/>
                </a:cubicBezTo>
                <a:cubicBezTo>
                  <a:pt x="7777699" y="2232698"/>
                  <a:pt x="7772508" y="2235613"/>
                  <a:pt x="7771103" y="2240627"/>
                </a:cubicBezTo>
                <a:cubicBezTo>
                  <a:pt x="7769680" y="2245623"/>
                  <a:pt x="7772597" y="2250833"/>
                  <a:pt x="7777610" y="2252237"/>
                </a:cubicBezTo>
                <a:cubicBezTo>
                  <a:pt x="7778464" y="2252486"/>
                  <a:pt x="7779317" y="2252592"/>
                  <a:pt x="7780170" y="2252593"/>
                </a:cubicBezTo>
                <a:close/>
                <a:moveTo>
                  <a:pt x="6921592" y="2570728"/>
                </a:moveTo>
                <a:cubicBezTo>
                  <a:pt x="6925165" y="2570088"/>
                  <a:pt x="6927548" y="2566675"/>
                  <a:pt x="6926925" y="2563101"/>
                </a:cubicBezTo>
                <a:cubicBezTo>
                  <a:pt x="6926285" y="2559509"/>
                  <a:pt x="6922873" y="2557127"/>
                  <a:pt x="6919298" y="2557767"/>
                </a:cubicBezTo>
                <a:cubicBezTo>
                  <a:pt x="6915706" y="2558407"/>
                  <a:pt x="6913325" y="2561821"/>
                  <a:pt x="6913964" y="2565395"/>
                </a:cubicBezTo>
                <a:cubicBezTo>
                  <a:pt x="6914533" y="2568576"/>
                  <a:pt x="6917306" y="2570817"/>
                  <a:pt x="6920437" y="2570817"/>
                </a:cubicBezTo>
                <a:cubicBezTo>
                  <a:pt x="6920809" y="2570817"/>
                  <a:pt x="6921200" y="2570781"/>
                  <a:pt x="6921592" y="2570728"/>
                </a:cubicBezTo>
                <a:close/>
                <a:moveTo>
                  <a:pt x="4870173" y="3327168"/>
                </a:moveTo>
                <a:cubicBezTo>
                  <a:pt x="4872271" y="3327168"/>
                  <a:pt x="4874173" y="3325745"/>
                  <a:pt x="4874707" y="3323629"/>
                </a:cubicBezTo>
                <a:lnTo>
                  <a:pt x="4871316" y="3317947"/>
                </a:lnTo>
                <a:lnTo>
                  <a:pt x="4865639" y="3321335"/>
                </a:lnTo>
                <a:cubicBezTo>
                  <a:pt x="4864999" y="3323843"/>
                  <a:pt x="4866510" y="3326385"/>
                  <a:pt x="4869018" y="3327025"/>
                </a:cubicBezTo>
                <a:cubicBezTo>
                  <a:pt x="4869409" y="3327114"/>
                  <a:pt x="4869800" y="3327168"/>
                  <a:pt x="4870173" y="3327168"/>
                </a:cubicBezTo>
                <a:close/>
                <a:moveTo>
                  <a:pt x="4686838" y="3394958"/>
                </a:moveTo>
                <a:cubicBezTo>
                  <a:pt x="4688206" y="3394958"/>
                  <a:pt x="4689505" y="3394212"/>
                  <a:pt x="4690179" y="3392914"/>
                </a:cubicBezTo>
                <a:cubicBezTo>
                  <a:pt x="4691122" y="3391083"/>
                  <a:pt x="4690376" y="3388825"/>
                  <a:pt x="4688544" y="3387900"/>
                </a:cubicBezTo>
                <a:cubicBezTo>
                  <a:pt x="4686694" y="3386958"/>
                  <a:pt x="4684454" y="3387687"/>
                  <a:pt x="4683511" y="3389536"/>
                </a:cubicBezTo>
                <a:cubicBezTo>
                  <a:pt x="4682587" y="3391367"/>
                  <a:pt x="4683317" y="3393607"/>
                  <a:pt x="4685148" y="3394550"/>
                </a:cubicBezTo>
                <a:cubicBezTo>
                  <a:pt x="4685699" y="3394816"/>
                  <a:pt x="4686269" y="3394958"/>
                  <a:pt x="4686838" y="3394958"/>
                </a:cubicBezTo>
                <a:close/>
                <a:moveTo>
                  <a:pt x="5152005" y="3225881"/>
                </a:moveTo>
                <a:cubicBezTo>
                  <a:pt x="5155097" y="3225846"/>
                  <a:pt x="5157605" y="3223303"/>
                  <a:pt x="5157571" y="3220192"/>
                </a:cubicBezTo>
                <a:cubicBezTo>
                  <a:pt x="5157535" y="3217080"/>
                  <a:pt x="5154975" y="3214574"/>
                  <a:pt x="5151863" y="3214627"/>
                </a:cubicBezTo>
                <a:cubicBezTo>
                  <a:pt x="5148770" y="3214663"/>
                  <a:pt x="5146263" y="3217205"/>
                  <a:pt x="5146316" y="3220316"/>
                </a:cubicBezTo>
                <a:cubicBezTo>
                  <a:pt x="5146334" y="3223427"/>
                  <a:pt x="5148876" y="3225917"/>
                  <a:pt x="5152005" y="3225881"/>
                </a:cubicBezTo>
                <a:close/>
                <a:moveTo>
                  <a:pt x="7592300" y="2333113"/>
                </a:moveTo>
                <a:cubicBezTo>
                  <a:pt x="7596265" y="2333114"/>
                  <a:pt x="7599804" y="2330322"/>
                  <a:pt x="7600603" y="2326304"/>
                </a:cubicBezTo>
                <a:cubicBezTo>
                  <a:pt x="7601527" y="2321699"/>
                  <a:pt x="7598540" y="2317236"/>
                  <a:pt x="7593954" y="2316329"/>
                </a:cubicBezTo>
                <a:cubicBezTo>
                  <a:pt x="7589367" y="2315405"/>
                  <a:pt x="7584904" y="2318392"/>
                  <a:pt x="7583998" y="2322997"/>
                </a:cubicBezTo>
                <a:cubicBezTo>
                  <a:pt x="7583073" y="2327584"/>
                  <a:pt x="7586061" y="2332046"/>
                  <a:pt x="7590646" y="2332953"/>
                </a:cubicBezTo>
                <a:cubicBezTo>
                  <a:pt x="7591198" y="2333059"/>
                  <a:pt x="7591749" y="2333113"/>
                  <a:pt x="7592300" y="2333113"/>
                </a:cubicBezTo>
                <a:close/>
                <a:moveTo>
                  <a:pt x="4435229" y="3491533"/>
                </a:moveTo>
                <a:cubicBezTo>
                  <a:pt x="4435693" y="3491533"/>
                  <a:pt x="4436155" y="3491373"/>
                  <a:pt x="4436510" y="3491018"/>
                </a:cubicBezTo>
                <a:cubicBezTo>
                  <a:pt x="4437239" y="3490306"/>
                  <a:pt x="4437255" y="3489151"/>
                  <a:pt x="4436546" y="3488421"/>
                </a:cubicBezTo>
                <a:cubicBezTo>
                  <a:pt x="4435834" y="3487693"/>
                  <a:pt x="4434679" y="3487675"/>
                  <a:pt x="4433949" y="3488387"/>
                </a:cubicBezTo>
                <a:cubicBezTo>
                  <a:pt x="4433221" y="3489079"/>
                  <a:pt x="4433204" y="3490253"/>
                  <a:pt x="4433914" y="3490981"/>
                </a:cubicBezTo>
                <a:cubicBezTo>
                  <a:pt x="4434270" y="3491356"/>
                  <a:pt x="4434750" y="3491533"/>
                  <a:pt x="4435229" y="3491533"/>
                </a:cubicBezTo>
                <a:close/>
                <a:moveTo>
                  <a:pt x="8736996" y="1917211"/>
                </a:moveTo>
                <a:cubicBezTo>
                  <a:pt x="8743414" y="1917211"/>
                  <a:pt x="8749227" y="1912838"/>
                  <a:pt x="8750775" y="1906312"/>
                </a:cubicBezTo>
                <a:cubicBezTo>
                  <a:pt x="8752570" y="1898703"/>
                  <a:pt x="8747876" y="1891076"/>
                  <a:pt x="8740249" y="1889263"/>
                </a:cubicBezTo>
                <a:cubicBezTo>
                  <a:pt x="8732640" y="1887467"/>
                  <a:pt x="8725013" y="1892178"/>
                  <a:pt x="8723217" y="1899788"/>
                </a:cubicBezTo>
                <a:cubicBezTo>
                  <a:pt x="8721404" y="1907397"/>
                  <a:pt x="8726115" y="1915042"/>
                  <a:pt x="8733742" y="1916838"/>
                </a:cubicBezTo>
                <a:cubicBezTo>
                  <a:pt x="8734826" y="1917087"/>
                  <a:pt x="8735929" y="1917211"/>
                  <a:pt x="8736996" y="1917211"/>
                </a:cubicBezTo>
                <a:close/>
                <a:moveTo>
                  <a:pt x="7012656" y="2556861"/>
                </a:moveTo>
                <a:cubicBezTo>
                  <a:pt x="7016264" y="2556398"/>
                  <a:pt x="7018807" y="2553110"/>
                  <a:pt x="7018345" y="2549499"/>
                </a:cubicBezTo>
                <a:cubicBezTo>
                  <a:pt x="7017900" y="2545909"/>
                  <a:pt x="7014611" y="2543348"/>
                  <a:pt x="7011001" y="2543811"/>
                </a:cubicBezTo>
                <a:cubicBezTo>
                  <a:pt x="7007392" y="2544273"/>
                  <a:pt x="7004851" y="2547562"/>
                  <a:pt x="7005295" y="2551153"/>
                </a:cubicBezTo>
                <a:cubicBezTo>
                  <a:pt x="7005721" y="2554478"/>
                  <a:pt x="7008549" y="2556913"/>
                  <a:pt x="7011820" y="2556913"/>
                </a:cubicBezTo>
                <a:cubicBezTo>
                  <a:pt x="7012104" y="2556913"/>
                  <a:pt x="7012370" y="2556895"/>
                  <a:pt x="7012656" y="2556861"/>
                </a:cubicBezTo>
                <a:close/>
                <a:moveTo>
                  <a:pt x="5238055" y="3216583"/>
                </a:moveTo>
                <a:lnTo>
                  <a:pt x="5238064" y="3216574"/>
                </a:lnTo>
                <a:lnTo>
                  <a:pt x="5238056" y="3216565"/>
                </a:lnTo>
                <a:close/>
                <a:moveTo>
                  <a:pt x="7397141" y="2428231"/>
                </a:moveTo>
                <a:cubicBezTo>
                  <a:pt x="7400963" y="2428231"/>
                  <a:pt x="7404253" y="2425315"/>
                  <a:pt x="7404626" y="2421422"/>
                </a:cubicBezTo>
                <a:cubicBezTo>
                  <a:pt x="7405035" y="2417297"/>
                  <a:pt x="7402013" y="2413616"/>
                  <a:pt x="7397871" y="2413208"/>
                </a:cubicBezTo>
                <a:cubicBezTo>
                  <a:pt x="7393728" y="2412798"/>
                  <a:pt x="7390048" y="2415820"/>
                  <a:pt x="7389638" y="2419964"/>
                </a:cubicBezTo>
                <a:cubicBezTo>
                  <a:pt x="7389230" y="2424106"/>
                  <a:pt x="7392252" y="2427786"/>
                  <a:pt x="7396395" y="2428196"/>
                </a:cubicBezTo>
                <a:cubicBezTo>
                  <a:pt x="7396644" y="2428231"/>
                  <a:pt x="7396892" y="2428231"/>
                  <a:pt x="7397141" y="2428231"/>
                </a:cubicBezTo>
                <a:close/>
                <a:moveTo>
                  <a:pt x="8570052" y="1998461"/>
                </a:moveTo>
                <a:cubicBezTo>
                  <a:pt x="8575812" y="1998461"/>
                  <a:pt x="8581092" y="1994675"/>
                  <a:pt x="8582764" y="1988860"/>
                </a:cubicBezTo>
                <a:cubicBezTo>
                  <a:pt x="8584755" y="1981855"/>
                  <a:pt x="8580683" y="1974530"/>
                  <a:pt x="8573661" y="1972539"/>
                </a:cubicBezTo>
                <a:cubicBezTo>
                  <a:pt x="8566656" y="1970531"/>
                  <a:pt x="8559331" y="1974602"/>
                  <a:pt x="8557339" y="1981625"/>
                </a:cubicBezTo>
                <a:cubicBezTo>
                  <a:pt x="8555330" y="1988630"/>
                  <a:pt x="8559402" y="1995955"/>
                  <a:pt x="8566425" y="1997946"/>
                </a:cubicBezTo>
                <a:cubicBezTo>
                  <a:pt x="8567633" y="1998301"/>
                  <a:pt x="8568843" y="1998461"/>
                  <a:pt x="8570052" y="1998461"/>
                </a:cubicBezTo>
                <a:close/>
                <a:moveTo>
                  <a:pt x="7097247" y="2541570"/>
                </a:moveTo>
                <a:lnTo>
                  <a:pt x="7097256" y="2541560"/>
                </a:lnTo>
                <a:lnTo>
                  <a:pt x="7097247" y="2541552"/>
                </a:lnTo>
                <a:close/>
                <a:moveTo>
                  <a:pt x="5244100" y="3221756"/>
                </a:moveTo>
                <a:cubicBezTo>
                  <a:pt x="5247193" y="3221525"/>
                  <a:pt x="5249523" y="3218823"/>
                  <a:pt x="5249291" y="3215711"/>
                </a:cubicBezTo>
                <a:cubicBezTo>
                  <a:pt x="5249042" y="3212618"/>
                  <a:pt x="5246340" y="3210289"/>
                  <a:pt x="5243248" y="3210538"/>
                </a:cubicBezTo>
                <a:lnTo>
                  <a:pt x="5238064" y="3216574"/>
                </a:lnTo>
                <a:lnTo>
                  <a:pt x="5243655" y="3221756"/>
                </a:lnTo>
                <a:cubicBezTo>
                  <a:pt x="5243816" y="3221756"/>
                  <a:pt x="5243957" y="3221756"/>
                  <a:pt x="5244100" y="3221756"/>
                </a:cubicBezTo>
                <a:close/>
                <a:moveTo>
                  <a:pt x="4353802" y="3550256"/>
                </a:moveTo>
                <a:cubicBezTo>
                  <a:pt x="4353998" y="3550256"/>
                  <a:pt x="4354193" y="3550186"/>
                  <a:pt x="4354370" y="3550043"/>
                </a:cubicBezTo>
                <a:cubicBezTo>
                  <a:pt x="4354745" y="3549741"/>
                  <a:pt x="4354797" y="3549172"/>
                  <a:pt x="4354478" y="3548799"/>
                </a:cubicBezTo>
                <a:cubicBezTo>
                  <a:pt x="4354176" y="3548426"/>
                  <a:pt x="4353607" y="3548372"/>
                  <a:pt x="4353233" y="3548675"/>
                </a:cubicBezTo>
                <a:cubicBezTo>
                  <a:pt x="4352860" y="3548994"/>
                  <a:pt x="4352805" y="3549564"/>
                  <a:pt x="4353108" y="3549937"/>
                </a:cubicBezTo>
                <a:cubicBezTo>
                  <a:pt x="4353286" y="3550150"/>
                  <a:pt x="4353535" y="3550256"/>
                  <a:pt x="4353802" y="3550256"/>
                </a:cubicBezTo>
                <a:close/>
                <a:moveTo>
                  <a:pt x="7104287" y="2547633"/>
                </a:moveTo>
                <a:cubicBezTo>
                  <a:pt x="7107914" y="2547385"/>
                  <a:pt x="7110635" y="2544219"/>
                  <a:pt x="7110351" y="2540593"/>
                </a:cubicBezTo>
                <a:cubicBezTo>
                  <a:pt x="7110101" y="2536966"/>
                  <a:pt x="7106937" y="2534245"/>
                  <a:pt x="7103310" y="2534530"/>
                </a:cubicBezTo>
                <a:lnTo>
                  <a:pt x="7097256" y="2541560"/>
                </a:lnTo>
                <a:lnTo>
                  <a:pt x="7103790" y="2547633"/>
                </a:lnTo>
                <a:cubicBezTo>
                  <a:pt x="7103950" y="2547633"/>
                  <a:pt x="7104110" y="2547633"/>
                  <a:pt x="7104287" y="2547633"/>
                </a:cubicBezTo>
                <a:close/>
                <a:moveTo>
                  <a:pt x="8400404" y="2073346"/>
                </a:moveTo>
                <a:cubicBezTo>
                  <a:pt x="8405578" y="2073346"/>
                  <a:pt x="8410397" y="2070039"/>
                  <a:pt x="8412068" y="2064847"/>
                </a:cubicBezTo>
                <a:cubicBezTo>
                  <a:pt x="8414147" y="2058394"/>
                  <a:pt x="8410610" y="2051478"/>
                  <a:pt x="8404156" y="2049415"/>
                </a:cubicBezTo>
                <a:cubicBezTo>
                  <a:pt x="8397702" y="2047335"/>
                  <a:pt x="8390786" y="2050873"/>
                  <a:pt x="8388706" y="2057327"/>
                </a:cubicBezTo>
                <a:cubicBezTo>
                  <a:pt x="8386644" y="2063763"/>
                  <a:pt x="8390182" y="2070679"/>
                  <a:pt x="8396636" y="2072759"/>
                </a:cubicBezTo>
                <a:cubicBezTo>
                  <a:pt x="8397880" y="2073168"/>
                  <a:pt x="8399161" y="2073345"/>
                  <a:pt x="8400404" y="2073346"/>
                </a:cubicBezTo>
                <a:close/>
                <a:moveTo>
                  <a:pt x="8227719" y="2143394"/>
                </a:moveTo>
                <a:cubicBezTo>
                  <a:pt x="8232430" y="2143412"/>
                  <a:pt x="8236822" y="2140443"/>
                  <a:pt x="8238440" y="2135750"/>
                </a:cubicBezTo>
                <a:cubicBezTo>
                  <a:pt x="8240466" y="2129829"/>
                  <a:pt x="8237301" y="2123393"/>
                  <a:pt x="8231399" y="2121384"/>
                </a:cubicBezTo>
                <a:cubicBezTo>
                  <a:pt x="8225479" y="2119340"/>
                  <a:pt x="8219043" y="2122505"/>
                  <a:pt x="8217016" y="2128406"/>
                </a:cubicBezTo>
                <a:cubicBezTo>
                  <a:pt x="8214989" y="2134327"/>
                  <a:pt x="8218135" y="2140763"/>
                  <a:pt x="8224056" y="2142790"/>
                </a:cubicBezTo>
                <a:cubicBezTo>
                  <a:pt x="8225282" y="2143199"/>
                  <a:pt x="8226510" y="2143394"/>
                  <a:pt x="8227719" y="2143394"/>
                </a:cubicBezTo>
                <a:close/>
                <a:moveTo>
                  <a:pt x="4592004" y="3479301"/>
                </a:moveTo>
                <a:cubicBezTo>
                  <a:pt x="4592893" y="3479300"/>
                  <a:pt x="4593764" y="3478874"/>
                  <a:pt x="4594315" y="3478074"/>
                </a:cubicBezTo>
                <a:cubicBezTo>
                  <a:pt x="4595169" y="3476794"/>
                  <a:pt x="4594831" y="3475070"/>
                  <a:pt x="4593551" y="3474198"/>
                </a:cubicBezTo>
                <a:cubicBezTo>
                  <a:pt x="4592288" y="3473346"/>
                  <a:pt x="4590546" y="3473683"/>
                  <a:pt x="4589693" y="3474963"/>
                </a:cubicBezTo>
                <a:cubicBezTo>
                  <a:pt x="4588840" y="3476225"/>
                  <a:pt x="4589159" y="3477968"/>
                  <a:pt x="4590439" y="3478821"/>
                </a:cubicBezTo>
                <a:cubicBezTo>
                  <a:pt x="4590920" y="3479141"/>
                  <a:pt x="4591470" y="3479301"/>
                  <a:pt x="4592004" y="3479301"/>
                </a:cubicBezTo>
                <a:close/>
                <a:moveTo>
                  <a:pt x="8051370" y="2210936"/>
                </a:moveTo>
                <a:cubicBezTo>
                  <a:pt x="8055691" y="2210937"/>
                  <a:pt x="8059726" y="2208235"/>
                  <a:pt x="8061184" y="2203914"/>
                </a:cubicBezTo>
                <a:cubicBezTo>
                  <a:pt x="8063033" y="2198491"/>
                  <a:pt x="8060136" y="2192607"/>
                  <a:pt x="8054712" y="2190758"/>
                </a:cubicBezTo>
                <a:cubicBezTo>
                  <a:pt x="8049290" y="2188909"/>
                  <a:pt x="8043405" y="2191807"/>
                  <a:pt x="8041556" y="2197229"/>
                </a:cubicBezTo>
                <a:cubicBezTo>
                  <a:pt x="8039707" y="2202652"/>
                  <a:pt x="8042604" y="2208537"/>
                  <a:pt x="8048028" y="2210386"/>
                </a:cubicBezTo>
                <a:cubicBezTo>
                  <a:pt x="8049130" y="2210759"/>
                  <a:pt x="8050268" y="2210936"/>
                  <a:pt x="8051370" y="2210936"/>
                </a:cubicBezTo>
                <a:close/>
                <a:moveTo>
                  <a:pt x="4959600" y="3345124"/>
                </a:moveTo>
                <a:cubicBezTo>
                  <a:pt x="4961895" y="3345124"/>
                  <a:pt x="4963886" y="3343471"/>
                  <a:pt x="4964241" y="3341141"/>
                </a:cubicBezTo>
                <a:cubicBezTo>
                  <a:pt x="4964632" y="3338599"/>
                  <a:pt x="4962855" y="3336199"/>
                  <a:pt x="4960312" y="3335808"/>
                </a:cubicBezTo>
                <a:cubicBezTo>
                  <a:pt x="4957751" y="3335416"/>
                  <a:pt x="4955370" y="3337177"/>
                  <a:pt x="4954980" y="3339736"/>
                </a:cubicBezTo>
                <a:cubicBezTo>
                  <a:pt x="4954588" y="3342297"/>
                  <a:pt x="4956347" y="3344679"/>
                  <a:pt x="4958908" y="3345070"/>
                </a:cubicBezTo>
                <a:cubicBezTo>
                  <a:pt x="4959139" y="3345124"/>
                  <a:pt x="4959371" y="3345124"/>
                  <a:pt x="4959600" y="3345124"/>
                </a:cubicBezTo>
                <a:close/>
                <a:moveTo>
                  <a:pt x="7870469" y="2279421"/>
                </a:moveTo>
                <a:cubicBezTo>
                  <a:pt x="7874488" y="2279421"/>
                  <a:pt x="7878204" y="2276825"/>
                  <a:pt x="7879466" y="2272789"/>
                </a:cubicBezTo>
                <a:cubicBezTo>
                  <a:pt x="7881012" y="2267829"/>
                  <a:pt x="7878239" y="2262548"/>
                  <a:pt x="7873260" y="2261002"/>
                </a:cubicBezTo>
                <a:cubicBezTo>
                  <a:pt x="7868301" y="2259455"/>
                  <a:pt x="7863020" y="2262228"/>
                  <a:pt x="7861473" y="2267207"/>
                </a:cubicBezTo>
                <a:cubicBezTo>
                  <a:pt x="7859926" y="2272167"/>
                  <a:pt x="7862700" y="2277448"/>
                  <a:pt x="7867660" y="2278994"/>
                </a:cubicBezTo>
                <a:cubicBezTo>
                  <a:pt x="7868603" y="2279279"/>
                  <a:pt x="7869545" y="2279421"/>
                  <a:pt x="7870469" y="2279421"/>
                </a:cubicBezTo>
                <a:close/>
                <a:moveTo>
                  <a:pt x="5335733" y="3212014"/>
                </a:moveTo>
                <a:cubicBezTo>
                  <a:pt x="5338827" y="3211605"/>
                  <a:pt x="5340976" y="3208760"/>
                  <a:pt x="5340568" y="3205685"/>
                </a:cubicBezTo>
                <a:cubicBezTo>
                  <a:pt x="5340161" y="3202608"/>
                  <a:pt x="5337314" y="3200440"/>
                  <a:pt x="5334240" y="3200848"/>
                </a:cubicBezTo>
                <a:cubicBezTo>
                  <a:pt x="5331163" y="3201275"/>
                  <a:pt x="5328995" y="3204102"/>
                  <a:pt x="5329402" y="3207196"/>
                </a:cubicBezTo>
                <a:cubicBezTo>
                  <a:pt x="5329794" y="3210022"/>
                  <a:pt x="5332213" y="3212067"/>
                  <a:pt x="5334985" y="3212067"/>
                </a:cubicBezTo>
                <a:cubicBezTo>
                  <a:pt x="5335236" y="3212067"/>
                  <a:pt x="5335483" y="3212049"/>
                  <a:pt x="5335733" y="3212014"/>
                </a:cubicBezTo>
                <a:close/>
                <a:moveTo>
                  <a:pt x="7683631" y="2353594"/>
                </a:moveTo>
                <a:cubicBezTo>
                  <a:pt x="7687435" y="2353595"/>
                  <a:pt x="7690902" y="2350998"/>
                  <a:pt x="7691845" y="2347141"/>
                </a:cubicBezTo>
                <a:cubicBezTo>
                  <a:pt x="7692965" y="2342607"/>
                  <a:pt x="7690208" y="2338002"/>
                  <a:pt x="7685657" y="2336882"/>
                </a:cubicBezTo>
                <a:cubicBezTo>
                  <a:pt x="7681124" y="2335762"/>
                  <a:pt x="7676519" y="2338535"/>
                  <a:pt x="7675399" y="2343069"/>
                </a:cubicBezTo>
                <a:cubicBezTo>
                  <a:pt x="7674279" y="2347620"/>
                  <a:pt x="7677035" y="2352208"/>
                  <a:pt x="7681586" y="2353345"/>
                </a:cubicBezTo>
                <a:cubicBezTo>
                  <a:pt x="7682279" y="2353506"/>
                  <a:pt x="7682955" y="2353595"/>
                  <a:pt x="7683631" y="2353594"/>
                </a:cubicBezTo>
                <a:close/>
                <a:moveTo>
                  <a:pt x="8831988" y="1937710"/>
                </a:moveTo>
                <a:cubicBezTo>
                  <a:pt x="8838655" y="1937710"/>
                  <a:pt x="8844576" y="1932999"/>
                  <a:pt x="8845891" y="1926225"/>
                </a:cubicBezTo>
                <a:cubicBezTo>
                  <a:pt x="8847367" y="1918545"/>
                  <a:pt x="8842353" y="1911113"/>
                  <a:pt x="8834673" y="1909638"/>
                </a:cubicBezTo>
                <a:cubicBezTo>
                  <a:pt x="8826992" y="1908144"/>
                  <a:pt x="8819561" y="1913157"/>
                  <a:pt x="8818085" y="1920838"/>
                </a:cubicBezTo>
                <a:cubicBezTo>
                  <a:pt x="8816592" y="1928537"/>
                  <a:pt x="8821624" y="1935950"/>
                  <a:pt x="8829285" y="1937444"/>
                </a:cubicBezTo>
                <a:cubicBezTo>
                  <a:pt x="8830193" y="1937621"/>
                  <a:pt x="8831099" y="1937710"/>
                  <a:pt x="8831988" y="1937710"/>
                </a:cubicBezTo>
                <a:close/>
                <a:moveTo>
                  <a:pt x="4769830" y="3431352"/>
                </a:moveTo>
                <a:cubicBezTo>
                  <a:pt x="4771339" y="3431352"/>
                  <a:pt x="4772763" y="3430427"/>
                  <a:pt x="4773331" y="3428916"/>
                </a:cubicBezTo>
                <a:cubicBezTo>
                  <a:pt x="4774043" y="3426979"/>
                  <a:pt x="4773066" y="3424844"/>
                  <a:pt x="4771126" y="3424116"/>
                </a:cubicBezTo>
                <a:cubicBezTo>
                  <a:pt x="4769208" y="3423405"/>
                  <a:pt x="4767055" y="3424382"/>
                  <a:pt x="4766326" y="3426303"/>
                </a:cubicBezTo>
                <a:cubicBezTo>
                  <a:pt x="4765615" y="3428240"/>
                  <a:pt x="4766593" y="3430391"/>
                  <a:pt x="4768532" y="3431121"/>
                </a:cubicBezTo>
                <a:cubicBezTo>
                  <a:pt x="4768958" y="3431280"/>
                  <a:pt x="4769385" y="3431352"/>
                  <a:pt x="4769830" y="3431352"/>
                </a:cubicBezTo>
                <a:close/>
                <a:moveTo>
                  <a:pt x="7196259" y="2543330"/>
                </a:moveTo>
                <a:cubicBezTo>
                  <a:pt x="7199884" y="2543259"/>
                  <a:pt x="7202783" y="2540255"/>
                  <a:pt x="7202711" y="2536628"/>
                </a:cubicBezTo>
                <a:cubicBezTo>
                  <a:pt x="7202641" y="2532983"/>
                  <a:pt x="7199636" y="2530103"/>
                  <a:pt x="7196009" y="2530175"/>
                </a:cubicBezTo>
                <a:cubicBezTo>
                  <a:pt x="7192364" y="2530245"/>
                  <a:pt x="7189484" y="2533251"/>
                  <a:pt x="7189556" y="2536877"/>
                </a:cubicBezTo>
                <a:cubicBezTo>
                  <a:pt x="7189626" y="2540468"/>
                  <a:pt x="7192560" y="2543330"/>
                  <a:pt x="7196134" y="2543330"/>
                </a:cubicBezTo>
                <a:close/>
                <a:moveTo>
                  <a:pt x="7489449" y="2439752"/>
                </a:moveTo>
                <a:cubicBezTo>
                  <a:pt x="7493112" y="2439752"/>
                  <a:pt x="7496312" y="2437085"/>
                  <a:pt x="7496881" y="2433350"/>
                </a:cubicBezTo>
                <a:cubicBezTo>
                  <a:pt x="7497504" y="2429244"/>
                  <a:pt x="7494676" y="2425404"/>
                  <a:pt x="7490569" y="2424782"/>
                </a:cubicBezTo>
                <a:cubicBezTo>
                  <a:pt x="7486463" y="2424159"/>
                  <a:pt x="7482622" y="2426986"/>
                  <a:pt x="7482000" y="2431093"/>
                </a:cubicBezTo>
                <a:cubicBezTo>
                  <a:pt x="7481377" y="2435201"/>
                  <a:pt x="7484205" y="2439041"/>
                  <a:pt x="7488311" y="2439663"/>
                </a:cubicBezTo>
                <a:cubicBezTo>
                  <a:pt x="7488685" y="2439752"/>
                  <a:pt x="7489076" y="2439752"/>
                  <a:pt x="7489449" y="2439752"/>
                </a:cubicBezTo>
                <a:close/>
                <a:moveTo>
                  <a:pt x="5426708" y="3197400"/>
                </a:moveTo>
                <a:cubicBezTo>
                  <a:pt x="5429765" y="3196830"/>
                  <a:pt x="5431792" y="3193897"/>
                  <a:pt x="5431223" y="3190839"/>
                </a:cubicBezTo>
                <a:cubicBezTo>
                  <a:pt x="5430654" y="3187781"/>
                  <a:pt x="5427703" y="3185753"/>
                  <a:pt x="5424645" y="3186323"/>
                </a:cubicBezTo>
                <a:cubicBezTo>
                  <a:pt x="5421569" y="3186892"/>
                  <a:pt x="5419560" y="3189825"/>
                  <a:pt x="5420130" y="3192901"/>
                </a:cubicBezTo>
                <a:lnTo>
                  <a:pt x="5420147" y="3192901"/>
                </a:lnTo>
                <a:cubicBezTo>
                  <a:pt x="5420644" y="3195603"/>
                  <a:pt x="5423010" y="3197506"/>
                  <a:pt x="5425677" y="3197506"/>
                </a:cubicBezTo>
                <a:cubicBezTo>
                  <a:pt x="5426014" y="3197505"/>
                  <a:pt x="5426351" y="3197471"/>
                  <a:pt x="5426708" y="3197400"/>
                </a:cubicBezTo>
                <a:close/>
                <a:moveTo>
                  <a:pt x="6549479" y="2794547"/>
                </a:moveTo>
                <a:cubicBezTo>
                  <a:pt x="6552412" y="2793516"/>
                  <a:pt x="6553941" y="2790298"/>
                  <a:pt x="6552893" y="2787364"/>
                </a:cubicBezTo>
                <a:cubicBezTo>
                  <a:pt x="6551843" y="2784431"/>
                  <a:pt x="6548626" y="2782902"/>
                  <a:pt x="6545710" y="2783951"/>
                </a:cubicBezTo>
                <a:cubicBezTo>
                  <a:pt x="6542777" y="2784982"/>
                  <a:pt x="6541247" y="2788218"/>
                  <a:pt x="6542297" y="2791133"/>
                </a:cubicBezTo>
                <a:cubicBezTo>
                  <a:pt x="6543114" y="2793445"/>
                  <a:pt x="6545283" y="2794885"/>
                  <a:pt x="6547595" y="2794885"/>
                </a:cubicBezTo>
                <a:cubicBezTo>
                  <a:pt x="6548217" y="2794886"/>
                  <a:pt x="6548857" y="2794779"/>
                  <a:pt x="6549479" y="2794547"/>
                </a:cubicBezTo>
                <a:close/>
                <a:moveTo>
                  <a:pt x="6463465" y="2826425"/>
                </a:moveTo>
                <a:cubicBezTo>
                  <a:pt x="6466363" y="2825305"/>
                  <a:pt x="6467821" y="2822051"/>
                  <a:pt x="6466701" y="2819153"/>
                </a:cubicBezTo>
                <a:cubicBezTo>
                  <a:pt x="6465599" y="2816238"/>
                  <a:pt x="6462326" y="2814797"/>
                  <a:pt x="6459428" y="2815899"/>
                </a:cubicBezTo>
                <a:cubicBezTo>
                  <a:pt x="6456531" y="2817020"/>
                  <a:pt x="6455073" y="2820273"/>
                  <a:pt x="6456193" y="2823171"/>
                </a:cubicBezTo>
                <a:cubicBezTo>
                  <a:pt x="6457047" y="2825411"/>
                  <a:pt x="6459180" y="2826798"/>
                  <a:pt x="6461455" y="2826798"/>
                </a:cubicBezTo>
                <a:cubicBezTo>
                  <a:pt x="6462114" y="2826798"/>
                  <a:pt x="6462807" y="2826673"/>
                  <a:pt x="6463465" y="2826425"/>
                </a:cubicBezTo>
                <a:close/>
                <a:moveTo>
                  <a:pt x="6636311" y="2765088"/>
                </a:moveTo>
                <a:cubicBezTo>
                  <a:pt x="6639262" y="2764127"/>
                  <a:pt x="6640898" y="2760963"/>
                  <a:pt x="6639938" y="2757994"/>
                </a:cubicBezTo>
                <a:cubicBezTo>
                  <a:pt x="6638996" y="2755042"/>
                  <a:pt x="6635812" y="2753407"/>
                  <a:pt x="6632862" y="2754367"/>
                </a:cubicBezTo>
                <a:cubicBezTo>
                  <a:pt x="6629894" y="2755326"/>
                  <a:pt x="6628275" y="2758492"/>
                  <a:pt x="6629217" y="2761443"/>
                </a:cubicBezTo>
                <a:cubicBezTo>
                  <a:pt x="6630000" y="2763843"/>
                  <a:pt x="6632204" y="2765354"/>
                  <a:pt x="6634587" y="2765354"/>
                </a:cubicBezTo>
                <a:cubicBezTo>
                  <a:pt x="6635156" y="2765354"/>
                  <a:pt x="6635725" y="2765265"/>
                  <a:pt x="6636311" y="2765088"/>
                </a:cubicBezTo>
                <a:close/>
                <a:moveTo>
                  <a:pt x="6378126" y="2860116"/>
                </a:moveTo>
                <a:cubicBezTo>
                  <a:pt x="6381006" y="2858942"/>
                  <a:pt x="6382410" y="2855653"/>
                  <a:pt x="6381237" y="2852773"/>
                </a:cubicBezTo>
                <a:cubicBezTo>
                  <a:pt x="6380065" y="2849892"/>
                  <a:pt x="6376793" y="2848506"/>
                  <a:pt x="6373894" y="2849680"/>
                </a:cubicBezTo>
                <a:cubicBezTo>
                  <a:pt x="6370997" y="2850835"/>
                  <a:pt x="6369609" y="2854125"/>
                  <a:pt x="6370783" y="2857005"/>
                </a:cubicBezTo>
                <a:lnTo>
                  <a:pt x="6370801" y="2857005"/>
                </a:lnTo>
                <a:cubicBezTo>
                  <a:pt x="6371690" y="2859191"/>
                  <a:pt x="6373787" y="2860525"/>
                  <a:pt x="6376028" y="2860524"/>
                </a:cubicBezTo>
                <a:cubicBezTo>
                  <a:pt x="6376722" y="2860525"/>
                  <a:pt x="6377433" y="2860400"/>
                  <a:pt x="6378126" y="2860116"/>
                </a:cubicBezTo>
                <a:close/>
                <a:moveTo>
                  <a:pt x="8663355" y="2023494"/>
                </a:moveTo>
                <a:cubicBezTo>
                  <a:pt x="8669275" y="2023494"/>
                  <a:pt x="8674663" y="2019494"/>
                  <a:pt x="8676155" y="2013502"/>
                </a:cubicBezTo>
                <a:cubicBezTo>
                  <a:pt x="8677932" y="2006409"/>
                  <a:pt x="8673631" y="1999226"/>
                  <a:pt x="8666557" y="1997465"/>
                </a:cubicBezTo>
                <a:cubicBezTo>
                  <a:pt x="8659479" y="1995687"/>
                  <a:pt x="8652297" y="1999990"/>
                  <a:pt x="8650519" y="2007066"/>
                </a:cubicBezTo>
                <a:cubicBezTo>
                  <a:pt x="8648741" y="2014160"/>
                  <a:pt x="8653043" y="2021325"/>
                  <a:pt x="8660138" y="2023103"/>
                </a:cubicBezTo>
                <a:cubicBezTo>
                  <a:pt x="8661204" y="2023369"/>
                  <a:pt x="8662289" y="2023494"/>
                  <a:pt x="8663355" y="2023494"/>
                </a:cubicBezTo>
                <a:close/>
                <a:moveTo>
                  <a:pt x="5516828" y="3178553"/>
                </a:moveTo>
                <a:cubicBezTo>
                  <a:pt x="5519850" y="3177842"/>
                  <a:pt x="5521754" y="3174820"/>
                  <a:pt x="5521042" y="3171797"/>
                </a:cubicBezTo>
                <a:cubicBezTo>
                  <a:pt x="5520331" y="3168775"/>
                  <a:pt x="5517308" y="3166873"/>
                  <a:pt x="5514286" y="3167584"/>
                </a:cubicBezTo>
                <a:cubicBezTo>
                  <a:pt x="5511264" y="3168278"/>
                  <a:pt x="5509378" y="3171299"/>
                  <a:pt x="5510072" y="3174340"/>
                </a:cubicBezTo>
                <a:cubicBezTo>
                  <a:pt x="5510676" y="3176936"/>
                  <a:pt x="5512989" y="3178696"/>
                  <a:pt x="5515547" y="3178696"/>
                </a:cubicBezTo>
                <a:cubicBezTo>
                  <a:pt x="5515974" y="3178696"/>
                  <a:pt x="5516402" y="3178660"/>
                  <a:pt x="5516828" y="3178553"/>
                </a:cubicBezTo>
                <a:close/>
                <a:moveTo>
                  <a:pt x="6293250" y="2895122"/>
                </a:moveTo>
                <a:cubicBezTo>
                  <a:pt x="6296112" y="2893913"/>
                  <a:pt x="6297463" y="2890607"/>
                  <a:pt x="6296272" y="2887744"/>
                </a:cubicBezTo>
                <a:cubicBezTo>
                  <a:pt x="6295064" y="2884882"/>
                  <a:pt x="6291756" y="2883530"/>
                  <a:pt x="6288894" y="2884739"/>
                </a:cubicBezTo>
                <a:cubicBezTo>
                  <a:pt x="6286031" y="2885930"/>
                  <a:pt x="6284680" y="2889238"/>
                  <a:pt x="6285889" y="2892100"/>
                </a:cubicBezTo>
                <a:cubicBezTo>
                  <a:pt x="6286778" y="2894251"/>
                  <a:pt x="6288876" y="2895549"/>
                  <a:pt x="6291080" y="2895549"/>
                </a:cubicBezTo>
                <a:cubicBezTo>
                  <a:pt x="6291809" y="2895550"/>
                  <a:pt x="6292538" y="2895407"/>
                  <a:pt x="6293250" y="2895122"/>
                </a:cubicBezTo>
                <a:close/>
                <a:moveTo>
                  <a:pt x="4500105" y="3553083"/>
                </a:moveTo>
                <a:cubicBezTo>
                  <a:pt x="4500620" y="3553083"/>
                  <a:pt x="4501136" y="3552870"/>
                  <a:pt x="4501491" y="3552444"/>
                </a:cubicBezTo>
                <a:cubicBezTo>
                  <a:pt x="4502166" y="3551679"/>
                  <a:pt x="4502079" y="3550523"/>
                  <a:pt x="4501313" y="3549848"/>
                </a:cubicBezTo>
                <a:cubicBezTo>
                  <a:pt x="4500532" y="3549190"/>
                  <a:pt x="4499377" y="3549279"/>
                  <a:pt x="4498718" y="3550043"/>
                </a:cubicBezTo>
                <a:cubicBezTo>
                  <a:pt x="4498060" y="3550809"/>
                  <a:pt x="4498131" y="3551964"/>
                  <a:pt x="4498914" y="3552639"/>
                </a:cubicBezTo>
                <a:lnTo>
                  <a:pt x="4498895" y="3552639"/>
                </a:lnTo>
                <a:cubicBezTo>
                  <a:pt x="4499251" y="3552942"/>
                  <a:pt x="4499679" y="3553083"/>
                  <a:pt x="4500105" y="3553083"/>
                </a:cubicBezTo>
                <a:close/>
                <a:moveTo>
                  <a:pt x="6724051" y="2738615"/>
                </a:moveTo>
                <a:cubicBezTo>
                  <a:pt x="6727055" y="2737761"/>
                  <a:pt x="6728798" y="2734650"/>
                  <a:pt x="6727961" y="2731664"/>
                </a:cubicBezTo>
                <a:cubicBezTo>
                  <a:pt x="6727126" y="2728677"/>
                  <a:pt x="6724014" y="2726934"/>
                  <a:pt x="6721011" y="2727770"/>
                </a:cubicBezTo>
                <a:cubicBezTo>
                  <a:pt x="6718024" y="2728605"/>
                  <a:pt x="6716281" y="2731717"/>
                  <a:pt x="6717117" y="2734722"/>
                </a:cubicBezTo>
                <a:cubicBezTo>
                  <a:pt x="6717810" y="2737193"/>
                  <a:pt x="6720067" y="2738828"/>
                  <a:pt x="6722539" y="2738828"/>
                </a:cubicBezTo>
                <a:cubicBezTo>
                  <a:pt x="6723036" y="2738828"/>
                  <a:pt x="6723552" y="2738757"/>
                  <a:pt x="6724051" y="2738615"/>
                </a:cubicBezTo>
                <a:close/>
                <a:moveTo>
                  <a:pt x="5050309" y="3354884"/>
                </a:moveTo>
                <a:cubicBezTo>
                  <a:pt x="5052763" y="3354884"/>
                  <a:pt x="5054826" y="3352982"/>
                  <a:pt x="5054986" y="3350510"/>
                </a:cubicBezTo>
                <a:cubicBezTo>
                  <a:pt x="5055145" y="3347934"/>
                  <a:pt x="5053190" y="3345693"/>
                  <a:pt x="5050611" y="3345533"/>
                </a:cubicBezTo>
                <a:cubicBezTo>
                  <a:pt x="5048033" y="3345355"/>
                  <a:pt x="5045810" y="3347311"/>
                  <a:pt x="5045633" y="3349889"/>
                </a:cubicBezTo>
                <a:cubicBezTo>
                  <a:pt x="5045473" y="3352485"/>
                  <a:pt x="5047429" y="3354707"/>
                  <a:pt x="5050007" y="3354884"/>
                </a:cubicBezTo>
                <a:close/>
                <a:moveTo>
                  <a:pt x="6208694" y="2930929"/>
                </a:moveTo>
                <a:cubicBezTo>
                  <a:pt x="6211555" y="2929702"/>
                  <a:pt x="6212889" y="2926395"/>
                  <a:pt x="6211661" y="2923551"/>
                </a:cubicBezTo>
                <a:cubicBezTo>
                  <a:pt x="6210453" y="2920689"/>
                  <a:pt x="6207129" y="2919355"/>
                  <a:pt x="6204283" y="2920582"/>
                </a:cubicBezTo>
                <a:cubicBezTo>
                  <a:pt x="6201422" y="2921791"/>
                  <a:pt x="6200089" y="2925097"/>
                  <a:pt x="6201315" y="2927960"/>
                </a:cubicBezTo>
                <a:cubicBezTo>
                  <a:pt x="6202221" y="2930094"/>
                  <a:pt x="6204301" y="2931391"/>
                  <a:pt x="6206488" y="2931390"/>
                </a:cubicBezTo>
                <a:cubicBezTo>
                  <a:pt x="6207236" y="2931391"/>
                  <a:pt x="6207982" y="2931249"/>
                  <a:pt x="6208694" y="2930929"/>
                </a:cubicBezTo>
                <a:close/>
                <a:moveTo>
                  <a:pt x="5606079" y="3155903"/>
                </a:moveTo>
                <a:cubicBezTo>
                  <a:pt x="5609082" y="3155068"/>
                  <a:pt x="5610842" y="3151974"/>
                  <a:pt x="5610025" y="3148969"/>
                </a:cubicBezTo>
                <a:cubicBezTo>
                  <a:pt x="5609207" y="3145982"/>
                  <a:pt x="5606096" y="3144223"/>
                  <a:pt x="5603109" y="3145040"/>
                </a:cubicBezTo>
                <a:cubicBezTo>
                  <a:pt x="5600104" y="3145858"/>
                  <a:pt x="5598344" y="3148952"/>
                  <a:pt x="5599162" y="3151957"/>
                </a:cubicBezTo>
                <a:cubicBezTo>
                  <a:pt x="5599837" y="3154463"/>
                  <a:pt x="5602115" y="3156099"/>
                  <a:pt x="5604584" y="3156099"/>
                </a:cubicBezTo>
                <a:cubicBezTo>
                  <a:pt x="5605082" y="3156099"/>
                  <a:pt x="5605580" y="3156028"/>
                  <a:pt x="5606079" y="3155903"/>
                </a:cubicBezTo>
                <a:close/>
                <a:moveTo>
                  <a:pt x="6124261" y="2967092"/>
                </a:moveTo>
                <a:cubicBezTo>
                  <a:pt x="6127123" y="2965864"/>
                  <a:pt x="6128439" y="2962558"/>
                  <a:pt x="6127212" y="2959695"/>
                </a:cubicBezTo>
                <a:cubicBezTo>
                  <a:pt x="6125986" y="2956850"/>
                  <a:pt x="6122679" y="2955517"/>
                  <a:pt x="6119834" y="2956744"/>
                </a:cubicBezTo>
                <a:cubicBezTo>
                  <a:pt x="6116972" y="2957953"/>
                  <a:pt x="6115638" y="2961278"/>
                  <a:pt x="6116865" y="2964123"/>
                </a:cubicBezTo>
                <a:cubicBezTo>
                  <a:pt x="6117789" y="2966274"/>
                  <a:pt x="6119870" y="2967554"/>
                  <a:pt x="6122056" y="2967553"/>
                </a:cubicBezTo>
                <a:cubicBezTo>
                  <a:pt x="6122786" y="2967554"/>
                  <a:pt x="6123532" y="2967394"/>
                  <a:pt x="6124261" y="2967092"/>
                </a:cubicBezTo>
                <a:close/>
                <a:moveTo>
                  <a:pt x="6812767" y="2715627"/>
                </a:moveTo>
                <a:cubicBezTo>
                  <a:pt x="6815790" y="2714898"/>
                  <a:pt x="6817656" y="2711858"/>
                  <a:pt x="6816945" y="2708835"/>
                </a:cubicBezTo>
                <a:cubicBezTo>
                  <a:pt x="6816216" y="2705813"/>
                  <a:pt x="6813176" y="2703946"/>
                  <a:pt x="6810153" y="2704657"/>
                </a:cubicBezTo>
                <a:cubicBezTo>
                  <a:pt x="6807131" y="2705386"/>
                  <a:pt x="6805263" y="2708409"/>
                  <a:pt x="6805975" y="2711431"/>
                </a:cubicBezTo>
                <a:cubicBezTo>
                  <a:pt x="6806597" y="2714027"/>
                  <a:pt x="6808909" y="2715769"/>
                  <a:pt x="6811451" y="2715769"/>
                </a:cubicBezTo>
                <a:cubicBezTo>
                  <a:pt x="6811878" y="2715768"/>
                  <a:pt x="6812323" y="2715715"/>
                  <a:pt x="6812767" y="2715627"/>
                </a:cubicBezTo>
                <a:close/>
                <a:moveTo>
                  <a:pt x="8492091" y="2101827"/>
                </a:moveTo>
                <a:cubicBezTo>
                  <a:pt x="8497370" y="2101827"/>
                  <a:pt x="8502260" y="2098396"/>
                  <a:pt x="8503842" y="2093063"/>
                </a:cubicBezTo>
                <a:cubicBezTo>
                  <a:pt x="8505780" y="2086573"/>
                  <a:pt x="8502082" y="2079746"/>
                  <a:pt x="8495593" y="2077808"/>
                </a:cubicBezTo>
                <a:cubicBezTo>
                  <a:pt x="8489104" y="2075870"/>
                  <a:pt x="8482277" y="2079568"/>
                  <a:pt x="8480339" y="2086057"/>
                </a:cubicBezTo>
                <a:cubicBezTo>
                  <a:pt x="8478401" y="2092547"/>
                  <a:pt x="8482099" y="2099374"/>
                  <a:pt x="8488588" y="2101330"/>
                </a:cubicBezTo>
                <a:cubicBezTo>
                  <a:pt x="8489743" y="2101668"/>
                  <a:pt x="8490935" y="2101828"/>
                  <a:pt x="8492091" y="2101827"/>
                </a:cubicBezTo>
                <a:close/>
                <a:moveTo>
                  <a:pt x="7288567" y="2544113"/>
                </a:moveTo>
                <a:cubicBezTo>
                  <a:pt x="7292087" y="2544113"/>
                  <a:pt x="7295002" y="2541322"/>
                  <a:pt x="7295127" y="2537766"/>
                </a:cubicBezTo>
                <a:cubicBezTo>
                  <a:pt x="7295269" y="2534140"/>
                  <a:pt x="7292424" y="2531082"/>
                  <a:pt x="7288797" y="2530957"/>
                </a:cubicBezTo>
                <a:cubicBezTo>
                  <a:pt x="7285171" y="2530814"/>
                  <a:pt x="7282112" y="2533659"/>
                  <a:pt x="7281988" y="2537286"/>
                </a:cubicBezTo>
                <a:cubicBezTo>
                  <a:pt x="7281845" y="2540930"/>
                  <a:pt x="7284690" y="2543971"/>
                  <a:pt x="7288317" y="2544113"/>
                </a:cubicBezTo>
                <a:close/>
                <a:moveTo>
                  <a:pt x="6039687" y="3003058"/>
                </a:moveTo>
                <a:cubicBezTo>
                  <a:pt x="6042567" y="3001867"/>
                  <a:pt x="6043918" y="2998560"/>
                  <a:pt x="6042709" y="2995697"/>
                </a:cubicBezTo>
                <a:cubicBezTo>
                  <a:pt x="6041501" y="2992818"/>
                  <a:pt x="6038211" y="2991466"/>
                  <a:pt x="6035348" y="2992675"/>
                </a:cubicBezTo>
                <a:cubicBezTo>
                  <a:pt x="6032468" y="2993867"/>
                  <a:pt x="6031118" y="2997174"/>
                  <a:pt x="6032327" y="3000036"/>
                </a:cubicBezTo>
                <a:cubicBezTo>
                  <a:pt x="6033234" y="3002205"/>
                  <a:pt x="6035313" y="3003503"/>
                  <a:pt x="6037517" y="3003503"/>
                </a:cubicBezTo>
                <a:cubicBezTo>
                  <a:pt x="6038247" y="3003503"/>
                  <a:pt x="6038976" y="3003360"/>
                  <a:pt x="6039687" y="3003058"/>
                </a:cubicBezTo>
                <a:close/>
                <a:moveTo>
                  <a:pt x="5694421" y="3130088"/>
                </a:moveTo>
                <a:cubicBezTo>
                  <a:pt x="5697389" y="3129164"/>
                  <a:pt x="5699043" y="3125999"/>
                  <a:pt x="5698137" y="3123030"/>
                </a:cubicBezTo>
                <a:cubicBezTo>
                  <a:pt x="5697212" y="3120062"/>
                  <a:pt x="5694047" y="3118390"/>
                  <a:pt x="5691078" y="3119333"/>
                </a:cubicBezTo>
                <a:cubicBezTo>
                  <a:pt x="5688109" y="3120238"/>
                  <a:pt x="5686456" y="3123403"/>
                  <a:pt x="5687381" y="3126372"/>
                </a:cubicBezTo>
                <a:cubicBezTo>
                  <a:pt x="5688126" y="3128773"/>
                  <a:pt x="5690349" y="3130338"/>
                  <a:pt x="5692749" y="3130338"/>
                </a:cubicBezTo>
                <a:cubicBezTo>
                  <a:pt x="5693301" y="3130338"/>
                  <a:pt x="5693869" y="3130248"/>
                  <a:pt x="5694421" y="3130088"/>
                </a:cubicBezTo>
                <a:close/>
                <a:moveTo>
                  <a:pt x="5954491" y="3037762"/>
                </a:moveTo>
                <a:cubicBezTo>
                  <a:pt x="5957388" y="3036625"/>
                  <a:pt x="5958793" y="3033335"/>
                  <a:pt x="5957656" y="3030455"/>
                </a:cubicBezTo>
                <a:cubicBezTo>
                  <a:pt x="5956517" y="3027558"/>
                  <a:pt x="5953245" y="3026135"/>
                  <a:pt x="5950348" y="3027291"/>
                </a:cubicBezTo>
                <a:cubicBezTo>
                  <a:pt x="5947450" y="3028429"/>
                  <a:pt x="5946045" y="3031700"/>
                  <a:pt x="5947183" y="3034598"/>
                </a:cubicBezTo>
                <a:cubicBezTo>
                  <a:pt x="5948054" y="3036802"/>
                  <a:pt x="5950188" y="3038153"/>
                  <a:pt x="5952427" y="3038153"/>
                </a:cubicBezTo>
                <a:cubicBezTo>
                  <a:pt x="5953104" y="3038153"/>
                  <a:pt x="5953814" y="3038029"/>
                  <a:pt x="5954491" y="3037762"/>
                </a:cubicBezTo>
                <a:close/>
                <a:moveTo>
                  <a:pt x="5781910" y="3101553"/>
                </a:moveTo>
                <a:cubicBezTo>
                  <a:pt x="5784845" y="3100540"/>
                  <a:pt x="5786427" y="3097339"/>
                  <a:pt x="5785413" y="3094405"/>
                </a:cubicBezTo>
                <a:cubicBezTo>
                  <a:pt x="5784400" y="3091455"/>
                  <a:pt x="5781199" y="3089891"/>
                  <a:pt x="5778266" y="3090904"/>
                </a:cubicBezTo>
                <a:cubicBezTo>
                  <a:pt x="5775315" y="3091899"/>
                  <a:pt x="5773749" y="3095100"/>
                  <a:pt x="5774763" y="3098051"/>
                </a:cubicBezTo>
                <a:cubicBezTo>
                  <a:pt x="5775563" y="3100380"/>
                  <a:pt x="5777750" y="3101856"/>
                  <a:pt x="5780097" y="3101856"/>
                </a:cubicBezTo>
                <a:cubicBezTo>
                  <a:pt x="5780684" y="3101856"/>
                  <a:pt x="5781306" y="3101749"/>
                  <a:pt x="5781910" y="3101553"/>
                </a:cubicBezTo>
                <a:close/>
                <a:moveTo>
                  <a:pt x="5868583" y="3070671"/>
                </a:moveTo>
                <a:cubicBezTo>
                  <a:pt x="5871499" y="3069604"/>
                  <a:pt x="5872992" y="3066369"/>
                  <a:pt x="5871908" y="3063436"/>
                </a:cubicBezTo>
                <a:cubicBezTo>
                  <a:pt x="5870823" y="3060537"/>
                  <a:pt x="5867586" y="3059044"/>
                  <a:pt x="5864672" y="3060111"/>
                </a:cubicBezTo>
                <a:cubicBezTo>
                  <a:pt x="5861755" y="3061195"/>
                  <a:pt x="5860262" y="3064431"/>
                  <a:pt x="5861346" y="3067347"/>
                </a:cubicBezTo>
                <a:cubicBezTo>
                  <a:pt x="5862182" y="3069622"/>
                  <a:pt x="5864333" y="3071027"/>
                  <a:pt x="5866627" y="3071027"/>
                </a:cubicBezTo>
                <a:cubicBezTo>
                  <a:pt x="5867285" y="3071027"/>
                  <a:pt x="5867943" y="3070920"/>
                  <a:pt x="5868583" y="3070671"/>
                </a:cubicBezTo>
                <a:close/>
                <a:moveTo>
                  <a:pt x="8318141" y="2173903"/>
                </a:moveTo>
                <a:cubicBezTo>
                  <a:pt x="8322889" y="2173903"/>
                  <a:pt x="8327316" y="2170899"/>
                  <a:pt x="8328898" y="2166134"/>
                </a:cubicBezTo>
                <a:cubicBezTo>
                  <a:pt x="8330855" y="2160195"/>
                  <a:pt x="8327636" y="2153795"/>
                  <a:pt x="8321697" y="2151839"/>
                </a:cubicBezTo>
                <a:cubicBezTo>
                  <a:pt x="8315760" y="2149866"/>
                  <a:pt x="8309360" y="2153102"/>
                  <a:pt x="8307404" y="2159022"/>
                </a:cubicBezTo>
                <a:cubicBezTo>
                  <a:pt x="8305430" y="2164960"/>
                  <a:pt x="8308648" y="2171360"/>
                  <a:pt x="8314586" y="2173334"/>
                </a:cubicBezTo>
                <a:cubicBezTo>
                  <a:pt x="8315760" y="2173725"/>
                  <a:pt x="8316969" y="2173903"/>
                  <a:pt x="8318141" y="2173903"/>
                </a:cubicBezTo>
                <a:close/>
                <a:moveTo>
                  <a:pt x="8141065" y="2241712"/>
                </a:moveTo>
                <a:cubicBezTo>
                  <a:pt x="8145367" y="2241712"/>
                  <a:pt x="8149385" y="2239010"/>
                  <a:pt x="8150861" y="2234725"/>
                </a:cubicBezTo>
                <a:cubicBezTo>
                  <a:pt x="8152728" y="2229303"/>
                  <a:pt x="8149848" y="2223399"/>
                  <a:pt x="8144425" y="2221533"/>
                </a:cubicBezTo>
                <a:cubicBezTo>
                  <a:pt x="8139020" y="2219666"/>
                  <a:pt x="8133118" y="2222564"/>
                  <a:pt x="8131251" y="2227968"/>
                </a:cubicBezTo>
                <a:cubicBezTo>
                  <a:pt x="8129384" y="2233391"/>
                  <a:pt x="8132264" y="2239295"/>
                  <a:pt x="8137686" y="2241143"/>
                </a:cubicBezTo>
                <a:cubicBezTo>
                  <a:pt x="8138790" y="2241534"/>
                  <a:pt x="8139944" y="2241712"/>
                  <a:pt x="8141065" y="2241712"/>
                </a:cubicBezTo>
                <a:close/>
                <a:moveTo>
                  <a:pt x="7960146" y="2308294"/>
                </a:moveTo>
                <a:cubicBezTo>
                  <a:pt x="7964093" y="2308294"/>
                  <a:pt x="7967774" y="2305787"/>
                  <a:pt x="7969089" y="2301822"/>
                </a:cubicBezTo>
                <a:cubicBezTo>
                  <a:pt x="7970725" y="2296898"/>
                  <a:pt x="7968040" y="2291564"/>
                  <a:pt x="7963097" y="2289911"/>
                </a:cubicBezTo>
                <a:cubicBezTo>
                  <a:pt x="7958155" y="2288292"/>
                  <a:pt x="7952839" y="2290959"/>
                  <a:pt x="7951204" y="2295902"/>
                </a:cubicBezTo>
                <a:cubicBezTo>
                  <a:pt x="7949568" y="2300844"/>
                  <a:pt x="7952235" y="2306178"/>
                  <a:pt x="7957177" y="2307814"/>
                </a:cubicBezTo>
                <a:cubicBezTo>
                  <a:pt x="7958155" y="2308134"/>
                  <a:pt x="7959169" y="2308294"/>
                  <a:pt x="7960146" y="2308294"/>
                </a:cubicBezTo>
                <a:close/>
                <a:moveTo>
                  <a:pt x="6902337" y="2696444"/>
                </a:moveTo>
                <a:cubicBezTo>
                  <a:pt x="6905377" y="2695856"/>
                  <a:pt x="6907386" y="2692905"/>
                  <a:pt x="6906800" y="2689865"/>
                </a:cubicBezTo>
                <a:cubicBezTo>
                  <a:pt x="6906230" y="2686807"/>
                  <a:pt x="6903280" y="2684797"/>
                  <a:pt x="6900222" y="2685384"/>
                </a:cubicBezTo>
                <a:cubicBezTo>
                  <a:pt x="6897163" y="2685954"/>
                  <a:pt x="6895172" y="2688905"/>
                  <a:pt x="6895741" y="2691963"/>
                </a:cubicBezTo>
                <a:cubicBezTo>
                  <a:pt x="6896256" y="2694665"/>
                  <a:pt x="6898621" y="2696550"/>
                  <a:pt x="6901270" y="2696550"/>
                </a:cubicBezTo>
                <a:cubicBezTo>
                  <a:pt x="6901626" y="2696550"/>
                  <a:pt x="6901982" y="2696514"/>
                  <a:pt x="6902337" y="2696444"/>
                </a:cubicBezTo>
                <a:close/>
                <a:moveTo>
                  <a:pt x="8927817" y="1953942"/>
                </a:moveTo>
                <a:cubicBezTo>
                  <a:pt x="8934732" y="1953942"/>
                  <a:pt x="8940795" y="1948857"/>
                  <a:pt x="8941808" y="1941817"/>
                </a:cubicBezTo>
                <a:cubicBezTo>
                  <a:pt x="8942929" y="1934066"/>
                  <a:pt x="8937560" y="1926883"/>
                  <a:pt x="8929826" y="1925763"/>
                </a:cubicBezTo>
                <a:cubicBezTo>
                  <a:pt x="8922074" y="1924643"/>
                  <a:pt x="8914892" y="1930012"/>
                  <a:pt x="8913789" y="1937763"/>
                </a:cubicBezTo>
                <a:cubicBezTo>
                  <a:pt x="8912651" y="1945497"/>
                  <a:pt x="8918038" y="1952680"/>
                  <a:pt x="8925772" y="1953800"/>
                </a:cubicBezTo>
                <a:cubicBezTo>
                  <a:pt x="8926465" y="1953907"/>
                  <a:pt x="8927140" y="1953943"/>
                  <a:pt x="8927817" y="1953942"/>
                </a:cubicBezTo>
                <a:close/>
                <a:moveTo>
                  <a:pt x="7774072" y="2377791"/>
                </a:moveTo>
                <a:cubicBezTo>
                  <a:pt x="7777752" y="2377791"/>
                  <a:pt x="7781148" y="2375356"/>
                  <a:pt x="7782214" y="2371640"/>
                </a:cubicBezTo>
                <a:cubicBezTo>
                  <a:pt x="7783494" y="2367142"/>
                  <a:pt x="7780899" y="2362448"/>
                  <a:pt x="7776383" y="2361150"/>
                </a:cubicBezTo>
                <a:cubicBezTo>
                  <a:pt x="7771867" y="2359870"/>
                  <a:pt x="7767173" y="2362484"/>
                  <a:pt x="7765893" y="2366981"/>
                </a:cubicBezTo>
                <a:cubicBezTo>
                  <a:pt x="7764613" y="2371480"/>
                  <a:pt x="7767209" y="2376173"/>
                  <a:pt x="7771708" y="2377453"/>
                </a:cubicBezTo>
                <a:lnTo>
                  <a:pt x="7771725" y="2377453"/>
                </a:lnTo>
                <a:cubicBezTo>
                  <a:pt x="7772507" y="2377685"/>
                  <a:pt x="7773289" y="2377791"/>
                  <a:pt x="7774072" y="2377791"/>
                </a:cubicBezTo>
                <a:close/>
                <a:moveTo>
                  <a:pt x="7581028" y="2456001"/>
                </a:moveTo>
                <a:cubicBezTo>
                  <a:pt x="7584531" y="2456001"/>
                  <a:pt x="7587678" y="2453530"/>
                  <a:pt x="7588407" y="2449974"/>
                </a:cubicBezTo>
                <a:cubicBezTo>
                  <a:pt x="7589224" y="2445903"/>
                  <a:pt x="7586593" y="2441921"/>
                  <a:pt x="7582522" y="2441103"/>
                </a:cubicBezTo>
                <a:cubicBezTo>
                  <a:pt x="7578433" y="2440267"/>
                  <a:pt x="7574469" y="2442899"/>
                  <a:pt x="7573650" y="2446970"/>
                </a:cubicBezTo>
                <a:cubicBezTo>
                  <a:pt x="7572815" y="2451058"/>
                  <a:pt x="7575446" y="2455024"/>
                  <a:pt x="7579535" y="2455842"/>
                </a:cubicBezTo>
                <a:cubicBezTo>
                  <a:pt x="7580033" y="2455948"/>
                  <a:pt x="7580531" y="2456001"/>
                  <a:pt x="7581028" y="2456001"/>
                </a:cubicBezTo>
                <a:close/>
                <a:moveTo>
                  <a:pt x="4669485" y="3525135"/>
                </a:moveTo>
                <a:cubicBezTo>
                  <a:pt x="4670481" y="3525135"/>
                  <a:pt x="4671458" y="3524602"/>
                  <a:pt x="4671956" y="3523641"/>
                </a:cubicBezTo>
                <a:cubicBezTo>
                  <a:pt x="4672667" y="3522255"/>
                  <a:pt x="4672115" y="3520583"/>
                  <a:pt x="4670764" y="3519890"/>
                </a:cubicBezTo>
                <a:cubicBezTo>
                  <a:pt x="4669396" y="3519179"/>
                  <a:pt x="4667707" y="3519712"/>
                  <a:pt x="4667013" y="3521081"/>
                </a:cubicBezTo>
                <a:cubicBezTo>
                  <a:pt x="4666302" y="3522451"/>
                  <a:pt x="4666836" y="3524140"/>
                  <a:pt x="4668204" y="3524833"/>
                </a:cubicBezTo>
                <a:cubicBezTo>
                  <a:pt x="4668614" y="3525046"/>
                  <a:pt x="4669040" y="3525135"/>
                  <a:pt x="4669485" y="3525135"/>
                </a:cubicBezTo>
                <a:close/>
                <a:moveTo>
                  <a:pt x="4856306" y="3458376"/>
                </a:moveTo>
                <a:cubicBezTo>
                  <a:pt x="4857977" y="3458376"/>
                  <a:pt x="4859506" y="3457256"/>
                  <a:pt x="4859933" y="3455567"/>
                </a:cubicBezTo>
                <a:cubicBezTo>
                  <a:pt x="4860447" y="3453576"/>
                  <a:pt x="4859240" y="3451531"/>
                  <a:pt x="4857249" y="3451033"/>
                </a:cubicBezTo>
                <a:cubicBezTo>
                  <a:pt x="4855240" y="3450517"/>
                  <a:pt x="4853212" y="3451726"/>
                  <a:pt x="4852697" y="3453718"/>
                </a:cubicBezTo>
                <a:cubicBezTo>
                  <a:pt x="4852181" y="3455709"/>
                  <a:pt x="4853390" y="3457754"/>
                  <a:pt x="4855382" y="3458269"/>
                </a:cubicBezTo>
                <a:cubicBezTo>
                  <a:pt x="4855702" y="3458340"/>
                  <a:pt x="4856002" y="3458376"/>
                  <a:pt x="4856306" y="3458376"/>
                </a:cubicBezTo>
                <a:close/>
                <a:moveTo>
                  <a:pt x="5141552" y="3357374"/>
                </a:moveTo>
                <a:cubicBezTo>
                  <a:pt x="5144130" y="3357338"/>
                  <a:pt x="5146191" y="3355222"/>
                  <a:pt x="5146191" y="3352644"/>
                </a:cubicBezTo>
                <a:cubicBezTo>
                  <a:pt x="5146174" y="3350067"/>
                  <a:pt x="5144056" y="3348004"/>
                  <a:pt x="5141462" y="3348004"/>
                </a:cubicBezTo>
                <a:cubicBezTo>
                  <a:pt x="5138884" y="3348040"/>
                  <a:pt x="5136805" y="3350155"/>
                  <a:pt x="5136820" y="3352733"/>
                </a:cubicBezTo>
                <a:cubicBezTo>
                  <a:pt x="5136839" y="3355311"/>
                  <a:pt x="5138937" y="3357374"/>
                  <a:pt x="5141516" y="3357373"/>
                </a:cubicBezTo>
                <a:close/>
                <a:moveTo>
                  <a:pt x="6992672" y="2681491"/>
                </a:moveTo>
                <a:cubicBezTo>
                  <a:pt x="6995747" y="2681064"/>
                  <a:pt x="6997898" y="2678220"/>
                  <a:pt x="6997472" y="2675144"/>
                </a:cubicBezTo>
                <a:cubicBezTo>
                  <a:pt x="6997045" y="2672050"/>
                  <a:pt x="6994200" y="2669917"/>
                  <a:pt x="6991125" y="2670343"/>
                </a:cubicBezTo>
                <a:cubicBezTo>
                  <a:pt x="6988032" y="2670771"/>
                  <a:pt x="6985880" y="2673614"/>
                  <a:pt x="6986325" y="2676690"/>
                </a:cubicBezTo>
                <a:cubicBezTo>
                  <a:pt x="6986715" y="2679518"/>
                  <a:pt x="6989134" y="2681544"/>
                  <a:pt x="6991889" y="2681544"/>
                </a:cubicBezTo>
                <a:cubicBezTo>
                  <a:pt x="6992155" y="2681544"/>
                  <a:pt x="6992405" y="2681526"/>
                  <a:pt x="6992672" y="2681491"/>
                </a:cubicBezTo>
                <a:close/>
                <a:moveTo>
                  <a:pt x="7380803" y="2550086"/>
                </a:moveTo>
                <a:cubicBezTo>
                  <a:pt x="7384163" y="2550086"/>
                  <a:pt x="7387026" y="2547526"/>
                  <a:pt x="7387346" y="2544113"/>
                </a:cubicBezTo>
                <a:cubicBezTo>
                  <a:pt x="7387684" y="2540486"/>
                  <a:pt x="7385017" y="2537286"/>
                  <a:pt x="7381408" y="2536948"/>
                </a:cubicBezTo>
                <a:cubicBezTo>
                  <a:pt x="7377780" y="2536610"/>
                  <a:pt x="7374581" y="2539277"/>
                  <a:pt x="7374242" y="2542886"/>
                </a:cubicBezTo>
                <a:cubicBezTo>
                  <a:pt x="7373905" y="2546513"/>
                  <a:pt x="7376572" y="2549713"/>
                  <a:pt x="7380199" y="2550051"/>
                </a:cubicBezTo>
                <a:cubicBezTo>
                  <a:pt x="7380394" y="2550086"/>
                  <a:pt x="7380609" y="2550086"/>
                  <a:pt x="7380803" y="2550086"/>
                </a:cubicBezTo>
                <a:close/>
                <a:moveTo>
                  <a:pt x="8757477" y="2045166"/>
                </a:moveTo>
                <a:cubicBezTo>
                  <a:pt x="8763610" y="2045166"/>
                  <a:pt x="8769104" y="2040899"/>
                  <a:pt x="8770402" y="2034659"/>
                </a:cubicBezTo>
                <a:cubicBezTo>
                  <a:pt x="8771896" y="2027512"/>
                  <a:pt x="8767309" y="2020507"/>
                  <a:pt x="8760180" y="2019031"/>
                </a:cubicBezTo>
                <a:cubicBezTo>
                  <a:pt x="8753032" y="2017520"/>
                  <a:pt x="8746028" y="2022107"/>
                  <a:pt x="8744533" y="2029254"/>
                </a:cubicBezTo>
                <a:cubicBezTo>
                  <a:pt x="8743041" y="2036402"/>
                  <a:pt x="8747627" y="2043388"/>
                  <a:pt x="8754774" y="2044900"/>
                </a:cubicBezTo>
                <a:cubicBezTo>
                  <a:pt x="8755681" y="2045077"/>
                  <a:pt x="8756588" y="2045166"/>
                  <a:pt x="8757477" y="2045166"/>
                </a:cubicBezTo>
                <a:close/>
                <a:moveTo>
                  <a:pt x="7077548" y="2666042"/>
                </a:moveTo>
                <a:lnTo>
                  <a:pt x="7077557" y="2666031"/>
                </a:lnTo>
                <a:lnTo>
                  <a:pt x="7077549" y="2666023"/>
                </a:lnTo>
                <a:close/>
                <a:moveTo>
                  <a:pt x="7083629" y="2671162"/>
                </a:moveTo>
                <a:cubicBezTo>
                  <a:pt x="7086740" y="2670895"/>
                  <a:pt x="7089034" y="2668157"/>
                  <a:pt x="7088766" y="2665063"/>
                </a:cubicBezTo>
                <a:cubicBezTo>
                  <a:pt x="7088483" y="2661970"/>
                  <a:pt x="7085762" y="2659676"/>
                  <a:pt x="7082669" y="2659943"/>
                </a:cubicBezTo>
                <a:lnTo>
                  <a:pt x="7077557" y="2666031"/>
                </a:lnTo>
                <a:lnTo>
                  <a:pt x="7083148" y="2671162"/>
                </a:lnTo>
                <a:cubicBezTo>
                  <a:pt x="7083309" y="2671161"/>
                  <a:pt x="7083468" y="2671162"/>
                  <a:pt x="7083629" y="2671162"/>
                </a:cubicBezTo>
                <a:close/>
                <a:moveTo>
                  <a:pt x="5233024" y="3353462"/>
                </a:moveTo>
                <a:cubicBezTo>
                  <a:pt x="5235601" y="3353267"/>
                  <a:pt x="5237538" y="3351008"/>
                  <a:pt x="5237342" y="3348448"/>
                </a:cubicBezTo>
                <a:cubicBezTo>
                  <a:pt x="5237149" y="3345853"/>
                  <a:pt x="5234908" y="3343933"/>
                  <a:pt x="5232311" y="3344128"/>
                </a:cubicBezTo>
                <a:cubicBezTo>
                  <a:pt x="5229734" y="3344324"/>
                  <a:pt x="5227813" y="3346564"/>
                  <a:pt x="5228010" y="3349142"/>
                </a:cubicBezTo>
                <a:cubicBezTo>
                  <a:pt x="5228187" y="3351596"/>
                  <a:pt x="5230231" y="3353462"/>
                  <a:pt x="5232668" y="3353462"/>
                </a:cubicBezTo>
                <a:close/>
                <a:moveTo>
                  <a:pt x="9024303" y="1965499"/>
                </a:moveTo>
                <a:lnTo>
                  <a:pt x="9027102" y="1964418"/>
                </a:lnTo>
                <a:lnTo>
                  <a:pt x="9017987" y="1939572"/>
                </a:lnTo>
                <a:lnTo>
                  <a:pt x="9015271" y="1940404"/>
                </a:lnTo>
                <a:cubicBezTo>
                  <a:pt x="9012475" y="1942710"/>
                  <a:pt x="9010559" y="1946084"/>
                  <a:pt x="9010186" y="1949978"/>
                </a:cubicBezTo>
                <a:cubicBezTo>
                  <a:pt x="9009439" y="1957765"/>
                  <a:pt x="9015165" y="1964680"/>
                  <a:pt x="9022951" y="1965428"/>
                </a:cubicBezTo>
                <a:cubicBezTo>
                  <a:pt x="9023395" y="1965463"/>
                  <a:pt x="9023858" y="1965499"/>
                  <a:pt x="9024303" y="1965499"/>
                </a:cubicBezTo>
                <a:close/>
                <a:moveTo>
                  <a:pt x="8584488" y="2127945"/>
                </a:moveTo>
                <a:cubicBezTo>
                  <a:pt x="8589910" y="2127944"/>
                  <a:pt x="8594871" y="2124318"/>
                  <a:pt x="8596328" y="2118824"/>
                </a:cubicBezTo>
                <a:cubicBezTo>
                  <a:pt x="8598071" y="2112281"/>
                  <a:pt x="8594177" y="2105561"/>
                  <a:pt x="8587634" y="2103819"/>
                </a:cubicBezTo>
                <a:cubicBezTo>
                  <a:pt x="8581092" y="2102076"/>
                  <a:pt x="8574371" y="2105970"/>
                  <a:pt x="8572629" y="2112513"/>
                </a:cubicBezTo>
                <a:cubicBezTo>
                  <a:pt x="8570886" y="2119073"/>
                  <a:pt x="8574780" y="2125793"/>
                  <a:pt x="8581323" y="2127536"/>
                </a:cubicBezTo>
                <a:cubicBezTo>
                  <a:pt x="8582390" y="2127802"/>
                  <a:pt x="8583439" y="2127944"/>
                  <a:pt x="8584488" y="2127945"/>
                </a:cubicBezTo>
                <a:close/>
                <a:moveTo>
                  <a:pt x="8854531" y="2036508"/>
                </a:moveTo>
                <a:lnTo>
                  <a:pt x="8854514" y="2036508"/>
                </a:lnTo>
                <a:lnTo>
                  <a:pt x="8854519" y="2036512"/>
                </a:lnTo>
                <a:close/>
                <a:moveTo>
                  <a:pt x="8408975" y="2203132"/>
                </a:moveTo>
                <a:cubicBezTo>
                  <a:pt x="8413810" y="2203132"/>
                  <a:pt x="8418273" y="2200020"/>
                  <a:pt x="8419785" y="2195166"/>
                </a:cubicBezTo>
                <a:cubicBezTo>
                  <a:pt x="8421651" y="2189193"/>
                  <a:pt x="8418309" y="2182846"/>
                  <a:pt x="8412335" y="2180997"/>
                </a:cubicBezTo>
                <a:cubicBezTo>
                  <a:pt x="8406379" y="2179148"/>
                  <a:pt x="8400032" y="2182473"/>
                  <a:pt x="8398182" y="2188446"/>
                </a:cubicBezTo>
                <a:cubicBezTo>
                  <a:pt x="8396316" y="2194402"/>
                  <a:pt x="8399641" y="2200749"/>
                  <a:pt x="8405615" y="2202616"/>
                </a:cubicBezTo>
                <a:cubicBezTo>
                  <a:pt x="8406734" y="2202954"/>
                  <a:pt x="8407873" y="2203131"/>
                  <a:pt x="8408975" y="2203132"/>
                </a:cubicBezTo>
                <a:close/>
                <a:moveTo>
                  <a:pt x="7863678" y="2404780"/>
                </a:moveTo>
                <a:cubicBezTo>
                  <a:pt x="7867269" y="2404780"/>
                  <a:pt x="7870612" y="2402469"/>
                  <a:pt x="7871749" y="2398841"/>
                </a:cubicBezTo>
                <a:cubicBezTo>
                  <a:pt x="7873172" y="2394379"/>
                  <a:pt x="7870682" y="2389614"/>
                  <a:pt x="7866220" y="2388227"/>
                </a:cubicBezTo>
                <a:cubicBezTo>
                  <a:pt x="7861757" y="2386806"/>
                  <a:pt x="7856992" y="2389294"/>
                  <a:pt x="7855588" y="2393757"/>
                </a:cubicBezTo>
                <a:cubicBezTo>
                  <a:pt x="7854183" y="2398219"/>
                  <a:pt x="7856672" y="2402984"/>
                  <a:pt x="7861135" y="2404388"/>
                </a:cubicBezTo>
                <a:cubicBezTo>
                  <a:pt x="7861971" y="2404655"/>
                  <a:pt x="7862825" y="2404780"/>
                  <a:pt x="7863678" y="2404780"/>
                </a:cubicBezTo>
                <a:close/>
                <a:moveTo>
                  <a:pt x="4945094" y="3476564"/>
                </a:moveTo>
                <a:cubicBezTo>
                  <a:pt x="4946908" y="3476564"/>
                  <a:pt x="4948487" y="3475248"/>
                  <a:pt x="4948773" y="3473417"/>
                </a:cubicBezTo>
                <a:cubicBezTo>
                  <a:pt x="4949094" y="3471372"/>
                  <a:pt x="4947707" y="3469470"/>
                  <a:pt x="4945662" y="3469149"/>
                </a:cubicBezTo>
                <a:cubicBezTo>
                  <a:pt x="4943619" y="3468830"/>
                  <a:pt x="4941715" y="3470217"/>
                  <a:pt x="4941396" y="3472261"/>
                </a:cubicBezTo>
                <a:cubicBezTo>
                  <a:pt x="4941076" y="3474288"/>
                  <a:pt x="4942481" y="3476208"/>
                  <a:pt x="4944506" y="3476510"/>
                </a:cubicBezTo>
                <a:cubicBezTo>
                  <a:pt x="4944702" y="3476564"/>
                  <a:pt x="4944898" y="3476564"/>
                  <a:pt x="4945094" y="3476564"/>
                </a:cubicBezTo>
                <a:close/>
                <a:moveTo>
                  <a:pt x="7671718" y="2476643"/>
                </a:moveTo>
                <a:cubicBezTo>
                  <a:pt x="7675080" y="2476643"/>
                  <a:pt x="7678154" y="2474367"/>
                  <a:pt x="7679008" y="2470953"/>
                </a:cubicBezTo>
                <a:cubicBezTo>
                  <a:pt x="7680004" y="2466917"/>
                  <a:pt x="7677568" y="2462828"/>
                  <a:pt x="7673532" y="2461814"/>
                </a:cubicBezTo>
                <a:cubicBezTo>
                  <a:pt x="7669497" y="2460802"/>
                  <a:pt x="7665407" y="2463255"/>
                  <a:pt x="7664394" y="2467291"/>
                </a:cubicBezTo>
                <a:cubicBezTo>
                  <a:pt x="7663399" y="2471309"/>
                  <a:pt x="7665834" y="2475398"/>
                  <a:pt x="7669870" y="2476411"/>
                </a:cubicBezTo>
                <a:cubicBezTo>
                  <a:pt x="7670492" y="2476571"/>
                  <a:pt x="7671096" y="2476643"/>
                  <a:pt x="7671718" y="2476643"/>
                </a:cubicBezTo>
                <a:close/>
                <a:moveTo>
                  <a:pt x="8049432" y="2338394"/>
                </a:moveTo>
                <a:cubicBezTo>
                  <a:pt x="8053343" y="2338394"/>
                  <a:pt x="8057006" y="2335922"/>
                  <a:pt x="8058339" y="2332011"/>
                </a:cubicBezTo>
                <a:cubicBezTo>
                  <a:pt x="8060029" y="2327086"/>
                  <a:pt x="8057397" y="2321734"/>
                  <a:pt x="8052472" y="2320046"/>
                </a:cubicBezTo>
                <a:cubicBezTo>
                  <a:pt x="8047548" y="2318357"/>
                  <a:pt x="8042195" y="2320988"/>
                  <a:pt x="8040507" y="2325913"/>
                </a:cubicBezTo>
                <a:cubicBezTo>
                  <a:pt x="8038818" y="2330837"/>
                  <a:pt x="8041449" y="2336206"/>
                  <a:pt x="8046374" y="2337878"/>
                </a:cubicBezTo>
                <a:cubicBezTo>
                  <a:pt x="8047388" y="2338233"/>
                  <a:pt x="8048418" y="2338394"/>
                  <a:pt x="8049432" y="2338394"/>
                </a:cubicBezTo>
                <a:close/>
                <a:moveTo>
                  <a:pt x="8230778" y="2272398"/>
                </a:moveTo>
                <a:cubicBezTo>
                  <a:pt x="8235115" y="2272399"/>
                  <a:pt x="8239151" y="2269661"/>
                  <a:pt x="8240609" y="2265340"/>
                </a:cubicBezTo>
                <a:cubicBezTo>
                  <a:pt x="8242440" y="2259918"/>
                  <a:pt x="8239524" y="2254033"/>
                  <a:pt x="8234102" y="2252183"/>
                </a:cubicBezTo>
                <a:cubicBezTo>
                  <a:pt x="8228679" y="2250353"/>
                  <a:pt x="8222794" y="2253268"/>
                  <a:pt x="8220963" y="2258690"/>
                </a:cubicBezTo>
                <a:cubicBezTo>
                  <a:pt x="8219132" y="2264131"/>
                  <a:pt x="8222030" y="2270016"/>
                  <a:pt x="8227469" y="2271848"/>
                </a:cubicBezTo>
                <a:cubicBezTo>
                  <a:pt x="8228555" y="2272220"/>
                  <a:pt x="8229692" y="2272398"/>
                  <a:pt x="8230778" y="2272398"/>
                </a:cubicBezTo>
                <a:close/>
                <a:moveTo>
                  <a:pt x="5324050" y="3343968"/>
                </a:moveTo>
                <a:cubicBezTo>
                  <a:pt x="5326612" y="3343631"/>
                  <a:pt x="5328407" y="3341266"/>
                  <a:pt x="5328069" y="3338706"/>
                </a:cubicBezTo>
                <a:cubicBezTo>
                  <a:pt x="5327731" y="3336146"/>
                  <a:pt x="5325365" y="3334350"/>
                  <a:pt x="5322806" y="3334688"/>
                </a:cubicBezTo>
                <a:cubicBezTo>
                  <a:pt x="5320246" y="3335025"/>
                  <a:pt x="5318451" y="3337372"/>
                  <a:pt x="5318788" y="3339932"/>
                </a:cubicBezTo>
                <a:cubicBezTo>
                  <a:pt x="5319108" y="3342297"/>
                  <a:pt x="5321100" y="3344004"/>
                  <a:pt x="5323413" y="3344004"/>
                </a:cubicBezTo>
                <a:cubicBezTo>
                  <a:pt x="5323624" y="3344003"/>
                  <a:pt x="5323837" y="3343968"/>
                  <a:pt x="5324050" y="3343968"/>
                </a:cubicBezTo>
                <a:close/>
                <a:moveTo>
                  <a:pt x="7175012" y="2665775"/>
                </a:moveTo>
                <a:cubicBezTo>
                  <a:pt x="7178105" y="2665668"/>
                  <a:pt x="7180559" y="2663072"/>
                  <a:pt x="7180452" y="2659979"/>
                </a:cubicBezTo>
                <a:cubicBezTo>
                  <a:pt x="7180363" y="2656868"/>
                  <a:pt x="7177768" y="2654414"/>
                  <a:pt x="7174656" y="2654520"/>
                </a:cubicBezTo>
                <a:cubicBezTo>
                  <a:pt x="7171545" y="2654610"/>
                  <a:pt x="7169109" y="2657205"/>
                  <a:pt x="7169198" y="2660317"/>
                </a:cubicBezTo>
                <a:cubicBezTo>
                  <a:pt x="7169306" y="2663356"/>
                  <a:pt x="7171795" y="2665774"/>
                  <a:pt x="7174835" y="2665774"/>
                </a:cubicBezTo>
                <a:close/>
                <a:moveTo>
                  <a:pt x="7472560" y="2561216"/>
                </a:moveTo>
                <a:cubicBezTo>
                  <a:pt x="7475760" y="2561216"/>
                  <a:pt x="7478569" y="2558870"/>
                  <a:pt x="7479068" y="2555615"/>
                </a:cubicBezTo>
                <a:cubicBezTo>
                  <a:pt x="7479600" y="2552025"/>
                  <a:pt x="7477130" y="2548665"/>
                  <a:pt x="7473520" y="2548131"/>
                </a:cubicBezTo>
                <a:cubicBezTo>
                  <a:pt x="7469929" y="2547597"/>
                  <a:pt x="7466587" y="2550068"/>
                  <a:pt x="7466054" y="2553660"/>
                </a:cubicBezTo>
                <a:cubicBezTo>
                  <a:pt x="7465519" y="2557251"/>
                  <a:pt x="7467991" y="2560612"/>
                  <a:pt x="7471582" y="2561144"/>
                </a:cubicBezTo>
                <a:cubicBezTo>
                  <a:pt x="7471902" y="2561216"/>
                  <a:pt x="7472240" y="2561216"/>
                  <a:pt x="7472560" y="2561216"/>
                </a:cubicBezTo>
                <a:close/>
                <a:moveTo>
                  <a:pt x="4751713" y="3561778"/>
                </a:moveTo>
                <a:cubicBezTo>
                  <a:pt x="4752832" y="3561778"/>
                  <a:pt x="4753899" y="3561084"/>
                  <a:pt x="4754326" y="3559964"/>
                </a:cubicBezTo>
                <a:cubicBezTo>
                  <a:pt x="4754859" y="3558541"/>
                  <a:pt x="4754147" y="3556924"/>
                  <a:pt x="4752708" y="3556372"/>
                </a:cubicBezTo>
                <a:cubicBezTo>
                  <a:pt x="4751268" y="3555839"/>
                  <a:pt x="4749650" y="3556551"/>
                  <a:pt x="4749116" y="3557990"/>
                </a:cubicBezTo>
                <a:cubicBezTo>
                  <a:pt x="4748565" y="3559431"/>
                  <a:pt x="4749293" y="3561049"/>
                  <a:pt x="4750733" y="3561581"/>
                </a:cubicBezTo>
                <a:cubicBezTo>
                  <a:pt x="4751053" y="3561706"/>
                  <a:pt x="4751392" y="3561778"/>
                  <a:pt x="4751713" y="3561778"/>
                </a:cubicBezTo>
                <a:close/>
                <a:moveTo>
                  <a:pt x="8852434" y="2062767"/>
                </a:moveTo>
                <a:cubicBezTo>
                  <a:pt x="8858816" y="2062767"/>
                  <a:pt x="8864434" y="2058145"/>
                  <a:pt x="8865484" y="2051656"/>
                </a:cubicBezTo>
                <a:cubicBezTo>
                  <a:pt x="8866062" y="2048046"/>
                  <a:pt x="8865123" y="2044549"/>
                  <a:pt x="8863139" y="2041809"/>
                </a:cubicBezTo>
                <a:lnTo>
                  <a:pt x="8854519" y="2036512"/>
                </a:lnTo>
                <a:lnTo>
                  <a:pt x="8844685" y="2038851"/>
                </a:lnTo>
                <a:cubicBezTo>
                  <a:pt x="8841945" y="2040833"/>
                  <a:pt x="8839962" y="2043860"/>
                  <a:pt x="8839385" y="2047460"/>
                </a:cubicBezTo>
                <a:cubicBezTo>
                  <a:pt x="8838228" y="2054660"/>
                  <a:pt x="8843135" y="2061452"/>
                  <a:pt x="8850336" y="2062607"/>
                </a:cubicBezTo>
                <a:cubicBezTo>
                  <a:pt x="8851047" y="2062714"/>
                  <a:pt x="8851741" y="2062767"/>
                  <a:pt x="8852434" y="2062767"/>
                </a:cubicBezTo>
                <a:close/>
                <a:moveTo>
                  <a:pt x="5414404" y="3329603"/>
                </a:moveTo>
                <a:cubicBezTo>
                  <a:pt x="5416946" y="3329123"/>
                  <a:pt x="5418616" y="3326687"/>
                  <a:pt x="5418154" y="3324145"/>
                </a:cubicBezTo>
                <a:cubicBezTo>
                  <a:pt x="5417692" y="3321603"/>
                  <a:pt x="5415239" y="3319913"/>
                  <a:pt x="5412697" y="3320393"/>
                </a:cubicBezTo>
                <a:cubicBezTo>
                  <a:pt x="5410154" y="3320856"/>
                  <a:pt x="5408482" y="3323291"/>
                  <a:pt x="5408945" y="3325833"/>
                </a:cubicBezTo>
                <a:cubicBezTo>
                  <a:pt x="5409353" y="3328092"/>
                  <a:pt x="5411328" y="3329674"/>
                  <a:pt x="5413551" y="3329674"/>
                </a:cubicBezTo>
                <a:cubicBezTo>
                  <a:pt x="5413816" y="3329674"/>
                  <a:pt x="5414120" y="3329656"/>
                  <a:pt x="5414404" y="3329603"/>
                </a:cubicBezTo>
                <a:close/>
                <a:moveTo>
                  <a:pt x="6527912" y="2924636"/>
                </a:moveTo>
                <a:cubicBezTo>
                  <a:pt x="6530331" y="2923729"/>
                  <a:pt x="6531575" y="2921044"/>
                  <a:pt x="6530687" y="2918625"/>
                </a:cubicBezTo>
                <a:cubicBezTo>
                  <a:pt x="6529797" y="2916190"/>
                  <a:pt x="6527094" y="2914945"/>
                  <a:pt x="6524677" y="2915834"/>
                </a:cubicBezTo>
                <a:cubicBezTo>
                  <a:pt x="6522259" y="2916741"/>
                  <a:pt x="6521014" y="2919425"/>
                  <a:pt x="6521903" y="2921844"/>
                </a:cubicBezTo>
                <a:cubicBezTo>
                  <a:pt x="6522597" y="2923746"/>
                  <a:pt x="6524392" y="2924920"/>
                  <a:pt x="6526296" y="2924920"/>
                </a:cubicBezTo>
                <a:cubicBezTo>
                  <a:pt x="6526828" y="2924920"/>
                  <a:pt x="6527379" y="2924831"/>
                  <a:pt x="6527912" y="2924636"/>
                </a:cubicBezTo>
                <a:close/>
                <a:moveTo>
                  <a:pt x="6442734" y="2957135"/>
                </a:moveTo>
                <a:cubicBezTo>
                  <a:pt x="6445153" y="2956175"/>
                  <a:pt x="6446326" y="2953472"/>
                  <a:pt x="6445383" y="2951055"/>
                </a:cubicBezTo>
                <a:cubicBezTo>
                  <a:pt x="6444423" y="2948654"/>
                  <a:pt x="6441704" y="2947481"/>
                  <a:pt x="6439303" y="2948423"/>
                </a:cubicBezTo>
                <a:cubicBezTo>
                  <a:pt x="6436902" y="2949366"/>
                  <a:pt x="6435711" y="2952086"/>
                  <a:pt x="6436671" y="2954504"/>
                </a:cubicBezTo>
                <a:cubicBezTo>
                  <a:pt x="6437401" y="2956335"/>
                  <a:pt x="6439160" y="2957455"/>
                  <a:pt x="6441028" y="2957455"/>
                </a:cubicBezTo>
                <a:cubicBezTo>
                  <a:pt x="6441595" y="2957455"/>
                  <a:pt x="6442183" y="2957348"/>
                  <a:pt x="6442734" y="2957135"/>
                </a:cubicBezTo>
                <a:close/>
                <a:moveTo>
                  <a:pt x="6613874" y="2894375"/>
                </a:moveTo>
                <a:cubicBezTo>
                  <a:pt x="6616327" y="2893557"/>
                  <a:pt x="6617643" y="2890908"/>
                  <a:pt x="6616843" y="2888455"/>
                </a:cubicBezTo>
                <a:cubicBezTo>
                  <a:pt x="6616008" y="2886001"/>
                  <a:pt x="6613358" y="2884685"/>
                  <a:pt x="6610905" y="2885503"/>
                </a:cubicBezTo>
                <a:cubicBezTo>
                  <a:pt x="6608452" y="2886322"/>
                  <a:pt x="6607135" y="2888971"/>
                  <a:pt x="6607952" y="2891424"/>
                </a:cubicBezTo>
                <a:cubicBezTo>
                  <a:pt x="6608611" y="2893379"/>
                  <a:pt x="6610443" y="2894624"/>
                  <a:pt x="6612397" y="2894624"/>
                </a:cubicBezTo>
                <a:cubicBezTo>
                  <a:pt x="6612878" y="2894624"/>
                  <a:pt x="6613394" y="2894554"/>
                  <a:pt x="6613874" y="2894375"/>
                </a:cubicBezTo>
                <a:close/>
                <a:moveTo>
                  <a:pt x="6358214" y="2991359"/>
                </a:moveTo>
                <a:cubicBezTo>
                  <a:pt x="6360595" y="2990363"/>
                  <a:pt x="6361733" y="2987626"/>
                  <a:pt x="6360755" y="2985243"/>
                </a:cubicBezTo>
                <a:cubicBezTo>
                  <a:pt x="6359760" y="2982843"/>
                  <a:pt x="6357022" y="2981706"/>
                  <a:pt x="6354622" y="2982701"/>
                </a:cubicBezTo>
                <a:cubicBezTo>
                  <a:pt x="6352238" y="2983679"/>
                  <a:pt x="6351101" y="2986435"/>
                  <a:pt x="6352097" y="2988817"/>
                </a:cubicBezTo>
                <a:cubicBezTo>
                  <a:pt x="6352844" y="2990630"/>
                  <a:pt x="6354586" y="2991714"/>
                  <a:pt x="6356417" y="2991715"/>
                </a:cubicBezTo>
                <a:cubicBezTo>
                  <a:pt x="6357022" y="2991715"/>
                  <a:pt x="6357626" y="2991591"/>
                  <a:pt x="6358214" y="2991359"/>
                </a:cubicBezTo>
                <a:close/>
                <a:moveTo>
                  <a:pt x="6700760" y="2866978"/>
                </a:moveTo>
                <a:cubicBezTo>
                  <a:pt x="6703248" y="2866250"/>
                  <a:pt x="6704653" y="2863654"/>
                  <a:pt x="6703923" y="2861165"/>
                </a:cubicBezTo>
                <a:cubicBezTo>
                  <a:pt x="6703195" y="2858675"/>
                  <a:pt x="6700581" y="2857272"/>
                  <a:pt x="6698109" y="2858000"/>
                </a:cubicBezTo>
                <a:cubicBezTo>
                  <a:pt x="6695620" y="2858729"/>
                  <a:pt x="6694216" y="2861342"/>
                  <a:pt x="6694945" y="2863813"/>
                </a:cubicBezTo>
                <a:cubicBezTo>
                  <a:pt x="6695550" y="2865858"/>
                  <a:pt x="6697417" y="2867173"/>
                  <a:pt x="6699425" y="2867173"/>
                </a:cubicBezTo>
                <a:cubicBezTo>
                  <a:pt x="6699871" y="2867173"/>
                  <a:pt x="6700314" y="2867120"/>
                  <a:pt x="6700760" y="2866978"/>
                </a:cubicBezTo>
                <a:close/>
                <a:moveTo>
                  <a:pt x="6274154" y="3026775"/>
                </a:moveTo>
                <a:cubicBezTo>
                  <a:pt x="6276537" y="3025761"/>
                  <a:pt x="6277638" y="3023006"/>
                  <a:pt x="6276626" y="3020623"/>
                </a:cubicBezTo>
                <a:cubicBezTo>
                  <a:pt x="6275594" y="3018259"/>
                  <a:pt x="6272856" y="3017156"/>
                  <a:pt x="6270474" y="3018170"/>
                </a:cubicBezTo>
                <a:cubicBezTo>
                  <a:pt x="6268092" y="3019183"/>
                  <a:pt x="6266990" y="3021939"/>
                  <a:pt x="6268003" y="3024303"/>
                </a:cubicBezTo>
                <a:cubicBezTo>
                  <a:pt x="6268768" y="3026081"/>
                  <a:pt x="6270492" y="3027148"/>
                  <a:pt x="6272324" y="3027148"/>
                </a:cubicBezTo>
                <a:cubicBezTo>
                  <a:pt x="6272927" y="3027148"/>
                  <a:pt x="6273549" y="3027041"/>
                  <a:pt x="6274154" y="3026775"/>
                </a:cubicBezTo>
                <a:close/>
                <a:moveTo>
                  <a:pt x="5503955" y="3310971"/>
                </a:moveTo>
                <a:cubicBezTo>
                  <a:pt x="5506462" y="3310384"/>
                  <a:pt x="5508026" y="3307877"/>
                  <a:pt x="5507458" y="3305352"/>
                </a:cubicBezTo>
                <a:cubicBezTo>
                  <a:pt x="5506872" y="3302827"/>
                  <a:pt x="5504347" y="3301263"/>
                  <a:pt x="5501823" y="3301850"/>
                </a:cubicBezTo>
                <a:cubicBezTo>
                  <a:pt x="5499316" y="3302436"/>
                  <a:pt x="5497752" y="3304961"/>
                  <a:pt x="5498337" y="3307468"/>
                </a:cubicBezTo>
                <a:cubicBezTo>
                  <a:pt x="5498836" y="3309638"/>
                  <a:pt x="5500756" y="3311095"/>
                  <a:pt x="5502890" y="3311095"/>
                </a:cubicBezTo>
                <a:cubicBezTo>
                  <a:pt x="5503244" y="3311095"/>
                  <a:pt x="5503600" y="3311059"/>
                  <a:pt x="5503955" y="3310971"/>
                </a:cubicBezTo>
                <a:close/>
                <a:moveTo>
                  <a:pt x="7266681" y="2665579"/>
                </a:moveTo>
                <a:cubicBezTo>
                  <a:pt x="7269721" y="2665579"/>
                  <a:pt x="7272228" y="2663161"/>
                  <a:pt x="7272298" y="2660103"/>
                </a:cubicBezTo>
                <a:cubicBezTo>
                  <a:pt x="7272387" y="2656992"/>
                  <a:pt x="7269934" y="2654396"/>
                  <a:pt x="7266822" y="2654324"/>
                </a:cubicBezTo>
                <a:cubicBezTo>
                  <a:pt x="7263712" y="2654236"/>
                  <a:pt x="7261133" y="2656689"/>
                  <a:pt x="7261045" y="2659801"/>
                </a:cubicBezTo>
                <a:cubicBezTo>
                  <a:pt x="7260955" y="2662912"/>
                  <a:pt x="7263407" y="2665490"/>
                  <a:pt x="7266521" y="2665579"/>
                </a:cubicBezTo>
                <a:close/>
                <a:moveTo>
                  <a:pt x="6788605" y="2842852"/>
                </a:moveTo>
                <a:cubicBezTo>
                  <a:pt x="6791095" y="2842212"/>
                  <a:pt x="6792623" y="2839669"/>
                  <a:pt x="6791983" y="2837163"/>
                </a:cubicBezTo>
                <a:cubicBezTo>
                  <a:pt x="6791343" y="2834656"/>
                  <a:pt x="6788801" y="2833144"/>
                  <a:pt x="6786294" y="2833785"/>
                </a:cubicBezTo>
                <a:cubicBezTo>
                  <a:pt x="6783788" y="2834408"/>
                  <a:pt x="6782276" y="2836967"/>
                  <a:pt x="6782915" y="2839474"/>
                </a:cubicBezTo>
                <a:cubicBezTo>
                  <a:pt x="6783449" y="2841590"/>
                  <a:pt x="6785352" y="2842994"/>
                  <a:pt x="6787449" y="2842994"/>
                </a:cubicBezTo>
                <a:cubicBezTo>
                  <a:pt x="6787822" y="2842995"/>
                  <a:pt x="6788213" y="2842959"/>
                  <a:pt x="6788605" y="2842852"/>
                </a:cubicBezTo>
                <a:close/>
                <a:moveTo>
                  <a:pt x="5035144" y="3486680"/>
                </a:moveTo>
                <a:cubicBezTo>
                  <a:pt x="5037082" y="3486680"/>
                  <a:pt x="5038717" y="3485186"/>
                  <a:pt x="5038859" y="3483213"/>
                </a:cubicBezTo>
                <a:cubicBezTo>
                  <a:pt x="5039002" y="3481150"/>
                  <a:pt x="5037454" y="3479373"/>
                  <a:pt x="5035410" y="3479231"/>
                </a:cubicBezTo>
                <a:cubicBezTo>
                  <a:pt x="5033349" y="3479070"/>
                  <a:pt x="5031570" y="3480635"/>
                  <a:pt x="5031411" y="3482680"/>
                </a:cubicBezTo>
                <a:cubicBezTo>
                  <a:pt x="5031269" y="3484742"/>
                  <a:pt x="5032833" y="3486520"/>
                  <a:pt x="5034877" y="3486679"/>
                </a:cubicBezTo>
                <a:close/>
                <a:moveTo>
                  <a:pt x="6190380" y="3062920"/>
                </a:moveTo>
                <a:cubicBezTo>
                  <a:pt x="6192745" y="3061888"/>
                  <a:pt x="6193829" y="3059132"/>
                  <a:pt x="6192799" y="3056768"/>
                </a:cubicBezTo>
                <a:cubicBezTo>
                  <a:pt x="6191767" y="3054385"/>
                  <a:pt x="6189011" y="3053319"/>
                  <a:pt x="6186647" y="3054333"/>
                </a:cubicBezTo>
                <a:cubicBezTo>
                  <a:pt x="6184264" y="3055363"/>
                  <a:pt x="6183180" y="3058119"/>
                  <a:pt x="6184210" y="3060501"/>
                </a:cubicBezTo>
                <a:cubicBezTo>
                  <a:pt x="6184975" y="3062261"/>
                  <a:pt x="6186699" y="3063311"/>
                  <a:pt x="6188513" y="3063311"/>
                </a:cubicBezTo>
                <a:cubicBezTo>
                  <a:pt x="6189136" y="3063311"/>
                  <a:pt x="6189775" y="3063186"/>
                  <a:pt x="6190380" y="3062920"/>
                </a:cubicBezTo>
                <a:close/>
                <a:moveTo>
                  <a:pt x="8677685" y="2150968"/>
                </a:moveTo>
                <a:cubicBezTo>
                  <a:pt x="8683303" y="2150968"/>
                  <a:pt x="8688352" y="2147110"/>
                  <a:pt x="8689650" y="2141403"/>
                </a:cubicBezTo>
                <a:cubicBezTo>
                  <a:pt x="8691144" y="2134790"/>
                  <a:pt x="8687001" y="2128229"/>
                  <a:pt x="8680387" y="2126718"/>
                </a:cubicBezTo>
                <a:cubicBezTo>
                  <a:pt x="8673791" y="2125224"/>
                  <a:pt x="8667213" y="2129366"/>
                  <a:pt x="8665719" y="2135981"/>
                </a:cubicBezTo>
                <a:cubicBezTo>
                  <a:pt x="8664226" y="2142594"/>
                  <a:pt x="8668369" y="2149154"/>
                  <a:pt x="8674964" y="2150666"/>
                </a:cubicBezTo>
                <a:cubicBezTo>
                  <a:pt x="8675889" y="2150861"/>
                  <a:pt x="8676796" y="2150968"/>
                  <a:pt x="8677685" y="2150968"/>
                </a:cubicBezTo>
                <a:close/>
                <a:moveTo>
                  <a:pt x="8323992" y="2281981"/>
                </a:moveTo>
                <a:lnTo>
                  <a:pt x="8323974" y="2281981"/>
                </a:lnTo>
                <a:lnTo>
                  <a:pt x="8323975" y="2281983"/>
                </a:lnTo>
                <a:close/>
                <a:moveTo>
                  <a:pt x="6106676" y="3099330"/>
                </a:moveTo>
                <a:cubicBezTo>
                  <a:pt x="6109059" y="3098300"/>
                  <a:pt x="6110144" y="3095544"/>
                  <a:pt x="6109113" y="3093161"/>
                </a:cubicBezTo>
                <a:cubicBezTo>
                  <a:pt x="6108082" y="3090797"/>
                  <a:pt x="6105326" y="3089712"/>
                  <a:pt x="6102943" y="3090744"/>
                </a:cubicBezTo>
                <a:cubicBezTo>
                  <a:pt x="6100579" y="3091775"/>
                  <a:pt x="6099494" y="3094530"/>
                  <a:pt x="6100525" y="3096894"/>
                </a:cubicBezTo>
                <a:cubicBezTo>
                  <a:pt x="6101291" y="3098673"/>
                  <a:pt x="6103014" y="3099721"/>
                  <a:pt x="6104828" y="3099721"/>
                </a:cubicBezTo>
                <a:cubicBezTo>
                  <a:pt x="6105450" y="3099721"/>
                  <a:pt x="6106073" y="3099597"/>
                  <a:pt x="6106676" y="3099330"/>
                </a:cubicBezTo>
                <a:close/>
                <a:moveTo>
                  <a:pt x="5592583" y="3288534"/>
                </a:moveTo>
                <a:cubicBezTo>
                  <a:pt x="5595072" y="3287858"/>
                  <a:pt x="5596549" y="3285280"/>
                  <a:pt x="5595872" y="3282773"/>
                </a:cubicBezTo>
                <a:cubicBezTo>
                  <a:pt x="5595179" y="3280284"/>
                  <a:pt x="5592601" y="3278826"/>
                  <a:pt x="5590112" y="3279501"/>
                </a:cubicBezTo>
                <a:cubicBezTo>
                  <a:pt x="5587622" y="3280177"/>
                  <a:pt x="5586147" y="3282756"/>
                  <a:pt x="5586823" y="3285244"/>
                </a:cubicBezTo>
                <a:cubicBezTo>
                  <a:pt x="5587410" y="3287325"/>
                  <a:pt x="5589293" y="3288693"/>
                  <a:pt x="5591338" y="3288693"/>
                </a:cubicBezTo>
                <a:cubicBezTo>
                  <a:pt x="5591748" y="3288693"/>
                  <a:pt x="5592174" y="3288640"/>
                  <a:pt x="5592583" y="3288534"/>
                </a:cubicBezTo>
                <a:close/>
                <a:moveTo>
                  <a:pt x="6022868" y="3135511"/>
                </a:moveTo>
                <a:cubicBezTo>
                  <a:pt x="6025250" y="3134498"/>
                  <a:pt x="6026352" y="3131759"/>
                  <a:pt x="6025338" y="3129377"/>
                </a:cubicBezTo>
                <a:cubicBezTo>
                  <a:pt x="6024325" y="3126994"/>
                  <a:pt x="6021570" y="3125892"/>
                  <a:pt x="6019187" y="3126906"/>
                </a:cubicBezTo>
                <a:cubicBezTo>
                  <a:pt x="6016805" y="3127920"/>
                  <a:pt x="6015702" y="3130675"/>
                  <a:pt x="6016716" y="3133056"/>
                </a:cubicBezTo>
                <a:cubicBezTo>
                  <a:pt x="6017480" y="3134834"/>
                  <a:pt x="6019205" y="3135902"/>
                  <a:pt x="6021036" y="3135902"/>
                </a:cubicBezTo>
                <a:cubicBezTo>
                  <a:pt x="6021641" y="3135902"/>
                  <a:pt x="6022263" y="3135778"/>
                  <a:pt x="6022868" y="3135511"/>
                </a:cubicBezTo>
                <a:close/>
                <a:moveTo>
                  <a:pt x="6877339" y="2822424"/>
                </a:moveTo>
                <a:cubicBezTo>
                  <a:pt x="6879864" y="2821891"/>
                  <a:pt x="6881500" y="2819420"/>
                  <a:pt x="6880966" y="2816877"/>
                </a:cubicBezTo>
                <a:cubicBezTo>
                  <a:pt x="6880450" y="2814352"/>
                  <a:pt x="6877962" y="2812717"/>
                  <a:pt x="6875437" y="2813251"/>
                </a:cubicBezTo>
                <a:cubicBezTo>
                  <a:pt x="6872894" y="2813765"/>
                  <a:pt x="6871277" y="2816237"/>
                  <a:pt x="6871792" y="2818780"/>
                </a:cubicBezTo>
                <a:cubicBezTo>
                  <a:pt x="6872255" y="2820984"/>
                  <a:pt x="6874210" y="2822513"/>
                  <a:pt x="6876379" y="2822513"/>
                </a:cubicBezTo>
                <a:cubicBezTo>
                  <a:pt x="6876699" y="2822513"/>
                  <a:pt x="6877020" y="2822477"/>
                  <a:pt x="6877339" y="2822424"/>
                </a:cubicBezTo>
                <a:close/>
                <a:moveTo>
                  <a:pt x="5680339" y="3262896"/>
                </a:moveTo>
                <a:cubicBezTo>
                  <a:pt x="5682792" y="3262132"/>
                  <a:pt x="5684179" y="3259500"/>
                  <a:pt x="5683414" y="3257030"/>
                </a:cubicBezTo>
                <a:cubicBezTo>
                  <a:pt x="5682650" y="3254558"/>
                  <a:pt x="5680019" y="3253189"/>
                  <a:pt x="5677565" y="3253953"/>
                </a:cubicBezTo>
                <a:cubicBezTo>
                  <a:pt x="5675094" y="3254718"/>
                  <a:pt x="5673707" y="3257331"/>
                  <a:pt x="5674472" y="3259803"/>
                </a:cubicBezTo>
                <a:cubicBezTo>
                  <a:pt x="5675094" y="3261812"/>
                  <a:pt x="5676943" y="3263110"/>
                  <a:pt x="5678952" y="3263110"/>
                </a:cubicBezTo>
                <a:cubicBezTo>
                  <a:pt x="5679415" y="3263110"/>
                  <a:pt x="5679877" y="3263039"/>
                  <a:pt x="5680339" y="3262896"/>
                </a:cubicBezTo>
                <a:close/>
                <a:moveTo>
                  <a:pt x="7761485" y="2500982"/>
                </a:moveTo>
                <a:cubicBezTo>
                  <a:pt x="7764739" y="2500982"/>
                  <a:pt x="7767760" y="2498831"/>
                  <a:pt x="7768703" y="2495542"/>
                </a:cubicBezTo>
                <a:cubicBezTo>
                  <a:pt x="7769859" y="2491541"/>
                  <a:pt x="7767565" y="2487381"/>
                  <a:pt x="7763565" y="2486208"/>
                </a:cubicBezTo>
                <a:cubicBezTo>
                  <a:pt x="7759565" y="2485052"/>
                  <a:pt x="7755405" y="2487363"/>
                  <a:pt x="7754248" y="2491364"/>
                </a:cubicBezTo>
                <a:cubicBezTo>
                  <a:pt x="7753093" y="2495346"/>
                  <a:pt x="7755387" y="2499523"/>
                  <a:pt x="7759386" y="2500680"/>
                </a:cubicBezTo>
                <a:cubicBezTo>
                  <a:pt x="7760080" y="2500876"/>
                  <a:pt x="7760791" y="2500982"/>
                  <a:pt x="7761485" y="2500982"/>
                </a:cubicBezTo>
                <a:close/>
                <a:moveTo>
                  <a:pt x="8500447" y="2230333"/>
                </a:moveTo>
                <a:cubicBezTo>
                  <a:pt x="8505390" y="2230333"/>
                  <a:pt x="8509923" y="2227080"/>
                  <a:pt x="8511328" y="2222101"/>
                </a:cubicBezTo>
                <a:cubicBezTo>
                  <a:pt x="8513035" y="2216075"/>
                  <a:pt x="8509532" y="2209816"/>
                  <a:pt x="8503522" y="2208127"/>
                </a:cubicBezTo>
                <a:cubicBezTo>
                  <a:pt x="8497496" y="2206421"/>
                  <a:pt x="8491238" y="2209923"/>
                  <a:pt x="8489549" y="2215932"/>
                </a:cubicBezTo>
                <a:cubicBezTo>
                  <a:pt x="8487842" y="2221960"/>
                  <a:pt x="8491344" y="2228199"/>
                  <a:pt x="8497353" y="2229906"/>
                </a:cubicBezTo>
                <a:cubicBezTo>
                  <a:pt x="8498385" y="2230191"/>
                  <a:pt x="8499416" y="2230333"/>
                  <a:pt x="8500447" y="2230333"/>
                </a:cubicBezTo>
                <a:close/>
                <a:moveTo>
                  <a:pt x="5938436" y="3170517"/>
                </a:moveTo>
                <a:cubicBezTo>
                  <a:pt x="5940853" y="3169540"/>
                  <a:pt x="5942009" y="3166819"/>
                  <a:pt x="5941049" y="3164420"/>
                </a:cubicBezTo>
                <a:cubicBezTo>
                  <a:pt x="5940070" y="3162019"/>
                  <a:pt x="5937351" y="3160864"/>
                  <a:pt x="5934951" y="3161823"/>
                </a:cubicBezTo>
                <a:cubicBezTo>
                  <a:pt x="5932550" y="3162783"/>
                  <a:pt x="5931394" y="3165503"/>
                  <a:pt x="5932356" y="3167922"/>
                </a:cubicBezTo>
                <a:cubicBezTo>
                  <a:pt x="5933084" y="3169735"/>
                  <a:pt x="5934843" y="3170854"/>
                  <a:pt x="5936693" y="3170855"/>
                </a:cubicBezTo>
                <a:cubicBezTo>
                  <a:pt x="5937280" y="3170855"/>
                  <a:pt x="5937867" y="3170749"/>
                  <a:pt x="5938436" y="3170517"/>
                </a:cubicBezTo>
                <a:close/>
                <a:moveTo>
                  <a:pt x="5767206" y="3234468"/>
                </a:moveTo>
                <a:cubicBezTo>
                  <a:pt x="5769660" y="3233614"/>
                  <a:pt x="5770958" y="3230948"/>
                  <a:pt x="5770123" y="3228512"/>
                </a:cubicBezTo>
                <a:cubicBezTo>
                  <a:pt x="5769269" y="3226058"/>
                  <a:pt x="5766620" y="3224761"/>
                  <a:pt x="5764167" y="3225614"/>
                </a:cubicBezTo>
                <a:cubicBezTo>
                  <a:pt x="5761714" y="3226449"/>
                  <a:pt x="5760414" y="3229116"/>
                  <a:pt x="5761251" y="3231552"/>
                </a:cubicBezTo>
                <a:cubicBezTo>
                  <a:pt x="5761926" y="3233508"/>
                  <a:pt x="5763740" y="3234717"/>
                  <a:pt x="5765696" y="3234717"/>
                </a:cubicBezTo>
                <a:cubicBezTo>
                  <a:pt x="5766193" y="3234717"/>
                  <a:pt x="5766709" y="3234628"/>
                  <a:pt x="5767206" y="3234468"/>
                </a:cubicBezTo>
                <a:close/>
                <a:moveTo>
                  <a:pt x="5853240" y="3203568"/>
                </a:moveTo>
                <a:cubicBezTo>
                  <a:pt x="5855657" y="3202662"/>
                  <a:pt x="5856883" y="3199977"/>
                  <a:pt x="5855976" y="3197559"/>
                </a:cubicBezTo>
                <a:cubicBezTo>
                  <a:pt x="5855070" y="3195123"/>
                  <a:pt x="5852385" y="3193897"/>
                  <a:pt x="5849967" y="3194804"/>
                </a:cubicBezTo>
                <a:lnTo>
                  <a:pt x="5849950" y="3194804"/>
                </a:lnTo>
                <a:cubicBezTo>
                  <a:pt x="5847532" y="3195710"/>
                  <a:pt x="5846305" y="3198413"/>
                  <a:pt x="5847211" y="3200831"/>
                </a:cubicBezTo>
                <a:cubicBezTo>
                  <a:pt x="5847905" y="3202715"/>
                  <a:pt x="5849701" y="3203871"/>
                  <a:pt x="5851604" y="3203871"/>
                </a:cubicBezTo>
                <a:cubicBezTo>
                  <a:pt x="5852136" y="3203871"/>
                  <a:pt x="5852705" y="3203782"/>
                  <a:pt x="5853240" y="3203568"/>
                </a:cubicBezTo>
                <a:close/>
                <a:moveTo>
                  <a:pt x="7952715" y="2433706"/>
                </a:moveTo>
                <a:cubicBezTo>
                  <a:pt x="7956270" y="2433706"/>
                  <a:pt x="7959577" y="2431448"/>
                  <a:pt x="7960751" y="2427892"/>
                </a:cubicBezTo>
                <a:cubicBezTo>
                  <a:pt x="7962244" y="2423465"/>
                  <a:pt x="7959843" y="2418665"/>
                  <a:pt x="7955398" y="2417190"/>
                </a:cubicBezTo>
                <a:cubicBezTo>
                  <a:pt x="7950954" y="2415696"/>
                  <a:pt x="7946153" y="2418096"/>
                  <a:pt x="7944678" y="2422541"/>
                </a:cubicBezTo>
                <a:cubicBezTo>
                  <a:pt x="7943185" y="2426986"/>
                  <a:pt x="7945603" y="2431785"/>
                  <a:pt x="7950030" y="2433261"/>
                </a:cubicBezTo>
                <a:cubicBezTo>
                  <a:pt x="7950919" y="2433563"/>
                  <a:pt x="7951826" y="2433706"/>
                  <a:pt x="7952715" y="2433706"/>
                </a:cubicBezTo>
                <a:close/>
                <a:moveTo>
                  <a:pt x="7563588" y="2577288"/>
                </a:moveTo>
                <a:cubicBezTo>
                  <a:pt x="7566646" y="2577288"/>
                  <a:pt x="7569384" y="2575137"/>
                  <a:pt x="7570025" y="2572025"/>
                </a:cubicBezTo>
                <a:cubicBezTo>
                  <a:pt x="7570752" y="2568470"/>
                  <a:pt x="7568442" y="2564986"/>
                  <a:pt x="7564886" y="2564274"/>
                </a:cubicBezTo>
                <a:cubicBezTo>
                  <a:pt x="7561330" y="2563545"/>
                  <a:pt x="7557845" y="2565838"/>
                  <a:pt x="7557135" y="2569394"/>
                </a:cubicBezTo>
                <a:cubicBezTo>
                  <a:pt x="7556406" y="2572950"/>
                  <a:pt x="7558699" y="2576435"/>
                  <a:pt x="7562255" y="2577164"/>
                </a:cubicBezTo>
                <a:cubicBezTo>
                  <a:pt x="7562699" y="2577253"/>
                  <a:pt x="7563144" y="2577288"/>
                  <a:pt x="7563588" y="2577288"/>
                </a:cubicBezTo>
                <a:close/>
                <a:moveTo>
                  <a:pt x="8138575" y="2368938"/>
                </a:moveTo>
                <a:cubicBezTo>
                  <a:pt x="8142487" y="2368938"/>
                  <a:pt x="8146149" y="2366484"/>
                  <a:pt x="8147501" y="2362555"/>
                </a:cubicBezTo>
                <a:cubicBezTo>
                  <a:pt x="8149172" y="2357648"/>
                  <a:pt x="8146558" y="2352279"/>
                  <a:pt x="8141633" y="2350590"/>
                </a:cubicBezTo>
                <a:cubicBezTo>
                  <a:pt x="8136708" y="2348918"/>
                  <a:pt x="8131358" y="2351532"/>
                  <a:pt x="8129668" y="2356456"/>
                </a:cubicBezTo>
                <a:cubicBezTo>
                  <a:pt x="8127979" y="2361382"/>
                  <a:pt x="8130593" y="2366751"/>
                  <a:pt x="8135517" y="2368440"/>
                </a:cubicBezTo>
                <a:lnTo>
                  <a:pt x="8135535" y="2368440"/>
                </a:lnTo>
                <a:cubicBezTo>
                  <a:pt x="8136531" y="2368777"/>
                  <a:pt x="8137562" y="2368938"/>
                  <a:pt x="8138575" y="2368938"/>
                </a:cubicBezTo>
                <a:close/>
                <a:moveTo>
                  <a:pt x="8320791" y="2302231"/>
                </a:moveTo>
                <a:cubicBezTo>
                  <a:pt x="8325165" y="2302231"/>
                  <a:pt x="8329236" y="2299441"/>
                  <a:pt x="8330658" y="2295048"/>
                </a:cubicBezTo>
                <a:lnTo>
                  <a:pt x="8323975" y="2281983"/>
                </a:lnTo>
                <a:lnTo>
                  <a:pt x="8316072" y="2282618"/>
                </a:lnTo>
                <a:cubicBezTo>
                  <a:pt x="8313705" y="2283826"/>
                  <a:pt x="8311805" y="2285937"/>
                  <a:pt x="8310925" y="2288666"/>
                </a:cubicBezTo>
                <a:cubicBezTo>
                  <a:pt x="8309164" y="2294107"/>
                  <a:pt x="8312151" y="2299956"/>
                  <a:pt x="8317609" y="2301716"/>
                </a:cubicBezTo>
                <a:cubicBezTo>
                  <a:pt x="8318676" y="2302071"/>
                  <a:pt x="8319743" y="2302231"/>
                  <a:pt x="8320791" y="2302231"/>
                </a:cubicBezTo>
                <a:close/>
                <a:moveTo>
                  <a:pt x="8948173" y="2075675"/>
                </a:moveTo>
                <a:cubicBezTo>
                  <a:pt x="8954823" y="2075675"/>
                  <a:pt x="8960547" y="2070661"/>
                  <a:pt x="8961294" y="2063906"/>
                </a:cubicBezTo>
                <a:cubicBezTo>
                  <a:pt x="8962094" y="2056633"/>
                  <a:pt x="8956849" y="2050127"/>
                  <a:pt x="8949596" y="2049327"/>
                </a:cubicBezTo>
                <a:cubicBezTo>
                  <a:pt x="8942342" y="2048526"/>
                  <a:pt x="8935817" y="2053771"/>
                  <a:pt x="8935017" y="2061025"/>
                </a:cubicBezTo>
                <a:cubicBezTo>
                  <a:pt x="8934217" y="2068279"/>
                  <a:pt x="8939462" y="2074804"/>
                  <a:pt x="8946716" y="2075603"/>
                </a:cubicBezTo>
                <a:cubicBezTo>
                  <a:pt x="8947196" y="2075657"/>
                  <a:pt x="8947693" y="2075675"/>
                  <a:pt x="8948173" y="2075675"/>
                </a:cubicBezTo>
                <a:close/>
                <a:moveTo>
                  <a:pt x="4839290" y="3585719"/>
                </a:moveTo>
                <a:lnTo>
                  <a:pt x="4838152" y="3583752"/>
                </a:lnTo>
                <a:lnTo>
                  <a:pt x="4835081" y="3585544"/>
                </a:lnTo>
                <a:close/>
                <a:moveTo>
                  <a:pt x="6966892" y="2806121"/>
                </a:moveTo>
                <a:cubicBezTo>
                  <a:pt x="6969451" y="2805712"/>
                  <a:pt x="6971194" y="2803330"/>
                  <a:pt x="6970803" y="2800770"/>
                </a:cubicBezTo>
                <a:cubicBezTo>
                  <a:pt x="6970394" y="2798210"/>
                  <a:pt x="6967994" y="2796466"/>
                  <a:pt x="6965451" y="2796876"/>
                </a:cubicBezTo>
                <a:cubicBezTo>
                  <a:pt x="6962892" y="2797267"/>
                  <a:pt x="6961149" y="2799667"/>
                  <a:pt x="6961540" y="2802228"/>
                </a:cubicBezTo>
                <a:cubicBezTo>
                  <a:pt x="6961914" y="2804521"/>
                  <a:pt x="6963887" y="2806174"/>
                  <a:pt x="6966162" y="2806174"/>
                </a:cubicBezTo>
                <a:cubicBezTo>
                  <a:pt x="6966395" y="2806174"/>
                  <a:pt x="6966642" y="2806156"/>
                  <a:pt x="6966892" y="2806121"/>
                </a:cubicBezTo>
                <a:close/>
                <a:moveTo>
                  <a:pt x="5125780" y="3489595"/>
                </a:moveTo>
                <a:cubicBezTo>
                  <a:pt x="5127825" y="3489596"/>
                  <a:pt x="5129497" y="3487907"/>
                  <a:pt x="5129478" y="3485844"/>
                </a:cubicBezTo>
                <a:cubicBezTo>
                  <a:pt x="5129479" y="3483782"/>
                  <a:pt x="5127789" y="3482111"/>
                  <a:pt x="5125728" y="3482128"/>
                </a:cubicBezTo>
                <a:cubicBezTo>
                  <a:pt x="5123666" y="3482128"/>
                  <a:pt x="5121993" y="3483817"/>
                  <a:pt x="5122011" y="3485880"/>
                </a:cubicBezTo>
                <a:cubicBezTo>
                  <a:pt x="5122012" y="3487942"/>
                  <a:pt x="5123683" y="3489596"/>
                  <a:pt x="5125744" y="3489596"/>
                </a:cubicBezTo>
                <a:close/>
                <a:moveTo>
                  <a:pt x="7358366" y="2670752"/>
                </a:moveTo>
                <a:cubicBezTo>
                  <a:pt x="7361264" y="2670752"/>
                  <a:pt x="7363718" y="2668530"/>
                  <a:pt x="7363984" y="2665597"/>
                </a:cubicBezTo>
                <a:cubicBezTo>
                  <a:pt x="7364234" y="2662503"/>
                  <a:pt x="7361940" y="2659765"/>
                  <a:pt x="7358846" y="2659517"/>
                </a:cubicBezTo>
                <a:cubicBezTo>
                  <a:pt x="7355753" y="2659232"/>
                  <a:pt x="7353015" y="2661544"/>
                  <a:pt x="7352765" y="2664637"/>
                </a:cubicBezTo>
                <a:cubicBezTo>
                  <a:pt x="7352499" y="2667730"/>
                  <a:pt x="7354793" y="2670450"/>
                  <a:pt x="7357886" y="2670735"/>
                </a:cubicBezTo>
                <a:cubicBezTo>
                  <a:pt x="7358046" y="2670734"/>
                  <a:pt x="7358206" y="2670752"/>
                  <a:pt x="7358366" y="2670752"/>
                </a:cubicBezTo>
                <a:close/>
                <a:moveTo>
                  <a:pt x="7051999" y="2790244"/>
                </a:moveTo>
                <a:lnTo>
                  <a:pt x="7052008" y="2790234"/>
                </a:lnTo>
                <a:lnTo>
                  <a:pt x="7051999" y="2790226"/>
                </a:lnTo>
                <a:close/>
                <a:moveTo>
                  <a:pt x="7057138" y="2794423"/>
                </a:moveTo>
                <a:cubicBezTo>
                  <a:pt x="7059715" y="2794156"/>
                  <a:pt x="7061583" y="2791863"/>
                  <a:pt x="7061315" y="2789285"/>
                </a:cubicBezTo>
                <a:cubicBezTo>
                  <a:pt x="7061067" y="2786707"/>
                  <a:pt x="7058754" y="2784840"/>
                  <a:pt x="7056177" y="2785106"/>
                </a:cubicBezTo>
                <a:lnTo>
                  <a:pt x="7052008" y="2790234"/>
                </a:lnTo>
                <a:lnTo>
                  <a:pt x="7056657" y="2794423"/>
                </a:lnTo>
                <a:cubicBezTo>
                  <a:pt x="7056817" y="2794423"/>
                  <a:pt x="7056977" y="2794423"/>
                  <a:pt x="7057138" y="2794423"/>
                </a:cubicBezTo>
                <a:close/>
                <a:moveTo>
                  <a:pt x="8771753" y="2170133"/>
                </a:moveTo>
                <a:cubicBezTo>
                  <a:pt x="8777566" y="2170134"/>
                  <a:pt x="8782740" y="2165973"/>
                  <a:pt x="8783807" y="2160053"/>
                </a:cubicBezTo>
                <a:cubicBezTo>
                  <a:pt x="8784998" y="2153368"/>
                  <a:pt x="8780571" y="2147003"/>
                  <a:pt x="8773904" y="2145794"/>
                </a:cubicBezTo>
                <a:cubicBezTo>
                  <a:pt x="8767237" y="2144604"/>
                  <a:pt x="8760854" y="2149031"/>
                  <a:pt x="8759663" y="2155697"/>
                </a:cubicBezTo>
                <a:cubicBezTo>
                  <a:pt x="8758454" y="2162364"/>
                  <a:pt x="8762882" y="2168747"/>
                  <a:pt x="8769566" y="2169938"/>
                </a:cubicBezTo>
                <a:cubicBezTo>
                  <a:pt x="8770295" y="2170080"/>
                  <a:pt x="8771025" y="2170133"/>
                  <a:pt x="8771753" y="2170133"/>
                </a:cubicBezTo>
                <a:close/>
                <a:moveTo>
                  <a:pt x="5216577" y="3486147"/>
                </a:moveTo>
                <a:cubicBezTo>
                  <a:pt x="5218638" y="3486004"/>
                  <a:pt x="5220187" y="3484208"/>
                  <a:pt x="5220043" y="3482164"/>
                </a:cubicBezTo>
                <a:cubicBezTo>
                  <a:pt x="5219902" y="3480102"/>
                  <a:pt x="5218107" y="3478554"/>
                  <a:pt x="5216063" y="3478697"/>
                </a:cubicBezTo>
                <a:cubicBezTo>
                  <a:pt x="5213999" y="3478839"/>
                  <a:pt x="5212453" y="3480617"/>
                  <a:pt x="5212595" y="3482680"/>
                </a:cubicBezTo>
                <a:cubicBezTo>
                  <a:pt x="5212737" y="3484653"/>
                  <a:pt x="5214372" y="3486147"/>
                  <a:pt x="5216311" y="3486147"/>
                </a:cubicBezTo>
                <a:close/>
                <a:moveTo>
                  <a:pt x="9044411" y="2083835"/>
                </a:moveTo>
                <a:cubicBezTo>
                  <a:pt x="9051344" y="2083835"/>
                  <a:pt x="9057159" y="2078449"/>
                  <a:pt x="9057585" y="2071426"/>
                </a:cubicBezTo>
                <a:cubicBezTo>
                  <a:pt x="9058029" y="2064136"/>
                  <a:pt x="9052482" y="2057879"/>
                  <a:pt x="9045194" y="2057434"/>
                </a:cubicBezTo>
                <a:cubicBezTo>
                  <a:pt x="9037904" y="2056989"/>
                  <a:pt x="9031645" y="2062537"/>
                  <a:pt x="9031201" y="2069826"/>
                </a:cubicBezTo>
                <a:cubicBezTo>
                  <a:pt x="9030756" y="2077115"/>
                  <a:pt x="9036303" y="2083373"/>
                  <a:pt x="9043592" y="2083817"/>
                </a:cubicBezTo>
                <a:lnTo>
                  <a:pt x="9043592" y="2083835"/>
                </a:lnTo>
                <a:cubicBezTo>
                  <a:pt x="9043877" y="2083835"/>
                  <a:pt x="9044143" y="2083835"/>
                  <a:pt x="9044411" y="2083835"/>
                </a:cubicBezTo>
                <a:close/>
                <a:moveTo>
                  <a:pt x="7653655" y="2597948"/>
                </a:moveTo>
                <a:cubicBezTo>
                  <a:pt x="7656590" y="2597948"/>
                  <a:pt x="7659274" y="2595957"/>
                  <a:pt x="7660021" y="2592970"/>
                </a:cubicBezTo>
                <a:cubicBezTo>
                  <a:pt x="7660910" y="2589449"/>
                  <a:pt x="7658793" y="2585876"/>
                  <a:pt x="7655257" y="2584987"/>
                </a:cubicBezTo>
                <a:cubicBezTo>
                  <a:pt x="7651736" y="2584097"/>
                  <a:pt x="7648162" y="2586232"/>
                  <a:pt x="7647273" y="2589751"/>
                </a:cubicBezTo>
                <a:cubicBezTo>
                  <a:pt x="7646384" y="2593272"/>
                  <a:pt x="7648518" y="2596846"/>
                  <a:pt x="7652038" y="2597734"/>
                </a:cubicBezTo>
                <a:cubicBezTo>
                  <a:pt x="7652571" y="2597876"/>
                  <a:pt x="7653123" y="2597948"/>
                  <a:pt x="7653655" y="2597948"/>
                </a:cubicBezTo>
                <a:close/>
                <a:moveTo>
                  <a:pt x="8592667" y="2254797"/>
                </a:moveTo>
                <a:cubicBezTo>
                  <a:pt x="8597751" y="2254797"/>
                  <a:pt x="8602392" y="2251347"/>
                  <a:pt x="8603654" y="2246192"/>
                </a:cubicBezTo>
                <a:cubicBezTo>
                  <a:pt x="8605147" y="2240111"/>
                  <a:pt x="8601431" y="2233978"/>
                  <a:pt x="8595368" y="2232484"/>
                </a:cubicBezTo>
                <a:cubicBezTo>
                  <a:pt x="8589306" y="2230991"/>
                  <a:pt x="8583173" y="2234707"/>
                  <a:pt x="8581679" y="2240769"/>
                </a:cubicBezTo>
                <a:cubicBezTo>
                  <a:pt x="8580186" y="2246832"/>
                  <a:pt x="8583884" y="2252966"/>
                  <a:pt x="8589964" y="2254459"/>
                </a:cubicBezTo>
                <a:cubicBezTo>
                  <a:pt x="8590871" y="2254691"/>
                  <a:pt x="8591778" y="2254797"/>
                  <a:pt x="8592667" y="2254797"/>
                </a:cubicBezTo>
                <a:close/>
                <a:moveTo>
                  <a:pt x="7850468" y="2528041"/>
                </a:moveTo>
                <a:cubicBezTo>
                  <a:pt x="7853668" y="2528041"/>
                  <a:pt x="7856619" y="2525979"/>
                  <a:pt x="7857651" y="2522779"/>
                </a:cubicBezTo>
                <a:cubicBezTo>
                  <a:pt x="7858896" y="2518814"/>
                  <a:pt x="7856709" y="2514583"/>
                  <a:pt x="7852744" y="2513321"/>
                </a:cubicBezTo>
                <a:cubicBezTo>
                  <a:pt x="7848778" y="2512076"/>
                  <a:pt x="7844547" y="2514262"/>
                  <a:pt x="7843303" y="2518227"/>
                </a:cubicBezTo>
                <a:cubicBezTo>
                  <a:pt x="7842041" y="2522192"/>
                  <a:pt x="7844228" y="2526424"/>
                  <a:pt x="7848193" y="2527686"/>
                </a:cubicBezTo>
                <a:cubicBezTo>
                  <a:pt x="7848956" y="2527917"/>
                  <a:pt x="7849721" y="2528041"/>
                  <a:pt x="7850468" y="2528041"/>
                </a:cubicBezTo>
                <a:close/>
                <a:moveTo>
                  <a:pt x="7147863" y="2787702"/>
                </a:moveTo>
                <a:cubicBezTo>
                  <a:pt x="7150441" y="2787577"/>
                  <a:pt x="7152451" y="2785391"/>
                  <a:pt x="7152325" y="2782813"/>
                </a:cubicBezTo>
                <a:cubicBezTo>
                  <a:pt x="7152219" y="2780234"/>
                  <a:pt x="7150032" y="2778226"/>
                  <a:pt x="7147436" y="2778350"/>
                </a:cubicBezTo>
                <a:cubicBezTo>
                  <a:pt x="7144858" y="2778457"/>
                  <a:pt x="7142867" y="2780661"/>
                  <a:pt x="7142973" y="2783240"/>
                </a:cubicBezTo>
                <a:cubicBezTo>
                  <a:pt x="7143080" y="2785747"/>
                  <a:pt x="7145161" y="2787702"/>
                  <a:pt x="7147650" y="2787702"/>
                </a:cubicBezTo>
                <a:close/>
                <a:moveTo>
                  <a:pt x="8041395" y="2463717"/>
                </a:moveTo>
                <a:cubicBezTo>
                  <a:pt x="8044916" y="2463717"/>
                  <a:pt x="8048222" y="2461495"/>
                  <a:pt x="8049432" y="2457974"/>
                </a:cubicBezTo>
                <a:cubicBezTo>
                  <a:pt x="8050943" y="2453547"/>
                  <a:pt x="8048579" y="2448729"/>
                  <a:pt x="8044151" y="2447218"/>
                </a:cubicBezTo>
                <a:cubicBezTo>
                  <a:pt x="8039724" y="2445707"/>
                  <a:pt x="8034906" y="2448071"/>
                  <a:pt x="8033395" y="2452498"/>
                </a:cubicBezTo>
                <a:cubicBezTo>
                  <a:pt x="8031866" y="2456925"/>
                  <a:pt x="8034230" y="2461744"/>
                  <a:pt x="8038658" y="2463254"/>
                </a:cubicBezTo>
                <a:cubicBezTo>
                  <a:pt x="8039564" y="2463557"/>
                  <a:pt x="8040488" y="2463717"/>
                  <a:pt x="8041395" y="2463717"/>
                </a:cubicBezTo>
                <a:close/>
                <a:moveTo>
                  <a:pt x="7449608" y="2681314"/>
                </a:moveTo>
                <a:cubicBezTo>
                  <a:pt x="7452345" y="2681314"/>
                  <a:pt x="7454763" y="2679304"/>
                  <a:pt x="7455172" y="2676495"/>
                </a:cubicBezTo>
                <a:cubicBezTo>
                  <a:pt x="7455617" y="2673419"/>
                  <a:pt x="7453483" y="2670557"/>
                  <a:pt x="7450407" y="2670113"/>
                </a:cubicBezTo>
                <a:cubicBezTo>
                  <a:pt x="7447331" y="2669668"/>
                  <a:pt x="7444469" y="2671802"/>
                  <a:pt x="7444025" y="2674878"/>
                </a:cubicBezTo>
                <a:cubicBezTo>
                  <a:pt x="7443580" y="2677954"/>
                  <a:pt x="7445713" y="2680798"/>
                  <a:pt x="7448789" y="2681260"/>
                </a:cubicBezTo>
                <a:cubicBezTo>
                  <a:pt x="7449056" y="2681314"/>
                  <a:pt x="7449323" y="2681314"/>
                  <a:pt x="7449608" y="2681314"/>
                </a:cubicBezTo>
                <a:close/>
                <a:moveTo>
                  <a:pt x="8411322" y="2330482"/>
                </a:moveTo>
                <a:cubicBezTo>
                  <a:pt x="8415785" y="2330482"/>
                  <a:pt x="8419909" y="2327584"/>
                  <a:pt x="8421242" y="2323086"/>
                </a:cubicBezTo>
                <a:cubicBezTo>
                  <a:pt x="8422896" y="2317610"/>
                  <a:pt x="8419785" y="2311814"/>
                  <a:pt x="8414291" y="2310179"/>
                </a:cubicBezTo>
                <a:cubicBezTo>
                  <a:pt x="8408814" y="2308543"/>
                  <a:pt x="8403019" y="2311654"/>
                  <a:pt x="8401384" y="2317148"/>
                </a:cubicBezTo>
                <a:cubicBezTo>
                  <a:pt x="8399748" y="2322624"/>
                  <a:pt x="8402859" y="2328402"/>
                  <a:pt x="8408335" y="2330056"/>
                </a:cubicBezTo>
                <a:cubicBezTo>
                  <a:pt x="8409330" y="2330340"/>
                  <a:pt x="8410326" y="2330482"/>
                  <a:pt x="8411322" y="2330482"/>
                </a:cubicBezTo>
                <a:close/>
                <a:moveTo>
                  <a:pt x="8227808" y="2399180"/>
                </a:moveTo>
                <a:cubicBezTo>
                  <a:pt x="8231754" y="2399180"/>
                  <a:pt x="8235436" y="2396672"/>
                  <a:pt x="8236751" y="2392725"/>
                </a:cubicBezTo>
                <a:cubicBezTo>
                  <a:pt x="8238404" y="2387801"/>
                  <a:pt x="8235737" y="2382449"/>
                  <a:pt x="8230795" y="2380814"/>
                </a:cubicBezTo>
                <a:cubicBezTo>
                  <a:pt x="8225870" y="2379160"/>
                  <a:pt x="8220518" y="2381827"/>
                  <a:pt x="8218883" y="2386769"/>
                </a:cubicBezTo>
                <a:cubicBezTo>
                  <a:pt x="8217229" y="2391695"/>
                  <a:pt x="8219896" y="2397046"/>
                  <a:pt x="8224838" y="2398682"/>
                </a:cubicBezTo>
                <a:cubicBezTo>
                  <a:pt x="8225817" y="2399020"/>
                  <a:pt x="8226830" y="2399179"/>
                  <a:pt x="8227808" y="2399180"/>
                </a:cubicBezTo>
                <a:close/>
                <a:moveTo>
                  <a:pt x="5302823" y="3473879"/>
                </a:moveTo>
                <a:lnTo>
                  <a:pt x="5302831" y="3473868"/>
                </a:lnTo>
                <a:lnTo>
                  <a:pt x="5302823" y="3473861"/>
                </a:lnTo>
                <a:close/>
                <a:moveTo>
                  <a:pt x="5307001" y="3477114"/>
                </a:moveTo>
                <a:cubicBezTo>
                  <a:pt x="5309045" y="3476848"/>
                  <a:pt x="5310485" y="3474982"/>
                  <a:pt x="5310219" y="3472937"/>
                </a:cubicBezTo>
                <a:cubicBezTo>
                  <a:pt x="5309969" y="3470892"/>
                  <a:pt x="5308103" y="3469435"/>
                  <a:pt x="5306041" y="3469701"/>
                </a:cubicBezTo>
                <a:lnTo>
                  <a:pt x="5302831" y="3473868"/>
                </a:lnTo>
                <a:lnTo>
                  <a:pt x="5306521" y="3477114"/>
                </a:lnTo>
                <a:cubicBezTo>
                  <a:pt x="5306680" y="3477114"/>
                  <a:pt x="5306842" y="3477115"/>
                  <a:pt x="5307001" y="3477114"/>
                </a:cubicBezTo>
                <a:close/>
                <a:moveTo>
                  <a:pt x="8866603" y="2184766"/>
                </a:moveTo>
                <a:cubicBezTo>
                  <a:pt x="8872702" y="2184766"/>
                  <a:pt x="8877982" y="2180232"/>
                  <a:pt x="8878764" y="2174045"/>
                </a:cubicBezTo>
                <a:cubicBezTo>
                  <a:pt x="8879617" y="2167325"/>
                  <a:pt x="8874870" y="2161191"/>
                  <a:pt x="8868151" y="2160320"/>
                </a:cubicBezTo>
                <a:cubicBezTo>
                  <a:pt x="8861429" y="2159466"/>
                  <a:pt x="8855297" y="2164213"/>
                  <a:pt x="8854425" y="2170933"/>
                </a:cubicBezTo>
                <a:cubicBezTo>
                  <a:pt x="8853572" y="2177654"/>
                  <a:pt x="8858318" y="2183806"/>
                  <a:pt x="8865039" y="2184659"/>
                </a:cubicBezTo>
                <a:cubicBezTo>
                  <a:pt x="8865572" y="2184731"/>
                  <a:pt x="8866088" y="2184766"/>
                  <a:pt x="8866603" y="2184766"/>
                </a:cubicBezTo>
                <a:close/>
                <a:moveTo>
                  <a:pt x="6585908" y="3024944"/>
                </a:moveTo>
                <a:cubicBezTo>
                  <a:pt x="6587845" y="3024251"/>
                  <a:pt x="6588876" y="3022135"/>
                  <a:pt x="6588202" y="3020179"/>
                </a:cubicBezTo>
                <a:cubicBezTo>
                  <a:pt x="6587507" y="3018224"/>
                  <a:pt x="6585374" y="3017210"/>
                  <a:pt x="6583436" y="3017903"/>
                </a:cubicBezTo>
                <a:cubicBezTo>
                  <a:pt x="6581481" y="3018579"/>
                  <a:pt x="6580466" y="3020713"/>
                  <a:pt x="6581142" y="3022651"/>
                </a:cubicBezTo>
                <a:cubicBezTo>
                  <a:pt x="6581693" y="3024179"/>
                  <a:pt x="6583134" y="3025139"/>
                  <a:pt x="6584664" y="3025139"/>
                </a:cubicBezTo>
                <a:cubicBezTo>
                  <a:pt x="6585090" y="3025139"/>
                  <a:pt x="6585498" y="3025086"/>
                  <a:pt x="6585908" y="3024944"/>
                </a:cubicBezTo>
                <a:close/>
                <a:moveTo>
                  <a:pt x="6500888" y="3056163"/>
                </a:moveTo>
                <a:cubicBezTo>
                  <a:pt x="6502809" y="3055417"/>
                  <a:pt x="6503770" y="3053266"/>
                  <a:pt x="6503041" y="3051345"/>
                </a:cubicBezTo>
                <a:cubicBezTo>
                  <a:pt x="6502294" y="3049408"/>
                  <a:pt x="6500142" y="3048448"/>
                  <a:pt x="6498222" y="3049177"/>
                </a:cubicBezTo>
                <a:cubicBezTo>
                  <a:pt x="6496283" y="3049923"/>
                  <a:pt x="6495325" y="3052075"/>
                  <a:pt x="6496071" y="3054012"/>
                </a:cubicBezTo>
                <a:cubicBezTo>
                  <a:pt x="6496623" y="3055488"/>
                  <a:pt x="6498044" y="3056413"/>
                  <a:pt x="6499556" y="3056413"/>
                </a:cubicBezTo>
                <a:cubicBezTo>
                  <a:pt x="6500000" y="3056413"/>
                  <a:pt x="6500444" y="3056324"/>
                  <a:pt x="6500888" y="3056163"/>
                </a:cubicBezTo>
                <a:close/>
                <a:moveTo>
                  <a:pt x="7238891" y="2786280"/>
                </a:moveTo>
                <a:cubicBezTo>
                  <a:pt x="7241452" y="2786280"/>
                  <a:pt x="7243532" y="2784235"/>
                  <a:pt x="7243568" y="2781675"/>
                </a:cubicBezTo>
                <a:cubicBezTo>
                  <a:pt x="7243603" y="2779080"/>
                  <a:pt x="7241540" y="2776964"/>
                  <a:pt x="7238961" y="2776928"/>
                </a:cubicBezTo>
                <a:cubicBezTo>
                  <a:pt x="7236366" y="2776892"/>
                  <a:pt x="7234250" y="2778954"/>
                  <a:pt x="7234215" y="2781533"/>
                </a:cubicBezTo>
                <a:cubicBezTo>
                  <a:pt x="7234162" y="2784128"/>
                  <a:pt x="7236242" y="2786244"/>
                  <a:pt x="7238821" y="2786279"/>
                </a:cubicBezTo>
                <a:close/>
                <a:moveTo>
                  <a:pt x="5396783" y="3463194"/>
                </a:moveTo>
                <a:cubicBezTo>
                  <a:pt x="5398810" y="3462821"/>
                  <a:pt x="5400145" y="3460882"/>
                  <a:pt x="5399789" y="3458838"/>
                </a:cubicBezTo>
                <a:cubicBezTo>
                  <a:pt x="5399415" y="3456811"/>
                  <a:pt x="5397478" y="3455460"/>
                  <a:pt x="5395451" y="3455833"/>
                </a:cubicBezTo>
                <a:cubicBezTo>
                  <a:pt x="5393424" y="3456207"/>
                  <a:pt x="5392073" y="3458145"/>
                  <a:pt x="5392446" y="3460171"/>
                </a:cubicBezTo>
                <a:cubicBezTo>
                  <a:pt x="5392766" y="3461985"/>
                  <a:pt x="5394330" y="3463247"/>
                  <a:pt x="5396110" y="3463247"/>
                </a:cubicBezTo>
                <a:cubicBezTo>
                  <a:pt x="5396339" y="3463247"/>
                  <a:pt x="5396553" y="3463230"/>
                  <a:pt x="5396783" y="3463194"/>
                </a:cubicBezTo>
                <a:close/>
                <a:moveTo>
                  <a:pt x="6416634" y="3089481"/>
                </a:moveTo>
                <a:cubicBezTo>
                  <a:pt x="6418536" y="3088699"/>
                  <a:pt x="6419461" y="3086512"/>
                  <a:pt x="6418679" y="3084610"/>
                </a:cubicBezTo>
                <a:cubicBezTo>
                  <a:pt x="6417897" y="3082707"/>
                  <a:pt x="6415729" y="3081783"/>
                  <a:pt x="6413825" y="3082565"/>
                </a:cubicBezTo>
                <a:cubicBezTo>
                  <a:pt x="6411905" y="3083348"/>
                  <a:pt x="6410981" y="3085516"/>
                  <a:pt x="6411764" y="3087419"/>
                </a:cubicBezTo>
                <a:cubicBezTo>
                  <a:pt x="6412349" y="3088877"/>
                  <a:pt x="6413754" y="3089748"/>
                  <a:pt x="6415230" y="3089749"/>
                </a:cubicBezTo>
                <a:cubicBezTo>
                  <a:pt x="6415693" y="3089749"/>
                  <a:pt x="6416173" y="3089659"/>
                  <a:pt x="6416634" y="3089481"/>
                </a:cubicBezTo>
                <a:close/>
                <a:moveTo>
                  <a:pt x="6671832" y="2996374"/>
                </a:moveTo>
                <a:cubicBezTo>
                  <a:pt x="6673807" y="2995751"/>
                  <a:pt x="6674909" y="2993653"/>
                  <a:pt x="6674286" y="2991679"/>
                </a:cubicBezTo>
                <a:cubicBezTo>
                  <a:pt x="6673663" y="2989724"/>
                  <a:pt x="6671566" y="2988621"/>
                  <a:pt x="6669611" y="2989244"/>
                </a:cubicBezTo>
                <a:cubicBezTo>
                  <a:pt x="6667638" y="2989867"/>
                  <a:pt x="6666535" y="2991947"/>
                  <a:pt x="6667157" y="2993920"/>
                </a:cubicBezTo>
                <a:cubicBezTo>
                  <a:pt x="6667655" y="2995520"/>
                  <a:pt x="6669130" y="2996533"/>
                  <a:pt x="6670713" y="2996533"/>
                </a:cubicBezTo>
                <a:cubicBezTo>
                  <a:pt x="6671087" y="2996533"/>
                  <a:pt x="6671459" y="2996480"/>
                  <a:pt x="6671832" y="2996374"/>
                </a:cubicBezTo>
                <a:close/>
                <a:moveTo>
                  <a:pt x="6333003" y="3124364"/>
                </a:moveTo>
                <a:cubicBezTo>
                  <a:pt x="6334887" y="3123545"/>
                  <a:pt x="6335777" y="3121359"/>
                  <a:pt x="6334975" y="3119457"/>
                </a:cubicBezTo>
                <a:cubicBezTo>
                  <a:pt x="6334157" y="3117555"/>
                  <a:pt x="6331971" y="3116683"/>
                  <a:pt x="6330069" y="3117483"/>
                </a:cubicBezTo>
                <a:cubicBezTo>
                  <a:pt x="6328168" y="3118301"/>
                  <a:pt x="6327296" y="3120488"/>
                  <a:pt x="6328096" y="3122390"/>
                </a:cubicBezTo>
                <a:cubicBezTo>
                  <a:pt x="6328700" y="3123795"/>
                  <a:pt x="6330086" y="3124648"/>
                  <a:pt x="6331544" y="3124648"/>
                </a:cubicBezTo>
                <a:cubicBezTo>
                  <a:pt x="6332026" y="3124648"/>
                  <a:pt x="6332523" y="3124559"/>
                  <a:pt x="6333003" y="3124364"/>
                </a:cubicBezTo>
                <a:close/>
                <a:moveTo>
                  <a:pt x="6758718" y="2970878"/>
                </a:moveTo>
                <a:cubicBezTo>
                  <a:pt x="6760709" y="2970327"/>
                  <a:pt x="6761883" y="2968283"/>
                  <a:pt x="6761332" y="2966292"/>
                </a:cubicBezTo>
                <a:cubicBezTo>
                  <a:pt x="6760799" y="2964300"/>
                  <a:pt x="6758736" y="2963127"/>
                  <a:pt x="6756745" y="2963660"/>
                </a:cubicBezTo>
                <a:cubicBezTo>
                  <a:pt x="6754754" y="2964211"/>
                  <a:pt x="6753580" y="2966256"/>
                  <a:pt x="6754132" y="2968265"/>
                </a:cubicBezTo>
                <a:cubicBezTo>
                  <a:pt x="6754576" y="2969918"/>
                  <a:pt x="6756088" y="2971003"/>
                  <a:pt x="6757723" y="2971002"/>
                </a:cubicBezTo>
                <a:cubicBezTo>
                  <a:pt x="6758061" y="2971002"/>
                  <a:pt x="6758381" y="2970968"/>
                  <a:pt x="6758718" y="2970878"/>
                </a:cubicBezTo>
                <a:close/>
                <a:moveTo>
                  <a:pt x="6249798" y="3160312"/>
                </a:moveTo>
                <a:cubicBezTo>
                  <a:pt x="6251683" y="3159495"/>
                  <a:pt x="6252553" y="3157290"/>
                  <a:pt x="6251718" y="3155405"/>
                </a:cubicBezTo>
                <a:cubicBezTo>
                  <a:pt x="6250881" y="3153503"/>
                  <a:pt x="6248696" y="3152650"/>
                  <a:pt x="6246793" y="3153468"/>
                </a:cubicBezTo>
                <a:cubicBezTo>
                  <a:pt x="6244908" y="3154303"/>
                  <a:pt x="6244055" y="3156508"/>
                  <a:pt x="6244873" y="3158392"/>
                </a:cubicBezTo>
                <a:cubicBezTo>
                  <a:pt x="6245495" y="3159798"/>
                  <a:pt x="6246865" y="3160632"/>
                  <a:pt x="6248304" y="3160632"/>
                </a:cubicBezTo>
                <a:cubicBezTo>
                  <a:pt x="6248802" y="3160632"/>
                  <a:pt x="6249299" y="3160526"/>
                  <a:pt x="6249798" y="3160312"/>
                </a:cubicBezTo>
                <a:close/>
                <a:moveTo>
                  <a:pt x="5485750" y="3444935"/>
                </a:moveTo>
                <a:cubicBezTo>
                  <a:pt x="5487759" y="3444473"/>
                  <a:pt x="5489022" y="3442481"/>
                  <a:pt x="5488560" y="3440473"/>
                </a:cubicBezTo>
                <a:cubicBezTo>
                  <a:pt x="5488097" y="3438464"/>
                  <a:pt x="5486088" y="3437201"/>
                  <a:pt x="5484079" y="3437664"/>
                </a:cubicBezTo>
                <a:cubicBezTo>
                  <a:pt x="5482070" y="3438126"/>
                  <a:pt x="5480825" y="3440135"/>
                  <a:pt x="5481270" y="3442144"/>
                </a:cubicBezTo>
                <a:cubicBezTo>
                  <a:pt x="5481679" y="3443868"/>
                  <a:pt x="5483208" y="3445042"/>
                  <a:pt x="5484915" y="3445042"/>
                </a:cubicBezTo>
                <a:cubicBezTo>
                  <a:pt x="5485181" y="3445042"/>
                  <a:pt x="5485466" y="3445006"/>
                  <a:pt x="5485750" y="3444935"/>
                </a:cubicBezTo>
                <a:close/>
                <a:moveTo>
                  <a:pt x="6166841" y="3196884"/>
                </a:moveTo>
                <a:cubicBezTo>
                  <a:pt x="6168726" y="3196048"/>
                  <a:pt x="6169561" y="3193844"/>
                  <a:pt x="6168726" y="3191959"/>
                </a:cubicBezTo>
                <a:cubicBezTo>
                  <a:pt x="6167907" y="3190057"/>
                  <a:pt x="6165703" y="3189221"/>
                  <a:pt x="6163818" y="3190057"/>
                </a:cubicBezTo>
                <a:cubicBezTo>
                  <a:pt x="6161916" y="3190892"/>
                  <a:pt x="6161081" y="3193097"/>
                  <a:pt x="6161899" y="3194981"/>
                </a:cubicBezTo>
                <a:cubicBezTo>
                  <a:pt x="6162520" y="3196368"/>
                  <a:pt x="6163889" y="3197204"/>
                  <a:pt x="6165329" y="3197204"/>
                </a:cubicBezTo>
                <a:cubicBezTo>
                  <a:pt x="6165828" y="3197204"/>
                  <a:pt x="6166343" y="3197097"/>
                  <a:pt x="6166841" y="3196884"/>
                </a:cubicBezTo>
                <a:close/>
                <a:moveTo>
                  <a:pt x="6846528" y="2948939"/>
                </a:moveTo>
                <a:cubicBezTo>
                  <a:pt x="6848537" y="2948477"/>
                  <a:pt x="6849800" y="2946467"/>
                  <a:pt x="6849337" y="2944459"/>
                </a:cubicBezTo>
                <a:cubicBezTo>
                  <a:pt x="6848893" y="2942450"/>
                  <a:pt x="6846884" y="2941188"/>
                  <a:pt x="6844875" y="2941650"/>
                </a:cubicBezTo>
                <a:cubicBezTo>
                  <a:pt x="6842867" y="2942112"/>
                  <a:pt x="6841603" y="2944104"/>
                  <a:pt x="6842066" y="2946112"/>
                </a:cubicBezTo>
                <a:cubicBezTo>
                  <a:pt x="6842458" y="2947855"/>
                  <a:pt x="6844004" y="2949028"/>
                  <a:pt x="6845711" y="2949027"/>
                </a:cubicBezTo>
                <a:cubicBezTo>
                  <a:pt x="6845977" y="2949028"/>
                  <a:pt x="6846244" y="2948993"/>
                  <a:pt x="6846528" y="2948939"/>
                </a:cubicBezTo>
                <a:close/>
                <a:moveTo>
                  <a:pt x="8685756" y="2275741"/>
                </a:moveTo>
                <a:cubicBezTo>
                  <a:pt x="8691020" y="2275741"/>
                  <a:pt x="8695749" y="2272024"/>
                  <a:pt x="8696832" y="2266656"/>
                </a:cubicBezTo>
                <a:cubicBezTo>
                  <a:pt x="8698077" y="2260540"/>
                  <a:pt x="8694113" y="2254566"/>
                  <a:pt x="8687979" y="2253321"/>
                </a:cubicBezTo>
                <a:cubicBezTo>
                  <a:pt x="8681845" y="2252076"/>
                  <a:pt x="8675889" y="2256041"/>
                  <a:pt x="8674645" y="2262176"/>
                </a:cubicBezTo>
                <a:cubicBezTo>
                  <a:pt x="8673401" y="2268291"/>
                  <a:pt x="8677365" y="2274265"/>
                  <a:pt x="8683498" y="2275509"/>
                </a:cubicBezTo>
                <a:cubicBezTo>
                  <a:pt x="8684246" y="2275652"/>
                  <a:pt x="8685010" y="2275741"/>
                  <a:pt x="8685756" y="2275741"/>
                </a:cubicBezTo>
                <a:close/>
                <a:moveTo>
                  <a:pt x="7742799" y="2622269"/>
                </a:moveTo>
                <a:cubicBezTo>
                  <a:pt x="7745661" y="2622269"/>
                  <a:pt x="7748293" y="2620403"/>
                  <a:pt x="7749128" y="2617522"/>
                </a:cubicBezTo>
                <a:cubicBezTo>
                  <a:pt x="7750142" y="2614038"/>
                  <a:pt x="7748133" y="2610375"/>
                  <a:pt x="7744649" y="2609361"/>
                </a:cubicBezTo>
                <a:cubicBezTo>
                  <a:pt x="7741164" y="2608348"/>
                  <a:pt x="7737501" y="2610357"/>
                  <a:pt x="7736488" y="2613842"/>
                </a:cubicBezTo>
                <a:cubicBezTo>
                  <a:pt x="7735474" y="2617327"/>
                  <a:pt x="7737484" y="2620971"/>
                  <a:pt x="7740968" y="2622002"/>
                </a:cubicBezTo>
                <a:cubicBezTo>
                  <a:pt x="7741573" y="2622181"/>
                  <a:pt x="7742195" y="2622269"/>
                  <a:pt x="7742799" y="2622269"/>
                </a:cubicBezTo>
                <a:close/>
                <a:moveTo>
                  <a:pt x="7540067" y="2697066"/>
                </a:moveTo>
                <a:cubicBezTo>
                  <a:pt x="7542698" y="2697065"/>
                  <a:pt x="7545027" y="2695216"/>
                  <a:pt x="7545579" y="2692549"/>
                </a:cubicBezTo>
                <a:cubicBezTo>
                  <a:pt x="7546199" y="2689492"/>
                  <a:pt x="7544227" y="2686523"/>
                  <a:pt x="7541186" y="2685918"/>
                </a:cubicBezTo>
                <a:cubicBezTo>
                  <a:pt x="7538128" y="2685296"/>
                  <a:pt x="7535159" y="2687252"/>
                  <a:pt x="7534537" y="2690310"/>
                </a:cubicBezTo>
                <a:cubicBezTo>
                  <a:pt x="7533915" y="2693350"/>
                  <a:pt x="7535888" y="2696319"/>
                  <a:pt x="7538947" y="2696941"/>
                </a:cubicBezTo>
                <a:cubicBezTo>
                  <a:pt x="7539320" y="2697030"/>
                  <a:pt x="7539693" y="2697065"/>
                  <a:pt x="7540067" y="2697066"/>
                </a:cubicBezTo>
                <a:close/>
                <a:moveTo>
                  <a:pt x="6083920" y="3233598"/>
                </a:moveTo>
                <a:cubicBezTo>
                  <a:pt x="6085822" y="3232761"/>
                  <a:pt x="6086658" y="3230556"/>
                  <a:pt x="6085823" y="3228672"/>
                </a:cubicBezTo>
                <a:cubicBezTo>
                  <a:pt x="6084987" y="3226788"/>
                  <a:pt x="6082783" y="3225934"/>
                  <a:pt x="6080898" y="3226753"/>
                </a:cubicBezTo>
                <a:cubicBezTo>
                  <a:pt x="6078996" y="3227588"/>
                  <a:pt x="6078160" y="3229792"/>
                  <a:pt x="6078996" y="3231677"/>
                </a:cubicBezTo>
                <a:cubicBezTo>
                  <a:pt x="6079600" y="3233082"/>
                  <a:pt x="6080968" y="3233918"/>
                  <a:pt x="6082410" y="3233918"/>
                </a:cubicBezTo>
                <a:cubicBezTo>
                  <a:pt x="6082907" y="3233918"/>
                  <a:pt x="6083422" y="3233811"/>
                  <a:pt x="6083920" y="3233598"/>
                </a:cubicBezTo>
                <a:close/>
                <a:moveTo>
                  <a:pt x="5573843" y="3422871"/>
                </a:moveTo>
                <a:cubicBezTo>
                  <a:pt x="5575816" y="3422320"/>
                  <a:pt x="5577009" y="3420276"/>
                  <a:pt x="5576458" y="3418284"/>
                </a:cubicBezTo>
                <a:cubicBezTo>
                  <a:pt x="5575923" y="3416293"/>
                  <a:pt x="5573863" y="3415120"/>
                  <a:pt x="5571871" y="3415671"/>
                </a:cubicBezTo>
                <a:cubicBezTo>
                  <a:pt x="5569897" y="3416205"/>
                  <a:pt x="5568706" y="3418249"/>
                  <a:pt x="5569257" y="3420240"/>
                </a:cubicBezTo>
                <a:cubicBezTo>
                  <a:pt x="5569702" y="3421911"/>
                  <a:pt x="5571212" y="3422996"/>
                  <a:pt x="5572867" y="3422995"/>
                </a:cubicBezTo>
                <a:cubicBezTo>
                  <a:pt x="5573186" y="3422996"/>
                  <a:pt x="5573506" y="3422960"/>
                  <a:pt x="5573843" y="3422871"/>
                </a:cubicBezTo>
                <a:close/>
                <a:moveTo>
                  <a:pt x="7938901" y="2556932"/>
                </a:moveTo>
                <a:cubicBezTo>
                  <a:pt x="7942047" y="2556933"/>
                  <a:pt x="7944981" y="2554941"/>
                  <a:pt x="7946029" y="2551794"/>
                </a:cubicBezTo>
                <a:cubicBezTo>
                  <a:pt x="7947345" y="2547847"/>
                  <a:pt x="7945229" y="2543580"/>
                  <a:pt x="7941282" y="2542264"/>
                </a:cubicBezTo>
                <a:cubicBezTo>
                  <a:pt x="7937353" y="2540949"/>
                  <a:pt x="7933087" y="2543083"/>
                  <a:pt x="7931770" y="2547011"/>
                </a:cubicBezTo>
                <a:cubicBezTo>
                  <a:pt x="7930437" y="2550958"/>
                  <a:pt x="7932571" y="2555225"/>
                  <a:pt x="7936500" y="2556541"/>
                </a:cubicBezTo>
                <a:cubicBezTo>
                  <a:pt x="7937300" y="2556808"/>
                  <a:pt x="7938101" y="2556932"/>
                  <a:pt x="7938901" y="2556932"/>
                </a:cubicBezTo>
                <a:close/>
                <a:moveTo>
                  <a:pt x="6000840" y="3269991"/>
                </a:moveTo>
                <a:cubicBezTo>
                  <a:pt x="6002741" y="3269173"/>
                  <a:pt x="6003594" y="3266968"/>
                  <a:pt x="6002777" y="3265083"/>
                </a:cubicBezTo>
                <a:cubicBezTo>
                  <a:pt x="6001959" y="3263182"/>
                  <a:pt x="5999754" y="3262311"/>
                  <a:pt x="5997870" y="3263146"/>
                </a:cubicBezTo>
                <a:cubicBezTo>
                  <a:pt x="5995985" y="3263964"/>
                  <a:pt x="5995115" y="3266167"/>
                  <a:pt x="5995932" y="3268053"/>
                </a:cubicBezTo>
                <a:cubicBezTo>
                  <a:pt x="5996537" y="3269457"/>
                  <a:pt x="5997924" y="3270311"/>
                  <a:pt x="5999364" y="3270311"/>
                </a:cubicBezTo>
                <a:cubicBezTo>
                  <a:pt x="5999861" y="3270311"/>
                  <a:pt x="6000359" y="3270204"/>
                  <a:pt x="6000840" y="3269991"/>
                </a:cubicBezTo>
                <a:close/>
                <a:moveTo>
                  <a:pt x="5661031" y="3397518"/>
                </a:moveTo>
                <a:cubicBezTo>
                  <a:pt x="5662987" y="3396897"/>
                  <a:pt x="5664088" y="3394816"/>
                  <a:pt x="5663485" y="3392843"/>
                </a:cubicBezTo>
                <a:cubicBezTo>
                  <a:pt x="5662880" y="3390870"/>
                  <a:pt x="5660782" y="3389767"/>
                  <a:pt x="5658809" y="3390372"/>
                </a:cubicBezTo>
                <a:cubicBezTo>
                  <a:pt x="5656835" y="3390994"/>
                  <a:pt x="5655733" y="3393074"/>
                  <a:pt x="5656356" y="3395048"/>
                </a:cubicBezTo>
                <a:cubicBezTo>
                  <a:pt x="5656853" y="3396647"/>
                  <a:pt x="5658329" y="3397679"/>
                  <a:pt x="5659912" y="3397679"/>
                </a:cubicBezTo>
                <a:cubicBezTo>
                  <a:pt x="5660284" y="3397679"/>
                  <a:pt x="5660658" y="3397625"/>
                  <a:pt x="5661031" y="3397518"/>
                </a:cubicBezTo>
                <a:close/>
                <a:moveTo>
                  <a:pt x="6935227" y="2931036"/>
                </a:moveTo>
                <a:cubicBezTo>
                  <a:pt x="6937255" y="2930681"/>
                  <a:pt x="6938623" y="2928742"/>
                  <a:pt x="6938250" y="2926716"/>
                </a:cubicBezTo>
                <a:cubicBezTo>
                  <a:pt x="6937894" y="2924688"/>
                  <a:pt x="6935956" y="2923338"/>
                  <a:pt x="6933929" y="2923692"/>
                </a:cubicBezTo>
                <a:cubicBezTo>
                  <a:pt x="6931903" y="2924049"/>
                  <a:pt x="6930552" y="2925986"/>
                  <a:pt x="6930908" y="2928013"/>
                </a:cubicBezTo>
                <a:cubicBezTo>
                  <a:pt x="6931228" y="2929827"/>
                  <a:pt x="6932791" y="2931107"/>
                  <a:pt x="6934587" y="2931107"/>
                </a:cubicBezTo>
                <a:cubicBezTo>
                  <a:pt x="6934801" y="2931107"/>
                  <a:pt x="6935013" y="2931090"/>
                  <a:pt x="6935227" y="2931036"/>
                </a:cubicBezTo>
                <a:close/>
                <a:moveTo>
                  <a:pt x="8502528" y="2356403"/>
                </a:moveTo>
                <a:cubicBezTo>
                  <a:pt x="8507115" y="2356404"/>
                  <a:pt x="8511311" y="2353346"/>
                  <a:pt x="8512555" y="2348723"/>
                </a:cubicBezTo>
                <a:cubicBezTo>
                  <a:pt x="8514031" y="2343194"/>
                  <a:pt x="8510741" y="2337505"/>
                  <a:pt x="8505212" y="2336011"/>
                </a:cubicBezTo>
                <a:cubicBezTo>
                  <a:pt x="8499683" y="2334536"/>
                  <a:pt x="8493993" y="2337825"/>
                  <a:pt x="8492518" y="2343354"/>
                </a:cubicBezTo>
                <a:cubicBezTo>
                  <a:pt x="8491025" y="2348901"/>
                  <a:pt x="8494314" y="2354572"/>
                  <a:pt x="8499861" y="2356066"/>
                </a:cubicBezTo>
                <a:cubicBezTo>
                  <a:pt x="8500750" y="2356297"/>
                  <a:pt x="8501656" y="2356404"/>
                  <a:pt x="8502528" y="2356403"/>
                </a:cubicBezTo>
                <a:close/>
                <a:moveTo>
                  <a:pt x="5917226" y="3305229"/>
                </a:moveTo>
                <a:cubicBezTo>
                  <a:pt x="5919127" y="3304464"/>
                  <a:pt x="5920052" y="3302277"/>
                  <a:pt x="5919270" y="3300375"/>
                </a:cubicBezTo>
                <a:cubicBezTo>
                  <a:pt x="5918488" y="3298454"/>
                  <a:pt x="5916319" y="3297530"/>
                  <a:pt x="5914398" y="3298313"/>
                </a:cubicBezTo>
                <a:cubicBezTo>
                  <a:pt x="5912496" y="3299095"/>
                  <a:pt x="5911571" y="3301282"/>
                  <a:pt x="5912354" y="3303183"/>
                </a:cubicBezTo>
                <a:cubicBezTo>
                  <a:pt x="5912940" y="3304624"/>
                  <a:pt x="5914345" y="3305513"/>
                  <a:pt x="5915803" y="3305513"/>
                </a:cubicBezTo>
                <a:cubicBezTo>
                  <a:pt x="5916283" y="3305513"/>
                  <a:pt x="5916763" y="3305424"/>
                  <a:pt x="5917226" y="3305229"/>
                </a:cubicBezTo>
                <a:close/>
                <a:moveTo>
                  <a:pt x="8130005" y="2494012"/>
                </a:moveTo>
                <a:cubicBezTo>
                  <a:pt x="8133544" y="2494012"/>
                  <a:pt x="8136832" y="2491790"/>
                  <a:pt x="8138024" y="2488269"/>
                </a:cubicBezTo>
                <a:cubicBezTo>
                  <a:pt x="8139535" y="2483824"/>
                  <a:pt x="8137170" y="2479025"/>
                  <a:pt x="8132744" y="2477513"/>
                </a:cubicBezTo>
                <a:cubicBezTo>
                  <a:pt x="8128299" y="2476002"/>
                  <a:pt x="8123498" y="2478366"/>
                  <a:pt x="8121988" y="2482794"/>
                </a:cubicBezTo>
                <a:cubicBezTo>
                  <a:pt x="8120476" y="2487239"/>
                  <a:pt x="8122841" y="2492038"/>
                  <a:pt x="8127268" y="2493550"/>
                </a:cubicBezTo>
                <a:cubicBezTo>
                  <a:pt x="8128174" y="2493870"/>
                  <a:pt x="8129099" y="2494012"/>
                  <a:pt x="8130005" y="2494012"/>
                </a:cubicBezTo>
                <a:close/>
                <a:moveTo>
                  <a:pt x="5747312" y="3369250"/>
                </a:moveTo>
                <a:cubicBezTo>
                  <a:pt x="5749269" y="3368574"/>
                  <a:pt x="5750299" y="3366458"/>
                  <a:pt x="5749623" y="3364504"/>
                </a:cubicBezTo>
                <a:cubicBezTo>
                  <a:pt x="5748948" y="3362547"/>
                  <a:pt x="5746832" y="3361516"/>
                  <a:pt x="5744877" y="3362192"/>
                </a:cubicBezTo>
                <a:cubicBezTo>
                  <a:pt x="5742921" y="3362868"/>
                  <a:pt x="5741890" y="3364984"/>
                  <a:pt x="5742565" y="3366939"/>
                </a:cubicBezTo>
                <a:cubicBezTo>
                  <a:pt x="5743099" y="3368485"/>
                  <a:pt x="5744538" y="3369463"/>
                  <a:pt x="5746086" y="3369463"/>
                </a:cubicBezTo>
                <a:cubicBezTo>
                  <a:pt x="5746495" y="3369463"/>
                  <a:pt x="5746903" y="3369393"/>
                  <a:pt x="5747312" y="3369250"/>
                </a:cubicBezTo>
                <a:close/>
                <a:moveTo>
                  <a:pt x="5832704" y="3338404"/>
                </a:moveTo>
                <a:cubicBezTo>
                  <a:pt x="5834625" y="3337675"/>
                  <a:pt x="5835603" y="3335523"/>
                  <a:pt x="5834873" y="3333586"/>
                </a:cubicBezTo>
                <a:cubicBezTo>
                  <a:pt x="5834145" y="3331666"/>
                  <a:pt x="5831993" y="3330688"/>
                  <a:pt x="5830073" y="3331417"/>
                </a:cubicBezTo>
                <a:cubicBezTo>
                  <a:pt x="5828135" y="3332146"/>
                  <a:pt x="5827157" y="3334297"/>
                  <a:pt x="5827887" y="3336235"/>
                </a:cubicBezTo>
                <a:cubicBezTo>
                  <a:pt x="5828455" y="3337728"/>
                  <a:pt x="5829878" y="3338653"/>
                  <a:pt x="5831389" y="3338653"/>
                </a:cubicBezTo>
                <a:cubicBezTo>
                  <a:pt x="5831834" y="3338653"/>
                  <a:pt x="5832278" y="3338565"/>
                  <a:pt x="5832704" y="3338404"/>
                </a:cubicBezTo>
                <a:close/>
                <a:moveTo>
                  <a:pt x="7330044" y="2790422"/>
                </a:moveTo>
                <a:cubicBezTo>
                  <a:pt x="7332479" y="2790422"/>
                  <a:pt x="7334523" y="2788555"/>
                  <a:pt x="7334702" y="2786084"/>
                </a:cubicBezTo>
                <a:cubicBezTo>
                  <a:pt x="7334898" y="2783506"/>
                  <a:pt x="7332978" y="2781266"/>
                  <a:pt x="7330399" y="2781070"/>
                </a:cubicBezTo>
                <a:cubicBezTo>
                  <a:pt x="7327822" y="2780875"/>
                  <a:pt x="7325581" y="2782795"/>
                  <a:pt x="7325367" y="2785373"/>
                </a:cubicBezTo>
                <a:cubicBezTo>
                  <a:pt x="7325172" y="2787951"/>
                  <a:pt x="7327109" y="2790209"/>
                  <a:pt x="7329688" y="2790405"/>
                </a:cubicBezTo>
                <a:lnTo>
                  <a:pt x="7329688" y="2790422"/>
                </a:lnTo>
                <a:cubicBezTo>
                  <a:pt x="7329812" y="2790422"/>
                  <a:pt x="7329938" y="2790422"/>
                  <a:pt x="7330044" y="2790422"/>
                </a:cubicBezTo>
                <a:close/>
                <a:moveTo>
                  <a:pt x="8317431" y="2428336"/>
                </a:moveTo>
                <a:cubicBezTo>
                  <a:pt x="8321432" y="2428337"/>
                  <a:pt x="8325148" y="2425758"/>
                  <a:pt x="8326410" y="2421741"/>
                </a:cubicBezTo>
                <a:cubicBezTo>
                  <a:pt x="8327974" y="2416780"/>
                  <a:pt x="8325219" y="2411501"/>
                  <a:pt x="8320258" y="2409918"/>
                </a:cubicBezTo>
                <a:cubicBezTo>
                  <a:pt x="8315298" y="2408353"/>
                  <a:pt x="8310017" y="2411109"/>
                  <a:pt x="8308453" y="2416069"/>
                </a:cubicBezTo>
                <a:cubicBezTo>
                  <a:pt x="8306871" y="2421029"/>
                  <a:pt x="8309627" y="2426328"/>
                  <a:pt x="8314587" y="2427893"/>
                </a:cubicBezTo>
                <a:cubicBezTo>
                  <a:pt x="8315529" y="2428195"/>
                  <a:pt x="8316489" y="2428337"/>
                  <a:pt x="8317431" y="2428336"/>
                </a:cubicBezTo>
                <a:close/>
                <a:moveTo>
                  <a:pt x="8962112" y="2194509"/>
                </a:moveTo>
                <a:cubicBezTo>
                  <a:pt x="8968458" y="2194509"/>
                  <a:pt x="8973828" y="2189619"/>
                  <a:pt x="8974326" y="2183183"/>
                </a:cubicBezTo>
                <a:cubicBezTo>
                  <a:pt x="8974859" y="2176427"/>
                  <a:pt x="8969792" y="2170524"/>
                  <a:pt x="8963037" y="2170010"/>
                </a:cubicBezTo>
                <a:cubicBezTo>
                  <a:pt x="8956280" y="2169494"/>
                  <a:pt x="8950395" y="2174543"/>
                  <a:pt x="8949862" y="2181300"/>
                </a:cubicBezTo>
                <a:cubicBezTo>
                  <a:pt x="8949347" y="2188055"/>
                  <a:pt x="8954414" y="2193958"/>
                  <a:pt x="8961169" y="2194473"/>
                </a:cubicBezTo>
                <a:cubicBezTo>
                  <a:pt x="8961489" y="2194509"/>
                  <a:pt x="8961792" y="2194509"/>
                  <a:pt x="8962112" y="2194509"/>
                </a:cubicBezTo>
                <a:close/>
                <a:moveTo>
                  <a:pt x="7024692" y="2917702"/>
                </a:moveTo>
                <a:cubicBezTo>
                  <a:pt x="7026753" y="2917453"/>
                  <a:pt x="7028211" y="2915604"/>
                  <a:pt x="7027963" y="2913541"/>
                </a:cubicBezTo>
                <a:cubicBezTo>
                  <a:pt x="7027713" y="2911497"/>
                  <a:pt x="7025847" y="2910038"/>
                  <a:pt x="7023803" y="2910288"/>
                </a:cubicBezTo>
                <a:cubicBezTo>
                  <a:pt x="7021757" y="2910536"/>
                  <a:pt x="7020300" y="2912404"/>
                  <a:pt x="7020549" y="2914448"/>
                </a:cubicBezTo>
                <a:cubicBezTo>
                  <a:pt x="7020780" y="2916351"/>
                  <a:pt x="7022380" y="2917738"/>
                  <a:pt x="7024247" y="2917738"/>
                </a:cubicBezTo>
                <a:cubicBezTo>
                  <a:pt x="7024388" y="2917737"/>
                  <a:pt x="7024549" y="2917719"/>
                  <a:pt x="7024692" y="2917702"/>
                </a:cubicBezTo>
                <a:close/>
                <a:moveTo>
                  <a:pt x="8779682" y="2292382"/>
                </a:moveTo>
                <a:cubicBezTo>
                  <a:pt x="8785194" y="2292382"/>
                  <a:pt x="8790012" y="2288347"/>
                  <a:pt x="8790865" y="2282745"/>
                </a:cubicBezTo>
                <a:cubicBezTo>
                  <a:pt x="8791790" y="2276559"/>
                  <a:pt x="8787540" y="2270798"/>
                  <a:pt x="8781354" y="2269873"/>
                </a:cubicBezTo>
                <a:cubicBezTo>
                  <a:pt x="8775185" y="2268932"/>
                  <a:pt x="8769406" y="2273180"/>
                  <a:pt x="8768482" y="2279367"/>
                </a:cubicBezTo>
                <a:cubicBezTo>
                  <a:pt x="8767540" y="2285554"/>
                  <a:pt x="8771789" y="2291315"/>
                  <a:pt x="8777975" y="2292257"/>
                </a:cubicBezTo>
                <a:cubicBezTo>
                  <a:pt x="8778545" y="2292328"/>
                  <a:pt x="8779114" y="2292382"/>
                  <a:pt x="8779682" y="2292382"/>
                </a:cubicBezTo>
                <a:close/>
                <a:moveTo>
                  <a:pt x="7110776" y="2905896"/>
                </a:moveTo>
                <a:lnTo>
                  <a:pt x="7110785" y="2905886"/>
                </a:lnTo>
                <a:lnTo>
                  <a:pt x="7110776" y="2905879"/>
                </a:lnTo>
                <a:close/>
                <a:moveTo>
                  <a:pt x="7629583" y="2717511"/>
                </a:moveTo>
                <a:cubicBezTo>
                  <a:pt x="7632090" y="2717511"/>
                  <a:pt x="7634383" y="2715823"/>
                  <a:pt x="7635023" y="2713262"/>
                </a:cubicBezTo>
                <a:cubicBezTo>
                  <a:pt x="7635788" y="2710239"/>
                  <a:pt x="7633974" y="2707181"/>
                  <a:pt x="7630953" y="2706435"/>
                </a:cubicBezTo>
                <a:cubicBezTo>
                  <a:pt x="7627930" y="2705670"/>
                  <a:pt x="7624871" y="2707502"/>
                  <a:pt x="7624107" y="2710506"/>
                </a:cubicBezTo>
                <a:cubicBezTo>
                  <a:pt x="7623361" y="2713529"/>
                  <a:pt x="7625175" y="2716587"/>
                  <a:pt x="7628197" y="2717333"/>
                </a:cubicBezTo>
                <a:cubicBezTo>
                  <a:pt x="7628659" y="2717457"/>
                  <a:pt x="7629121" y="2717511"/>
                  <a:pt x="7629583" y="2717511"/>
                </a:cubicBezTo>
                <a:close/>
                <a:moveTo>
                  <a:pt x="7114742" y="2909381"/>
                </a:moveTo>
                <a:cubicBezTo>
                  <a:pt x="7116803" y="2909257"/>
                  <a:pt x="7118368" y="2907478"/>
                  <a:pt x="7118244" y="2905416"/>
                </a:cubicBezTo>
                <a:cubicBezTo>
                  <a:pt x="7118101" y="2903372"/>
                  <a:pt x="7116341" y="2901807"/>
                  <a:pt x="7114279" y="2901931"/>
                </a:cubicBezTo>
                <a:lnTo>
                  <a:pt x="7110785" y="2905886"/>
                </a:lnTo>
                <a:lnTo>
                  <a:pt x="7114510" y="2909381"/>
                </a:lnTo>
                <a:cubicBezTo>
                  <a:pt x="7114581" y="2909381"/>
                  <a:pt x="7114742" y="2909381"/>
                  <a:pt x="7114742" y="2909381"/>
                </a:cubicBezTo>
                <a:close/>
                <a:moveTo>
                  <a:pt x="7831196" y="2649293"/>
                </a:moveTo>
                <a:cubicBezTo>
                  <a:pt x="7833988" y="2649293"/>
                  <a:pt x="7836566" y="2647498"/>
                  <a:pt x="7837472" y="2644706"/>
                </a:cubicBezTo>
                <a:cubicBezTo>
                  <a:pt x="7838574" y="2641239"/>
                  <a:pt x="7836655" y="2637541"/>
                  <a:pt x="7833188" y="2636439"/>
                </a:cubicBezTo>
                <a:cubicBezTo>
                  <a:pt x="7829738" y="2635336"/>
                  <a:pt x="7826040" y="2637256"/>
                  <a:pt x="7824920" y="2640706"/>
                </a:cubicBezTo>
                <a:cubicBezTo>
                  <a:pt x="7823835" y="2644172"/>
                  <a:pt x="7825738" y="2647871"/>
                  <a:pt x="7829188" y="2648973"/>
                </a:cubicBezTo>
                <a:cubicBezTo>
                  <a:pt x="7829863" y="2649187"/>
                  <a:pt x="7830539" y="2649293"/>
                  <a:pt x="7831196" y="2649293"/>
                </a:cubicBezTo>
                <a:close/>
                <a:moveTo>
                  <a:pt x="9057976" y="2199558"/>
                </a:moveTo>
                <a:cubicBezTo>
                  <a:pt x="9064589" y="2199558"/>
                  <a:pt x="9070029" y="2194295"/>
                  <a:pt x="9070225" y="2187646"/>
                </a:cubicBezTo>
                <a:cubicBezTo>
                  <a:pt x="9070421" y="2180873"/>
                  <a:pt x="9065087" y="2175237"/>
                  <a:pt x="9058331" y="2175041"/>
                </a:cubicBezTo>
                <a:cubicBezTo>
                  <a:pt x="9051557" y="2174846"/>
                  <a:pt x="9045904" y="2180161"/>
                  <a:pt x="9045708" y="2186935"/>
                </a:cubicBezTo>
                <a:cubicBezTo>
                  <a:pt x="9045512" y="2193709"/>
                  <a:pt x="9050829" y="2199362"/>
                  <a:pt x="9057603" y="2199558"/>
                </a:cubicBezTo>
                <a:close/>
                <a:moveTo>
                  <a:pt x="7420769" y="2800183"/>
                </a:moveTo>
                <a:cubicBezTo>
                  <a:pt x="7423080" y="2800183"/>
                  <a:pt x="7425090" y="2798494"/>
                  <a:pt x="7425410" y="2796146"/>
                </a:cubicBezTo>
                <a:cubicBezTo>
                  <a:pt x="7425766" y="2793569"/>
                  <a:pt x="7423968" y="2791222"/>
                  <a:pt x="7421409" y="2790867"/>
                </a:cubicBezTo>
                <a:cubicBezTo>
                  <a:pt x="7418849" y="2790510"/>
                  <a:pt x="7416484" y="2792306"/>
                  <a:pt x="7416129" y="2794866"/>
                </a:cubicBezTo>
                <a:cubicBezTo>
                  <a:pt x="7415773" y="2797427"/>
                  <a:pt x="7417570" y="2799791"/>
                  <a:pt x="7420131" y="2800147"/>
                </a:cubicBezTo>
                <a:cubicBezTo>
                  <a:pt x="7420342" y="2800183"/>
                  <a:pt x="7420556" y="2800183"/>
                  <a:pt x="7420769" y="2800183"/>
                </a:cubicBezTo>
                <a:close/>
                <a:moveTo>
                  <a:pt x="8027012" y="2586819"/>
                </a:moveTo>
                <a:cubicBezTo>
                  <a:pt x="8030141" y="2586819"/>
                  <a:pt x="8033058" y="2584845"/>
                  <a:pt x="8034123" y="2581734"/>
                </a:cubicBezTo>
                <a:cubicBezTo>
                  <a:pt x="8035476" y="2577787"/>
                  <a:pt x="8033377" y="2573520"/>
                  <a:pt x="8029448" y="2572169"/>
                </a:cubicBezTo>
                <a:cubicBezTo>
                  <a:pt x="8025501" y="2570818"/>
                  <a:pt x="8021234" y="2572915"/>
                  <a:pt x="8019883" y="2576863"/>
                </a:cubicBezTo>
                <a:cubicBezTo>
                  <a:pt x="8018532" y="2580792"/>
                  <a:pt x="8020630" y="2585059"/>
                  <a:pt x="8024577" y="2586410"/>
                </a:cubicBezTo>
                <a:cubicBezTo>
                  <a:pt x="8025377" y="2586694"/>
                  <a:pt x="8026195" y="2586818"/>
                  <a:pt x="8027012" y="2586819"/>
                </a:cubicBezTo>
                <a:close/>
                <a:moveTo>
                  <a:pt x="8594569" y="2379214"/>
                </a:moveTo>
                <a:cubicBezTo>
                  <a:pt x="8599316" y="2379214"/>
                  <a:pt x="8603583" y="2375942"/>
                  <a:pt x="8604686" y="2371125"/>
                </a:cubicBezTo>
                <a:cubicBezTo>
                  <a:pt x="8605948" y="2365542"/>
                  <a:pt x="8602445" y="2359978"/>
                  <a:pt x="8596862" y="2358715"/>
                </a:cubicBezTo>
                <a:cubicBezTo>
                  <a:pt x="8591280" y="2357452"/>
                  <a:pt x="8585715" y="2360955"/>
                  <a:pt x="8584453" y="2366537"/>
                </a:cubicBezTo>
                <a:cubicBezTo>
                  <a:pt x="8583191" y="2372138"/>
                  <a:pt x="8586693" y="2377685"/>
                  <a:pt x="8592275" y="2378948"/>
                </a:cubicBezTo>
                <a:cubicBezTo>
                  <a:pt x="8593040" y="2379125"/>
                  <a:pt x="8593822" y="2379214"/>
                  <a:pt x="8594569" y="2379214"/>
                </a:cubicBezTo>
                <a:close/>
                <a:moveTo>
                  <a:pt x="8218794" y="2523810"/>
                </a:moveTo>
                <a:cubicBezTo>
                  <a:pt x="8222349" y="2523809"/>
                  <a:pt x="8225657" y="2521552"/>
                  <a:pt x="8226829" y="2517978"/>
                </a:cubicBezTo>
                <a:cubicBezTo>
                  <a:pt x="8228287" y="2513533"/>
                  <a:pt x="8225887" y="2508733"/>
                  <a:pt x="8221442" y="2507275"/>
                </a:cubicBezTo>
                <a:cubicBezTo>
                  <a:pt x="8216980" y="2505817"/>
                  <a:pt x="8212197" y="2508235"/>
                  <a:pt x="8210739" y="2512679"/>
                </a:cubicBezTo>
                <a:cubicBezTo>
                  <a:pt x="8209281" y="2517124"/>
                  <a:pt x="8211681" y="2521907"/>
                  <a:pt x="8216145" y="2523382"/>
                </a:cubicBezTo>
                <a:cubicBezTo>
                  <a:pt x="8217016" y="2523667"/>
                  <a:pt x="8217905" y="2523809"/>
                  <a:pt x="8218794" y="2523810"/>
                </a:cubicBezTo>
                <a:close/>
                <a:moveTo>
                  <a:pt x="8407623" y="2455645"/>
                </a:moveTo>
                <a:cubicBezTo>
                  <a:pt x="8411731" y="2455645"/>
                  <a:pt x="8415482" y="2452960"/>
                  <a:pt x="8416673" y="2448818"/>
                </a:cubicBezTo>
                <a:cubicBezTo>
                  <a:pt x="8418114" y="2443822"/>
                  <a:pt x="8415233" y="2438595"/>
                  <a:pt x="8410237" y="2437155"/>
                </a:cubicBezTo>
                <a:cubicBezTo>
                  <a:pt x="8405242" y="2435715"/>
                  <a:pt x="8400015" y="2438595"/>
                  <a:pt x="8398574" y="2443609"/>
                </a:cubicBezTo>
                <a:cubicBezTo>
                  <a:pt x="8397134" y="2448604"/>
                  <a:pt x="8400015" y="2453832"/>
                  <a:pt x="8405010" y="2455272"/>
                </a:cubicBezTo>
                <a:cubicBezTo>
                  <a:pt x="8405881" y="2455521"/>
                  <a:pt x="8406770" y="2455645"/>
                  <a:pt x="8407623" y="2455645"/>
                </a:cubicBezTo>
                <a:close/>
                <a:moveTo>
                  <a:pt x="7205129" y="2906465"/>
                </a:moveTo>
                <a:cubicBezTo>
                  <a:pt x="7207191" y="2906465"/>
                  <a:pt x="7208844" y="2904795"/>
                  <a:pt x="7208845" y="2902732"/>
                </a:cubicBezTo>
                <a:cubicBezTo>
                  <a:pt x="7208844" y="2900669"/>
                  <a:pt x="7207174" y="2899016"/>
                  <a:pt x="7205112" y="2899016"/>
                </a:cubicBezTo>
                <a:cubicBezTo>
                  <a:pt x="7203049" y="2899016"/>
                  <a:pt x="7201378" y="2900687"/>
                  <a:pt x="7201378" y="2902750"/>
                </a:cubicBezTo>
                <a:cubicBezTo>
                  <a:pt x="7201378" y="2904794"/>
                  <a:pt x="7203049" y="2906465"/>
                  <a:pt x="7205129" y="2906465"/>
                </a:cubicBezTo>
                <a:close/>
                <a:moveTo>
                  <a:pt x="8874355" y="2304116"/>
                </a:moveTo>
                <a:cubicBezTo>
                  <a:pt x="8880116" y="2304116"/>
                  <a:pt x="8885040" y="2299742"/>
                  <a:pt x="8885609" y="2293893"/>
                </a:cubicBezTo>
                <a:cubicBezTo>
                  <a:pt x="8886214" y="2287670"/>
                  <a:pt x="8881663" y="2282123"/>
                  <a:pt x="8875441" y="2281520"/>
                </a:cubicBezTo>
                <a:cubicBezTo>
                  <a:pt x="8869218" y="2280915"/>
                  <a:pt x="8863688" y="2285466"/>
                  <a:pt x="8863083" y="2291689"/>
                </a:cubicBezTo>
                <a:cubicBezTo>
                  <a:pt x="8862461" y="2297911"/>
                  <a:pt x="8867031" y="2303440"/>
                  <a:pt x="8873254" y="2304063"/>
                </a:cubicBezTo>
                <a:cubicBezTo>
                  <a:pt x="8873627" y="2304116"/>
                  <a:pt x="8873999" y="2304116"/>
                  <a:pt x="8874355" y="2304116"/>
                </a:cubicBezTo>
                <a:close/>
                <a:moveTo>
                  <a:pt x="6552750" y="3156863"/>
                </a:moveTo>
                <a:cubicBezTo>
                  <a:pt x="6554207" y="3156330"/>
                  <a:pt x="6554937" y="3154730"/>
                  <a:pt x="6554403" y="3153289"/>
                </a:cubicBezTo>
                <a:cubicBezTo>
                  <a:pt x="6553869" y="3151849"/>
                  <a:pt x="6552270" y="3151103"/>
                  <a:pt x="6550829" y="3151637"/>
                </a:cubicBezTo>
                <a:cubicBezTo>
                  <a:pt x="6549372" y="3152169"/>
                  <a:pt x="6548643" y="3153769"/>
                  <a:pt x="6549176" y="3155210"/>
                </a:cubicBezTo>
                <a:cubicBezTo>
                  <a:pt x="6549584" y="3156347"/>
                  <a:pt x="6550652" y="3157041"/>
                  <a:pt x="6551789" y="3157041"/>
                </a:cubicBezTo>
                <a:cubicBezTo>
                  <a:pt x="6552111" y="3157041"/>
                  <a:pt x="6552430" y="3156988"/>
                  <a:pt x="6552750" y="3156863"/>
                </a:cubicBezTo>
                <a:close/>
                <a:moveTo>
                  <a:pt x="6637645" y="3126923"/>
                </a:moveTo>
                <a:cubicBezTo>
                  <a:pt x="6639101" y="3126443"/>
                  <a:pt x="6639883" y="3124861"/>
                  <a:pt x="6639403" y="3123403"/>
                </a:cubicBezTo>
                <a:cubicBezTo>
                  <a:pt x="6638907" y="3121945"/>
                  <a:pt x="6637324" y="3121163"/>
                  <a:pt x="6635867" y="3121643"/>
                </a:cubicBezTo>
                <a:cubicBezTo>
                  <a:pt x="6634409" y="3122141"/>
                  <a:pt x="6633626" y="3123723"/>
                  <a:pt x="6634105" y="3125181"/>
                </a:cubicBezTo>
                <a:cubicBezTo>
                  <a:pt x="6634497" y="3126337"/>
                  <a:pt x="6635582" y="3127083"/>
                  <a:pt x="6636756" y="3127083"/>
                </a:cubicBezTo>
                <a:cubicBezTo>
                  <a:pt x="6637040" y="3127083"/>
                  <a:pt x="6637342" y="3127029"/>
                  <a:pt x="6637645" y="3126923"/>
                </a:cubicBezTo>
                <a:close/>
                <a:moveTo>
                  <a:pt x="6468761" y="3189221"/>
                </a:moveTo>
                <a:cubicBezTo>
                  <a:pt x="6470185" y="3188651"/>
                  <a:pt x="6470879" y="3187034"/>
                  <a:pt x="6470309" y="3185593"/>
                </a:cubicBezTo>
                <a:cubicBezTo>
                  <a:pt x="6469740" y="3184171"/>
                  <a:pt x="6468122" y="3183478"/>
                  <a:pt x="6466700" y="3184046"/>
                </a:cubicBezTo>
                <a:cubicBezTo>
                  <a:pt x="6465259" y="3184616"/>
                  <a:pt x="6464566" y="3186234"/>
                  <a:pt x="6465135" y="3187674"/>
                </a:cubicBezTo>
                <a:cubicBezTo>
                  <a:pt x="6465579" y="3188758"/>
                  <a:pt x="6466610" y="3189417"/>
                  <a:pt x="6467732" y="3189416"/>
                </a:cubicBezTo>
                <a:cubicBezTo>
                  <a:pt x="6468069" y="3189416"/>
                  <a:pt x="6468424" y="3189363"/>
                  <a:pt x="6468761" y="3189221"/>
                </a:cubicBezTo>
                <a:close/>
                <a:moveTo>
                  <a:pt x="6385504" y="3223480"/>
                </a:moveTo>
                <a:cubicBezTo>
                  <a:pt x="6386908" y="3222876"/>
                  <a:pt x="6387584" y="3221240"/>
                  <a:pt x="6386979" y="3219836"/>
                </a:cubicBezTo>
                <a:cubicBezTo>
                  <a:pt x="6386393" y="3218413"/>
                  <a:pt x="6384757" y="3217737"/>
                  <a:pt x="6383334" y="3218343"/>
                </a:cubicBezTo>
                <a:cubicBezTo>
                  <a:pt x="6381913" y="3218947"/>
                  <a:pt x="6381254" y="3220583"/>
                  <a:pt x="6381859" y="3221987"/>
                </a:cubicBezTo>
                <a:cubicBezTo>
                  <a:pt x="6382303" y="3223054"/>
                  <a:pt x="6383334" y="3223694"/>
                  <a:pt x="6384418" y="3223694"/>
                </a:cubicBezTo>
                <a:cubicBezTo>
                  <a:pt x="6384775" y="3223694"/>
                  <a:pt x="6385148" y="3223623"/>
                  <a:pt x="6385504" y="3223480"/>
                </a:cubicBezTo>
                <a:close/>
                <a:moveTo>
                  <a:pt x="6723463" y="3099882"/>
                </a:moveTo>
                <a:cubicBezTo>
                  <a:pt x="6724938" y="3099455"/>
                  <a:pt x="6725793" y="3097908"/>
                  <a:pt x="6725347" y="3096433"/>
                </a:cubicBezTo>
                <a:cubicBezTo>
                  <a:pt x="6724903" y="3094957"/>
                  <a:pt x="6723356" y="3094121"/>
                  <a:pt x="6721898" y="3094548"/>
                </a:cubicBezTo>
                <a:cubicBezTo>
                  <a:pt x="6720405" y="3094974"/>
                  <a:pt x="6719570" y="3096522"/>
                  <a:pt x="6719996" y="3097997"/>
                </a:cubicBezTo>
                <a:cubicBezTo>
                  <a:pt x="6720369" y="3099206"/>
                  <a:pt x="6721471" y="3100007"/>
                  <a:pt x="6722680" y="3100007"/>
                </a:cubicBezTo>
                <a:cubicBezTo>
                  <a:pt x="6722929" y="3100006"/>
                  <a:pt x="6723196" y="3099971"/>
                  <a:pt x="6723463" y="3099882"/>
                </a:cubicBezTo>
                <a:close/>
                <a:moveTo>
                  <a:pt x="5374081" y="3598029"/>
                </a:moveTo>
                <a:cubicBezTo>
                  <a:pt x="5375592" y="3597762"/>
                  <a:pt x="5376606" y="3596321"/>
                  <a:pt x="5376337" y="3594811"/>
                </a:cubicBezTo>
                <a:cubicBezTo>
                  <a:pt x="5376072" y="3593299"/>
                  <a:pt x="5374630" y="3592286"/>
                  <a:pt x="5373121" y="3592553"/>
                </a:cubicBezTo>
                <a:cubicBezTo>
                  <a:pt x="5371591" y="3592802"/>
                  <a:pt x="5370579" y="3594259"/>
                  <a:pt x="5370844" y="3595770"/>
                </a:cubicBezTo>
                <a:cubicBezTo>
                  <a:pt x="5371093" y="3597122"/>
                  <a:pt x="5372268" y="3598082"/>
                  <a:pt x="5373583" y="3598082"/>
                </a:cubicBezTo>
                <a:cubicBezTo>
                  <a:pt x="5373742" y="3598082"/>
                  <a:pt x="5373921" y="3598064"/>
                  <a:pt x="5374081" y="3598029"/>
                </a:cubicBezTo>
                <a:close/>
                <a:moveTo>
                  <a:pt x="7510731" y="2815402"/>
                </a:moveTo>
                <a:cubicBezTo>
                  <a:pt x="7512918" y="2815402"/>
                  <a:pt x="7514873" y="2813854"/>
                  <a:pt x="7515318" y="2811633"/>
                </a:cubicBezTo>
                <a:cubicBezTo>
                  <a:pt x="7515815" y="2809107"/>
                  <a:pt x="7514162" y="2806636"/>
                  <a:pt x="7511637" y="2806121"/>
                </a:cubicBezTo>
                <a:cubicBezTo>
                  <a:pt x="7509096" y="2805623"/>
                  <a:pt x="7506624" y="2807277"/>
                  <a:pt x="7506126" y="2809801"/>
                </a:cubicBezTo>
                <a:cubicBezTo>
                  <a:pt x="7505611" y="2812344"/>
                  <a:pt x="7507263" y="2814815"/>
                  <a:pt x="7509806" y="2815313"/>
                </a:cubicBezTo>
                <a:cubicBezTo>
                  <a:pt x="7510108" y="2815366"/>
                  <a:pt x="7510429" y="2815402"/>
                  <a:pt x="7510731" y="2815402"/>
                </a:cubicBezTo>
                <a:close/>
                <a:moveTo>
                  <a:pt x="6302814" y="3259127"/>
                </a:moveTo>
                <a:cubicBezTo>
                  <a:pt x="6304236" y="3258505"/>
                  <a:pt x="6304858" y="3256870"/>
                  <a:pt x="6304236" y="3255465"/>
                </a:cubicBezTo>
                <a:cubicBezTo>
                  <a:pt x="6303632" y="3254060"/>
                  <a:pt x="6301979" y="3253421"/>
                  <a:pt x="6300573" y="3254024"/>
                </a:cubicBezTo>
                <a:cubicBezTo>
                  <a:pt x="6299151" y="3254647"/>
                  <a:pt x="6298528" y="3256283"/>
                  <a:pt x="6299151" y="3257705"/>
                </a:cubicBezTo>
                <a:cubicBezTo>
                  <a:pt x="6299596" y="3258754"/>
                  <a:pt x="6300627" y="3259358"/>
                  <a:pt x="6301694" y="3259358"/>
                </a:cubicBezTo>
                <a:cubicBezTo>
                  <a:pt x="6302067" y="3259358"/>
                  <a:pt x="6302440" y="3259287"/>
                  <a:pt x="6302814" y="3259127"/>
                </a:cubicBezTo>
                <a:close/>
                <a:moveTo>
                  <a:pt x="7718158" y="2741690"/>
                </a:moveTo>
                <a:cubicBezTo>
                  <a:pt x="7720594" y="2741690"/>
                  <a:pt x="7722851" y="2740090"/>
                  <a:pt x="7723563" y="2737637"/>
                </a:cubicBezTo>
                <a:cubicBezTo>
                  <a:pt x="7724434" y="2734650"/>
                  <a:pt x="7722728" y="2731521"/>
                  <a:pt x="7719741" y="2730650"/>
                </a:cubicBezTo>
                <a:cubicBezTo>
                  <a:pt x="7716754" y="2729779"/>
                  <a:pt x="7713625" y="2731503"/>
                  <a:pt x="7712753" y="2734490"/>
                </a:cubicBezTo>
                <a:cubicBezTo>
                  <a:pt x="7711881" y="2737459"/>
                  <a:pt x="7713606" y="2740588"/>
                  <a:pt x="7716594" y="2741460"/>
                </a:cubicBezTo>
                <a:cubicBezTo>
                  <a:pt x="7717109" y="2741619"/>
                  <a:pt x="7717642" y="2741690"/>
                  <a:pt x="7718158" y="2741690"/>
                </a:cubicBezTo>
                <a:close/>
                <a:moveTo>
                  <a:pt x="6810259" y="3076236"/>
                </a:moveTo>
                <a:cubicBezTo>
                  <a:pt x="6811753" y="3075863"/>
                  <a:pt x="6812660" y="3074351"/>
                  <a:pt x="6812303" y="3072858"/>
                </a:cubicBezTo>
                <a:cubicBezTo>
                  <a:pt x="6811930" y="3071364"/>
                  <a:pt x="6810402" y="3070457"/>
                  <a:pt x="6808926" y="3070830"/>
                </a:cubicBezTo>
                <a:cubicBezTo>
                  <a:pt x="6807433" y="3071205"/>
                  <a:pt x="6806507" y="3072715"/>
                  <a:pt x="6806881" y="3074209"/>
                </a:cubicBezTo>
                <a:cubicBezTo>
                  <a:pt x="6807202" y="3075472"/>
                  <a:pt x="6808339" y="3076325"/>
                  <a:pt x="6809583" y="3076325"/>
                </a:cubicBezTo>
                <a:cubicBezTo>
                  <a:pt x="6809815" y="3076325"/>
                  <a:pt x="6810045" y="3076289"/>
                  <a:pt x="6810259" y="3076236"/>
                </a:cubicBezTo>
                <a:close/>
                <a:moveTo>
                  <a:pt x="6220515" y="3295699"/>
                </a:moveTo>
                <a:cubicBezTo>
                  <a:pt x="6221919" y="3295077"/>
                  <a:pt x="6222543" y="3293423"/>
                  <a:pt x="6221903" y="3292018"/>
                </a:cubicBezTo>
                <a:cubicBezTo>
                  <a:pt x="6221280" y="3290632"/>
                  <a:pt x="6219626" y="3289991"/>
                  <a:pt x="6218240" y="3290632"/>
                </a:cubicBezTo>
                <a:cubicBezTo>
                  <a:pt x="6216836" y="3291254"/>
                  <a:pt x="6216195" y="3292907"/>
                  <a:pt x="6216836" y="3294312"/>
                </a:cubicBezTo>
                <a:cubicBezTo>
                  <a:pt x="6217297" y="3295342"/>
                  <a:pt x="6218311" y="3295948"/>
                  <a:pt x="6219377" y="3295947"/>
                </a:cubicBezTo>
                <a:cubicBezTo>
                  <a:pt x="6219751" y="3295948"/>
                  <a:pt x="6220142" y="3295877"/>
                  <a:pt x="6220515" y="3295699"/>
                </a:cubicBezTo>
                <a:close/>
                <a:moveTo>
                  <a:pt x="7919024" y="2678112"/>
                </a:moveTo>
                <a:cubicBezTo>
                  <a:pt x="7921780" y="2678112"/>
                  <a:pt x="7924340" y="2676371"/>
                  <a:pt x="7925264" y="2673632"/>
                </a:cubicBezTo>
                <a:cubicBezTo>
                  <a:pt x="7926421" y="2670183"/>
                  <a:pt x="7924571" y="2666449"/>
                  <a:pt x="7921122" y="2665294"/>
                </a:cubicBezTo>
                <a:cubicBezTo>
                  <a:pt x="7917672" y="2664138"/>
                  <a:pt x="7913940" y="2665988"/>
                  <a:pt x="7912801" y="2669437"/>
                </a:cubicBezTo>
                <a:cubicBezTo>
                  <a:pt x="7911628" y="2672886"/>
                  <a:pt x="7913495" y="2676601"/>
                  <a:pt x="7916926" y="2677757"/>
                </a:cubicBezTo>
                <a:cubicBezTo>
                  <a:pt x="7917638" y="2678006"/>
                  <a:pt x="7918331" y="2678112"/>
                  <a:pt x="7919024" y="2678112"/>
                </a:cubicBezTo>
                <a:close/>
                <a:moveTo>
                  <a:pt x="5462531" y="3580338"/>
                </a:moveTo>
                <a:cubicBezTo>
                  <a:pt x="5464023" y="3580001"/>
                  <a:pt x="5464966" y="3578525"/>
                  <a:pt x="5464629" y="3577014"/>
                </a:cubicBezTo>
                <a:cubicBezTo>
                  <a:pt x="5464291" y="3575521"/>
                  <a:pt x="5462796" y="3574578"/>
                  <a:pt x="5461304" y="3574916"/>
                </a:cubicBezTo>
                <a:cubicBezTo>
                  <a:pt x="5459812" y="3575237"/>
                  <a:pt x="5458850" y="3576729"/>
                  <a:pt x="5459188" y="3578240"/>
                </a:cubicBezTo>
                <a:cubicBezTo>
                  <a:pt x="5459492" y="3579539"/>
                  <a:pt x="5460628" y="3580409"/>
                  <a:pt x="5461908" y="3580410"/>
                </a:cubicBezTo>
                <a:cubicBezTo>
                  <a:pt x="5462123" y="3580409"/>
                  <a:pt x="5462316" y="3580392"/>
                  <a:pt x="5462531" y="3580338"/>
                </a:cubicBezTo>
                <a:close/>
                <a:moveTo>
                  <a:pt x="6138413" y="3332750"/>
                </a:moveTo>
                <a:cubicBezTo>
                  <a:pt x="6139799" y="3332109"/>
                  <a:pt x="6140438" y="3330456"/>
                  <a:pt x="6139799" y="3329070"/>
                </a:cubicBezTo>
                <a:cubicBezTo>
                  <a:pt x="6139159" y="3327665"/>
                  <a:pt x="6137505" y="3327043"/>
                  <a:pt x="6136120" y="3327665"/>
                </a:cubicBezTo>
                <a:cubicBezTo>
                  <a:pt x="6134715" y="3328305"/>
                  <a:pt x="6134092" y="3329958"/>
                  <a:pt x="6134714" y="3331363"/>
                </a:cubicBezTo>
                <a:cubicBezTo>
                  <a:pt x="6135195" y="3332394"/>
                  <a:pt x="6136207" y="3332999"/>
                  <a:pt x="6137256" y="3332999"/>
                </a:cubicBezTo>
                <a:cubicBezTo>
                  <a:pt x="6137648" y="3332999"/>
                  <a:pt x="6138039" y="3332909"/>
                  <a:pt x="6138413" y="3332750"/>
                </a:cubicBezTo>
                <a:close/>
                <a:moveTo>
                  <a:pt x="8687482" y="2398060"/>
                </a:moveTo>
                <a:cubicBezTo>
                  <a:pt x="8692406" y="2398060"/>
                  <a:pt x="8696780" y="2394539"/>
                  <a:pt x="8697669" y="2389508"/>
                </a:cubicBezTo>
                <a:cubicBezTo>
                  <a:pt x="8698682" y="2383872"/>
                  <a:pt x="8694931" y="2378486"/>
                  <a:pt x="8689277" y="2377490"/>
                </a:cubicBezTo>
                <a:cubicBezTo>
                  <a:pt x="8683641" y="2376476"/>
                  <a:pt x="8678254" y="2380245"/>
                  <a:pt x="8677258" y="2385881"/>
                </a:cubicBezTo>
                <a:cubicBezTo>
                  <a:pt x="8676246" y="2391517"/>
                  <a:pt x="8680014" y="2396904"/>
                  <a:pt x="8685651" y="2397900"/>
                </a:cubicBezTo>
                <a:cubicBezTo>
                  <a:pt x="8686272" y="2398006"/>
                  <a:pt x="8686877" y="2398060"/>
                  <a:pt x="8687482" y="2398060"/>
                </a:cubicBezTo>
                <a:close/>
                <a:moveTo>
                  <a:pt x="7295730" y="2909274"/>
                </a:moveTo>
                <a:cubicBezTo>
                  <a:pt x="7297686" y="2909274"/>
                  <a:pt x="7299340" y="2907764"/>
                  <a:pt x="7299464" y="2905772"/>
                </a:cubicBezTo>
                <a:cubicBezTo>
                  <a:pt x="7299588" y="2903727"/>
                  <a:pt x="7298024" y="2901949"/>
                  <a:pt x="7295961" y="2901808"/>
                </a:cubicBezTo>
                <a:cubicBezTo>
                  <a:pt x="7293899" y="2901683"/>
                  <a:pt x="7292122" y="2903247"/>
                  <a:pt x="7291997" y="2905309"/>
                </a:cubicBezTo>
                <a:cubicBezTo>
                  <a:pt x="7291872" y="2907372"/>
                  <a:pt x="7293437" y="2909132"/>
                  <a:pt x="7295500" y="2909274"/>
                </a:cubicBezTo>
                <a:close/>
                <a:moveTo>
                  <a:pt x="6898016" y="3056537"/>
                </a:moveTo>
                <a:cubicBezTo>
                  <a:pt x="6899527" y="3056234"/>
                  <a:pt x="6900506" y="3054759"/>
                  <a:pt x="6900204" y="3053265"/>
                </a:cubicBezTo>
                <a:cubicBezTo>
                  <a:pt x="6899900" y="3051754"/>
                  <a:pt x="6898443" y="3050759"/>
                  <a:pt x="6896931" y="3051060"/>
                </a:cubicBezTo>
                <a:cubicBezTo>
                  <a:pt x="6895420" y="3051363"/>
                  <a:pt x="6894442" y="3052838"/>
                  <a:pt x="6894744" y="3054350"/>
                </a:cubicBezTo>
                <a:cubicBezTo>
                  <a:pt x="6895011" y="3055665"/>
                  <a:pt x="6896185" y="3056590"/>
                  <a:pt x="6897483" y="3056589"/>
                </a:cubicBezTo>
                <a:cubicBezTo>
                  <a:pt x="6897661" y="3056589"/>
                  <a:pt x="6897838" y="3056573"/>
                  <a:pt x="6898016" y="3056537"/>
                </a:cubicBezTo>
                <a:close/>
                <a:moveTo>
                  <a:pt x="6056291" y="3369801"/>
                </a:moveTo>
                <a:cubicBezTo>
                  <a:pt x="6057696" y="3369178"/>
                  <a:pt x="6058319" y="3367525"/>
                  <a:pt x="6057696" y="3366120"/>
                </a:cubicBezTo>
                <a:cubicBezTo>
                  <a:pt x="6057056" y="3364734"/>
                  <a:pt x="6055420" y="3364094"/>
                  <a:pt x="6054015" y="3364734"/>
                </a:cubicBezTo>
                <a:cubicBezTo>
                  <a:pt x="6052612" y="3365356"/>
                  <a:pt x="6051971" y="3367009"/>
                  <a:pt x="6052612" y="3368414"/>
                </a:cubicBezTo>
                <a:cubicBezTo>
                  <a:pt x="6053073" y="3369446"/>
                  <a:pt x="6054087" y="3370050"/>
                  <a:pt x="6055154" y="3370050"/>
                </a:cubicBezTo>
                <a:cubicBezTo>
                  <a:pt x="6055528" y="3370050"/>
                  <a:pt x="6055918" y="3369978"/>
                  <a:pt x="6056291" y="3369801"/>
                </a:cubicBezTo>
                <a:close/>
                <a:moveTo>
                  <a:pt x="8115072" y="2616865"/>
                </a:moveTo>
                <a:cubicBezTo>
                  <a:pt x="8118201" y="2616865"/>
                  <a:pt x="8121135" y="2614891"/>
                  <a:pt x="8122200" y="2611745"/>
                </a:cubicBezTo>
                <a:cubicBezTo>
                  <a:pt x="8123534" y="2607816"/>
                  <a:pt x="8121418" y="2603531"/>
                  <a:pt x="8117489" y="2602198"/>
                </a:cubicBezTo>
                <a:cubicBezTo>
                  <a:pt x="8113542" y="2600864"/>
                  <a:pt x="8109275" y="2602980"/>
                  <a:pt x="8107942" y="2606927"/>
                </a:cubicBezTo>
                <a:cubicBezTo>
                  <a:pt x="8106609" y="2610856"/>
                  <a:pt x="8108725" y="2615123"/>
                  <a:pt x="8112653" y="2616456"/>
                </a:cubicBezTo>
                <a:cubicBezTo>
                  <a:pt x="8113454" y="2616723"/>
                  <a:pt x="8114271" y="2616865"/>
                  <a:pt x="8115072" y="2616865"/>
                </a:cubicBezTo>
                <a:close/>
                <a:moveTo>
                  <a:pt x="5550092" y="3558773"/>
                </a:moveTo>
                <a:cubicBezTo>
                  <a:pt x="5551585" y="3558381"/>
                  <a:pt x="5552456" y="3556852"/>
                  <a:pt x="5552065" y="3555377"/>
                </a:cubicBezTo>
                <a:cubicBezTo>
                  <a:pt x="5551656" y="3553884"/>
                  <a:pt x="5550145" y="3552995"/>
                  <a:pt x="5548650" y="3553404"/>
                </a:cubicBezTo>
                <a:cubicBezTo>
                  <a:pt x="5547158" y="3553794"/>
                  <a:pt x="5546287" y="3555324"/>
                  <a:pt x="5546679" y="3556818"/>
                </a:cubicBezTo>
                <a:cubicBezTo>
                  <a:pt x="5547016" y="3558043"/>
                  <a:pt x="5548136" y="3558879"/>
                  <a:pt x="5549364" y="3558880"/>
                </a:cubicBezTo>
                <a:cubicBezTo>
                  <a:pt x="5549612" y="3558880"/>
                  <a:pt x="5549860" y="3558843"/>
                  <a:pt x="5550092" y="3558773"/>
                </a:cubicBezTo>
                <a:close/>
                <a:moveTo>
                  <a:pt x="8498580" y="2480287"/>
                </a:moveTo>
                <a:cubicBezTo>
                  <a:pt x="8502795" y="2480287"/>
                  <a:pt x="8506634" y="2477442"/>
                  <a:pt x="8507701" y="2473175"/>
                </a:cubicBezTo>
                <a:cubicBezTo>
                  <a:pt x="8508981" y="2468126"/>
                  <a:pt x="8505923" y="2463006"/>
                  <a:pt x="8500874" y="2461726"/>
                </a:cubicBezTo>
                <a:cubicBezTo>
                  <a:pt x="8495825" y="2460446"/>
                  <a:pt x="8490704" y="2463522"/>
                  <a:pt x="8489442" y="2468553"/>
                </a:cubicBezTo>
                <a:cubicBezTo>
                  <a:pt x="8488163" y="2473602"/>
                  <a:pt x="8491220" y="2478723"/>
                  <a:pt x="8496270" y="2480002"/>
                </a:cubicBezTo>
                <a:cubicBezTo>
                  <a:pt x="8497033" y="2480198"/>
                  <a:pt x="8497815" y="2480287"/>
                  <a:pt x="8498580" y="2480287"/>
                </a:cubicBezTo>
                <a:close/>
                <a:moveTo>
                  <a:pt x="5973958" y="3406425"/>
                </a:moveTo>
                <a:cubicBezTo>
                  <a:pt x="5975363" y="3405803"/>
                  <a:pt x="5976002" y="3404167"/>
                  <a:pt x="5975381" y="3402763"/>
                </a:cubicBezTo>
                <a:cubicBezTo>
                  <a:pt x="5974758" y="3401324"/>
                  <a:pt x="5973121" y="3400701"/>
                  <a:pt x="5971718" y="3401324"/>
                </a:cubicBezTo>
                <a:cubicBezTo>
                  <a:pt x="5970295" y="3401945"/>
                  <a:pt x="5969672" y="3403581"/>
                  <a:pt x="5970295" y="3405004"/>
                </a:cubicBezTo>
                <a:lnTo>
                  <a:pt x="5970277" y="3405003"/>
                </a:lnTo>
                <a:cubicBezTo>
                  <a:pt x="5970739" y="3406034"/>
                  <a:pt x="5971753" y="3406657"/>
                  <a:pt x="5972837" y="3406657"/>
                </a:cubicBezTo>
                <a:cubicBezTo>
                  <a:pt x="5973211" y="3406657"/>
                  <a:pt x="5973584" y="3406585"/>
                  <a:pt x="5973958" y="3406425"/>
                </a:cubicBezTo>
                <a:close/>
                <a:moveTo>
                  <a:pt x="8308008" y="2552309"/>
                </a:moveTo>
                <a:cubicBezTo>
                  <a:pt x="8311635" y="2552309"/>
                  <a:pt x="8314977" y="2549963"/>
                  <a:pt x="8316115" y="2546317"/>
                </a:cubicBezTo>
                <a:cubicBezTo>
                  <a:pt x="8317484" y="2541855"/>
                  <a:pt x="8314978" y="2537108"/>
                  <a:pt x="8310497" y="2535739"/>
                </a:cubicBezTo>
                <a:cubicBezTo>
                  <a:pt x="8306035" y="2534352"/>
                  <a:pt x="8301287" y="2536859"/>
                  <a:pt x="8299901" y="2541339"/>
                </a:cubicBezTo>
                <a:cubicBezTo>
                  <a:pt x="8298532" y="2545802"/>
                  <a:pt x="8301039" y="2550549"/>
                  <a:pt x="8305501" y="2551936"/>
                </a:cubicBezTo>
                <a:lnTo>
                  <a:pt x="8305519" y="2551936"/>
                </a:lnTo>
                <a:cubicBezTo>
                  <a:pt x="8306337" y="2552185"/>
                  <a:pt x="8307172" y="2552309"/>
                  <a:pt x="8308008" y="2552309"/>
                </a:cubicBezTo>
                <a:close/>
                <a:moveTo>
                  <a:pt x="6983497" y="3038954"/>
                </a:moveTo>
                <a:lnTo>
                  <a:pt x="6983499" y="3038951"/>
                </a:lnTo>
                <a:lnTo>
                  <a:pt x="6983480" y="3038935"/>
                </a:lnTo>
                <a:close/>
                <a:moveTo>
                  <a:pt x="8969508" y="2310979"/>
                </a:moveTo>
                <a:cubicBezTo>
                  <a:pt x="8975517" y="2310979"/>
                  <a:pt x="8980513" y="2306267"/>
                  <a:pt x="8980815" y="2300205"/>
                </a:cubicBezTo>
                <a:cubicBezTo>
                  <a:pt x="8981100" y="2293946"/>
                  <a:pt x="8976282" y="2288648"/>
                  <a:pt x="8970042" y="2288363"/>
                </a:cubicBezTo>
                <a:cubicBezTo>
                  <a:pt x="8963801" y="2288061"/>
                  <a:pt x="8958485" y="2292880"/>
                  <a:pt x="8958201" y="2299120"/>
                </a:cubicBezTo>
                <a:cubicBezTo>
                  <a:pt x="8957899" y="2305378"/>
                  <a:pt x="8962717" y="2310676"/>
                  <a:pt x="8968975" y="2310979"/>
                </a:cubicBezTo>
                <a:close/>
                <a:moveTo>
                  <a:pt x="5636745" y="3533811"/>
                </a:moveTo>
                <a:cubicBezTo>
                  <a:pt x="5638221" y="3533367"/>
                  <a:pt x="5639039" y="3531803"/>
                  <a:pt x="5638594" y="3530345"/>
                </a:cubicBezTo>
                <a:cubicBezTo>
                  <a:pt x="5638132" y="3528869"/>
                  <a:pt x="5636584" y="3528034"/>
                  <a:pt x="5635109" y="3528495"/>
                </a:cubicBezTo>
                <a:cubicBezTo>
                  <a:pt x="5633633" y="3528940"/>
                  <a:pt x="5632817" y="3530504"/>
                  <a:pt x="5633260" y="3531980"/>
                </a:cubicBezTo>
                <a:cubicBezTo>
                  <a:pt x="5633633" y="3533172"/>
                  <a:pt x="5634736" y="3533936"/>
                  <a:pt x="5635927" y="3533936"/>
                </a:cubicBezTo>
                <a:cubicBezTo>
                  <a:pt x="5636193" y="3533936"/>
                  <a:pt x="5636478" y="3533900"/>
                  <a:pt x="5636745" y="3533811"/>
                </a:cubicBezTo>
                <a:close/>
                <a:moveTo>
                  <a:pt x="5891090" y="3441859"/>
                </a:moveTo>
                <a:cubicBezTo>
                  <a:pt x="5892512" y="3441272"/>
                  <a:pt x="5893189" y="3439654"/>
                  <a:pt x="5892619" y="3438232"/>
                </a:cubicBezTo>
                <a:cubicBezTo>
                  <a:pt x="5892014" y="3436810"/>
                  <a:pt x="5890397" y="3436116"/>
                  <a:pt x="5888975" y="3436720"/>
                </a:cubicBezTo>
                <a:cubicBezTo>
                  <a:pt x="5887551" y="3437289"/>
                  <a:pt x="5886876" y="3438925"/>
                  <a:pt x="5887463" y="3440347"/>
                </a:cubicBezTo>
                <a:cubicBezTo>
                  <a:pt x="5887908" y="3441432"/>
                  <a:pt x="5888939" y="3442072"/>
                  <a:pt x="5890041" y="3442072"/>
                </a:cubicBezTo>
                <a:cubicBezTo>
                  <a:pt x="5890397" y="3442072"/>
                  <a:pt x="5890752" y="3442000"/>
                  <a:pt x="5891090" y="3441859"/>
                </a:cubicBezTo>
                <a:close/>
                <a:moveTo>
                  <a:pt x="6986626" y="3041318"/>
                </a:moveTo>
                <a:cubicBezTo>
                  <a:pt x="6988155" y="3041105"/>
                  <a:pt x="6989204" y="3039683"/>
                  <a:pt x="6988991" y="3038153"/>
                </a:cubicBezTo>
                <a:cubicBezTo>
                  <a:pt x="6988777" y="3036642"/>
                  <a:pt x="6987356" y="3035575"/>
                  <a:pt x="6985844" y="3035806"/>
                </a:cubicBezTo>
                <a:lnTo>
                  <a:pt x="6983499" y="3038951"/>
                </a:lnTo>
                <a:lnTo>
                  <a:pt x="6986234" y="3041318"/>
                </a:lnTo>
                <a:cubicBezTo>
                  <a:pt x="6986360" y="3041318"/>
                  <a:pt x="6986501" y="3041318"/>
                  <a:pt x="6986626" y="3041318"/>
                </a:cubicBezTo>
                <a:close/>
                <a:moveTo>
                  <a:pt x="5722475" y="3505810"/>
                </a:moveTo>
                <a:cubicBezTo>
                  <a:pt x="5723934" y="3505312"/>
                  <a:pt x="5724697" y="3503729"/>
                  <a:pt x="5724200" y="3502272"/>
                </a:cubicBezTo>
                <a:cubicBezTo>
                  <a:pt x="5723684" y="3500813"/>
                  <a:pt x="5722101" y="3500049"/>
                  <a:pt x="5720644" y="3500548"/>
                </a:cubicBezTo>
                <a:cubicBezTo>
                  <a:pt x="5719204" y="3501045"/>
                  <a:pt x="5718421" y="3502645"/>
                  <a:pt x="5718937" y="3504085"/>
                </a:cubicBezTo>
                <a:cubicBezTo>
                  <a:pt x="5719328" y="3505240"/>
                  <a:pt x="5720413" y="3505969"/>
                  <a:pt x="5721568" y="3505970"/>
                </a:cubicBezTo>
                <a:cubicBezTo>
                  <a:pt x="5721870" y="3505970"/>
                  <a:pt x="5722172" y="3505917"/>
                  <a:pt x="5722475" y="3505810"/>
                </a:cubicBezTo>
                <a:close/>
                <a:moveTo>
                  <a:pt x="5807262" y="3475088"/>
                </a:moveTo>
                <a:cubicBezTo>
                  <a:pt x="5808685" y="3474536"/>
                  <a:pt x="5809413" y="3472937"/>
                  <a:pt x="5808863" y="3471496"/>
                </a:cubicBezTo>
                <a:cubicBezTo>
                  <a:pt x="5808329" y="3470056"/>
                  <a:pt x="5806711" y="3469327"/>
                  <a:pt x="5805271" y="3469879"/>
                </a:cubicBezTo>
                <a:cubicBezTo>
                  <a:pt x="5803832" y="3470411"/>
                  <a:pt x="5803102" y="3472030"/>
                  <a:pt x="5803653" y="3473470"/>
                </a:cubicBezTo>
                <a:lnTo>
                  <a:pt x="5803671" y="3473471"/>
                </a:lnTo>
                <a:cubicBezTo>
                  <a:pt x="5804098" y="3474572"/>
                  <a:pt x="5805164" y="3475266"/>
                  <a:pt x="5806285" y="3475265"/>
                </a:cubicBezTo>
                <a:cubicBezTo>
                  <a:pt x="5806605" y="3475265"/>
                  <a:pt x="5806943" y="3475212"/>
                  <a:pt x="5807262" y="3475088"/>
                </a:cubicBezTo>
                <a:close/>
                <a:moveTo>
                  <a:pt x="7599714" y="2835474"/>
                </a:moveTo>
                <a:cubicBezTo>
                  <a:pt x="7601812" y="2835474"/>
                  <a:pt x="7603714" y="2834051"/>
                  <a:pt x="7604248" y="2831918"/>
                </a:cubicBezTo>
                <a:cubicBezTo>
                  <a:pt x="7604888" y="2829411"/>
                  <a:pt x="7603359" y="2826869"/>
                  <a:pt x="7600852" y="2826247"/>
                </a:cubicBezTo>
                <a:cubicBezTo>
                  <a:pt x="7598327" y="2825624"/>
                  <a:pt x="7595803" y="2827136"/>
                  <a:pt x="7595163" y="2829661"/>
                </a:cubicBezTo>
                <a:cubicBezTo>
                  <a:pt x="7594540" y="2832149"/>
                  <a:pt x="7596069" y="2834709"/>
                  <a:pt x="7598576" y="2835331"/>
                </a:cubicBezTo>
                <a:cubicBezTo>
                  <a:pt x="7598950" y="2835420"/>
                  <a:pt x="7599341" y="2835474"/>
                  <a:pt x="7599714" y="2835474"/>
                </a:cubicBezTo>
                <a:close/>
                <a:moveTo>
                  <a:pt x="7075947" y="3031113"/>
                </a:moveTo>
                <a:cubicBezTo>
                  <a:pt x="7077494" y="3030988"/>
                  <a:pt x="7078633" y="3029637"/>
                  <a:pt x="7078490" y="3028109"/>
                </a:cubicBezTo>
                <a:cubicBezTo>
                  <a:pt x="7078366" y="3026579"/>
                  <a:pt x="7077014" y="3025442"/>
                  <a:pt x="7075485" y="3025566"/>
                </a:cubicBezTo>
                <a:cubicBezTo>
                  <a:pt x="7073956" y="3025690"/>
                  <a:pt x="7072818" y="3027041"/>
                  <a:pt x="7072942" y="3028571"/>
                </a:cubicBezTo>
                <a:cubicBezTo>
                  <a:pt x="7073068" y="3030028"/>
                  <a:pt x="7074295" y="3031131"/>
                  <a:pt x="7075716" y="3031131"/>
                </a:cubicBezTo>
                <a:cubicBezTo>
                  <a:pt x="7075806" y="3031131"/>
                  <a:pt x="7075947" y="3031113"/>
                  <a:pt x="7075947" y="3031113"/>
                </a:cubicBezTo>
                <a:close/>
                <a:moveTo>
                  <a:pt x="7385976" y="2917968"/>
                </a:moveTo>
                <a:cubicBezTo>
                  <a:pt x="7387826" y="2917968"/>
                  <a:pt x="7389425" y="2916581"/>
                  <a:pt x="7389674" y="2914715"/>
                </a:cubicBezTo>
                <a:cubicBezTo>
                  <a:pt x="7389941" y="2912670"/>
                  <a:pt x="7388501" y="2910786"/>
                  <a:pt x="7386456" y="2910519"/>
                </a:cubicBezTo>
                <a:cubicBezTo>
                  <a:pt x="7384411" y="2910270"/>
                  <a:pt x="7382526" y="2911711"/>
                  <a:pt x="7382279" y="2913755"/>
                </a:cubicBezTo>
                <a:cubicBezTo>
                  <a:pt x="7382011" y="2915799"/>
                  <a:pt x="7383451" y="2917666"/>
                  <a:pt x="7385496" y="2917933"/>
                </a:cubicBezTo>
                <a:cubicBezTo>
                  <a:pt x="7385656" y="2917968"/>
                  <a:pt x="7385816" y="2917968"/>
                  <a:pt x="7385976" y="2917968"/>
                </a:cubicBezTo>
                <a:close/>
                <a:moveTo>
                  <a:pt x="7805968" y="2768590"/>
                </a:moveTo>
                <a:cubicBezTo>
                  <a:pt x="7808350" y="2768590"/>
                  <a:pt x="7810572" y="2767061"/>
                  <a:pt x="7811337" y="2764660"/>
                </a:cubicBezTo>
                <a:cubicBezTo>
                  <a:pt x="7812279" y="2761710"/>
                  <a:pt x="7810644" y="2758545"/>
                  <a:pt x="7807692" y="2757584"/>
                </a:cubicBezTo>
                <a:cubicBezTo>
                  <a:pt x="7804723" y="2756642"/>
                  <a:pt x="7801559" y="2758278"/>
                  <a:pt x="7800598" y="2761248"/>
                </a:cubicBezTo>
                <a:cubicBezTo>
                  <a:pt x="7799656" y="2764199"/>
                  <a:pt x="7801292" y="2767363"/>
                  <a:pt x="7804261" y="2768323"/>
                </a:cubicBezTo>
                <a:cubicBezTo>
                  <a:pt x="7804830" y="2768501"/>
                  <a:pt x="7805398" y="2768590"/>
                  <a:pt x="7805968" y="2768590"/>
                </a:cubicBezTo>
                <a:close/>
                <a:moveTo>
                  <a:pt x="8781230" y="2412212"/>
                </a:moveTo>
                <a:cubicBezTo>
                  <a:pt x="8786386" y="2412212"/>
                  <a:pt x="8790865" y="2408354"/>
                  <a:pt x="8791506" y="2403109"/>
                </a:cubicBezTo>
                <a:cubicBezTo>
                  <a:pt x="8792199" y="2397420"/>
                  <a:pt x="8788164" y="2392246"/>
                  <a:pt x="8782475" y="2391535"/>
                </a:cubicBezTo>
                <a:cubicBezTo>
                  <a:pt x="8776803" y="2390842"/>
                  <a:pt x="8771629" y="2394877"/>
                  <a:pt x="8770919" y="2400566"/>
                </a:cubicBezTo>
                <a:cubicBezTo>
                  <a:pt x="8770224" y="2406238"/>
                  <a:pt x="8774261" y="2411430"/>
                  <a:pt x="8779949" y="2412123"/>
                </a:cubicBezTo>
                <a:cubicBezTo>
                  <a:pt x="8780377" y="2412176"/>
                  <a:pt x="8780804" y="2412212"/>
                  <a:pt x="8781230" y="2412212"/>
                </a:cubicBezTo>
                <a:close/>
                <a:moveTo>
                  <a:pt x="9064874" y="2313218"/>
                </a:moveTo>
                <a:cubicBezTo>
                  <a:pt x="9071132" y="2313219"/>
                  <a:pt x="9076200" y="2308151"/>
                  <a:pt x="9076200" y="2301894"/>
                </a:cubicBezTo>
                <a:cubicBezTo>
                  <a:pt x="9076200" y="2295653"/>
                  <a:pt x="9071132" y="2290586"/>
                  <a:pt x="9064874" y="2290586"/>
                </a:cubicBezTo>
                <a:cubicBezTo>
                  <a:pt x="9058633" y="2290586"/>
                  <a:pt x="9053567" y="2295653"/>
                  <a:pt x="9053567" y="2301894"/>
                </a:cubicBezTo>
                <a:cubicBezTo>
                  <a:pt x="9053566" y="2308151"/>
                  <a:pt x="9058633" y="2313218"/>
                  <a:pt x="9064874" y="2313218"/>
                </a:cubicBezTo>
                <a:close/>
                <a:moveTo>
                  <a:pt x="8006567" y="2707839"/>
                </a:moveTo>
                <a:cubicBezTo>
                  <a:pt x="8009305" y="2707839"/>
                  <a:pt x="8011866" y="2706132"/>
                  <a:pt x="8012790" y="2703394"/>
                </a:cubicBezTo>
                <a:cubicBezTo>
                  <a:pt x="8013963" y="2699962"/>
                  <a:pt x="8012133" y="2696211"/>
                  <a:pt x="8008683" y="2695038"/>
                </a:cubicBezTo>
                <a:cubicBezTo>
                  <a:pt x="8005251" y="2693865"/>
                  <a:pt x="8001518" y="2695695"/>
                  <a:pt x="8000344" y="2699127"/>
                </a:cubicBezTo>
                <a:cubicBezTo>
                  <a:pt x="7999171" y="2702576"/>
                  <a:pt x="8001002" y="2706310"/>
                  <a:pt x="8004434" y="2707483"/>
                </a:cubicBezTo>
                <a:cubicBezTo>
                  <a:pt x="8005145" y="2707732"/>
                  <a:pt x="8005856" y="2707839"/>
                  <a:pt x="8006567" y="2707839"/>
                </a:cubicBezTo>
                <a:close/>
                <a:moveTo>
                  <a:pt x="8590391" y="2501444"/>
                </a:moveTo>
                <a:cubicBezTo>
                  <a:pt x="8594765" y="2501443"/>
                  <a:pt x="8598676" y="2498385"/>
                  <a:pt x="8599600" y="2493941"/>
                </a:cubicBezTo>
                <a:cubicBezTo>
                  <a:pt x="8600667" y="2488839"/>
                  <a:pt x="8597396" y="2483860"/>
                  <a:pt x="8592293" y="2482794"/>
                </a:cubicBezTo>
                <a:cubicBezTo>
                  <a:pt x="8587190" y="2481745"/>
                  <a:pt x="8582213" y="2485016"/>
                  <a:pt x="8581145" y="2490119"/>
                </a:cubicBezTo>
                <a:cubicBezTo>
                  <a:pt x="8580097" y="2495203"/>
                  <a:pt x="8583368" y="2500199"/>
                  <a:pt x="8588470" y="2501248"/>
                </a:cubicBezTo>
                <a:cubicBezTo>
                  <a:pt x="8589111" y="2501390"/>
                  <a:pt x="8589750" y="2501443"/>
                  <a:pt x="8590391" y="2501444"/>
                </a:cubicBezTo>
                <a:close/>
                <a:moveTo>
                  <a:pt x="7165695" y="3026419"/>
                </a:moveTo>
                <a:cubicBezTo>
                  <a:pt x="7167242" y="3026384"/>
                  <a:pt x="7168433" y="3025121"/>
                  <a:pt x="7168432" y="3023574"/>
                </a:cubicBezTo>
                <a:cubicBezTo>
                  <a:pt x="7168398" y="3022028"/>
                  <a:pt x="7167118" y="3020819"/>
                  <a:pt x="7165589" y="3020855"/>
                </a:cubicBezTo>
                <a:cubicBezTo>
                  <a:pt x="7164041" y="3020873"/>
                  <a:pt x="7162816" y="3022152"/>
                  <a:pt x="7162852" y="3023681"/>
                </a:cubicBezTo>
                <a:cubicBezTo>
                  <a:pt x="7162887" y="3025211"/>
                  <a:pt x="7164131" y="3026419"/>
                  <a:pt x="7165642" y="3026419"/>
                </a:cubicBezTo>
                <a:close/>
                <a:moveTo>
                  <a:pt x="8203361" y="2646253"/>
                </a:moveTo>
                <a:cubicBezTo>
                  <a:pt x="8206544" y="2646253"/>
                  <a:pt x="8209495" y="2644226"/>
                  <a:pt x="8210527" y="2641044"/>
                </a:cubicBezTo>
                <a:cubicBezTo>
                  <a:pt x="8211807" y="2637098"/>
                  <a:pt x="8209638" y="2632849"/>
                  <a:pt x="8205690" y="2631567"/>
                </a:cubicBezTo>
                <a:cubicBezTo>
                  <a:pt x="8201743" y="2630270"/>
                  <a:pt x="8197494" y="2632439"/>
                  <a:pt x="8196215" y="2636386"/>
                </a:cubicBezTo>
                <a:cubicBezTo>
                  <a:pt x="8194917" y="2640351"/>
                  <a:pt x="8197085" y="2644582"/>
                  <a:pt x="8201033" y="2645881"/>
                </a:cubicBezTo>
                <a:cubicBezTo>
                  <a:pt x="8201815" y="2646129"/>
                  <a:pt x="8202597" y="2646253"/>
                  <a:pt x="8203361" y="2646253"/>
                </a:cubicBezTo>
                <a:close/>
                <a:moveTo>
                  <a:pt x="9151051" y="2302304"/>
                </a:moveTo>
                <a:lnTo>
                  <a:pt x="9149599" y="2298345"/>
                </a:lnTo>
                <a:lnTo>
                  <a:pt x="9148897" y="2300275"/>
                </a:lnTo>
                <a:lnTo>
                  <a:pt x="9148915" y="2300258"/>
                </a:lnTo>
                <a:close/>
                <a:moveTo>
                  <a:pt x="8397844" y="2578693"/>
                </a:moveTo>
                <a:cubicBezTo>
                  <a:pt x="8401561" y="2578693"/>
                  <a:pt x="8404956" y="2576240"/>
                  <a:pt x="8406006" y="2572488"/>
                </a:cubicBezTo>
                <a:cubicBezTo>
                  <a:pt x="8407249" y="2567973"/>
                  <a:pt x="8404618" y="2563314"/>
                  <a:pt x="8400103" y="2562052"/>
                </a:cubicBezTo>
                <a:cubicBezTo>
                  <a:pt x="8395605" y="2560807"/>
                  <a:pt x="8390929" y="2563438"/>
                  <a:pt x="8389667" y="2567954"/>
                </a:cubicBezTo>
                <a:cubicBezTo>
                  <a:pt x="8388422" y="2572470"/>
                  <a:pt x="8391053" y="2577128"/>
                  <a:pt x="8395569" y="2578390"/>
                </a:cubicBezTo>
                <a:cubicBezTo>
                  <a:pt x="8396334" y="2578586"/>
                  <a:pt x="8397098" y="2578693"/>
                  <a:pt x="8397844" y="2578693"/>
                </a:cubicBezTo>
                <a:close/>
                <a:moveTo>
                  <a:pt x="7475457" y="2932387"/>
                </a:moveTo>
                <a:cubicBezTo>
                  <a:pt x="7477218" y="2932387"/>
                  <a:pt x="7478782" y="2931142"/>
                  <a:pt x="7479120" y="2929364"/>
                </a:cubicBezTo>
                <a:cubicBezTo>
                  <a:pt x="7479511" y="2927338"/>
                  <a:pt x="7478178" y="2925382"/>
                  <a:pt x="7476151" y="2924991"/>
                </a:cubicBezTo>
                <a:cubicBezTo>
                  <a:pt x="7474123" y="2924600"/>
                  <a:pt x="7472169" y="2925933"/>
                  <a:pt x="7471777" y="2927943"/>
                </a:cubicBezTo>
                <a:cubicBezTo>
                  <a:pt x="7471386" y="2929969"/>
                  <a:pt x="7472719" y="2931924"/>
                  <a:pt x="7474746" y="2932316"/>
                </a:cubicBezTo>
                <a:cubicBezTo>
                  <a:pt x="7474977" y="2932370"/>
                  <a:pt x="7475226" y="2932387"/>
                  <a:pt x="7475457" y="2932387"/>
                </a:cubicBezTo>
                <a:close/>
                <a:moveTo>
                  <a:pt x="8875600" y="2421315"/>
                </a:moveTo>
                <a:cubicBezTo>
                  <a:pt x="8880987" y="2421315"/>
                  <a:pt x="8885538" y="2417136"/>
                  <a:pt x="8885930" y="2411678"/>
                </a:cubicBezTo>
                <a:cubicBezTo>
                  <a:pt x="8886339" y="2405972"/>
                  <a:pt x="8882018" y="2401011"/>
                  <a:pt x="8876312" y="2400602"/>
                </a:cubicBezTo>
                <a:cubicBezTo>
                  <a:pt x="8870604" y="2400211"/>
                  <a:pt x="8865644" y="2404496"/>
                  <a:pt x="8865235" y="2410221"/>
                </a:cubicBezTo>
                <a:cubicBezTo>
                  <a:pt x="8864843" y="2415927"/>
                  <a:pt x="8869147" y="2420888"/>
                  <a:pt x="8874853" y="2421297"/>
                </a:cubicBezTo>
                <a:cubicBezTo>
                  <a:pt x="8875102" y="2421315"/>
                  <a:pt x="8875351" y="2421315"/>
                  <a:pt x="8875600" y="2421315"/>
                </a:cubicBezTo>
                <a:close/>
                <a:moveTo>
                  <a:pt x="6598210" y="3258985"/>
                </a:moveTo>
                <a:cubicBezTo>
                  <a:pt x="6599171" y="3258647"/>
                  <a:pt x="6599669" y="3257581"/>
                  <a:pt x="6599331" y="3256638"/>
                </a:cubicBezTo>
                <a:cubicBezTo>
                  <a:pt x="6598975" y="3255679"/>
                  <a:pt x="6597926" y="3255180"/>
                  <a:pt x="6596984" y="3255518"/>
                </a:cubicBezTo>
                <a:cubicBezTo>
                  <a:pt x="6596024" y="3255873"/>
                  <a:pt x="6595527" y="3256923"/>
                  <a:pt x="6595863" y="3257883"/>
                </a:cubicBezTo>
                <a:cubicBezTo>
                  <a:pt x="6596130" y="3258629"/>
                  <a:pt x="6596841" y="3259092"/>
                  <a:pt x="6597588" y="3259092"/>
                </a:cubicBezTo>
                <a:cubicBezTo>
                  <a:pt x="6597801" y="3259092"/>
                  <a:pt x="6598015" y="3259056"/>
                  <a:pt x="6598210" y="3258985"/>
                </a:cubicBezTo>
                <a:close/>
                <a:moveTo>
                  <a:pt x="7687755" y="2859350"/>
                </a:moveTo>
                <a:cubicBezTo>
                  <a:pt x="7689799" y="2859351"/>
                  <a:pt x="7691667" y="2858018"/>
                  <a:pt x="7692271" y="2855955"/>
                </a:cubicBezTo>
                <a:cubicBezTo>
                  <a:pt x="7692982" y="2853484"/>
                  <a:pt x="7691561" y="2850888"/>
                  <a:pt x="7689071" y="2850159"/>
                </a:cubicBezTo>
                <a:cubicBezTo>
                  <a:pt x="7686581" y="2849449"/>
                  <a:pt x="7683986" y="2850870"/>
                  <a:pt x="7683275" y="2853360"/>
                </a:cubicBezTo>
                <a:cubicBezTo>
                  <a:pt x="7682545" y="2855830"/>
                  <a:pt x="7683986" y="2858426"/>
                  <a:pt x="7686457" y="2859155"/>
                </a:cubicBezTo>
                <a:cubicBezTo>
                  <a:pt x="7686884" y="2859280"/>
                  <a:pt x="7687329" y="2859351"/>
                  <a:pt x="7687755" y="2859350"/>
                </a:cubicBezTo>
                <a:close/>
                <a:moveTo>
                  <a:pt x="6514490" y="3290418"/>
                </a:moveTo>
                <a:cubicBezTo>
                  <a:pt x="6515432" y="3290045"/>
                  <a:pt x="6515911" y="3288979"/>
                  <a:pt x="6515539" y="3288036"/>
                </a:cubicBezTo>
                <a:cubicBezTo>
                  <a:pt x="6515165" y="3287094"/>
                  <a:pt x="6514098" y="3286614"/>
                  <a:pt x="6513137" y="3287004"/>
                </a:cubicBezTo>
                <a:cubicBezTo>
                  <a:pt x="6512179" y="3287361"/>
                  <a:pt x="6511717" y="3288427"/>
                  <a:pt x="6512089" y="3289370"/>
                </a:cubicBezTo>
                <a:lnTo>
                  <a:pt x="6512107" y="3289370"/>
                </a:lnTo>
                <a:cubicBezTo>
                  <a:pt x="6512392" y="3290098"/>
                  <a:pt x="6513085" y="3290543"/>
                  <a:pt x="6513815" y="3290543"/>
                </a:cubicBezTo>
                <a:cubicBezTo>
                  <a:pt x="6514045" y="3290543"/>
                  <a:pt x="6514258" y="3290507"/>
                  <a:pt x="6514490" y="3290418"/>
                </a:cubicBezTo>
                <a:close/>
                <a:moveTo>
                  <a:pt x="6682892" y="3230237"/>
                </a:moveTo>
                <a:cubicBezTo>
                  <a:pt x="6683870" y="3229917"/>
                  <a:pt x="6684403" y="3228885"/>
                  <a:pt x="6684084" y="3227926"/>
                </a:cubicBezTo>
                <a:cubicBezTo>
                  <a:pt x="6683781" y="3226947"/>
                  <a:pt x="6682750" y="3226432"/>
                  <a:pt x="6681771" y="3226734"/>
                </a:cubicBezTo>
                <a:cubicBezTo>
                  <a:pt x="6680811" y="3227037"/>
                  <a:pt x="6680278" y="3228085"/>
                  <a:pt x="6680580" y="3229045"/>
                </a:cubicBezTo>
                <a:cubicBezTo>
                  <a:pt x="6680829" y="3229829"/>
                  <a:pt x="6681558" y="3230326"/>
                  <a:pt x="6682341" y="3230326"/>
                </a:cubicBezTo>
                <a:cubicBezTo>
                  <a:pt x="6682518" y="3230326"/>
                  <a:pt x="6682713" y="3230290"/>
                  <a:pt x="6682892" y="3230237"/>
                </a:cubicBezTo>
                <a:close/>
                <a:moveTo>
                  <a:pt x="6431587" y="3324038"/>
                </a:moveTo>
                <a:cubicBezTo>
                  <a:pt x="6432512" y="3323647"/>
                  <a:pt x="6432955" y="3322562"/>
                  <a:pt x="6432564" y="3321638"/>
                </a:cubicBezTo>
                <a:cubicBezTo>
                  <a:pt x="6432174" y="3320696"/>
                  <a:pt x="6431107" y="3320251"/>
                  <a:pt x="6430164" y="3320642"/>
                </a:cubicBezTo>
                <a:cubicBezTo>
                  <a:pt x="6429223" y="3321034"/>
                  <a:pt x="6428796" y="3322117"/>
                  <a:pt x="6429186" y="3323060"/>
                </a:cubicBezTo>
                <a:cubicBezTo>
                  <a:pt x="6429472" y="3323754"/>
                  <a:pt x="6430147" y="3324180"/>
                  <a:pt x="6430876" y="3324180"/>
                </a:cubicBezTo>
                <a:cubicBezTo>
                  <a:pt x="6431107" y="3324179"/>
                  <a:pt x="6431355" y="3324127"/>
                  <a:pt x="6431587" y="3324038"/>
                </a:cubicBezTo>
                <a:close/>
                <a:moveTo>
                  <a:pt x="6768586" y="3204706"/>
                </a:moveTo>
                <a:cubicBezTo>
                  <a:pt x="6769564" y="3204422"/>
                  <a:pt x="6770133" y="3203426"/>
                  <a:pt x="6769866" y="3202448"/>
                </a:cubicBezTo>
                <a:cubicBezTo>
                  <a:pt x="6769598" y="3201453"/>
                  <a:pt x="6768586" y="3200884"/>
                  <a:pt x="6767608" y="3201150"/>
                </a:cubicBezTo>
                <a:cubicBezTo>
                  <a:pt x="6766630" y="3201435"/>
                  <a:pt x="6766061" y="3202448"/>
                  <a:pt x="6766328" y="3203408"/>
                </a:cubicBezTo>
                <a:cubicBezTo>
                  <a:pt x="6766541" y="3204226"/>
                  <a:pt x="6767288" y="3204760"/>
                  <a:pt x="6768088" y="3204759"/>
                </a:cubicBezTo>
                <a:cubicBezTo>
                  <a:pt x="6768248" y="3204759"/>
                  <a:pt x="6768426" y="3204742"/>
                  <a:pt x="6768586" y="3204706"/>
                </a:cubicBezTo>
                <a:close/>
                <a:moveTo>
                  <a:pt x="6349377" y="3359329"/>
                </a:moveTo>
                <a:cubicBezTo>
                  <a:pt x="6350320" y="3358920"/>
                  <a:pt x="6350729" y="3357836"/>
                  <a:pt x="6350320" y="3356912"/>
                </a:cubicBezTo>
                <a:cubicBezTo>
                  <a:pt x="6349911" y="3355969"/>
                  <a:pt x="6348825" y="3355561"/>
                  <a:pt x="6347900" y="3355969"/>
                </a:cubicBezTo>
                <a:cubicBezTo>
                  <a:pt x="6346976" y="3356378"/>
                  <a:pt x="6346551" y="3357462"/>
                  <a:pt x="6346959" y="3358387"/>
                </a:cubicBezTo>
                <a:cubicBezTo>
                  <a:pt x="6347261" y="3359080"/>
                  <a:pt x="6347937" y="3359489"/>
                  <a:pt x="6348648" y="3359490"/>
                </a:cubicBezTo>
                <a:cubicBezTo>
                  <a:pt x="6348897" y="3359490"/>
                  <a:pt x="6349145" y="3359436"/>
                  <a:pt x="6349377" y="3359329"/>
                </a:cubicBezTo>
                <a:close/>
                <a:moveTo>
                  <a:pt x="7255692" y="3027593"/>
                </a:moveTo>
                <a:cubicBezTo>
                  <a:pt x="7257168" y="3027593"/>
                  <a:pt x="7258413" y="3026419"/>
                  <a:pt x="7258484" y="3024926"/>
                </a:cubicBezTo>
                <a:cubicBezTo>
                  <a:pt x="7258554" y="3023397"/>
                  <a:pt x="7257364" y="3022099"/>
                  <a:pt x="7255817" y="3022028"/>
                </a:cubicBezTo>
                <a:cubicBezTo>
                  <a:pt x="7254288" y="3021939"/>
                  <a:pt x="7252972" y="3023130"/>
                  <a:pt x="7252918" y="3024676"/>
                </a:cubicBezTo>
                <a:cubicBezTo>
                  <a:pt x="7252830" y="3026206"/>
                  <a:pt x="7254021" y="3027504"/>
                  <a:pt x="7255568" y="3027593"/>
                </a:cubicBezTo>
                <a:close/>
                <a:moveTo>
                  <a:pt x="7893226" y="2797267"/>
                </a:moveTo>
                <a:cubicBezTo>
                  <a:pt x="7895573" y="2797267"/>
                  <a:pt x="7897760" y="2795774"/>
                  <a:pt x="7898560" y="2793426"/>
                </a:cubicBezTo>
                <a:cubicBezTo>
                  <a:pt x="7899555" y="2790476"/>
                  <a:pt x="7897974" y="2787293"/>
                  <a:pt x="7895023" y="2786298"/>
                </a:cubicBezTo>
                <a:cubicBezTo>
                  <a:pt x="7892071" y="2785320"/>
                  <a:pt x="7888888" y="2786884"/>
                  <a:pt x="7887892" y="2789835"/>
                </a:cubicBezTo>
                <a:cubicBezTo>
                  <a:pt x="7886898" y="2792787"/>
                  <a:pt x="7888479" y="2795970"/>
                  <a:pt x="7891431" y="2796965"/>
                </a:cubicBezTo>
                <a:cubicBezTo>
                  <a:pt x="7892018" y="2797178"/>
                  <a:pt x="7892622" y="2797267"/>
                  <a:pt x="7893226" y="2797267"/>
                </a:cubicBezTo>
                <a:close/>
                <a:moveTo>
                  <a:pt x="6267701" y="3395847"/>
                </a:moveTo>
                <a:cubicBezTo>
                  <a:pt x="6268608" y="3395420"/>
                  <a:pt x="6269034" y="3394336"/>
                  <a:pt x="6268608" y="3393412"/>
                </a:cubicBezTo>
                <a:cubicBezTo>
                  <a:pt x="6268199" y="3392505"/>
                  <a:pt x="6267097" y="3392078"/>
                  <a:pt x="6266171" y="3392505"/>
                </a:cubicBezTo>
                <a:cubicBezTo>
                  <a:pt x="6265265" y="3392914"/>
                  <a:pt x="6264839" y="3393998"/>
                  <a:pt x="6265265" y="3394922"/>
                </a:cubicBezTo>
                <a:cubicBezTo>
                  <a:pt x="6265567" y="3395599"/>
                  <a:pt x="6266244" y="3396007"/>
                  <a:pt x="6266936" y="3396008"/>
                </a:cubicBezTo>
                <a:cubicBezTo>
                  <a:pt x="6267186" y="3396008"/>
                  <a:pt x="6267452" y="3395953"/>
                  <a:pt x="6267701" y="3395847"/>
                </a:cubicBezTo>
                <a:close/>
                <a:moveTo>
                  <a:pt x="6855294" y="3182963"/>
                </a:moveTo>
                <a:cubicBezTo>
                  <a:pt x="6856289" y="3182750"/>
                  <a:pt x="6856911" y="3181753"/>
                  <a:pt x="6856698" y="3180775"/>
                </a:cubicBezTo>
                <a:cubicBezTo>
                  <a:pt x="6856467" y="3179780"/>
                  <a:pt x="6855488" y="3179158"/>
                  <a:pt x="6854493" y="3179371"/>
                </a:cubicBezTo>
                <a:cubicBezTo>
                  <a:pt x="6853498" y="3179602"/>
                  <a:pt x="6852875" y="3180598"/>
                  <a:pt x="6853107" y="3181576"/>
                </a:cubicBezTo>
                <a:cubicBezTo>
                  <a:pt x="6853302" y="3182429"/>
                  <a:pt x="6854049" y="3183016"/>
                  <a:pt x="6854903" y="3183016"/>
                </a:cubicBezTo>
                <a:cubicBezTo>
                  <a:pt x="6855027" y="3183016"/>
                  <a:pt x="6855169" y="3182998"/>
                  <a:pt x="6855294" y="3182963"/>
                </a:cubicBezTo>
                <a:close/>
                <a:moveTo>
                  <a:pt x="6186344" y="3433093"/>
                </a:moveTo>
                <a:cubicBezTo>
                  <a:pt x="6187269" y="3432667"/>
                  <a:pt x="6187661" y="3431583"/>
                  <a:pt x="6187234" y="3430658"/>
                </a:cubicBezTo>
                <a:cubicBezTo>
                  <a:pt x="6186825" y="3429734"/>
                  <a:pt x="6185722" y="3429325"/>
                  <a:pt x="6184798" y="3429751"/>
                </a:cubicBezTo>
                <a:cubicBezTo>
                  <a:pt x="6183873" y="3430178"/>
                  <a:pt x="6183482" y="3431280"/>
                  <a:pt x="6183909" y="3432187"/>
                </a:cubicBezTo>
                <a:cubicBezTo>
                  <a:pt x="6184211" y="3432863"/>
                  <a:pt x="6184869" y="3433254"/>
                  <a:pt x="6185580" y="3433254"/>
                </a:cubicBezTo>
                <a:cubicBezTo>
                  <a:pt x="6185829" y="3433254"/>
                  <a:pt x="6186096" y="3433201"/>
                  <a:pt x="6186344" y="3433093"/>
                </a:cubicBezTo>
                <a:close/>
                <a:moveTo>
                  <a:pt x="8683072" y="2518280"/>
                </a:moveTo>
                <a:cubicBezTo>
                  <a:pt x="8687642" y="2518280"/>
                  <a:pt x="8691659" y="2514956"/>
                  <a:pt x="8692388" y="2510298"/>
                </a:cubicBezTo>
                <a:cubicBezTo>
                  <a:pt x="8693171" y="2505160"/>
                  <a:pt x="8689651" y="2500341"/>
                  <a:pt x="8684513" y="2499542"/>
                </a:cubicBezTo>
                <a:cubicBezTo>
                  <a:pt x="8679357" y="2498759"/>
                  <a:pt x="8674556" y="2502280"/>
                  <a:pt x="8673756" y="2507418"/>
                </a:cubicBezTo>
                <a:cubicBezTo>
                  <a:pt x="8672956" y="2512574"/>
                  <a:pt x="8676494" y="2517374"/>
                  <a:pt x="8681632" y="2518174"/>
                </a:cubicBezTo>
                <a:cubicBezTo>
                  <a:pt x="8682112" y="2518245"/>
                  <a:pt x="8682592" y="2518280"/>
                  <a:pt x="8683072" y="2518280"/>
                </a:cubicBezTo>
                <a:close/>
                <a:moveTo>
                  <a:pt x="8094093" y="2737636"/>
                </a:moveTo>
                <a:cubicBezTo>
                  <a:pt x="8096830" y="2737636"/>
                  <a:pt x="8099391" y="2735912"/>
                  <a:pt x="8100316" y="2733156"/>
                </a:cubicBezTo>
                <a:cubicBezTo>
                  <a:pt x="8101488" y="2729724"/>
                  <a:pt x="8099640" y="2725991"/>
                  <a:pt x="8096191" y="2724835"/>
                </a:cubicBezTo>
                <a:cubicBezTo>
                  <a:pt x="8092760" y="2723662"/>
                  <a:pt x="8089008" y="2725511"/>
                  <a:pt x="8087852" y="2728960"/>
                </a:cubicBezTo>
                <a:cubicBezTo>
                  <a:pt x="8086697" y="2732392"/>
                  <a:pt x="8088546" y="2736143"/>
                  <a:pt x="8091995" y="2737298"/>
                </a:cubicBezTo>
                <a:cubicBezTo>
                  <a:pt x="8092689" y="2737530"/>
                  <a:pt x="8093398" y="2737636"/>
                  <a:pt x="8094093" y="2737636"/>
                </a:cubicBezTo>
                <a:close/>
                <a:moveTo>
                  <a:pt x="6105113" y="3470643"/>
                </a:moveTo>
                <a:cubicBezTo>
                  <a:pt x="6106037" y="3470216"/>
                  <a:pt x="6106429" y="3469131"/>
                  <a:pt x="6106001" y="3468207"/>
                </a:cubicBezTo>
                <a:cubicBezTo>
                  <a:pt x="6105576" y="3467283"/>
                  <a:pt x="6104490" y="3466891"/>
                  <a:pt x="6103566" y="3467318"/>
                </a:cubicBezTo>
                <a:cubicBezTo>
                  <a:pt x="6102642" y="3467745"/>
                  <a:pt x="6102250" y="3468829"/>
                  <a:pt x="6102677" y="3469754"/>
                </a:cubicBezTo>
                <a:cubicBezTo>
                  <a:pt x="6102980" y="3470429"/>
                  <a:pt x="6103655" y="3470821"/>
                  <a:pt x="6104348" y="3470821"/>
                </a:cubicBezTo>
                <a:cubicBezTo>
                  <a:pt x="6104597" y="3470821"/>
                  <a:pt x="6104864" y="3470768"/>
                  <a:pt x="6105113" y="3470643"/>
                </a:cubicBezTo>
                <a:close/>
                <a:moveTo>
                  <a:pt x="6940863" y="3164117"/>
                </a:moveTo>
                <a:lnTo>
                  <a:pt x="6940872" y="3164106"/>
                </a:lnTo>
                <a:lnTo>
                  <a:pt x="6940863" y="3164099"/>
                </a:lnTo>
                <a:close/>
                <a:moveTo>
                  <a:pt x="6942979" y="3165628"/>
                </a:moveTo>
                <a:cubicBezTo>
                  <a:pt x="6943974" y="3165450"/>
                  <a:pt x="6944651" y="3164508"/>
                  <a:pt x="6944473" y="3163513"/>
                </a:cubicBezTo>
                <a:cubicBezTo>
                  <a:pt x="6944312" y="3162499"/>
                  <a:pt x="6943370" y="3161842"/>
                  <a:pt x="6942358" y="3162001"/>
                </a:cubicBezTo>
                <a:lnTo>
                  <a:pt x="6940872" y="3164106"/>
                </a:lnTo>
                <a:lnTo>
                  <a:pt x="6942676" y="3165628"/>
                </a:lnTo>
                <a:cubicBezTo>
                  <a:pt x="6942767" y="3165627"/>
                  <a:pt x="6942873" y="3165628"/>
                  <a:pt x="6942979" y="3165628"/>
                </a:cubicBezTo>
                <a:close/>
                <a:moveTo>
                  <a:pt x="8292150" y="2674148"/>
                </a:moveTo>
                <a:cubicBezTo>
                  <a:pt x="8295367" y="2674148"/>
                  <a:pt x="8298354" y="2672032"/>
                  <a:pt x="8299350" y="2668797"/>
                </a:cubicBezTo>
                <a:cubicBezTo>
                  <a:pt x="8300540" y="2664815"/>
                  <a:pt x="8298283" y="2660619"/>
                  <a:pt x="8294318" y="2659410"/>
                </a:cubicBezTo>
                <a:cubicBezTo>
                  <a:pt x="8290336" y="2658200"/>
                  <a:pt x="8286122" y="2660458"/>
                  <a:pt x="8284932" y="2664441"/>
                </a:cubicBezTo>
                <a:cubicBezTo>
                  <a:pt x="8283722" y="2668424"/>
                  <a:pt x="8285980" y="2672620"/>
                  <a:pt x="8289963" y="2673828"/>
                </a:cubicBezTo>
                <a:cubicBezTo>
                  <a:pt x="8290691" y="2674042"/>
                  <a:pt x="8291421" y="2674148"/>
                  <a:pt x="8292150" y="2674148"/>
                </a:cubicBezTo>
                <a:close/>
                <a:moveTo>
                  <a:pt x="8488500" y="2602126"/>
                </a:moveTo>
                <a:cubicBezTo>
                  <a:pt x="8492340" y="2602126"/>
                  <a:pt x="8495806" y="2599513"/>
                  <a:pt x="8496731" y="2595618"/>
                </a:cubicBezTo>
                <a:cubicBezTo>
                  <a:pt x="8497815" y="2591067"/>
                  <a:pt x="8495007" y="2586498"/>
                  <a:pt x="8490455" y="2585413"/>
                </a:cubicBezTo>
                <a:cubicBezTo>
                  <a:pt x="8485904" y="2584328"/>
                  <a:pt x="8481334" y="2587138"/>
                  <a:pt x="8480250" y="2591689"/>
                </a:cubicBezTo>
                <a:cubicBezTo>
                  <a:pt x="8479166" y="2596241"/>
                  <a:pt x="8481975" y="2600810"/>
                  <a:pt x="8486527" y="2601895"/>
                </a:cubicBezTo>
                <a:cubicBezTo>
                  <a:pt x="8487183" y="2602054"/>
                  <a:pt x="8487841" y="2602125"/>
                  <a:pt x="8488500" y="2602126"/>
                </a:cubicBezTo>
                <a:close/>
                <a:moveTo>
                  <a:pt x="8970290" y="2425617"/>
                </a:moveTo>
                <a:cubicBezTo>
                  <a:pt x="8975927" y="2425617"/>
                  <a:pt x="8980549" y="2421101"/>
                  <a:pt x="8980674" y="2415448"/>
                </a:cubicBezTo>
                <a:cubicBezTo>
                  <a:pt x="8980780" y="2409723"/>
                  <a:pt x="8976246" y="2404976"/>
                  <a:pt x="8970522" y="2404869"/>
                </a:cubicBezTo>
                <a:cubicBezTo>
                  <a:pt x="8964780" y="2404745"/>
                  <a:pt x="8960050" y="2409296"/>
                  <a:pt x="8959926" y="2415020"/>
                </a:cubicBezTo>
                <a:cubicBezTo>
                  <a:pt x="8959819" y="2420745"/>
                  <a:pt x="8964371" y="2425492"/>
                  <a:pt x="8970095" y="2425599"/>
                </a:cubicBezTo>
                <a:cubicBezTo>
                  <a:pt x="8970149" y="2425616"/>
                  <a:pt x="8970290" y="2425617"/>
                  <a:pt x="8970290" y="2425617"/>
                </a:cubicBezTo>
                <a:close/>
                <a:moveTo>
                  <a:pt x="6023809" y="3508068"/>
                </a:moveTo>
                <a:cubicBezTo>
                  <a:pt x="6024735" y="3507641"/>
                  <a:pt x="6025143" y="3506557"/>
                  <a:pt x="6024716" y="3505632"/>
                </a:cubicBezTo>
                <a:cubicBezTo>
                  <a:pt x="6024289" y="3504708"/>
                  <a:pt x="6023205" y="3504299"/>
                  <a:pt x="6022280" y="3504725"/>
                </a:cubicBezTo>
                <a:cubicBezTo>
                  <a:pt x="6021374" y="3505151"/>
                  <a:pt x="6020947" y="3506236"/>
                  <a:pt x="6021374" y="3507161"/>
                </a:cubicBezTo>
                <a:cubicBezTo>
                  <a:pt x="6021695" y="3507837"/>
                  <a:pt x="6022352" y="3508228"/>
                  <a:pt x="6023045" y="3508227"/>
                </a:cubicBezTo>
                <a:cubicBezTo>
                  <a:pt x="6023312" y="3508228"/>
                  <a:pt x="6023560" y="3508174"/>
                  <a:pt x="6023809" y="3508068"/>
                </a:cubicBezTo>
                <a:close/>
                <a:moveTo>
                  <a:pt x="5942241" y="3544905"/>
                </a:moveTo>
                <a:cubicBezTo>
                  <a:pt x="5943183" y="3544479"/>
                  <a:pt x="5943591" y="3543395"/>
                  <a:pt x="5943183" y="3542470"/>
                </a:cubicBezTo>
                <a:cubicBezTo>
                  <a:pt x="5942756" y="3541545"/>
                  <a:pt x="5941672" y="3541136"/>
                  <a:pt x="5940747" y="3541545"/>
                </a:cubicBezTo>
                <a:cubicBezTo>
                  <a:pt x="5939805" y="3541954"/>
                  <a:pt x="5939396" y="3543039"/>
                  <a:pt x="5939805" y="3543963"/>
                </a:cubicBezTo>
                <a:cubicBezTo>
                  <a:pt x="5940125" y="3544657"/>
                  <a:pt x="5940801" y="3545065"/>
                  <a:pt x="5941493" y="3545065"/>
                </a:cubicBezTo>
                <a:cubicBezTo>
                  <a:pt x="5941742" y="3545066"/>
                  <a:pt x="5941991" y="3545013"/>
                  <a:pt x="5942241" y="3544905"/>
                </a:cubicBezTo>
                <a:close/>
                <a:moveTo>
                  <a:pt x="7563978" y="2951837"/>
                </a:moveTo>
                <a:cubicBezTo>
                  <a:pt x="7565649" y="2951837"/>
                  <a:pt x="7567179" y="2950700"/>
                  <a:pt x="7567606" y="2948993"/>
                </a:cubicBezTo>
                <a:cubicBezTo>
                  <a:pt x="7568086" y="2946984"/>
                  <a:pt x="7566877" y="2944957"/>
                  <a:pt x="7564867" y="2944478"/>
                </a:cubicBezTo>
                <a:cubicBezTo>
                  <a:pt x="7562859" y="2943978"/>
                  <a:pt x="7560831" y="2945206"/>
                  <a:pt x="7560352" y="2947215"/>
                </a:cubicBezTo>
                <a:cubicBezTo>
                  <a:pt x="7559854" y="2949223"/>
                  <a:pt x="7561081" y="2951233"/>
                  <a:pt x="7563089" y="2951731"/>
                </a:cubicBezTo>
                <a:cubicBezTo>
                  <a:pt x="7563392" y="2951801"/>
                  <a:pt x="7563676" y="2951838"/>
                  <a:pt x="7563978" y="2951837"/>
                </a:cubicBezTo>
                <a:close/>
                <a:moveTo>
                  <a:pt x="7345476" y="3034882"/>
                </a:moveTo>
                <a:cubicBezTo>
                  <a:pt x="7346862" y="3034882"/>
                  <a:pt x="7348071" y="3033833"/>
                  <a:pt x="7348232" y="3032411"/>
                </a:cubicBezTo>
                <a:cubicBezTo>
                  <a:pt x="7348409" y="3030881"/>
                  <a:pt x="7347324" y="3029513"/>
                  <a:pt x="7345796" y="3029335"/>
                </a:cubicBezTo>
                <a:cubicBezTo>
                  <a:pt x="7344267" y="3029157"/>
                  <a:pt x="7342880" y="3030242"/>
                  <a:pt x="7342702" y="3031770"/>
                </a:cubicBezTo>
                <a:cubicBezTo>
                  <a:pt x="7342524" y="3033300"/>
                  <a:pt x="7343627" y="3034686"/>
                  <a:pt x="7345156" y="3034864"/>
                </a:cubicBezTo>
                <a:lnTo>
                  <a:pt x="7345156" y="3034882"/>
                </a:lnTo>
                <a:cubicBezTo>
                  <a:pt x="7345262" y="3034882"/>
                  <a:pt x="7345369" y="3034882"/>
                  <a:pt x="7345476" y="3034882"/>
                </a:cubicBezTo>
                <a:close/>
                <a:moveTo>
                  <a:pt x="5860084" y="3580463"/>
                </a:moveTo>
                <a:cubicBezTo>
                  <a:pt x="5861027" y="3580072"/>
                  <a:pt x="5861470" y="3578988"/>
                  <a:pt x="5861080" y="3578045"/>
                </a:cubicBezTo>
                <a:cubicBezTo>
                  <a:pt x="5860688" y="3577121"/>
                  <a:pt x="5859603" y="3576676"/>
                  <a:pt x="5858662" y="3577067"/>
                </a:cubicBezTo>
                <a:cubicBezTo>
                  <a:pt x="5857737" y="3577459"/>
                  <a:pt x="5857293" y="3578525"/>
                  <a:pt x="5857684" y="3579468"/>
                </a:cubicBezTo>
                <a:cubicBezTo>
                  <a:pt x="5857968" y="3580179"/>
                  <a:pt x="5858662" y="3580606"/>
                  <a:pt x="5859373" y="3580606"/>
                </a:cubicBezTo>
                <a:cubicBezTo>
                  <a:pt x="5859622" y="3580606"/>
                  <a:pt x="5859853" y="3580552"/>
                  <a:pt x="5860084" y="3580463"/>
                </a:cubicBezTo>
                <a:close/>
                <a:moveTo>
                  <a:pt x="7031483" y="3153272"/>
                </a:moveTo>
                <a:cubicBezTo>
                  <a:pt x="7032479" y="3153164"/>
                  <a:pt x="7033207" y="3152258"/>
                  <a:pt x="7033101" y="3151245"/>
                </a:cubicBezTo>
                <a:cubicBezTo>
                  <a:pt x="7032994" y="3150232"/>
                  <a:pt x="7032086" y="3149503"/>
                  <a:pt x="7031074" y="3149609"/>
                </a:cubicBezTo>
                <a:cubicBezTo>
                  <a:pt x="7030060" y="3149716"/>
                  <a:pt x="7029349" y="3150640"/>
                  <a:pt x="7029456" y="3151636"/>
                </a:cubicBezTo>
                <a:cubicBezTo>
                  <a:pt x="7029562" y="3152596"/>
                  <a:pt x="7030345" y="3153271"/>
                  <a:pt x="7031269" y="3153271"/>
                </a:cubicBezTo>
                <a:close/>
                <a:moveTo>
                  <a:pt x="5776878" y="3613638"/>
                </a:moveTo>
                <a:cubicBezTo>
                  <a:pt x="5777839" y="3613265"/>
                  <a:pt x="5778319" y="3612216"/>
                  <a:pt x="5777946" y="3611256"/>
                </a:cubicBezTo>
                <a:cubicBezTo>
                  <a:pt x="5777590" y="3610314"/>
                  <a:pt x="5776523" y="3609834"/>
                  <a:pt x="5775581" y="3610189"/>
                </a:cubicBezTo>
                <a:cubicBezTo>
                  <a:pt x="5774639" y="3610563"/>
                  <a:pt x="5774159" y="3611630"/>
                  <a:pt x="5774514" y="3612573"/>
                </a:cubicBezTo>
                <a:lnTo>
                  <a:pt x="5774496" y="3612572"/>
                </a:lnTo>
                <a:cubicBezTo>
                  <a:pt x="5774781" y="3613301"/>
                  <a:pt x="5775474" y="3613746"/>
                  <a:pt x="5776221" y="3613746"/>
                </a:cubicBezTo>
                <a:cubicBezTo>
                  <a:pt x="5776434" y="3613746"/>
                  <a:pt x="5776666" y="3613710"/>
                  <a:pt x="5776878" y="3613638"/>
                </a:cubicBezTo>
                <a:close/>
                <a:moveTo>
                  <a:pt x="7775031" y="2886001"/>
                </a:moveTo>
                <a:cubicBezTo>
                  <a:pt x="7777005" y="2886002"/>
                  <a:pt x="7778855" y="2884739"/>
                  <a:pt x="7779495" y="2882748"/>
                </a:cubicBezTo>
                <a:cubicBezTo>
                  <a:pt x="7780277" y="2880277"/>
                  <a:pt x="7778908" y="2877646"/>
                  <a:pt x="7776455" y="2876864"/>
                </a:cubicBezTo>
                <a:cubicBezTo>
                  <a:pt x="7773983" y="2876080"/>
                  <a:pt x="7771352" y="2877432"/>
                  <a:pt x="7770569" y="2879904"/>
                </a:cubicBezTo>
                <a:cubicBezTo>
                  <a:pt x="7769787" y="2882357"/>
                  <a:pt x="7771138" y="2885006"/>
                  <a:pt x="7773609" y="2885788"/>
                </a:cubicBezTo>
                <a:cubicBezTo>
                  <a:pt x="7774072" y="2885930"/>
                  <a:pt x="7774551" y="2886001"/>
                  <a:pt x="7775031" y="2886001"/>
                </a:cubicBezTo>
                <a:close/>
                <a:moveTo>
                  <a:pt x="8776553" y="2530086"/>
                </a:moveTo>
                <a:cubicBezTo>
                  <a:pt x="8781337" y="2530086"/>
                  <a:pt x="8785443" y="2526458"/>
                  <a:pt x="8785924" y="2521605"/>
                </a:cubicBezTo>
                <a:cubicBezTo>
                  <a:pt x="8786439" y="2516414"/>
                  <a:pt x="8782652" y="2511808"/>
                  <a:pt x="8777479" y="2511293"/>
                </a:cubicBezTo>
                <a:cubicBezTo>
                  <a:pt x="8772288" y="2510778"/>
                  <a:pt x="8767681" y="2514565"/>
                  <a:pt x="8767167" y="2519738"/>
                </a:cubicBezTo>
                <a:cubicBezTo>
                  <a:pt x="8766651" y="2524912"/>
                  <a:pt x="8770438" y="2529534"/>
                  <a:pt x="8775611" y="2530049"/>
                </a:cubicBezTo>
                <a:cubicBezTo>
                  <a:pt x="8775931" y="2530085"/>
                  <a:pt x="8776251" y="2530086"/>
                  <a:pt x="8776553" y="2530086"/>
                </a:cubicBezTo>
                <a:close/>
                <a:moveTo>
                  <a:pt x="9065372" y="2425314"/>
                </a:moveTo>
                <a:cubicBezTo>
                  <a:pt x="9071097" y="2425173"/>
                  <a:pt x="9075613" y="2420408"/>
                  <a:pt x="9075470" y="2414684"/>
                </a:cubicBezTo>
                <a:cubicBezTo>
                  <a:pt x="9075311" y="2408958"/>
                  <a:pt x="9070564" y="2404442"/>
                  <a:pt x="9064822" y="2404585"/>
                </a:cubicBezTo>
                <a:cubicBezTo>
                  <a:pt x="9059078" y="2404727"/>
                  <a:pt x="9054563" y="2409492"/>
                  <a:pt x="9054705" y="2415216"/>
                </a:cubicBezTo>
                <a:lnTo>
                  <a:pt x="9054722" y="2415199"/>
                </a:lnTo>
                <a:cubicBezTo>
                  <a:pt x="9054882" y="2420835"/>
                  <a:pt x="9059505" y="2425314"/>
                  <a:pt x="9065105" y="2425314"/>
                </a:cubicBezTo>
                <a:cubicBezTo>
                  <a:pt x="9065195" y="2425315"/>
                  <a:pt x="9065372" y="2425314"/>
                  <a:pt x="9065372" y="2425314"/>
                </a:cubicBezTo>
                <a:close/>
                <a:moveTo>
                  <a:pt x="7980202" y="2826834"/>
                </a:moveTo>
                <a:cubicBezTo>
                  <a:pt x="7982530" y="2826834"/>
                  <a:pt x="7984717" y="2825358"/>
                  <a:pt x="7985517" y="2823029"/>
                </a:cubicBezTo>
                <a:cubicBezTo>
                  <a:pt x="7986531" y="2820078"/>
                  <a:pt x="7984948" y="2816877"/>
                  <a:pt x="7982015" y="2815882"/>
                </a:cubicBezTo>
                <a:cubicBezTo>
                  <a:pt x="7979063" y="2814869"/>
                  <a:pt x="7975881" y="2816433"/>
                  <a:pt x="7974868" y="2819384"/>
                </a:cubicBezTo>
                <a:cubicBezTo>
                  <a:pt x="7973853" y="2822318"/>
                  <a:pt x="7975419" y="2825518"/>
                  <a:pt x="7978370" y="2826532"/>
                </a:cubicBezTo>
                <a:cubicBezTo>
                  <a:pt x="7978974" y="2826744"/>
                  <a:pt x="7979596" y="2826834"/>
                  <a:pt x="7980202" y="2826834"/>
                </a:cubicBezTo>
                <a:close/>
                <a:moveTo>
                  <a:pt x="7120555" y="3146444"/>
                </a:moveTo>
                <a:cubicBezTo>
                  <a:pt x="7121568" y="3146409"/>
                  <a:pt x="7122350" y="3145556"/>
                  <a:pt x="7122297" y="3144543"/>
                </a:cubicBezTo>
                <a:cubicBezTo>
                  <a:pt x="7122262" y="3143511"/>
                  <a:pt x="7121409" y="3142729"/>
                  <a:pt x="7120395" y="3142783"/>
                </a:cubicBezTo>
                <a:cubicBezTo>
                  <a:pt x="7119382" y="3142818"/>
                  <a:pt x="7118582" y="3143689"/>
                  <a:pt x="7118635" y="3144685"/>
                </a:cubicBezTo>
                <a:cubicBezTo>
                  <a:pt x="7118670" y="3145680"/>
                  <a:pt x="7119488" y="3146445"/>
                  <a:pt x="7120466" y="3146444"/>
                </a:cubicBezTo>
                <a:close/>
                <a:moveTo>
                  <a:pt x="9149377" y="2411127"/>
                </a:moveTo>
                <a:lnTo>
                  <a:pt x="9149382" y="2411114"/>
                </a:lnTo>
                <a:lnTo>
                  <a:pt x="9149377" y="2411109"/>
                </a:lnTo>
                <a:close/>
                <a:moveTo>
                  <a:pt x="8181885" y="2766651"/>
                </a:moveTo>
                <a:cubicBezTo>
                  <a:pt x="8184659" y="2766651"/>
                  <a:pt x="8187236" y="2764874"/>
                  <a:pt x="8188144" y="2762100"/>
                </a:cubicBezTo>
                <a:cubicBezTo>
                  <a:pt x="8189263" y="2758633"/>
                  <a:pt x="8187361" y="2754934"/>
                  <a:pt x="8183894" y="2753815"/>
                </a:cubicBezTo>
                <a:cubicBezTo>
                  <a:pt x="8180445" y="2752713"/>
                  <a:pt x="8176729" y="2754597"/>
                  <a:pt x="8175627" y="2758064"/>
                </a:cubicBezTo>
                <a:cubicBezTo>
                  <a:pt x="8174507" y="2761513"/>
                  <a:pt x="8176409" y="2765229"/>
                  <a:pt x="8179858" y="2766331"/>
                </a:cubicBezTo>
                <a:cubicBezTo>
                  <a:pt x="8180534" y="2766562"/>
                  <a:pt x="8181210" y="2766651"/>
                  <a:pt x="8181885" y="2766651"/>
                </a:cubicBezTo>
                <a:close/>
                <a:moveTo>
                  <a:pt x="8580025" y="2621753"/>
                </a:moveTo>
                <a:cubicBezTo>
                  <a:pt x="8584026" y="2621754"/>
                  <a:pt x="8587581" y="2618926"/>
                  <a:pt x="8588346" y="2614856"/>
                </a:cubicBezTo>
                <a:cubicBezTo>
                  <a:pt x="8589217" y="2610250"/>
                  <a:pt x="8586194" y="2605824"/>
                  <a:pt x="8581608" y="2604952"/>
                </a:cubicBezTo>
                <a:cubicBezTo>
                  <a:pt x="8577002" y="2604081"/>
                  <a:pt x="8572576" y="2607104"/>
                  <a:pt x="8571704" y="2611708"/>
                </a:cubicBezTo>
                <a:cubicBezTo>
                  <a:pt x="8570833" y="2616295"/>
                  <a:pt x="8573855" y="2620722"/>
                  <a:pt x="8578443" y="2621593"/>
                </a:cubicBezTo>
                <a:cubicBezTo>
                  <a:pt x="8578976" y="2621700"/>
                  <a:pt x="8579509" y="2621753"/>
                  <a:pt x="8580025" y="2621753"/>
                </a:cubicBezTo>
                <a:close/>
                <a:moveTo>
                  <a:pt x="8381613" y="2699715"/>
                </a:moveTo>
                <a:cubicBezTo>
                  <a:pt x="8384938" y="2699715"/>
                  <a:pt x="8387978" y="2697492"/>
                  <a:pt x="8388884" y="2694132"/>
                </a:cubicBezTo>
                <a:cubicBezTo>
                  <a:pt x="8389951" y="2690114"/>
                  <a:pt x="8387569" y="2685990"/>
                  <a:pt x="8383550" y="2684904"/>
                </a:cubicBezTo>
                <a:cubicBezTo>
                  <a:pt x="8379533" y="2683838"/>
                  <a:pt x="8375408" y="2686202"/>
                  <a:pt x="8374342" y="2690221"/>
                </a:cubicBezTo>
                <a:cubicBezTo>
                  <a:pt x="8373256" y="2694239"/>
                  <a:pt x="8375640" y="2698363"/>
                  <a:pt x="8379657" y="2699448"/>
                </a:cubicBezTo>
                <a:cubicBezTo>
                  <a:pt x="8380315" y="2699626"/>
                  <a:pt x="8380973" y="2699714"/>
                  <a:pt x="8381613" y="2699715"/>
                </a:cubicBezTo>
                <a:close/>
                <a:moveTo>
                  <a:pt x="7434548" y="3048198"/>
                </a:moveTo>
                <a:cubicBezTo>
                  <a:pt x="7435863" y="3048198"/>
                  <a:pt x="7437037" y="3047256"/>
                  <a:pt x="7437286" y="3045905"/>
                </a:cubicBezTo>
                <a:cubicBezTo>
                  <a:pt x="7437552" y="3044412"/>
                  <a:pt x="7436557" y="3042953"/>
                  <a:pt x="7435028" y="3042669"/>
                </a:cubicBezTo>
                <a:cubicBezTo>
                  <a:pt x="7433517" y="3042403"/>
                  <a:pt x="7432059" y="3043398"/>
                  <a:pt x="7431793" y="3044927"/>
                </a:cubicBezTo>
                <a:cubicBezTo>
                  <a:pt x="7431507" y="3046420"/>
                  <a:pt x="7432504" y="3047878"/>
                  <a:pt x="7434032" y="3048162"/>
                </a:cubicBezTo>
                <a:lnTo>
                  <a:pt x="7434050" y="3048163"/>
                </a:lnTo>
                <a:cubicBezTo>
                  <a:pt x="7434210" y="3048198"/>
                  <a:pt x="7434370" y="3048198"/>
                  <a:pt x="7434548" y="3048198"/>
                </a:cubicBezTo>
                <a:close/>
                <a:moveTo>
                  <a:pt x="9160436" y="2420764"/>
                </a:moveTo>
                <a:cubicBezTo>
                  <a:pt x="9166143" y="2420354"/>
                  <a:pt x="9170464" y="2415411"/>
                  <a:pt x="9170055" y="2409704"/>
                </a:cubicBezTo>
                <a:cubicBezTo>
                  <a:pt x="9169663" y="2403980"/>
                  <a:pt x="9164703" y="2399677"/>
                  <a:pt x="9158996" y="2400068"/>
                </a:cubicBezTo>
                <a:cubicBezTo>
                  <a:pt x="9156134" y="2400264"/>
                  <a:pt x="9153626" y="2401602"/>
                  <a:pt x="9151886" y="2403605"/>
                </a:cubicBezTo>
                <a:lnTo>
                  <a:pt x="9149382" y="2411114"/>
                </a:lnTo>
                <a:lnTo>
                  <a:pt x="9159707" y="2420763"/>
                </a:lnTo>
                <a:cubicBezTo>
                  <a:pt x="9159939" y="2420763"/>
                  <a:pt x="9160187" y="2420763"/>
                  <a:pt x="9160436" y="2420764"/>
                </a:cubicBezTo>
                <a:close/>
                <a:moveTo>
                  <a:pt x="7651539" y="2975235"/>
                </a:moveTo>
                <a:cubicBezTo>
                  <a:pt x="7653176" y="2975235"/>
                  <a:pt x="7654669" y="2974167"/>
                  <a:pt x="7655131" y="2972532"/>
                </a:cubicBezTo>
                <a:cubicBezTo>
                  <a:pt x="7655701" y="2970541"/>
                  <a:pt x="7654562" y="2968479"/>
                  <a:pt x="7652571" y="2967910"/>
                </a:cubicBezTo>
                <a:cubicBezTo>
                  <a:pt x="7650598" y="2967340"/>
                  <a:pt x="7648517" y="2968496"/>
                  <a:pt x="7647967" y="2970470"/>
                </a:cubicBezTo>
                <a:cubicBezTo>
                  <a:pt x="7647398" y="2972443"/>
                  <a:pt x="7648534" y="2974523"/>
                  <a:pt x="7650509" y="2975092"/>
                </a:cubicBezTo>
                <a:cubicBezTo>
                  <a:pt x="7650864" y="2975181"/>
                  <a:pt x="7651201" y="2975235"/>
                  <a:pt x="7651539" y="2975235"/>
                </a:cubicBezTo>
                <a:close/>
                <a:moveTo>
                  <a:pt x="7209947" y="3145627"/>
                </a:moveTo>
                <a:cubicBezTo>
                  <a:pt x="7210943" y="3145627"/>
                  <a:pt x="7211760" y="3144845"/>
                  <a:pt x="7211778" y="3143832"/>
                </a:cubicBezTo>
                <a:cubicBezTo>
                  <a:pt x="7211815" y="3142836"/>
                  <a:pt x="7211014" y="3141964"/>
                  <a:pt x="7210000" y="3141964"/>
                </a:cubicBezTo>
                <a:cubicBezTo>
                  <a:pt x="7208987" y="3141929"/>
                  <a:pt x="7208116" y="3142729"/>
                  <a:pt x="7208116" y="3143742"/>
                </a:cubicBezTo>
                <a:cubicBezTo>
                  <a:pt x="7208081" y="3144755"/>
                  <a:pt x="7208880" y="3145627"/>
                  <a:pt x="7209894" y="3145627"/>
                </a:cubicBezTo>
                <a:lnTo>
                  <a:pt x="7209912" y="3145627"/>
                </a:lnTo>
                <a:close/>
                <a:moveTo>
                  <a:pt x="8870533" y="2536877"/>
                </a:moveTo>
                <a:cubicBezTo>
                  <a:pt x="8875529" y="2536877"/>
                  <a:pt x="8879689" y="2532930"/>
                  <a:pt x="8879921" y="2527881"/>
                </a:cubicBezTo>
                <a:cubicBezTo>
                  <a:pt x="8880169" y="2522689"/>
                  <a:pt x="8876151" y="2518280"/>
                  <a:pt x="8870942" y="2518032"/>
                </a:cubicBezTo>
                <a:cubicBezTo>
                  <a:pt x="8865750" y="2517800"/>
                  <a:pt x="8861341" y="2521818"/>
                  <a:pt x="8861111" y="2527010"/>
                </a:cubicBezTo>
                <a:cubicBezTo>
                  <a:pt x="8860862" y="2532201"/>
                  <a:pt x="8864879" y="2536628"/>
                  <a:pt x="8870088" y="2536859"/>
                </a:cubicBezTo>
                <a:cubicBezTo>
                  <a:pt x="8870231" y="2536859"/>
                  <a:pt x="8870373" y="2536877"/>
                  <a:pt x="8870533" y="2536877"/>
                </a:cubicBezTo>
                <a:close/>
                <a:moveTo>
                  <a:pt x="6553799" y="3392789"/>
                </a:moveTo>
                <a:cubicBezTo>
                  <a:pt x="6554262" y="3392628"/>
                  <a:pt x="6554492" y="3392096"/>
                  <a:pt x="6554315" y="3391652"/>
                </a:cubicBezTo>
                <a:cubicBezTo>
                  <a:pt x="6554136" y="3391188"/>
                  <a:pt x="6553621" y="3390958"/>
                  <a:pt x="6553159" y="3391136"/>
                </a:cubicBezTo>
                <a:cubicBezTo>
                  <a:pt x="6552696" y="3391313"/>
                  <a:pt x="6552484" y="3391828"/>
                  <a:pt x="6552661" y="3392291"/>
                </a:cubicBezTo>
                <a:cubicBezTo>
                  <a:pt x="6552786" y="3392647"/>
                  <a:pt x="6553123" y="3392860"/>
                  <a:pt x="6553479" y="3392860"/>
                </a:cubicBezTo>
                <a:cubicBezTo>
                  <a:pt x="6553585" y="3392860"/>
                  <a:pt x="6553710" y="3392842"/>
                  <a:pt x="6553799" y="3392789"/>
                </a:cubicBezTo>
                <a:close/>
                <a:moveTo>
                  <a:pt x="6637253" y="3362227"/>
                </a:moveTo>
                <a:cubicBezTo>
                  <a:pt x="6637715" y="3362050"/>
                  <a:pt x="6637965" y="3361551"/>
                  <a:pt x="6637804" y="3361089"/>
                </a:cubicBezTo>
                <a:cubicBezTo>
                  <a:pt x="6637645" y="3360627"/>
                  <a:pt x="6637129" y="3360378"/>
                  <a:pt x="6636666" y="3360538"/>
                </a:cubicBezTo>
                <a:cubicBezTo>
                  <a:pt x="6636204" y="3360698"/>
                  <a:pt x="6635954" y="3361214"/>
                  <a:pt x="6636115" y="3361676"/>
                </a:cubicBezTo>
                <a:cubicBezTo>
                  <a:pt x="6636257" y="3362032"/>
                  <a:pt x="6636596" y="3362263"/>
                  <a:pt x="6636969" y="3362263"/>
                </a:cubicBezTo>
                <a:cubicBezTo>
                  <a:pt x="6637057" y="3362263"/>
                  <a:pt x="6637253" y="3362227"/>
                  <a:pt x="6637253" y="3362227"/>
                </a:cubicBezTo>
                <a:close/>
                <a:moveTo>
                  <a:pt x="7861722" y="2914501"/>
                </a:moveTo>
                <a:cubicBezTo>
                  <a:pt x="7863678" y="2914501"/>
                  <a:pt x="7865491" y="2913257"/>
                  <a:pt x="7866148" y="2911301"/>
                </a:cubicBezTo>
                <a:cubicBezTo>
                  <a:pt x="7866984" y="2908865"/>
                  <a:pt x="7865668" y="2906198"/>
                  <a:pt x="7863215" y="2905381"/>
                </a:cubicBezTo>
                <a:cubicBezTo>
                  <a:pt x="7860762" y="2904545"/>
                  <a:pt x="7858112" y="2905860"/>
                  <a:pt x="7857277" y="2908332"/>
                </a:cubicBezTo>
                <a:cubicBezTo>
                  <a:pt x="7856460" y="2910768"/>
                  <a:pt x="7857775" y="2913434"/>
                  <a:pt x="7860229" y="2914252"/>
                </a:cubicBezTo>
                <a:cubicBezTo>
                  <a:pt x="7860726" y="2914412"/>
                  <a:pt x="7861224" y="2914501"/>
                  <a:pt x="7861722" y="2914501"/>
                </a:cubicBezTo>
                <a:close/>
                <a:moveTo>
                  <a:pt x="6471288" y="3425840"/>
                </a:moveTo>
                <a:cubicBezTo>
                  <a:pt x="6471732" y="3425645"/>
                  <a:pt x="6471963" y="3425129"/>
                  <a:pt x="6471768" y="3424666"/>
                </a:cubicBezTo>
                <a:cubicBezTo>
                  <a:pt x="6471571" y="3424222"/>
                  <a:pt x="6471055" y="3423992"/>
                  <a:pt x="6470611" y="3424186"/>
                </a:cubicBezTo>
                <a:cubicBezTo>
                  <a:pt x="6470131" y="3424383"/>
                  <a:pt x="6469936" y="3424898"/>
                  <a:pt x="6470131" y="3425343"/>
                </a:cubicBezTo>
                <a:cubicBezTo>
                  <a:pt x="6470273" y="3425697"/>
                  <a:pt x="6470594" y="3425893"/>
                  <a:pt x="6470948" y="3425893"/>
                </a:cubicBezTo>
                <a:cubicBezTo>
                  <a:pt x="6471055" y="3425893"/>
                  <a:pt x="6471181" y="3425876"/>
                  <a:pt x="6471288" y="3425840"/>
                </a:cubicBezTo>
                <a:close/>
                <a:moveTo>
                  <a:pt x="6721738" y="3334652"/>
                </a:moveTo>
                <a:cubicBezTo>
                  <a:pt x="6722201" y="3334510"/>
                  <a:pt x="6722467" y="3334012"/>
                  <a:pt x="6722325" y="3333550"/>
                </a:cubicBezTo>
                <a:cubicBezTo>
                  <a:pt x="6722183" y="3333069"/>
                  <a:pt x="6721685" y="3332803"/>
                  <a:pt x="6721205" y="3332963"/>
                </a:cubicBezTo>
                <a:cubicBezTo>
                  <a:pt x="6720742" y="3333105"/>
                  <a:pt x="6720476" y="3333603"/>
                  <a:pt x="6720619" y="3334065"/>
                </a:cubicBezTo>
                <a:cubicBezTo>
                  <a:pt x="6720742" y="3334456"/>
                  <a:pt x="6721099" y="3334687"/>
                  <a:pt x="6721471" y="3334687"/>
                </a:cubicBezTo>
                <a:cubicBezTo>
                  <a:pt x="6721561" y="3334687"/>
                  <a:pt x="6721650" y="3334687"/>
                  <a:pt x="6721738" y="3334652"/>
                </a:cubicBezTo>
                <a:close/>
                <a:moveTo>
                  <a:pt x="6389558" y="3460793"/>
                </a:moveTo>
                <a:cubicBezTo>
                  <a:pt x="6390019" y="3460598"/>
                  <a:pt x="6390215" y="3460082"/>
                  <a:pt x="6390019" y="3459619"/>
                </a:cubicBezTo>
                <a:cubicBezTo>
                  <a:pt x="6389824" y="3459176"/>
                  <a:pt x="6389291" y="3458962"/>
                  <a:pt x="6388846" y="3459176"/>
                </a:cubicBezTo>
                <a:cubicBezTo>
                  <a:pt x="6388383" y="3459371"/>
                  <a:pt x="6388188" y="3459887"/>
                  <a:pt x="6388384" y="3460348"/>
                </a:cubicBezTo>
                <a:cubicBezTo>
                  <a:pt x="6388544" y="3460669"/>
                  <a:pt x="6388864" y="3460865"/>
                  <a:pt x="6389202" y="3460865"/>
                </a:cubicBezTo>
                <a:cubicBezTo>
                  <a:pt x="6389326" y="3460864"/>
                  <a:pt x="6389451" y="3460847"/>
                  <a:pt x="6389558" y="3460793"/>
                </a:cubicBezTo>
                <a:close/>
                <a:moveTo>
                  <a:pt x="6807291" y="3310704"/>
                </a:moveTo>
                <a:cubicBezTo>
                  <a:pt x="6807770" y="3310597"/>
                  <a:pt x="6808055" y="3310117"/>
                  <a:pt x="6807930" y="3309637"/>
                </a:cubicBezTo>
                <a:cubicBezTo>
                  <a:pt x="6807806" y="3309157"/>
                  <a:pt x="6807325" y="3308873"/>
                  <a:pt x="6806846" y="3308997"/>
                </a:cubicBezTo>
                <a:cubicBezTo>
                  <a:pt x="6806384" y="3309121"/>
                  <a:pt x="6806099" y="3309602"/>
                  <a:pt x="6806206" y="3310082"/>
                </a:cubicBezTo>
                <a:cubicBezTo>
                  <a:pt x="6806313" y="3310473"/>
                  <a:pt x="6806668" y="3310739"/>
                  <a:pt x="6807077" y="3310739"/>
                </a:cubicBezTo>
                <a:cubicBezTo>
                  <a:pt x="6807148" y="3310739"/>
                  <a:pt x="6807291" y="3310704"/>
                  <a:pt x="6807291" y="3310704"/>
                </a:cubicBezTo>
                <a:close/>
                <a:moveTo>
                  <a:pt x="6308468" y="3497204"/>
                </a:moveTo>
                <a:cubicBezTo>
                  <a:pt x="6308912" y="3497010"/>
                  <a:pt x="6309108" y="3496476"/>
                  <a:pt x="6308912" y="3496031"/>
                </a:cubicBezTo>
                <a:cubicBezTo>
                  <a:pt x="6308699" y="3495587"/>
                  <a:pt x="6308166" y="3495391"/>
                  <a:pt x="6307721" y="3495587"/>
                </a:cubicBezTo>
                <a:cubicBezTo>
                  <a:pt x="6307294" y="3495799"/>
                  <a:pt x="6307081" y="3496315"/>
                  <a:pt x="6307294" y="3496778"/>
                </a:cubicBezTo>
                <a:cubicBezTo>
                  <a:pt x="6307436" y="3497098"/>
                  <a:pt x="6307757" y="3497294"/>
                  <a:pt x="6308094" y="3497294"/>
                </a:cubicBezTo>
                <a:cubicBezTo>
                  <a:pt x="6308219" y="3497294"/>
                  <a:pt x="6308343" y="3497258"/>
                  <a:pt x="6308468" y="3497204"/>
                </a:cubicBezTo>
                <a:close/>
                <a:moveTo>
                  <a:pt x="8067140" y="2856418"/>
                </a:moveTo>
                <a:cubicBezTo>
                  <a:pt x="8069505" y="2856418"/>
                  <a:pt x="8071692" y="2854923"/>
                  <a:pt x="8072491" y="2852577"/>
                </a:cubicBezTo>
                <a:cubicBezTo>
                  <a:pt x="8073488" y="2849626"/>
                  <a:pt x="8071887" y="2846444"/>
                  <a:pt x="8068953" y="2845448"/>
                </a:cubicBezTo>
                <a:cubicBezTo>
                  <a:pt x="8066020" y="2844453"/>
                  <a:pt x="8062819" y="2846035"/>
                  <a:pt x="8061824" y="2848986"/>
                </a:cubicBezTo>
                <a:cubicBezTo>
                  <a:pt x="8060846" y="2851938"/>
                  <a:pt x="8062429" y="2855120"/>
                  <a:pt x="8065379" y="2856116"/>
                </a:cubicBezTo>
                <a:lnTo>
                  <a:pt x="8065362" y="2856116"/>
                </a:lnTo>
                <a:cubicBezTo>
                  <a:pt x="8065949" y="2856328"/>
                  <a:pt x="8066554" y="2856419"/>
                  <a:pt x="8067140" y="2856418"/>
                </a:cubicBezTo>
                <a:close/>
                <a:moveTo>
                  <a:pt x="8672456" y="2636670"/>
                </a:moveTo>
                <a:cubicBezTo>
                  <a:pt x="8676635" y="2636670"/>
                  <a:pt x="8680281" y="2633576"/>
                  <a:pt x="8680849" y="2629310"/>
                </a:cubicBezTo>
                <a:cubicBezTo>
                  <a:pt x="8681453" y="2624687"/>
                  <a:pt x="8678200" y="2620419"/>
                  <a:pt x="8673560" y="2619798"/>
                </a:cubicBezTo>
                <a:cubicBezTo>
                  <a:pt x="8668920" y="2619175"/>
                  <a:pt x="8664653" y="2622447"/>
                  <a:pt x="8664048" y="2627087"/>
                </a:cubicBezTo>
                <a:cubicBezTo>
                  <a:pt x="8663426" y="2631727"/>
                  <a:pt x="8666697" y="2635995"/>
                  <a:pt x="8671338" y="2636599"/>
                </a:cubicBezTo>
                <a:cubicBezTo>
                  <a:pt x="8671711" y="2636652"/>
                  <a:pt x="8672084" y="2636670"/>
                  <a:pt x="8672456" y="2636670"/>
                </a:cubicBezTo>
                <a:close/>
                <a:moveTo>
                  <a:pt x="6892860" y="3290330"/>
                </a:moveTo>
                <a:lnTo>
                  <a:pt x="6892867" y="3290319"/>
                </a:lnTo>
                <a:lnTo>
                  <a:pt x="6892859" y="3290312"/>
                </a:lnTo>
                <a:close/>
                <a:moveTo>
                  <a:pt x="6227822" y="3534611"/>
                </a:moveTo>
                <a:cubicBezTo>
                  <a:pt x="6228249" y="3534398"/>
                  <a:pt x="6228444" y="3533883"/>
                  <a:pt x="6228249" y="3533420"/>
                </a:cubicBezTo>
                <a:cubicBezTo>
                  <a:pt x="6228035" y="3532994"/>
                  <a:pt x="6227502" y="3532798"/>
                  <a:pt x="6227058" y="3532994"/>
                </a:cubicBezTo>
                <a:cubicBezTo>
                  <a:pt x="6226630" y="3533206"/>
                  <a:pt x="6226418" y="3533740"/>
                  <a:pt x="6226632" y="3534185"/>
                </a:cubicBezTo>
                <a:cubicBezTo>
                  <a:pt x="6226791" y="3534504"/>
                  <a:pt x="6227110" y="3534700"/>
                  <a:pt x="6227449" y="3534700"/>
                </a:cubicBezTo>
                <a:cubicBezTo>
                  <a:pt x="6227574" y="3534700"/>
                  <a:pt x="6227698" y="3534665"/>
                  <a:pt x="6227822" y="3534611"/>
                </a:cubicBezTo>
                <a:close/>
                <a:moveTo>
                  <a:pt x="6893909" y="3291022"/>
                </a:moveTo>
                <a:cubicBezTo>
                  <a:pt x="6894390" y="3290933"/>
                  <a:pt x="6894709" y="3290453"/>
                  <a:pt x="6894603" y="3289991"/>
                </a:cubicBezTo>
                <a:cubicBezTo>
                  <a:pt x="6894514" y="3289494"/>
                  <a:pt x="6894051" y="3289191"/>
                  <a:pt x="6893572" y="3289280"/>
                </a:cubicBezTo>
                <a:lnTo>
                  <a:pt x="6892867" y="3290319"/>
                </a:lnTo>
                <a:lnTo>
                  <a:pt x="6893732" y="3291023"/>
                </a:lnTo>
                <a:cubicBezTo>
                  <a:pt x="6893803" y="3291023"/>
                  <a:pt x="6893909" y="3291022"/>
                  <a:pt x="6893909" y="3291022"/>
                </a:cubicBezTo>
                <a:close/>
                <a:moveTo>
                  <a:pt x="7522624" y="3066760"/>
                </a:moveTo>
                <a:cubicBezTo>
                  <a:pt x="7523887" y="3066759"/>
                  <a:pt x="7525043" y="3065907"/>
                  <a:pt x="7525344" y="3064626"/>
                </a:cubicBezTo>
                <a:cubicBezTo>
                  <a:pt x="7525700" y="3063132"/>
                  <a:pt x="7524776" y="3061622"/>
                  <a:pt x="7523265" y="3061266"/>
                </a:cubicBezTo>
                <a:cubicBezTo>
                  <a:pt x="7521771" y="3060911"/>
                  <a:pt x="7520278" y="3061835"/>
                  <a:pt x="7519923" y="3063346"/>
                </a:cubicBezTo>
                <a:cubicBezTo>
                  <a:pt x="7519567" y="3064839"/>
                  <a:pt x="7520491" y="3066333"/>
                  <a:pt x="7521985" y="3066688"/>
                </a:cubicBezTo>
                <a:cubicBezTo>
                  <a:pt x="7522197" y="3066760"/>
                  <a:pt x="7522411" y="3066760"/>
                  <a:pt x="7522624" y="3066760"/>
                </a:cubicBezTo>
                <a:close/>
                <a:moveTo>
                  <a:pt x="8964744" y="2538851"/>
                </a:moveTo>
                <a:cubicBezTo>
                  <a:pt x="8969953" y="2538851"/>
                  <a:pt x="8974131" y="2534601"/>
                  <a:pt x="8974131" y="2529410"/>
                </a:cubicBezTo>
                <a:cubicBezTo>
                  <a:pt x="8974112" y="2524200"/>
                  <a:pt x="8969881" y="2519987"/>
                  <a:pt x="8964673" y="2520022"/>
                </a:cubicBezTo>
                <a:cubicBezTo>
                  <a:pt x="8959481" y="2520041"/>
                  <a:pt x="8955268" y="2524254"/>
                  <a:pt x="8955285" y="2529463"/>
                </a:cubicBezTo>
                <a:cubicBezTo>
                  <a:pt x="8955303" y="2534655"/>
                  <a:pt x="8959516" y="2538851"/>
                  <a:pt x="8964708" y="2538851"/>
                </a:cubicBezTo>
                <a:close/>
                <a:moveTo>
                  <a:pt x="6147426" y="3572569"/>
                </a:moveTo>
                <a:cubicBezTo>
                  <a:pt x="6147853" y="3572356"/>
                  <a:pt x="6148048" y="3571823"/>
                  <a:pt x="6147853" y="3571395"/>
                </a:cubicBezTo>
                <a:cubicBezTo>
                  <a:pt x="6147639" y="3570934"/>
                  <a:pt x="6147106" y="3570756"/>
                  <a:pt x="6146662" y="3570970"/>
                </a:cubicBezTo>
                <a:cubicBezTo>
                  <a:pt x="6146235" y="3571165"/>
                  <a:pt x="6146022" y="3571699"/>
                  <a:pt x="6146236" y="3572143"/>
                </a:cubicBezTo>
                <a:cubicBezTo>
                  <a:pt x="6146396" y="3572463"/>
                  <a:pt x="6146715" y="3572657"/>
                  <a:pt x="6147053" y="3572658"/>
                </a:cubicBezTo>
                <a:cubicBezTo>
                  <a:pt x="6147178" y="3572657"/>
                  <a:pt x="6147302" y="3572623"/>
                  <a:pt x="6147426" y="3572569"/>
                </a:cubicBezTo>
                <a:close/>
                <a:moveTo>
                  <a:pt x="8270193" y="2794031"/>
                </a:moveTo>
                <a:cubicBezTo>
                  <a:pt x="8273038" y="2794030"/>
                  <a:pt x="8275651" y="2792182"/>
                  <a:pt x="8276504" y="2789320"/>
                </a:cubicBezTo>
                <a:cubicBezTo>
                  <a:pt x="8277536" y="2785853"/>
                  <a:pt x="8275544" y="2782190"/>
                  <a:pt x="8272060" y="2781158"/>
                </a:cubicBezTo>
                <a:cubicBezTo>
                  <a:pt x="8268575" y="2780128"/>
                  <a:pt x="8264912" y="2782101"/>
                  <a:pt x="8263882" y="2785586"/>
                </a:cubicBezTo>
                <a:cubicBezTo>
                  <a:pt x="8262851" y="2789071"/>
                  <a:pt x="8264841" y="2792733"/>
                  <a:pt x="8268326" y="2793764"/>
                </a:cubicBezTo>
                <a:cubicBezTo>
                  <a:pt x="8268947" y="2793942"/>
                  <a:pt x="8269570" y="2794030"/>
                  <a:pt x="8270193" y="2794031"/>
                </a:cubicBezTo>
                <a:close/>
                <a:moveTo>
                  <a:pt x="7299250" y="3151156"/>
                </a:moveTo>
                <a:cubicBezTo>
                  <a:pt x="7300175" y="3151156"/>
                  <a:pt x="7300976" y="3150445"/>
                  <a:pt x="7301064" y="3149502"/>
                </a:cubicBezTo>
                <a:cubicBezTo>
                  <a:pt x="7301171" y="3148490"/>
                  <a:pt x="7300424" y="3147583"/>
                  <a:pt x="7299429" y="3147494"/>
                </a:cubicBezTo>
                <a:cubicBezTo>
                  <a:pt x="7298416" y="3147387"/>
                  <a:pt x="7297508" y="3148133"/>
                  <a:pt x="7297419" y="3149130"/>
                </a:cubicBezTo>
                <a:cubicBezTo>
                  <a:pt x="7297313" y="3150143"/>
                  <a:pt x="7298060" y="3151050"/>
                  <a:pt x="7299073" y="3151138"/>
                </a:cubicBezTo>
                <a:lnTo>
                  <a:pt x="7299073" y="3151156"/>
                </a:lnTo>
                <a:cubicBezTo>
                  <a:pt x="7299126" y="3151156"/>
                  <a:pt x="7299250" y="3151156"/>
                  <a:pt x="7299250" y="3151156"/>
                </a:cubicBezTo>
                <a:close/>
                <a:moveTo>
                  <a:pt x="8471930" y="2722063"/>
                </a:moveTo>
                <a:cubicBezTo>
                  <a:pt x="8475361" y="2722063"/>
                  <a:pt x="8478472" y="2719681"/>
                  <a:pt x="8479255" y="2716178"/>
                </a:cubicBezTo>
                <a:cubicBezTo>
                  <a:pt x="8480178" y="2712124"/>
                  <a:pt x="8477619" y="2708106"/>
                  <a:pt x="8473566" y="2707182"/>
                </a:cubicBezTo>
                <a:cubicBezTo>
                  <a:pt x="8469511" y="2706275"/>
                  <a:pt x="8465494" y="2708818"/>
                  <a:pt x="8464570" y="2712871"/>
                </a:cubicBezTo>
                <a:cubicBezTo>
                  <a:pt x="8463662" y="2716925"/>
                  <a:pt x="8466205" y="2720961"/>
                  <a:pt x="8470258" y="2721867"/>
                </a:cubicBezTo>
                <a:cubicBezTo>
                  <a:pt x="8470828" y="2721992"/>
                  <a:pt x="8471379" y="2722063"/>
                  <a:pt x="8471930" y="2722063"/>
                </a:cubicBezTo>
                <a:close/>
                <a:moveTo>
                  <a:pt x="6067084" y="3610652"/>
                </a:moveTo>
                <a:cubicBezTo>
                  <a:pt x="6067510" y="3610438"/>
                  <a:pt x="6067706" y="3609905"/>
                  <a:pt x="6067510" y="3609479"/>
                </a:cubicBezTo>
                <a:cubicBezTo>
                  <a:pt x="6067297" y="3609016"/>
                  <a:pt x="6066764" y="3608838"/>
                  <a:pt x="6066319" y="3609034"/>
                </a:cubicBezTo>
                <a:cubicBezTo>
                  <a:pt x="6065892" y="3609248"/>
                  <a:pt x="6065697" y="3609780"/>
                  <a:pt x="6065892" y="3610225"/>
                </a:cubicBezTo>
                <a:cubicBezTo>
                  <a:pt x="6066052" y="3610545"/>
                  <a:pt x="6066372" y="3610741"/>
                  <a:pt x="6066710" y="3610741"/>
                </a:cubicBezTo>
                <a:cubicBezTo>
                  <a:pt x="6066834" y="3610741"/>
                  <a:pt x="6066959" y="3610705"/>
                  <a:pt x="6067084" y="3610652"/>
                </a:cubicBezTo>
                <a:close/>
                <a:moveTo>
                  <a:pt x="6981489" y="3276248"/>
                </a:moveTo>
                <a:cubicBezTo>
                  <a:pt x="6981969" y="3276176"/>
                  <a:pt x="6982305" y="3275715"/>
                  <a:pt x="6982234" y="3275235"/>
                </a:cubicBezTo>
                <a:cubicBezTo>
                  <a:pt x="6982164" y="3274755"/>
                  <a:pt x="6981719" y="3274417"/>
                  <a:pt x="6981239" y="3274470"/>
                </a:cubicBezTo>
                <a:cubicBezTo>
                  <a:pt x="6980741" y="3274541"/>
                  <a:pt x="6980404" y="3274986"/>
                  <a:pt x="6980475" y="3275484"/>
                </a:cubicBezTo>
                <a:cubicBezTo>
                  <a:pt x="6980546" y="3275928"/>
                  <a:pt x="6980919" y="3276248"/>
                  <a:pt x="6981363" y="3276248"/>
                </a:cubicBezTo>
                <a:close/>
                <a:moveTo>
                  <a:pt x="7738301" y="3001547"/>
                </a:moveTo>
                <a:cubicBezTo>
                  <a:pt x="7739883" y="3001546"/>
                  <a:pt x="7741341" y="3000534"/>
                  <a:pt x="7741857" y="2998934"/>
                </a:cubicBezTo>
                <a:cubicBezTo>
                  <a:pt x="7742479" y="2996978"/>
                  <a:pt x="7741394" y="2994880"/>
                  <a:pt x="7739421" y="2994257"/>
                </a:cubicBezTo>
                <a:cubicBezTo>
                  <a:pt x="7737465" y="2993635"/>
                  <a:pt x="7735367" y="2994721"/>
                  <a:pt x="7734745" y="2996676"/>
                </a:cubicBezTo>
                <a:cubicBezTo>
                  <a:pt x="7734123" y="2998649"/>
                  <a:pt x="7735207" y="3000747"/>
                  <a:pt x="7737163" y="3001369"/>
                </a:cubicBezTo>
                <a:cubicBezTo>
                  <a:pt x="7737536" y="3001493"/>
                  <a:pt x="7737927" y="3001546"/>
                  <a:pt x="7738301" y="3001547"/>
                </a:cubicBezTo>
                <a:close/>
                <a:moveTo>
                  <a:pt x="7948127" y="2943890"/>
                </a:moveTo>
                <a:cubicBezTo>
                  <a:pt x="7950084" y="2943889"/>
                  <a:pt x="7951896" y="2942663"/>
                  <a:pt x="7952554" y="2940725"/>
                </a:cubicBezTo>
                <a:cubicBezTo>
                  <a:pt x="7953390" y="2938272"/>
                  <a:pt x="7952092" y="2935605"/>
                  <a:pt x="7949639" y="2934769"/>
                </a:cubicBezTo>
                <a:cubicBezTo>
                  <a:pt x="7947203" y="2933934"/>
                  <a:pt x="7944537" y="2935249"/>
                  <a:pt x="7943701" y="2937685"/>
                </a:cubicBezTo>
                <a:cubicBezTo>
                  <a:pt x="7942865" y="2940139"/>
                  <a:pt x="7944163" y="2942805"/>
                  <a:pt x="7946616" y="2943623"/>
                </a:cubicBezTo>
                <a:cubicBezTo>
                  <a:pt x="7947114" y="2943801"/>
                  <a:pt x="7947629" y="2943890"/>
                  <a:pt x="7948127" y="2943890"/>
                </a:cubicBezTo>
                <a:close/>
                <a:moveTo>
                  <a:pt x="9059310" y="2536343"/>
                </a:moveTo>
                <a:cubicBezTo>
                  <a:pt x="9064501" y="2536094"/>
                  <a:pt x="9068501" y="2531668"/>
                  <a:pt x="9068252" y="2526476"/>
                </a:cubicBezTo>
                <a:cubicBezTo>
                  <a:pt x="9068003" y="2521267"/>
                  <a:pt x="9063577" y="2517267"/>
                  <a:pt x="9058385" y="2517516"/>
                </a:cubicBezTo>
                <a:cubicBezTo>
                  <a:pt x="9053176" y="2517765"/>
                  <a:pt x="9049175" y="2522192"/>
                  <a:pt x="9049425" y="2527401"/>
                </a:cubicBezTo>
                <a:cubicBezTo>
                  <a:pt x="9049674" y="2532432"/>
                  <a:pt x="9053834" y="2536361"/>
                  <a:pt x="9058830" y="2536361"/>
                </a:cubicBezTo>
                <a:cubicBezTo>
                  <a:pt x="9058990" y="2536361"/>
                  <a:pt x="9059149" y="2536344"/>
                  <a:pt x="9059310" y="2536343"/>
                </a:cubicBezTo>
                <a:close/>
                <a:moveTo>
                  <a:pt x="7069778" y="3266968"/>
                </a:moveTo>
                <a:cubicBezTo>
                  <a:pt x="7070259" y="3266932"/>
                  <a:pt x="7070632" y="3266505"/>
                  <a:pt x="7070596" y="3266025"/>
                </a:cubicBezTo>
                <a:cubicBezTo>
                  <a:pt x="7070560" y="3265527"/>
                  <a:pt x="7070133" y="3265190"/>
                  <a:pt x="7069653" y="3265190"/>
                </a:cubicBezTo>
                <a:cubicBezTo>
                  <a:pt x="7069157" y="3265225"/>
                  <a:pt x="7068783" y="3265652"/>
                  <a:pt x="7068818" y="3266150"/>
                </a:cubicBezTo>
                <a:cubicBezTo>
                  <a:pt x="7068854" y="3266612"/>
                  <a:pt x="7069244" y="3266968"/>
                  <a:pt x="7069707" y="3266968"/>
                </a:cubicBezTo>
                <a:close/>
                <a:moveTo>
                  <a:pt x="8765565" y="2646431"/>
                </a:moveTo>
                <a:cubicBezTo>
                  <a:pt x="8769939" y="2646431"/>
                  <a:pt x="8773656" y="2643053"/>
                  <a:pt x="8774011" y="2638608"/>
                </a:cubicBezTo>
                <a:cubicBezTo>
                  <a:pt x="8774367" y="2633950"/>
                  <a:pt x="8770882" y="2629861"/>
                  <a:pt x="8766206" y="2629505"/>
                </a:cubicBezTo>
                <a:cubicBezTo>
                  <a:pt x="8761548" y="2629149"/>
                  <a:pt x="8757458" y="2632634"/>
                  <a:pt x="8757103" y="2637310"/>
                </a:cubicBezTo>
                <a:cubicBezTo>
                  <a:pt x="8756748" y="2641968"/>
                  <a:pt x="8760232" y="2646039"/>
                  <a:pt x="8764908" y="2646413"/>
                </a:cubicBezTo>
                <a:lnTo>
                  <a:pt x="8764908" y="2646431"/>
                </a:lnTo>
                <a:cubicBezTo>
                  <a:pt x="8765121" y="2646431"/>
                  <a:pt x="8765352" y="2646431"/>
                  <a:pt x="8765565" y="2646431"/>
                </a:cubicBezTo>
                <a:close/>
                <a:moveTo>
                  <a:pt x="7387914" y="3163015"/>
                </a:moveTo>
                <a:cubicBezTo>
                  <a:pt x="7388785" y="3163015"/>
                  <a:pt x="7389568" y="3162375"/>
                  <a:pt x="7389728" y="3161468"/>
                </a:cubicBezTo>
                <a:cubicBezTo>
                  <a:pt x="7389887" y="3160473"/>
                  <a:pt x="7389212" y="3159512"/>
                  <a:pt x="7388216" y="3159352"/>
                </a:cubicBezTo>
                <a:cubicBezTo>
                  <a:pt x="7387203" y="3159192"/>
                  <a:pt x="7386261" y="3159868"/>
                  <a:pt x="7386101" y="3160863"/>
                </a:cubicBezTo>
                <a:cubicBezTo>
                  <a:pt x="7385922" y="3161859"/>
                  <a:pt x="7386598" y="3162801"/>
                  <a:pt x="7387612" y="3162979"/>
                </a:cubicBezTo>
                <a:cubicBezTo>
                  <a:pt x="7387700" y="3163015"/>
                  <a:pt x="7387807" y="3163015"/>
                  <a:pt x="7387914" y="3163015"/>
                </a:cubicBezTo>
                <a:close/>
                <a:moveTo>
                  <a:pt x="8154435" y="2885130"/>
                </a:moveTo>
                <a:cubicBezTo>
                  <a:pt x="8156817" y="2885131"/>
                  <a:pt x="8159039" y="2883602"/>
                  <a:pt x="8159804" y="2881220"/>
                </a:cubicBezTo>
                <a:cubicBezTo>
                  <a:pt x="8160746" y="2878251"/>
                  <a:pt x="8159110" y="2875086"/>
                  <a:pt x="8156159" y="2874143"/>
                </a:cubicBezTo>
                <a:cubicBezTo>
                  <a:pt x="8153190" y="2873183"/>
                  <a:pt x="8150025" y="2874818"/>
                  <a:pt x="8149083" y="2877788"/>
                </a:cubicBezTo>
                <a:cubicBezTo>
                  <a:pt x="8148123" y="2880740"/>
                  <a:pt x="8149758" y="2883921"/>
                  <a:pt x="8152710" y="2884864"/>
                </a:cubicBezTo>
                <a:cubicBezTo>
                  <a:pt x="8153297" y="2885042"/>
                  <a:pt x="8153866" y="2885130"/>
                  <a:pt x="8154435" y="2885130"/>
                </a:cubicBezTo>
                <a:close/>
                <a:moveTo>
                  <a:pt x="7609759" y="3089499"/>
                </a:moveTo>
                <a:cubicBezTo>
                  <a:pt x="7610968" y="3089499"/>
                  <a:pt x="7612106" y="3088698"/>
                  <a:pt x="7612443" y="3087472"/>
                </a:cubicBezTo>
                <a:cubicBezTo>
                  <a:pt x="7612870" y="3085978"/>
                  <a:pt x="7611999" y="3084450"/>
                  <a:pt x="7610524" y="3084023"/>
                </a:cubicBezTo>
                <a:cubicBezTo>
                  <a:pt x="7609030" y="3083614"/>
                  <a:pt x="7607501" y="3084467"/>
                  <a:pt x="7607075" y="3085943"/>
                </a:cubicBezTo>
                <a:cubicBezTo>
                  <a:pt x="7606666" y="3087437"/>
                  <a:pt x="7607519" y="3088965"/>
                  <a:pt x="7609012" y="3089393"/>
                </a:cubicBezTo>
                <a:cubicBezTo>
                  <a:pt x="7609262" y="3089463"/>
                  <a:pt x="7609510" y="3089499"/>
                  <a:pt x="7609759" y="3089499"/>
                </a:cubicBezTo>
                <a:close/>
                <a:moveTo>
                  <a:pt x="8563135" y="2740286"/>
                </a:moveTo>
                <a:cubicBezTo>
                  <a:pt x="8566727" y="2740287"/>
                  <a:pt x="8569910" y="2737709"/>
                  <a:pt x="8570549" y="2734046"/>
                </a:cubicBezTo>
                <a:cubicBezTo>
                  <a:pt x="8571242" y="2729956"/>
                  <a:pt x="8568505" y="2726063"/>
                  <a:pt x="8564415" y="2725351"/>
                </a:cubicBezTo>
                <a:cubicBezTo>
                  <a:pt x="8560309" y="2724641"/>
                  <a:pt x="8556415" y="2727379"/>
                  <a:pt x="8555704" y="2731486"/>
                </a:cubicBezTo>
                <a:cubicBezTo>
                  <a:pt x="8554992" y="2735575"/>
                  <a:pt x="8557748" y="2739468"/>
                  <a:pt x="8561837" y="2740180"/>
                </a:cubicBezTo>
                <a:cubicBezTo>
                  <a:pt x="8562282" y="2740250"/>
                  <a:pt x="8562708" y="2740286"/>
                  <a:pt x="8563135" y="2740286"/>
                </a:cubicBezTo>
                <a:close/>
                <a:moveTo>
                  <a:pt x="8359248" y="2818904"/>
                </a:moveTo>
                <a:cubicBezTo>
                  <a:pt x="8362163" y="2818903"/>
                  <a:pt x="8364848" y="2816948"/>
                  <a:pt x="8365612" y="2813979"/>
                </a:cubicBezTo>
                <a:cubicBezTo>
                  <a:pt x="8366520" y="2810458"/>
                  <a:pt x="8364422" y="2806867"/>
                  <a:pt x="8360901" y="2805961"/>
                </a:cubicBezTo>
                <a:cubicBezTo>
                  <a:pt x="8357381" y="2805036"/>
                  <a:pt x="8353789" y="2807152"/>
                  <a:pt x="8352882" y="2810672"/>
                </a:cubicBezTo>
                <a:cubicBezTo>
                  <a:pt x="8351958" y="2814175"/>
                  <a:pt x="8354075" y="2817766"/>
                  <a:pt x="8357594" y="2818690"/>
                </a:cubicBezTo>
                <a:cubicBezTo>
                  <a:pt x="8358144" y="2818833"/>
                  <a:pt x="8358696" y="2818904"/>
                  <a:pt x="8359248" y="2818904"/>
                </a:cubicBezTo>
                <a:close/>
                <a:moveTo>
                  <a:pt x="9153591" y="2529659"/>
                </a:moveTo>
                <a:cubicBezTo>
                  <a:pt x="9158782" y="2529179"/>
                  <a:pt x="9162605" y="2524591"/>
                  <a:pt x="9162125" y="2519400"/>
                </a:cubicBezTo>
                <a:cubicBezTo>
                  <a:pt x="9161646" y="2514227"/>
                  <a:pt x="9157058" y="2510405"/>
                  <a:pt x="9151866" y="2510885"/>
                </a:cubicBezTo>
                <a:cubicBezTo>
                  <a:pt x="9146694" y="2511364"/>
                  <a:pt x="9142871" y="2515952"/>
                  <a:pt x="9143350" y="2521125"/>
                </a:cubicBezTo>
                <a:cubicBezTo>
                  <a:pt x="9143795" y="2526014"/>
                  <a:pt x="9147903" y="2529694"/>
                  <a:pt x="9152720" y="2529695"/>
                </a:cubicBezTo>
                <a:cubicBezTo>
                  <a:pt x="9153003" y="2529695"/>
                  <a:pt x="9153306" y="2529659"/>
                  <a:pt x="9153591" y="2529659"/>
                </a:cubicBezTo>
                <a:close/>
                <a:moveTo>
                  <a:pt x="7158494" y="3263767"/>
                </a:moveTo>
                <a:cubicBezTo>
                  <a:pt x="7158975" y="3263767"/>
                  <a:pt x="7159384" y="3263376"/>
                  <a:pt x="7159383" y="3262878"/>
                </a:cubicBezTo>
                <a:cubicBezTo>
                  <a:pt x="7159384" y="3262398"/>
                  <a:pt x="7158975" y="3261989"/>
                  <a:pt x="7158495" y="3261989"/>
                </a:cubicBezTo>
                <a:cubicBezTo>
                  <a:pt x="7157997" y="3261989"/>
                  <a:pt x="7157605" y="3262399"/>
                  <a:pt x="7157606" y="3262896"/>
                </a:cubicBezTo>
                <a:cubicBezTo>
                  <a:pt x="7157606" y="3263376"/>
                  <a:pt x="7157998" y="3263767"/>
                  <a:pt x="7158494" y="3263767"/>
                </a:cubicBezTo>
                <a:close/>
                <a:moveTo>
                  <a:pt x="7824457" y="3029780"/>
                </a:moveTo>
                <a:cubicBezTo>
                  <a:pt x="7826021" y="3029780"/>
                  <a:pt x="7827462" y="3028784"/>
                  <a:pt x="7827995" y="3027220"/>
                </a:cubicBezTo>
                <a:cubicBezTo>
                  <a:pt x="7828653" y="3025264"/>
                  <a:pt x="7827605" y="3023148"/>
                  <a:pt x="7825648" y="3022491"/>
                </a:cubicBezTo>
                <a:cubicBezTo>
                  <a:pt x="7823693" y="3021833"/>
                  <a:pt x="7821560" y="3022899"/>
                  <a:pt x="7820919" y="3024855"/>
                </a:cubicBezTo>
                <a:cubicBezTo>
                  <a:pt x="7820262" y="3026793"/>
                  <a:pt x="7821310" y="3028909"/>
                  <a:pt x="7823267" y="3029566"/>
                </a:cubicBezTo>
                <a:cubicBezTo>
                  <a:pt x="7823657" y="3029709"/>
                  <a:pt x="7824066" y="3029780"/>
                  <a:pt x="7824457" y="3029780"/>
                </a:cubicBezTo>
                <a:close/>
                <a:moveTo>
                  <a:pt x="8859065" y="2651177"/>
                </a:moveTo>
                <a:cubicBezTo>
                  <a:pt x="8863652" y="2651177"/>
                  <a:pt x="8867421" y="2647516"/>
                  <a:pt x="8867545" y="2642910"/>
                </a:cubicBezTo>
                <a:cubicBezTo>
                  <a:pt x="8867652" y="2638217"/>
                  <a:pt x="8863954" y="2634341"/>
                  <a:pt x="8859278" y="2634235"/>
                </a:cubicBezTo>
                <a:cubicBezTo>
                  <a:pt x="8854585" y="2634110"/>
                  <a:pt x="8850709" y="2637808"/>
                  <a:pt x="8850585" y="2642483"/>
                </a:cubicBezTo>
                <a:cubicBezTo>
                  <a:pt x="8850478" y="2647159"/>
                  <a:pt x="8854175" y="2651053"/>
                  <a:pt x="8858852" y="2651160"/>
                </a:cubicBezTo>
                <a:lnTo>
                  <a:pt x="8858852" y="2651177"/>
                </a:lnTo>
                <a:cubicBezTo>
                  <a:pt x="8858923" y="2651177"/>
                  <a:pt x="8859065" y="2651177"/>
                  <a:pt x="8859065" y="2651177"/>
                </a:cubicBezTo>
                <a:close/>
                <a:moveTo>
                  <a:pt x="8034515" y="2973278"/>
                </a:moveTo>
                <a:cubicBezTo>
                  <a:pt x="8036471" y="2973278"/>
                  <a:pt x="8038302" y="2972051"/>
                  <a:pt x="8038960" y="2970096"/>
                </a:cubicBezTo>
                <a:cubicBezTo>
                  <a:pt x="8039777" y="2967642"/>
                  <a:pt x="8038462" y="2964976"/>
                  <a:pt x="8036008" y="2964157"/>
                </a:cubicBezTo>
                <a:cubicBezTo>
                  <a:pt x="8033555" y="2963339"/>
                  <a:pt x="8030907" y="2964655"/>
                  <a:pt x="8030089" y="2967109"/>
                </a:cubicBezTo>
                <a:cubicBezTo>
                  <a:pt x="8029253" y="2969562"/>
                  <a:pt x="8030586" y="2972211"/>
                  <a:pt x="8033039" y="2973029"/>
                </a:cubicBezTo>
                <a:lnTo>
                  <a:pt x="8033022" y="2973029"/>
                </a:lnTo>
                <a:cubicBezTo>
                  <a:pt x="8033520" y="2973208"/>
                  <a:pt x="8034035" y="2973278"/>
                  <a:pt x="8034515" y="2973278"/>
                </a:cubicBezTo>
                <a:close/>
                <a:moveTo>
                  <a:pt x="7475654" y="3180385"/>
                </a:moveTo>
                <a:cubicBezTo>
                  <a:pt x="7476489" y="3180384"/>
                  <a:pt x="7477253" y="3179816"/>
                  <a:pt x="7477448" y="3178962"/>
                </a:cubicBezTo>
                <a:cubicBezTo>
                  <a:pt x="7477662" y="3177966"/>
                  <a:pt x="7477039" y="3176989"/>
                  <a:pt x="7476063" y="3176758"/>
                </a:cubicBezTo>
                <a:cubicBezTo>
                  <a:pt x="7475066" y="3176526"/>
                  <a:pt x="7474088" y="3177149"/>
                  <a:pt x="7473857" y="3178144"/>
                </a:cubicBezTo>
                <a:cubicBezTo>
                  <a:pt x="7473626" y="3179140"/>
                  <a:pt x="7474266" y="3180118"/>
                  <a:pt x="7475244" y="3180350"/>
                </a:cubicBezTo>
                <a:cubicBezTo>
                  <a:pt x="7475387" y="3180384"/>
                  <a:pt x="7475511" y="3180384"/>
                  <a:pt x="7475654" y="3180385"/>
                </a:cubicBezTo>
                <a:close/>
                <a:moveTo>
                  <a:pt x="7247301" y="3267092"/>
                </a:moveTo>
                <a:cubicBezTo>
                  <a:pt x="7247763" y="3267093"/>
                  <a:pt x="7248190" y="3266737"/>
                  <a:pt x="7248190" y="3266256"/>
                </a:cubicBezTo>
                <a:cubicBezTo>
                  <a:pt x="7248226" y="3265777"/>
                  <a:pt x="7247870" y="3265350"/>
                  <a:pt x="7247372" y="3265315"/>
                </a:cubicBezTo>
                <a:cubicBezTo>
                  <a:pt x="7246892" y="3265279"/>
                  <a:pt x="7246465" y="3265652"/>
                  <a:pt x="7246429" y="3266132"/>
                </a:cubicBezTo>
                <a:cubicBezTo>
                  <a:pt x="7246394" y="3266611"/>
                  <a:pt x="7246750" y="3267039"/>
                  <a:pt x="7247247" y="3267093"/>
                </a:cubicBezTo>
                <a:close/>
                <a:moveTo>
                  <a:pt x="8655213" y="2753549"/>
                </a:moveTo>
                <a:cubicBezTo>
                  <a:pt x="8658982" y="2753549"/>
                  <a:pt x="8662235" y="2750722"/>
                  <a:pt x="8662679" y="2746882"/>
                </a:cubicBezTo>
                <a:cubicBezTo>
                  <a:pt x="8663160" y="2742757"/>
                  <a:pt x="8660191" y="2739023"/>
                  <a:pt x="8656066" y="2738543"/>
                </a:cubicBezTo>
                <a:cubicBezTo>
                  <a:pt x="8651924" y="2738081"/>
                  <a:pt x="8648207" y="2741032"/>
                  <a:pt x="8647728" y="2745175"/>
                </a:cubicBezTo>
                <a:cubicBezTo>
                  <a:pt x="8647248" y="2749300"/>
                  <a:pt x="8650217" y="2753034"/>
                  <a:pt x="8654341" y="2753496"/>
                </a:cubicBezTo>
                <a:cubicBezTo>
                  <a:pt x="8654643" y="2753550"/>
                  <a:pt x="8654928" y="2753549"/>
                  <a:pt x="8655213" y="2753549"/>
                </a:cubicBezTo>
                <a:close/>
                <a:moveTo>
                  <a:pt x="8952867" y="2651160"/>
                </a:moveTo>
                <a:cubicBezTo>
                  <a:pt x="8957543" y="2651035"/>
                  <a:pt x="8961240" y="2647159"/>
                  <a:pt x="8961133" y="2642483"/>
                </a:cubicBezTo>
                <a:cubicBezTo>
                  <a:pt x="8961027" y="2637790"/>
                  <a:pt x="8957134" y="2634092"/>
                  <a:pt x="8952458" y="2634216"/>
                </a:cubicBezTo>
                <a:cubicBezTo>
                  <a:pt x="8947782" y="2634323"/>
                  <a:pt x="8944084" y="2638217"/>
                  <a:pt x="8944191" y="2642892"/>
                </a:cubicBezTo>
                <a:cubicBezTo>
                  <a:pt x="8944297" y="2647497"/>
                  <a:pt x="8948085" y="2651160"/>
                  <a:pt x="8952671" y="2651160"/>
                </a:cubicBezTo>
                <a:close/>
                <a:moveTo>
                  <a:pt x="8242244" y="2912102"/>
                </a:moveTo>
                <a:cubicBezTo>
                  <a:pt x="8244680" y="2912101"/>
                  <a:pt x="8246938" y="2910519"/>
                  <a:pt x="8247649" y="2908065"/>
                </a:cubicBezTo>
                <a:cubicBezTo>
                  <a:pt x="8248538" y="2905079"/>
                  <a:pt x="8246814" y="2901949"/>
                  <a:pt x="8243845" y="2901078"/>
                </a:cubicBezTo>
                <a:cubicBezTo>
                  <a:pt x="8240858" y="2900189"/>
                  <a:pt x="8237728" y="2901914"/>
                  <a:pt x="8236857" y="2904901"/>
                </a:cubicBezTo>
                <a:cubicBezTo>
                  <a:pt x="8235986" y="2907869"/>
                  <a:pt x="8237693" y="2910999"/>
                  <a:pt x="8240680" y="2911888"/>
                </a:cubicBezTo>
                <a:cubicBezTo>
                  <a:pt x="8241195" y="2912030"/>
                  <a:pt x="8241728" y="2912101"/>
                  <a:pt x="8242244" y="2912102"/>
                </a:cubicBezTo>
                <a:close/>
                <a:moveTo>
                  <a:pt x="7696040" y="3115314"/>
                </a:moveTo>
                <a:cubicBezTo>
                  <a:pt x="7697231" y="3115314"/>
                  <a:pt x="7698334" y="3114549"/>
                  <a:pt x="7698707" y="3113358"/>
                </a:cubicBezTo>
                <a:cubicBezTo>
                  <a:pt x="7699152" y="3111899"/>
                  <a:pt x="7698351" y="3110318"/>
                  <a:pt x="7696875" y="3109855"/>
                </a:cubicBezTo>
                <a:cubicBezTo>
                  <a:pt x="7695418" y="3109394"/>
                  <a:pt x="7693854" y="3110229"/>
                  <a:pt x="7693391" y="3111687"/>
                </a:cubicBezTo>
                <a:cubicBezTo>
                  <a:pt x="7692929" y="3113162"/>
                  <a:pt x="7693728" y="3114727"/>
                  <a:pt x="7695204" y="3115189"/>
                </a:cubicBezTo>
                <a:cubicBezTo>
                  <a:pt x="7695489" y="3115260"/>
                  <a:pt x="7695772" y="3115314"/>
                  <a:pt x="7696040" y="3115314"/>
                </a:cubicBezTo>
                <a:close/>
                <a:moveTo>
                  <a:pt x="8449173" y="2840327"/>
                </a:moveTo>
                <a:cubicBezTo>
                  <a:pt x="8452213" y="2840327"/>
                  <a:pt x="8454934" y="2838212"/>
                  <a:pt x="8455591" y="2835136"/>
                </a:cubicBezTo>
                <a:cubicBezTo>
                  <a:pt x="8456356" y="2831580"/>
                  <a:pt x="8454098" y="2828077"/>
                  <a:pt x="8450542" y="2827313"/>
                </a:cubicBezTo>
                <a:cubicBezTo>
                  <a:pt x="8446986" y="2826566"/>
                  <a:pt x="8443502" y="2828825"/>
                  <a:pt x="8442737" y="2832362"/>
                </a:cubicBezTo>
                <a:cubicBezTo>
                  <a:pt x="8441973" y="2835918"/>
                  <a:pt x="8444231" y="2839420"/>
                  <a:pt x="8447787" y="2840185"/>
                </a:cubicBezTo>
                <a:cubicBezTo>
                  <a:pt x="8448249" y="2840292"/>
                  <a:pt x="8448711" y="2840327"/>
                  <a:pt x="8449173" y="2840327"/>
                </a:cubicBezTo>
                <a:close/>
                <a:moveTo>
                  <a:pt x="9037654" y="2638839"/>
                </a:moveTo>
                <a:lnTo>
                  <a:pt x="9037663" y="2638829"/>
                </a:lnTo>
                <a:lnTo>
                  <a:pt x="9037653" y="2638821"/>
                </a:lnTo>
                <a:close/>
                <a:moveTo>
                  <a:pt x="7910293" y="3058973"/>
                </a:moveTo>
                <a:cubicBezTo>
                  <a:pt x="7911859" y="3058973"/>
                  <a:pt x="7913298" y="3057995"/>
                  <a:pt x="7913832" y="3056449"/>
                </a:cubicBezTo>
                <a:cubicBezTo>
                  <a:pt x="7914490" y="3054492"/>
                  <a:pt x="7913459" y="3052359"/>
                  <a:pt x="7911503" y="3051701"/>
                </a:cubicBezTo>
                <a:cubicBezTo>
                  <a:pt x="7909547" y="3051043"/>
                  <a:pt x="7907432" y="3052075"/>
                  <a:pt x="7906756" y="3054030"/>
                </a:cubicBezTo>
                <a:cubicBezTo>
                  <a:pt x="7906098" y="3055968"/>
                  <a:pt x="7907130" y="3058102"/>
                  <a:pt x="7909085" y="3058759"/>
                </a:cubicBezTo>
                <a:cubicBezTo>
                  <a:pt x="7909494" y="3058902"/>
                  <a:pt x="7909903" y="3058973"/>
                  <a:pt x="7910293" y="3058973"/>
                </a:cubicBezTo>
                <a:close/>
                <a:moveTo>
                  <a:pt x="9046703" y="2646697"/>
                </a:moveTo>
                <a:cubicBezTo>
                  <a:pt x="9051360" y="2646377"/>
                  <a:pt x="9054882" y="2642323"/>
                  <a:pt x="9054562" y="2637647"/>
                </a:cubicBezTo>
                <a:cubicBezTo>
                  <a:pt x="9054242" y="2632989"/>
                  <a:pt x="9050188" y="2629470"/>
                  <a:pt x="9045512" y="2629789"/>
                </a:cubicBezTo>
                <a:lnTo>
                  <a:pt x="9037663" y="2638829"/>
                </a:lnTo>
                <a:lnTo>
                  <a:pt x="9046100" y="2646697"/>
                </a:lnTo>
                <a:cubicBezTo>
                  <a:pt x="9046294" y="2646698"/>
                  <a:pt x="9046508" y="2646697"/>
                  <a:pt x="9046703" y="2646697"/>
                </a:cubicBezTo>
                <a:close/>
                <a:moveTo>
                  <a:pt x="7335608" y="3277048"/>
                </a:moveTo>
                <a:cubicBezTo>
                  <a:pt x="7336035" y="3277049"/>
                  <a:pt x="7336427" y="3276728"/>
                  <a:pt x="7336497" y="3276284"/>
                </a:cubicBezTo>
                <a:cubicBezTo>
                  <a:pt x="7336550" y="3275803"/>
                  <a:pt x="7336231" y="3275359"/>
                  <a:pt x="7335733" y="3275288"/>
                </a:cubicBezTo>
                <a:cubicBezTo>
                  <a:pt x="7335252" y="3275217"/>
                  <a:pt x="7334808" y="3275555"/>
                  <a:pt x="7334720" y="3276035"/>
                </a:cubicBezTo>
                <a:cubicBezTo>
                  <a:pt x="7334666" y="3276515"/>
                  <a:pt x="7334986" y="3276959"/>
                  <a:pt x="7335484" y="3277049"/>
                </a:cubicBezTo>
                <a:close/>
                <a:moveTo>
                  <a:pt x="8747894" y="2761585"/>
                </a:moveTo>
                <a:cubicBezTo>
                  <a:pt x="8751841" y="2761585"/>
                  <a:pt x="8755166" y="2758491"/>
                  <a:pt x="8755397" y="2754492"/>
                </a:cubicBezTo>
                <a:cubicBezTo>
                  <a:pt x="8755645" y="2750349"/>
                  <a:pt x="8752481" y="2746776"/>
                  <a:pt x="8748338" y="2746544"/>
                </a:cubicBezTo>
                <a:cubicBezTo>
                  <a:pt x="8744178" y="2746296"/>
                  <a:pt x="8740604" y="2749460"/>
                  <a:pt x="8740373" y="2753603"/>
                </a:cubicBezTo>
                <a:cubicBezTo>
                  <a:pt x="8740125" y="2757763"/>
                  <a:pt x="8743289" y="2761318"/>
                  <a:pt x="8747449" y="2761567"/>
                </a:cubicBezTo>
                <a:lnTo>
                  <a:pt x="8747449" y="2761585"/>
                </a:lnTo>
                <a:cubicBezTo>
                  <a:pt x="8747592" y="2761585"/>
                  <a:pt x="8747752" y="2761585"/>
                  <a:pt x="8747894" y="2761585"/>
                </a:cubicBezTo>
                <a:close/>
                <a:moveTo>
                  <a:pt x="7562397" y="3202199"/>
                </a:moveTo>
                <a:cubicBezTo>
                  <a:pt x="7563215" y="3202199"/>
                  <a:pt x="7563961" y="3201665"/>
                  <a:pt x="7564175" y="3200848"/>
                </a:cubicBezTo>
                <a:cubicBezTo>
                  <a:pt x="7564441" y="3199870"/>
                  <a:pt x="7563871" y="3198856"/>
                  <a:pt x="7562894" y="3198590"/>
                </a:cubicBezTo>
                <a:cubicBezTo>
                  <a:pt x="7561917" y="3198323"/>
                  <a:pt x="7560902" y="3198892"/>
                  <a:pt x="7560636" y="3199870"/>
                </a:cubicBezTo>
                <a:cubicBezTo>
                  <a:pt x="7560369" y="3200848"/>
                  <a:pt x="7560938" y="3201861"/>
                  <a:pt x="7561917" y="3202146"/>
                </a:cubicBezTo>
                <a:cubicBezTo>
                  <a:pt x="7562076" y="3202200"/>
                  <a:pt x="7562236" y="3202199"/>
                  <a:pt x="7562397" y="3202199"/>
                </a:cubicBezTo>
                <a:close/>
                <a:moveTo>
                  <a:pt x="8121258" y="3001778"/>
                </a:moveTo>
                <a:cubicBezTo>
                  <a:pt x="8123232" y="3001778"/>
                  <a:pt x="8125081" y="3000516"/>
                  <a:pt x="8125720" y="2998524"/>
                </a:cubicBezTo>
                <a:cubicBezTo>
                  <a:pt x="8126503" y="2996053"/>
                  <a:pt x="8125134" y="2993422"/>
                  <a:pt x="8122680" y="2992639"/>
                </a:cubicBezTo>
                <a:cubicBezTo>
                  <a:pt x="8120210" y="2991857"/>
                  <a:pt x="8117578" y="2993208"/>
                  <a:pt x="8116795" y="2995680"/>
                </a:cubicBezTo>
                <a:cubicBezTo>
                  <a:pt x="8116013" y="2998134"/>
                  <a:pt x="8117365" y="3000764"/>
                  <a:pt x="8119837" y="3001564"/>
                </a:cubicBezTo>
                <a:cubicBezTo>
                  <a:pt x="8120298" y="3001706"/>
                  <a:pt x="8120779" y="3001778"/>
                  <a:pt x="8121258" y="3001778"/>
                </a:cubicBezTo>
                <a:close/>
                <a:moveTo>
                  <a:pt x="8540005" y="2857395"/>
                </a:moveTo>
                <a:cubicBezTo>
                  <a:pt x="8543171" y="2857395"/>
                  <a:pt x="8545980" y="2855083"/>
                  <a:pt x="8546495" y="2851848"/>
                </a:cubicBezTo>
                <a:cubicBezTo>
                  <a:pt x="8547064" y="2848256"/>
                  <a:pt x="8544628" y="2844878"/>
                  <a:pt x="8541037" y="2844309"/>
                </a:cubicBezTo>
                <a:cubicBezTo>
                  <a:pt x="8537445" y="2843741"/>
                  <a:pt x="8534068" y="2846176"/>
                  <a:pt x="8533499" y="2849767"/>
                </a:cubicBezTo>
                <a:cubicBezTo>
                  <a:pt x="8532930" y="2853358"/>
                  <a:pt x="8535365" y="2856737"/>
                  <a:pt x="8538957" y="2857306"/>
                </a:cubicBezTo>
                <a:cubicBezTo>
                  <a:pt x="8539313" y="2857359"/>
                  <a:pt x="8539650" y="2857395"/>
                  <a:pt x="8540005" y="2857395"/>
                </a:cubicBezTo>
                <a:close/>
                <a:moveTo>
                  <a:pt x="9140185" y="2638181"/>
                </a:moveTo>
                <a:cubicBezTo>
                  <a:pt x="9144843" y="2637648"/>
                  <a:pt x="9148185" y="2633469"/>
                  <a:pt x="9147669" y="2628812"/>
                </a:cubicBezTo>
                <a:cubicBezTo>
                  <a:pt x="9147155" y="2624154"/>
                  <a:pt x="9142958" y="2620811"/>
                  <a:pt x="9138300" y="2621326"/>
                </a:cubicBezTo>
                <a:cubicBezTo>
                  <a:pt x="9133643" y="2621842"/>
                  <a:pt x="9130300" y="2626038"/>
                  <a:pt x="9130816" y="2630696"/>
                </a:cubicBezTo>
                <a:cubicBezTo>
                  <a:pt x="9131313" y="2635034"/>
                  <a:pt x="9134977" y="2638234"/>
                  <a:pt x="9139243" y="2638234"/>
                </a:cubicBezTo>
                <a:cubicBezTo>
                  <a:pt x="9139545" y="2638234"/>
                  <a:pt x="9139865" y="2638217"/>
                  <a:pt x="9140185" y="2638181"/>
                </a:cubicBezTo>
                <a:close/>
                <a:moveTo>
                  <a:pt x="8330837" y="2936423"/>
                </a:moveTo>
                <a:cubicBezTo>
                  <a:pt x="8333361" y="2936423"/>
                  <a:pt x="8335637" y="2934734"/>
                  <a:pt x="8336295" y="2932192"/>
                </a:cubicBezTo>
                <a:cubicBezTo>
                  <a:pt x="8337059" y="2929169"/>
                  <a:pt x="8335246" y="2926093"/>
                  <a:pt x="8332224" y="2925329"/>
                </a:cubicBezTo>
                <a:cubicBezTo>
                  <a:pt x="8329219" y="2924565"/>
                  <a:pt x="8326143" y="2926395"/>
                  <a:pt x="8325378" y="2929400"/>
                </a:cubicBezTo>
                <a:cubicBezTo>
                  <a:pt x="8324614" y="2932404"/>
                  <a:pt x="8326427" y="2935480"/>
                  <a:pt x="8329450" y="2936244"/>
                </a:cubicBezTo>
                <a:cubicBezTo>
                  <a:pt x="8329912" y="2936369"/>
                  <a:pt x="8330375" y="2936423"/>
                  <a:pt x="8330837" y="2936423"/>
                </a:cubicBezTo>
                <a:close/>
                <a:moveTo>
                  <a:pt x="7781682" y="3143191"/>
                </a:moveTo>
                <a:cubicBezTo>
                  <a:pt x="7782855" y="3143191"/>
                  <a:pt x="7783939" y="3142461"/>
                  <a:pt x="7784330" y="3141289"/>
                </a:cubicBezTo>
                <a:cubicBezTo>
                  <a:pt x="7784809" y="3139831"/>
                  <a:pt x="7784027" y="3138266"/>
                  <a:pt x="7782570" y="3137768"/>
                </a:cubicBezTo>
                <a:cubicBezTo>
                  <a:pt x="7781113" y="3137271"/>
                  <a:pt x="7779530" y="3138071"/>
                  <a:pt x="7779050" y="3139529"/>
                </a:cubicBezTo>
                <a:cubicBezTo>
                  <a:pt x="7778552" y="3140987"/>
                  <a:pt x="7779335" y="3142550"/>
                  <a:pt x="7780810" y="3143048"/>
                </a:cubicBezTo>
                <a:cubicBezTo>
                  <a:pt x="7781094" y="3143156"/>
                  <a:pt x="7781396" y="3143191"/>
                  <a:pt x="7781682" y="3143191"/>
                </a:cubicBezTo>
                <a:close/>
                <a:moveTo>
                  <a:pt x="8840877" y="2764590"/>
                </a:moveTo>
                <a:cubicBezTo>
                  <a:pt x="8845002" y="2764590"/>
                  <a:pt x="8848363" y="2761248"/>
                  <a:pt x="8848398" y="2757122"/>
                </a:cubicBezTo>
                <a:cubicBezTo>
                  <a:pt x="8848416" y="2752962"/>
                  <a:pt x="8845073" y="2749567"/>
                  <a:pt x="8840913" y="2749549"/>
                </a:cubicBezTo>
                <a:cubicBezTo>
                  <a:pt x="8836753" y="2749513"/>
                  <a:pt x="8833375" y="2752856"/>
                  <a:pt x="8833340" y="2757015"/>
                </a:cubicBezTo>
                <a:cubicBezTo>
                  <a:pt x="8833321" y="2761176"/>
                  <a:pt x="8836664" y="2764590"/>
                  <a:pt x="8840824" y="2764590"/>
                </a:cubicBezTo>
                <a:close/>
                <a:moveTo>
                  <a:pt x="9233205" y="2625967"/>
                </a:moveTo>
                <a:cubicBezTo>
                  <a:pt x="9237845" y="2625273"/>
                  <a:pt x="9241027" y="2620953"/>
                  <a:pt x="9240334" y="2616331"/>
                </a:cubicBezTo>
                <a:cubicBezTo>
                  <a:pt x="9239640" y="2611708"/>
                  <a:pt x="9235320" y="2608508"/>
                  <a:pt x="9230698" y="2609201"/>
                </a:cubicBezTo>
                <a:cubicBezTo>
                  <a:pt x="9226075" y="2609895"/>
                  <a:pt x="9222875" y="2614215"/>
                  <a:pt x="9223568" y="2618837"/>
                </a:cubicBezTo>
                <a:cubicBezTo>
                  <a:pt x="9224208" y="2623052"/>
                  <a:pt x="9227817" y="2626056"/>
                  <a:pt x="9231942" y="2626056"/>
                </a:cubicBezTo>
                <a:cubicBezTo>
                  <a:pt x="9232369" y="2626055"/>
                  <a:pt x="9232796" y="2626038"/>
                  <a:pt x="9233205" y="2625967"/>
                </a:cubicBezTo>
                <a:close/>
                <a:moveTo>
                  <a:pt x="7423045" y="3292890"/>
                </a:moveTo>
                <a:cubicBezTo>
                  <a:pt x="7423454" y="3292890"/>
                  <a:pt x="7423828" y="3292604"/>
                  <a:pt x="7423916" y="3292178"/>
                </a:cubicBezTo>
                <a:cubicBezTo>
                  <a:pt x="7424005" y="3291698"/>
                  <a:pt x="7423703" y="3291236"/>
                  <a:pt x="7423223" y="3291129"/>
                </a:cubicBezTo>
                <a:cubicBezTo>
                  <a:pt x="7422743" y="3291040"/>
                  <a:pt x="7422281" y="3291342"/>
                  <a:pt x="7422174" y="3291805"/>
                </a:cubicBezTo>
                <a:cubicBezTo>
                  <a:pt x="7422067" y="3292303"/>
                  <a:pt x="7422388" y="3292765"/>
                  <a:pt x="7422867" y="3292871"/>
                </a:cubicBezTo>
                <a:lnTo>
                  <a:pt x="7422867" y="3292890"/>
                </a:lnTo>
                <a:cubicBezTo>
                  <a:pt x="7422920" y="3292889"/>
                  <a:pt x="7423045" y="3292890"/>
                  <a:pt x="7423045" y="3292890"/>
                </a:cubicBezTo>
                <a:close/>
                <a:moveTo>
                  <a:pt x="7996131" y="3088219"/>
                </a:moveTo>
                <a:cubicBezTo>
                  <a:pt x="7997695" y="3088219"/>
                  <a:pt x="7999153" y="3087224"/>
                  <a:pt x="7999668" y="3085677"/>
                </a:cubicBezTo>
                <a:cubicBezTo>
                  <a:pt x="8000326" y="3083721"/>
                  <a:pt x="7999277" y="3081605"/>
                  <a:pt x="7997339" y="3080930"/>
                </a:cubicBezTo>
                <a:cubicBezTo>
                  <a:pt x="7995366" y="3080272"/>
                  <a:pt x="7993250" y="3081321"/>
                  <a:pt x="7992592" y="3083294"/>
                </a:cubicBezTo>
                <a:cubicBezTo>
                  <a:pt x="7991934" y="3085232"/>
                  <a:pt x="7992984" y="3087348"/>
                  <a:pt x="7994939" y="3088006"/>
                </a:cubicBezTo>
                <a:cubicBezTo>
                  <a:pt x="7995330" y="3088148"/>
                  <a:pt x="7995739" y="3088219"/>
                  <a:pt x="7996131" y="3088219"/>
                </a:cubicBezTo>
                <a:close/>
                <a:moveTo>
                  <a:pt x="7648268" y="3227356"/>
                </a:moveTo>
                <a:cubicBezTo>
                  <a:pt x="7649050" y="3227356"/>
                  <a:pt x="7649779" y="3226840"/>
                  <a:pt x="7650011" y="3226058"/>
                </a:cubicBezTo>
                <a:cubicBezTo>
                  <a:pt x="7650313" y="3225081"/>
                  <a:pt x="7649779" y="3224050"/>
                  <a:pt x="7648802" y="3223765"/>
                </a:cubicBezTo>
                <a:cubicBezTo>
                  <a:pt x="7647842" y="3223463"/>
                  <a:pt x="7646811" y="3223996"/>
                  <a:pt x="7646509" y="3224974"/>
                </a:cubicBezTo>
                <a:cubicBezTo>
                  <a:pt x="7646205" y="3225951"/>
                  <a:pt x="7646740" y="3226965"/>
                  <a:pt x="7647717" y="3227267"/>
                </a:cubicBezTo>
                <a:cubicBezTo>
                  <a:pt x="7647895" y="3227321"/>
                  <a:pt x="7648073" y="3227356"/>
                  <a:pt x="7648268" y="3227356"/>
                </a:cubicBezTo>
                <a:close/>
                <a:moveTo>
                  <a:pt x="8631674" y="2869271"/>
                </a:moveTo>
                <a:cubicBezTo>
                  <a:pt x="8635017" y="2869271"/>
                  <a:pt x="8637878" y="2866746"/>
                  <a:pt x="8638217" y="2863350"/>
                </a:cubicBezTo>
                <a:cubicBezTo>
                  <a:pt x="8638573" y="2859724"/>
                  <a:pt x="8635940" y="2856506"/>
                  <a:pt x="8632331" y="2856150"/>
                </a:cubicBezTo>
                <a:cubicBezTo>
                  <a:pt x="8628705" y="2855777"/>
                  <a:pt x="8625486" y="2858426"/>
                  <a:pt x="8625131" y="2862035"/>
                </a:cubicBezTo>
                <a:cubicBezTo>
                  <a:pt x="8624758" y="2865662"/>
                  <a:pt x="8627407" y="2868880"/>
                  <a:pt x="8631016" y="2869236"/>
                </a:cubicBezTo>
                <a:cubicBezTo>
                  <a:pt x="8631247" y="2869254"/>
                  <a:pt x="8631461" y="2869272"/>
                  <a:pt x="8631674" y="2869271"/>
                </a:cubicBezTo>
                <a:close/>
                <a:moveTo>
                  <a:pt x="8208552" y="3028464"/>
                </a:moveTo>
                <a:cubicBezTo>
                  <a:pt x="8210579" y="3028464"/>
                  <a:pt x="8212446" y="3027148"/>
                  <a:pt x="8213033" y="3025104"/>
                </a:cubicBezTo>
                <a:cubicBezTo>
                  <a:pt x="8213761" y="3022615"/>
                  <a:pt x="8212322" y="3020018"/>
                  <a:pt x="8209850" y="3019289"/>
                </a:cubicBezTo>
                <a:cubicBezTo>
                  <a:pt x="8207362" y="3018579"/>
                  <a:pt x="8204766" y="3020001"/>
                  <a:pt x="8204037" y="3022490"/>
                </a:cubicBezTo>
                <a:cubicBezTo>
                  <a:pt x="8203326" y="3024962"/>
                  <a:pt x="8204748" y="3027557"/>
                  <a:pt x="8207237" y="3028286"/>
                </a:cubicBezTo>
                <a:cubicBezTo>
                  <a:pt x="8207664" y="3028411"/>
                  <a:pt x="8208108" y="3028464"/>
                  <a:pt x="8208552" y="3028464"/>
                </a:cubicBezTo>
                <a:close/>
                <a:moveTo>
                  <a:pt x="8934163" y="2762883"/>
                </a:moveTo>
                <a:cubicBezTo>
                  <a:pt x="8938306" y="2762723"/>
                  <a:pt x="8941542" y="2759203"/>
                  <a:pt x="8941363" y="2755060"/>
                </a:cubicBezTo>
                <a:cubicBezTo>
                  <a:pt x="8941187" y="2750900"/>
                  <a:pt x="8937684" y="2747682"/>
                  <a:pt x="8933524" y="2747860"/>
                </a:cubicBezTo>
                <a:cubicBezTo>
                  <a:pt x="8929363" y="2748019"/>
                  <a:pt x="8926146" y="2751540"/>
                  <a:pt x="8926322" y="2755701"/>
                </a:cubicBezTo>
                <a:cubicBezTo>
                  <a:pt x="8926483" y="2759736"/>
                  <a:pt x="8929825" y="2762901"/>
                  <a:pt x="8933843" y="2762901"/>
                </a:cubicBezTo>
                <a:cubicBezTo>
                  <a:pt x="8933950" y="2762901"/>
                  <a:pt x="8934056" y="2762901"/>
                  <a:pt x="8934163" y="2762883"/>
                </a:cubicBezTo>
                <a:close/>
                <a:moveTo>
                  <a:pt x="8420318" y="2957135"/>
                </a:moveTo>
                <a:cubicBezTo>
                  <a:pt x="8422931" y="2957135"/>
                  <a:pt x="8425278" y="2955304"/>
                  <a:pt x="8425830" y="2952637"/>
                </a:cubicBezTo>
                <a:cubicBezTo>
                  <a:pt x="8426452" y="2949596"/>
                  <a:pt x="8424496" y="2946628"/>
                  <a:pt x="8421456" y="2945988"/>
                </a:cubicBezTo>
                <a:cubicBezTo>
                  <a:pt x="8418398" y="2945365"/>
                  <a:pt x="8415429" y="2947321"/>
                  <a:pt x="8414806" y="2950361"/>
                </a:cubicBezTo>
                <a:cubicBezTo>
                  <a:pt x="8414167" y="2953401"/>
                  <a:pt x="8416122" y="2956389"/>
                  <a:pt x="8419180" y="2957011"/>
                </a:cubicBezTo>
                <a:cubicBezTo>
                  <a:pt x="8419553" y="2957100"/>
                  <a:pt x="8419944" y="2957135"/>
                  <a:pt x="8420318" y="2957135"/>
                </a:cubicBezTo>
                <a:close/>
                <a:moveTo>
                  <a:pt x="7866984" y="3172170"/>
                </a:moveTo>
                <a:cubicBezTo>
                  <a:pt x="7868139" y="3172170"/>
                  <a:pt x="7869224" y="3171441"/>
                  <a:pt x="7869616" y="3170286"/>
                </a:cubicBezTo>
                <a:cubicBezTo>
                  <a:pt x="7870113" y="3168828"/>
                  <a:pt x="7869348" y="3167246"/>
                  <a:pt x="7867890" y="3166748"/>
                </a:cubicBezTo>
                <a:cubicBezTo>
                  <a:pt x="7866433" y="3166250"/>
                  <a:pt x="7864850" y="3167032"/>
                  <a:pt x="7864353" y="3168490"/>
                </a:cubicBezTo>
                <a:cubicBezTo>
                  <a:pt x="7863855" y="3169948"/>
                  <a:pt x="7864620" y="3171531"/>
                  <a:pt x="7866078" y="3172029"/>
                </a:cubicBezTo>
                <a:cubicBezTo>
                  <a:pt x="7866380" y="3172118"/>
                  <a:pt x="7866682" y="3172170"/>
                  <a:pt x="7866984" y="3172170"/>
                </a:cubicBezTo>
                <a:close/>
                <a:moveTo>
                  <a:pt x="9019075" y="2749976"/>
                </a:moveTo>
                <a:lnTo>
                  <a:pt x="9019083" y="2749966"/>
                </a:lnTo>
                <a:lnTo>
                  <a:pt x="9019075" y="2749958"/>
                </a:lnTo>
                <a:close/>
                <a:moveTo>
                  <a:pt x="7509486" y="3313495"/>
                </a:moveTo>
                <a:cubicBezTo>
                  <a:pt x="7509878" y="3313494"/>
                  <a:pt x="7510232" y="3313228"/>
                  <a:pt x="7510339" y="3312837"/>
                </a:cubicBezTo>
                <a:cubicBezTo>
                  <a:pt x="7510465" y="3312357"/>
                  <a:pt x="7510179" y="3311877"/>
                  <a:pt x="7509699" y="3311752"/>
                </a:cubicBezTo>
                <a:cubicBezTo>
                  <a:pt x="7509237" y="3311628"/>
                  <a:pt x="7508740" y="3311912"/>
                  <a:pt x="7508615" y="3312393"/>
                </a:cubicBezTo>
                <a:cubicBezTo>
                  <a:pt x="7508490" y="3312855"/>
                  <a:pt x="7508775" y="3313353"/>
                  <a:pt x="7509255" y="3313477"/>
                </a:cubicBezTo>
                <a:lnTo>
                  <a:pt x="7509255" y="3313495"/>
                </a:lnTo>
                <a:cubicBezTo>
                  <a:pt x="7509326" y="3313494"/>
                  <a:pt x="7509397" y="3313495"/>
                  <a:pt x="7509486" y="3313495"/>
                </a:cubicBezTo>
                <a:close/>
                <a:moveTo>
                  <a:pt x="9027236" y="2756820"/>
                </a:moveTo>
                <a:cubicBezTo>
                  <a:pt x="9031379" y="2756447"/>
                  <a:pt x="9034437" y="2752802"/>
                  <a:pt x="9034081" y="2748660"/>
                </a:cubicBezTo>
                <a:cubicBezTo>
                  <a:pt x="9033708" y="2744518"/>
                  <a:pt x="9030063" y="2741460"/>
                  <a:pt x="9025921" y="2741815"/>
                </a:cubicBezTo>
                <a:lnTo>
                  <a:pt x="9019083" y="2749966"/>
                </a:lnTo>
                <a:lnTo>
                  <a:pt x="9026578" y="2756820"/>
                </a:lnTo>
                <a:cubicBezTo>
                  <a:pt x="9026792" y="2756820"/>
                  <a:pt x="9027023" y="2756820"/>
                  <a:pt x="9027236" y="2756820"/>
                </a:cubicBezTo>
                <a:close/>
                <a:moveTo>
                  <a:pt x="8723893" y="2875885"/>
                </a:moveTo>
                <a:cubicBezTo>
                  <a:pt x="8727396" y="2875885"/>
                  <a:pt x="8730310" y="2873130"/>
                  <a:pt x="8730453" y="2869591"/>
                </a:cubicBezTo>
                <a:cubicBezTo>
                  <a:pt x="8730613" y="2865964"/>
                  <a:pt x="8727804" y="2862888"/>
                  <a:pt x="8724178" y="2862729"/>
                </a:cubicBezTo>
                <a:cubicBezTo>
                  <a:pt x="8720551" y="2862569"/>
                  <a:pt x="8717475" y="2865395"/>
                  <a:pt x="8717315" y="2869022"/>
                </a:cubicBezTo>
                <a:cubicBezTo>
                  <a:pt x="8717155" y="2872650"/>
                  <a:pt x="8719963" y="2875708"/>
                  <a:pt x="8723591" y="2875885"/>
                </a:cubicBezTo>
                <a:lnTo>
                  <a:pt x="8723608" y="2875885"/>
                </a:lnTo>
                <a:close/>
                <a:moveTo>
                  <a:pt x="8082269" y="3116577"/>
                </a:moveTo>
                <a:cubicBezTo>
                  <a:pt x="8083852" y="3116577"/>
                  <a:pt x="8085309" y="3115563"/>
                  <a:pt x="8085825" y="3113981"/>
                </a:cubicBezTo>
                <a:cubicBezTo>
                  <a:pt x="8086447" y="3112025"/>
                  <a:pt x="8085363" y="3109909"/>
                  <a:pt x="8083407" y="3109287"/>
                </a:cubicBezTo>
                <a:cubicBezTo>
                  <a:pt x="8081434" y="3108664"/>
                  <a:pt x="8079336" y="3109749"/>
                  <a:pt x="8078713" y="3111705"/>
                </a:cubicBezTo>
                <a:cubicBezTo>
                  <a:pt x="8078092" y="3113678"/>
                  <a:pt x="8079158" y="3115776"/>
                  <a:pt x="8081132" y="3116398"/>
                </a:cubicBezTo>
                <a:cubicBezTo>
                  <a:pt x="8081505" y="3116523"/>
                  <a:pt x="8081896" y="3116577"/>
                  <a:pt x="8082269" y="3116577"/>
                </a:cubicBezTo>
                <a:close/>
                <a:moveTo>
                  <a:pt x="7733429" y="3254789"/>
                </a:moveTo>
                <a:cubicBezTo>
                  <a:pt x="7734194" y="3254789"/>
                  <a:pt x="7734923" y="3254292"/>
                  <a:pt x="7735172" y="3253527"/>
                </a:cubicBezTo>
                <a:cubicBezTo>
                  <a:pt x="7735492" y="3252567"/>
                  <a:pt x="7734976" y="3251518"/>
                  <a:pt x="7733998" y="3251198"/>
                </a:cubicBezTo>
                <a:cubicBezTo>
                  <a:pt x="7733039" y="3250878"/>
                  <a:pt x="7732007" y="3251411"/>
                  <a:pt x="7731687" y="3252372"/>
                </a:cubicBezTo>
                <a:cubicBezTo>
                  <a:pt x="7731368" y="3253331"/>
                  <a:pt x="7731882" y="3254380"/>
                  <a:pt x="7732842" y="3254682"/>
                </a:cubicBezTo>
                <a:cubicBezTo>
                  <a:pt x="7733039" y="3254754"/>
                  <a:pt x="7733234" y="3254789"/>
                  <a:pt x="7733429" y="3254789"/>
                </a:cubicBezTo>
                <a:close/>
                <a:moveTo>
                  <a:pt x="9119918" y="2746758"/>
                </a:moveTo>
                <a:cubicBezTo>
                  <a:pt x="9124042" y="2746224"/>
                  <a:pt x="9126958" y="2742437"/>
                  <a:pt x="9126425" y="2738330"/>
                </a:cubicBezTo>
                <a:cubicBezTo>
                  <a:pt x="9125891" y="2734206"/>
                  <a:pt x="9122123" y="2731290"/>
                  <a:pt x="9117997" y="2731823"/>
                </a:cubicBezTo>
                <a:cubicBezTo>
                  <a:pt x="9113873" y="2732357"/>
                  <a:pt x="9110957" y="2736126"/>
                  <a:pt x="9111490" y="2740250"/>
                </a:cubicBezTo>
                <a:cubicBezTo>
                  <a:pt x="9111988" y="2744038"/>
                  <a:pt x="9115224" y="2746811"/>
                  <a:pt x="9118940" y="2746811"/>
                </a:cubicBezTo>
                <a:cubicBezTo>
                  <a:pt x="9119276" y="2746811"/>
                  <a:pt x="9119597" y="2746793"/>
                  <a:pt x="9119918" y="2746758"/>
                </a:cubicBezTo>
                <a:close/>
                <a:moveTo>
                  <a:pt x="8510724" y="2973278"/>
                </a:moveTo>
                <a:cubicBezTo>
                  <a:pt x="8513462" y="2973278"/>
                  <a:pt x="8515879" y="2971269"/>
                  <a:pt x="8516288" y="2968479"/>
                </a:cubicBezTo>
                <a:cubicBezTo>
                  <a:pt x="8516733" y="2965403"/>
                  <a:pt x="8514617" y="2962540"/>
                  <a:pt x="8511541" y="2962078"/>
                </a:cubicBezTo>
                <a:cubicBezTo>
                  <a:pt x="8508465" y="2961615"/>
                  <a:pt x="8505604" y="2963730"/>
                  <a:pt x="8505141" y="2966806"/>
                </a:cubicBezTo>
                <a:cubicBezTo>
                  <a:pt x="8504696" y="2969883"/>
                  <a:pt x="8506812" y="2972745"/>
                  <a:pt x="8509888" y="2973207"/>
                </a:cubicBezTo>
                <a:cubicBezTo>
                  <a:pt x="8510172" y="2973260"/>
                  <a:pt x="8510439" y="2973278"/>
                  <a:pt x="8510724" y="2973278"/>
                </a:cubicBezTo>
                <a:close/>
                <a:moveTo>
                  <a:pt x="8296612" y="3052412"/>
                </a:moveTo>
                <a:cubicBezTo>
                  <a:pt x="8298710" y="3052430"/>
                  <a:pt x="8300612" y="3051007"/>
                  <a:pt x="8301146" y="3048874"/>
                </a:cubicBezTo>
                <a:cubicBezTo>
                  <a:pt x="8301785" y="3046367"/>
                  <a:pt x="8300257" y="3043825"/>
                  <a:pt x="8297750" y="3043202"/>
                </a:cubicBezTo>
                <a:cubicBezTo>
                  <a:pt x="8295243" y="3042562"/>
                  <a:pt x="8292701" y="3044091"/>
                  <a:pt x="8292078" y="3046598"/>
                </a:cubicBezTo>
                <a:cubicBezTo>
                  <a:pt x="8291438" y="3049105"/>
                  <a:pt x="8292967" y="3051648"/>
                  <a:pt x="8295473" y="3052287"/>
                </a:cubicBezTo>
                <a:cubicBezTo>
                  <a:pt x="8295847" y="3052376"/>
                  <a:pt x="8296238" y="3052412"/>
                  <a:pt x="8296612" y="3052412"/>
                </a:cubicBezTo>
                <a:close/>
                <a:moveTo>
                  <a:pt x="8816343" y="2877485"/>
                </a:moveTo>
                <a:cubicBezTo>
                  <a:pt x="8819988" y="2877450"/>
                  <a:pt x="8822904" y="2874480"/>
                  <a:pt x="8822868" y="2870854"/>
                </a:cubicBezTo>
                <a:cubicBezTo>
                  <a:pt x="8822832" y="2867226"/>
                  <a:pt x="8819863" y="2864293"/>
                  <a:pt x="8816236" y="2864329"/>
                </a:cubicBezTo>
                <a:cubicBezTo>
                  <a:pt x="8812610" y="2864364"/>
                  <a:pt x="8809676" y="2867333"/>
                  <a:pt x="8809712" y="2870960"/>
                </a:cubicBezTo>
                <a:cubicBezTo>
                  <a:pt x="8809746" y="2874605"/>
                  <a:pt x="8812716" y="2877520"/>
                  <a:pt x="8816343" y="2877485"/>
                </a:cubicBezTo>
                <a:close/>
                <a:moveTo>
                  <a:pt x="9212101" y="2733103"/>
                </a:moveTo>
                <a:cubicBezTo>
                  <a:pt x="9216190" y="2732410"/>
                  <a:pt x="9218963" y="2728534"/>
                  <a:pt x="9218288" y="2724445"/>
                </a:cubicBezTo>
                <a:cubicBezTo>
                  <a:pt x="9217595" y="2720338"/>
                  <a:pt x="9213720" y="2717565"/>
                  <a:pt x="9209630" y="2718258"/>
                </a:cubicBezTo>
                <a:cubicBezTo>
                  <a:pt x="9205523" y="2718933"/>
                  <a:pt x="9202749" y="2722809"/>
                  <a:pt x="9203425" y="2726917"/>
                </a:cubicBezTo>
                <a:cubicBezTo>
                  <a:pt x="9204047" y="2730597"/>
                  <a:pt x="9207230" y="2733210"/>
                  <a:pt x="9210856" y="2733210"/>
                </a:cubicBezTo>
                <a:cubicBezTo>
                  <a:pt x="9211265" y="2733210"/>
                  <a:pt x="9211674" y="2733174"/>
                  <a:pt x="9212101" y="2733103"/>
                </a:cubicBezTo>
                <a:close/>
                <a:moveTo>
                  <a:pt x="7952235" y="3201293"/>
                </a:moveTo>
                <a:cubicBezTo>
                  <a:pt x="7953390" y="3201293"/>
                  <a:pt x="7954475" y="3200563"/>
                  <a:pt x="7954883" y="3199408"/>
                </a:cubicBezTo>
                <a:cubicBezTo>
                  <a:pt x="7955363" y="3197949"/>
                  <a:pt x="7954581" y="3196367"/>
                  <a:pt x="7953124" y="3195869"/>
                </a:cubicBezTo>
                <a:cubicBezTo>
                  <a:pt x="7951665" y="3195372"/>
                  <a:pt x="7950084" y="3196154"/>
                  <a:pt x="7949603" y="3197612"/>
                </a:cubicBezTo>
                <a:cubicBezTo>
                  <a:pt x="7949105" y="3199070"/>
                  <a:pt x="7949887" y="3200652"/>
                  <a:pt x="7951346" y="3201150"/>
                </a:cubicBezTo>
                <a:cubicBezTo>
                  <a:pt x="7951629" y="3201239"/>
                  <a:pt x="7951932" y="3201292"/>
                  <a:pt x="7952235" y="3201293"/>
                </a:cubicBezTo>
                <a:close/>
                <a:moveTo>
                  <a:pt x="7594967" y="3337763"/>
                </a:moveTo>
                <a:cubicBezTo>
                  <a:pt x="7595359" y="3337763"/>
                  <a:pt x="7595713" y="3337514"/>
                  <a:pt x="7595820" y="3337140"/>
                </a:cubicBezTo>
                <a:cubicBezTo>
                  <a:pt x="7595963" y="3336661"/>
                  <a:pt x="7595696" y="3336163"/>
                  <a:pt x="7595233" y="3336021"/>
                </a:cubicBezTo>
                <a:cubicBezTo>
                  <a:pt x="7594754" y="3335878"/>
                  <a:pt x="7594257" y="3336146"/>
                  <a:pt x="7594114" y="3336625"/>
                </a:cubicBezTo>
                <a:cubicBezTo>
                  <a:pt x="7593971" y="3337087"/>
                  <a:pt x="7594238" y="3337585"/>
                  <a:pt x="7594718" y="3337728"/>
                </a:cubicBezTo>
                <a:cubicBezTo>
                  <a:pt x="7594807" y="3337763"/>
                  <a:pt x="7594967" y="3337763"/>
                  <a:pt x="7594967" y="3337763"/>
                </a:cubicBezTo>
                <a:close/>
                <a:moveTo>
                  <a:pt x="9302936" y="2716340"/>
                </a:moveTo>
                <a:lnTo>
                  <a:pt x="9298650" y="2704656"/>
                </a:lnTo>
                <a:lnTo>
                  <a:pt x="9294845" y="2710364"/>
                </a:lnTo>
                <a:cubicBezTo>
                  <a:pt x="9295555" y="2713938"/>
                  <a:pt x="9298702" y="2716409"/>
                  <a:pt x="9302223" y="2716409"/>
                </a:cubicBezTo>
                <a:close/>
                <a:moveTo>
                  <a:pt x="8902056" y="2868205"/>
                </a:moveTo>
                <a:lnTo>
                  <a:pt x="8902064" y="2868195"/>
                </a:lnTo>
                <a:lnTo>
                  <a:pt x="8902056" y="2868187"/>
                </a:lnTo>
                <a:close/>
                <a:moveTo>
                  <a:pt x="8601929" y="2984088"/>
                </a:moveTo>
                <a:cubicBezTo>
                  <a:pt x="8604809" y="2984088"/>
                  <a:pt x="8607263" y="2981883"/>
                  <a:pt x="8607529" y="2978968"/>
                </a:cubicBezTo>
                <a:cubicBezTo>
                  <a:pt x="8607797" y="2975874"/>
                  <a:pt x="8605521" y="2973135"/>
                  <a:pt x="8602428" y="2972852"/>
                </a:cubicBezTo>
                <a:cubicBezTo>
                  <a:pt x="8599316" y="2972585"/>
                  <a:pt x="8596595" y="2974879"/>
                  <a:pt x="8596312" y="2977972"/>
                </a:cubicBezTo>
                <a:cubicBezTo>
                  <a:pt x="8596027" y="2981065"/>
                  <a:pt x="8598320" y="2983804"/>
                  <a:pt x="8601413" y="2984070"/>
                </a:cubicBezTo>
                <a:lnTo>
                  <a:pt x="8601413" y="2984088"/>
                </a:lnTo>
                <a:cubicBezTo>
                  <a:pt x="8601592" y="2984088"/>
                  <a:pt x="8601751" y="2984088"/>
                  <a:pt x="8601929" y="2984088"/>
                </a:cubicBezTo>
                <a:close/>
                <a:moveTo>
                  <a:pt x="8168977" y="3143138"/>
                </a:moveTo>
                <a:cubicBezTo>
                  <a:pt x="8170595" y="3143138"/>
                  <a:pt x="8172088" y="3142090"/>
                  <a:pt x="8172551" y="3140453"/>
                </a:cubicBezTo>
                <a:cubicBezTo>
                  <a:pt x="8173138" y="3138480"/>
                  <a:pt x="8171999" y="3136399"/>
                  <a:pt x="8170026" y="3135831"/>
                </a:cubicBezTo>
                <a:cubicBezTo>
                  <a:pt x="8168034" y="3135244"/>
                  <a:pt x="8165972" y="3136381"/>
                  <a:pt x="8165386" y="3138373"/>
                </a:cubicBezTo>
                <a:cubicBezTo>
                  <a:pt x="8164817" y="3140347"/>
                  <a:pt x="8165954" y="3142427"/>
                  <a:pt x="8167928" y="3142996"/>
                </a:cubicBezTo>
                <a:cubicBezTo>
                  <a:pt x="8168284" y="3143103"/>
                  <a:pt x="8168639" y="3143138"/>
                  <a:pt x="8168977" y="3143138"/>
                </a:cubicBezTo>
                <a:close/>
                <a:moveTo>
                  <a:pt x="8908989" y="2874391"/>
                </a:moveTo>
                <a:cubicBezTo>
                  <a:pt x="8912616" y="2874178"/>
                  <a:pt x="8915390" y="2871085"/>
                  <a:pt x="8915194" y="2867458"/>
                </a:cubicBezTo>
                <a:cubicBezTo>
                  <a:pt x="8914981" y="2863831"/>
                  <a:pt x="8911869" y="2861057"/>
                  <a:pt x="8908242" y="2861271"/>
                </a:cubicBezTo>
                <a:lnTo>
                  <a:pt x="8902064" y="2868195"/>
                </a:lnTo>
                <a:lnTo>
                  <a:pt x="8908615" y="2874391"/>
                </a:lnTo>
                <a:cubicBezTo>
                  <a:pt x="8908740" y="2874392"/>
                  <a:pt x="8908865" y="2874391"/>
                  <a:pt x="8908989" y="2874391"/>
                </a:cubicBezTo>
                <a:close/>
                <a:moveTo>
                  <a:pt x="8385595" y="3072644"/>
                </a:moveTo>
                <a:cubicBezTo>
                  <a:pt x="8387782" y="3072644"/>
                  <a:pt x="8389720" y="3071116"/>
                  <a:pt x="8390182" y="3068892"/>
                </a:cubicBezTo>
                <a:cubicBezTo>
                  <a:pt x="8390680" y="3066351"/>
                  <a:pt x="8389044" y="3063879"/>
                  <a:pt x="8386501" y="3063364"/>
                </a:cubicBezTo>
                <a:cubicBezTo>
                  <a:pt x="8383977" y="3062866"/>
                  <a:pt x="8381506" y="3064502"/>
                  <a:pt x="8380990" y="3067044"/>
                </a:cubicBezTo>
                <a:cubicBezTo>
                  <a:pt x="8380492" y="3069568"/>
                  <a:pt x="8382128" y="3072040"/>
                  <a:pt x="8384653" y="3072555"/>
                </a:cubicBezTo>
                <a:cubicBezTo>
                  <a:pt x="8384973" y="3072608"/>
                  <a:pt x="8385292" y="3072644"/>
                  <a:pt x="8385595" y="3072644"/>
                </a:cubicBezTo>
                <a:close/>
                <a:moveTo>
                  <a:pt x="7818181" y="3283502"/>
                </a:moveTo>
                <a:cubicBezTo>
                  <a:pt x="7818946" y="3283502"/>
                  <a:pt x="7819657" y="3283022"/>
                  <a:pt x="7819924" y="3282258"/>
                </a:cubicBezTo>
                <a:cubicBezTo>
                  <a:pt x="7820244" y="3281297"/>
                  <a:pt x="7819728" y="3280249"/>
                  <a:pt x="7818786" y="3279929"/>
                </a:cubicBezTo>
                <a:cubicBezTo>
                  <a:pt x="7817826" y="3279592"/>
                  <a:pt x="7816777" y="3280106"/>
                  <a:pt x="7816439" y="3281066"/>
                </a:cubicBezTo>
                <a:cubicBezTo>
                  <a:pt x="7816119" y="3282026"/>
                  <a:pt x="7816635" y="3283058"/>
                  <a:pt x="7817595" y="3283396"/>
                </a:cubicBezTo>
                <a:cubicBezTo>
                  <a:pt x="7817791" y="3283466"/>
                  <a:pt x="7817986" y="3283502"/>
                  <a:pt x="7818181" y="3283502"/>
                </a:cubicBezTo>
                <a:close/>
                <a:moveTo>
                  <a:pt x="9001333" y="2866978"/>
                </a:moveTo>
                <a:cubicBezTo>
                  <a:pt x="9004942" y="2866604"/>
                  <a:pt x="9007573" y="2863386"/>
                  <a:pt x="9007200" y="2859759"/>
                </a:cubicBezTo>
                <a:cubicBezTo>
                  <a:pt x="9006827" y="2856150"/>
                  <a:pt x="9003608" y="2853519"/>
                  <a:pt x="8999982" y="2853892"/>
                </a:cubicBezTo>
                <a:cubicBezTo>
                  <a:pt x="8996373" y="2854266"/>
                  <a:pt x="8993740" y="2857484"/>
                  <a:pt x="8994114" y="2861111"/>
                </a:cubicBezTo>
                <a:cubicBezTo>
                  <a:pt x="8994470" y="2864489"/>
                  <a:pt x="8997315" y="2867014"/>
                  <a:pt x="9000639" y="2867014"/>
                </a:cubicBezTo>
                <a:cubicBezTo>
                  <a:pt x="9000871" y="2867013"/>
                  <a:pt x="9001101" y="2866978"/>
                  <a:pt x="9001333" y="2866978"/>
                </a:cubicBezTo>
                <a:close/>
                <a:moveTo>
                  <a:pt x="8037769" y="3229632"/>
                </a:moveTo>
                <a:cubicBezTo>
                  <a:pt x="8038960" y="3229632"/>
                  <a:pt x="8040044" y="3228867"/>
                  <a:pt x="8040418" y="3227694"/>
                </a:cubicBezTo>
                <a:cubicBezTo>
                  <a:pt x="8040897" y="3226236"/>
                  <a:pt x="8040097" y="3224653"/>
                  <a:pt x="8038622" y="3224192"/>
                </a:cubicBezTo>
                <a:cubicBezTo>
                  <a:pt x="8037146" y="3223711"/>
                  <a:pt x="8035582" y="3224512"/>
                  <a:pt x="8035102" y="3225987"/>
                </a:cubicBezTo>
                <a:cubicBezTo>
                  <a:pt x="8034639" y="3227445"/>
                  <a:pt x="8035439" y="3229010"/>
                  <a:pt x="8036915" y="3229489"/>
                </a:cubicBezTo>
                <a:lnTo>
                  <a:pt x="8036933" y="3229489"/>
                </a:lnTo>
                <a:cubicBezTo>
                  <a:pt x="8037200" y="3229579"/>
                  <a:pt x="8037502" y="3229632"/>
                  <a:pt x="8037769" y="3229632"/>
                </a:cubicBezTo>
                <a:close/>
                <a:moveTo>
                  <a:pt x="8693598" y="2989617"/>
                </a:moveTo>
                <a:cubicBezTo>
                  <a:pt x="8696638" y="2989617"/>
                  <a:pt x="8699126" y="2987217"/>
                  <a:pt x="8699234" y="2984177"/>
                </a:cubicBezTo>
                <a:cubicBezTo>
                  <a:pt x="8699322" y="2981065"/>
                  <a:pt x="8696887" y="2978452"/>
                  <a:pt x="8693792" y="2978364"/>
                </a:cubicBezTo>
                <a:cubicBezTo>
                  <a:pt x="8690682" y="2978257"/>
                  <a:pt x="8688069" y="2980692"/>
                  <a:pt x="8687979" y="2983804"/>
                </a:cubicBezTo>
                <a:cubicBezTo>
                  <a:pt x="8687873" y="2986915"/>
                  <a:pt x="8690308" y="2989510"/>
                  <a:pt x="8693419" y="2989617"/>
                </a:cubicBezTo>
                <a:close/>
                <a:moveTo>
                  <a:pt x="7679702" y="3364592"/>
                </a:moveTo>
                <a:cubicBezTo>
                  <a:pt x="7680075" y="3364592"/>
                  <a:pt x="7680430" y="3364360"/>
                  <a:pt x="7680555" y="3363987"/>
                </a:cubicBezTo>
                <a:cubicBezTo>
                  <a:pt x="7680697" y="3363526"/>
                  <a:pt x="7680448" y="3363027"/>
                  <a:pt x="7679985" y="3362867"/>
                </a:cubicBezTo>
                <a:cubicBezTo>
                  <a:pt x="7679523" y="3362707"/>
                  <a:pt x="7679025" y="3362956"/>
                  <a:pt x="7678866" y="3363436"/>
                </a:cubicBezTo>
                <a:cubicBezTo>
                  <a:pt x="7678706" y="3363898"/>
                  <a:pt x="7678955" y="3364396"/>
                  <a:pt x="7679435" y="3364557"/>
                </a:cubicBezTo>
                <a:cubicBezTo>
                  <a:pt x="7679523" y="3364592"/>
                  <a:pt x="7679702" y="3364592"/>
                  <a:pt x="7679702" y="3364592"/>
                </a:cubicBezTo>
                <a:close/>
                <a:moveTo>
                  <a:pt x="9093214" y="2855652"/>
                </a:moveTo>
                <a:cubicBezTo>
                  <a:pt x="9096806" y="2855137"/>
                  <a:pt x="9099313" y="2851794"/>
                  <a:pt x="9098797" y="2848203"/>
                </a:cubicBezTo>
                <a:cubicBezTo>
                  <a:pt x="9098281" y="2844612"/>
                  <a:pt x="9094939" y="2842105"/>
                  <a:pt x="9091347" y="2842621"/>
                </a:cubicBezTo>
                <a:cubicBezTo>
                  <a:pt x="9087757" y="2843136"/>
                  <a:pt x="9085249" y="2846479"/>
                  <a:pt x="9085765" y="2850070"/>
                </a:cubicBezTo>
                <a:cubicBezTo>
                  <a:pt x="9086245" y="2853358"/>
                  <a:pt x="9089054" y="2855724"/>
                  <a:pt x="9092272" y="2855724"/>
                </a:cubicBezTo>
                <a:cubicBezTo>
                  <a:pt x="9092591" y="2855724"/>
                  <a:pt x="9092894" y="2855688"/>
                  <a:pt x="9093214" y="2855652"/>
                </a:cubicBezTo>
                <a:close/>
                <a:moveTo>
                  <a:pt x="8256467" y="3166926"/>
                </a:moveTo>
                <a:cubicBezTo>
                  <a:pt x="8258138" y="3166926"/>
                  <a:pt x="8259667" y="3165806"/>
                  <a:pt x="8260094" y="3164099"/>
                </a:cubicBezTo>
                <a:cubicBezTo>
                  <a:pt x="8260592" y="3162108"/>
                  <a:pt x="8259383" y="3160082"/>
                  <a:pt x="8257374" y="3159584"/>
                </a:cubicBezTo>
                <a:cubicBezTo>
                  <a:pt x="8255382" y="3159068"/>
                  <a:pt x="8253355" y="3160295"/>
                  <a:pt x="8252858" y="3162286"/>
                </a:cubicBezTo>
                <a:cubicBezTo>
                  <a:pt x="8252360" y="3164295"/>
                  <a:pt x="8253569" y="3166304"/>
                  <a:pt x="8255560" y="3166820"/>
                </a:cubicBezTo>
                <a:cubicBezTo>
                  <a:pt x="8255862" y="3166891"/>
                  <a:pt x="8256165" y="3166927"/>
                  <a:pt x="8256467" y="3166926"/>
                </a:cubicBezTo>
                <a:close/>
                <a:moveTo>
                  <a:pt x="8475503" y="3088165"/>
                </a:moveTo>
                <a:cubicBezTo>
                  <a:pt x="8477797" y="3088165"/>
                  <a:pt x="8479805" y="3086476"/>
                  <a:pt x="8480143" y="3084130"/>
                </a:cubicBezTo>
                <a:cubicBezTo>
                  <a:pt x="8480499" y="3081569"/>
                  <a:pt x="8478721" y="3079205"/>
                  <a:pt x="8476161" y="3078832"/>
                </a:cubicBezTo>
                <a:cubicBezTo>
                  <a:pt x="8473601" y="3078476"/>
                  <a:pt x="8471236" y="3080254"/>
                  <a:pt x="8470863" y="3082813"/>
                </a:cubicBezTo>
                <a:cubicBezTo>
                  <a:pt x="8470507" y="3085375"/>
                  <a:pt x="8472285" y="3087739"/>
                  <a:pt x="8474845" y="3088112"/>
                </a:cubicBezTo>
                <a:cubicBezTo>
                  <a:pt x="8475058" y="3088165"/>
                  <a:pt x="8475290" y="3088165"/>
                  <a:pt x="8475503" y="3088165"/>
                </a:cubicBezTo>
                <a:close/>
                <a:moveTo>
                  <a:pt x="9184561" y="2840807"/>
                </a:moveTo>
                <a:cubicBezTo>
                  <a:pt x="9188136" y="2840167"/>
                  <a:pt x="9190500" y="2836736"/>
                  <a:pt x="9189860" y="2833163"/>
                </a:cubicBezTo>
                <a:cubicBezTo>
                  <a:pt x="9189220" y="2829589"/>
                  <a:pt x="9185789" y="2827224"/>
                  <a:pt x="9182216" y="2827864"/>
                </a:cubicBezTo>
                <a:cubicBezTo>
                  <a:pt x="9178641" y="2828504"/>
                  <a:pt x="9176278" y="2831918"/>
                  <a:pt x="9176917" y="2835509"/>
                </a:cubicBezTo>
                <a:cubicBezTo>
                  <a:pt x="9177486" y="2838692"/>
                  <a:pt x="9180259" y="2840913"/>
                  <a:pt x="9183371" y="2840913"/>
                </a:cubicBezTo>
                <a:cubicBezTo>
                  <a:pt x="9183762" y="2840914"/>
                  <a:pt x="9184171" y="2840879"/>
                  <a:pt x="9184561" y="2840807"/>
                </a:cubicBezTo>
                <a:close/>
                <a:moveTo>
                  <a:pt x="7902845" y="3312518"/>
                </a:moveTo>
                <a:cubicBezTo>
                  <a:pt x="7903609" y="3312518"/>
                  <a:pt x="7904320" y="3312038"/>
                  <a:pt x="7904587" y="3311273"/>
                </a:cubicBezTo>
                <a:cubicBezTo>
                  <a:pt x="7904907" y="3310313"/>
                  <a:pt x="7904391" y="3309264"/>
                  <a:pt x="7903431" y="3308944"/>
                </a:cubicBezTo>
                <a:cubicBezTo>
                  <a:pt x="7902471" y="3308606"/>
                  <a:pt x="7901440" y="3309122"/>
                  <a:pt x="7901102" y="3310082"/>
                </a:cubicBezTo>
                <a:cubicBezTo>
                  <a:pt x="7900782" y="3311041"/>
                  <a:pt x="7901297" y="3312091"/>
                  <a:pt x="7902258" y="3312411"/>
                </a:cubicBezTo>
                <a:cubicBezTo>
                  <a:pt x="7902454" y="3312482"/>
                  <a:pt x="7902649" y="3312518"/>
                  <a:pt x="7902845" y="3312518"/>
                </a:cubicBezTo>
                <a:close/>
                <a:moveTo>
                  <a:pt x="8785551" y="2990115"/>
                </a:moveTo>
                <a:cubicBezTo>
                  <a:pt x="8788661" y="2990061"/>
                  <a:pt x="8791132" y="2987484"/>
                  <a:pt x="8791061" y="2984372"/>
                </a:cubicBezTo>
                <a:cubicBezTo>
                  <a:pt x="8790991" y="2981260"/>
                  <a:pt x="8788430" y="2978790"/>
                  <a:pt x="8785318" y="2978861"/>
                </a:cubicBezTo>
                <a:cubicBezTo>
                  <a:pt x="8782208" y="2978932"/>
                  <a:pt x="8779736" y="2981492"/>
                  <a:pt x="8779808" y="2984603"/>
                </a:cubicBezTo>
                <a:cubicBezTo>
                  <a:pt x="8779861" y="2987680"/>
                  <a:pt x="8782368" y="2990115"/>
                  <a:pt x="8785425" y="2990115"/>
                </a:cubicBezTo>
                <a:close/>
                <a:moveTo>
                  <a:pt x="9275324" y="2822886"/>
                </a:moveTo>
                <a:cubicBezTo>
                  <a:pt x="9278880" y="2822121"/>
                  <a:pt x="9281138" y="2818619"/>
                  <a:pt x="9280372" y="2815063"/>
                </a:cubicBezTo>
                <a:cubicBezTo>
                  <a:pt x="9279626" y="2811526"/>
                  <a:pt x="9276123" y="2809250"/>
                  <a:pt x="9272568" y="2810014"/>
                </a:cubicBezTo>
                <a:cubicBezTo>
                  <a:pt x="9269012" y="2810779"/>
                  <a:pt x="9266754" y="2814281"/>
                  <a:pt x="9267518" y="2817819"/>
                </a:cubicBezTo>
                <a:cubicBezTo>
                  <a:pt x="9268177" y="2820912"/>
                  <a:pt x="9270896" y="2823028"/>
                  <a:pt x="9273936" y="2823028"/>
                </a:cubicBezTo>
                <a:cubicBezTo>
                  <a:pt x="9274399" y="2823028"/>
                  <a:pt x="9274861" y="2822975"/>
                  <a:pt x="9275324" y="2822886"/>
                </a:cubicBezTo>
                <a:close/>
                <a:moveTo>
                  <a:pt x="8123854" y="3256194"/>
                </a:moveTo>
                <a:cubicBezTo>
                  <a:pt x="8125045" y="3256194"/>
                  <a:pt x="8126165" y="3255411"/>
                  <a:pt x="8126520" y="3254202"/>
                </a:cubicBezTo>
                <a:cubicBezTo>
                  <a:pt x="8126948" y="3252709"/>
                  <a:pt x="8126112" y="3251181"/>
                  <a:pt x="8124635" y="3250736"/>
                </a:cubicBezTo>
                <a:cubicBezTo>
                  <a:pt x="8123143" y="3250308"/>
                  <a:pt x="8121596" y="3251145"/>
                  <a:pt x="8121170" y="3252621"/>
                </a:cubicBezTo>
                <a:cubicBezTo>
                  <a:pt x="8120742" y="3254096"/>
                  <a:pt x="8121579" y="3255642"/>
                  <a:pt x="8123053" y="3256087"/>
                </a:cubicBezTo>
                <a:cubicBezTo>
                  <a:pt x="8123321" y="3256158"/>
                  <a:pt x="8123587" y="3256194"/>
                  <a:pt x="8123854" y="3256194"/>
                </a:cubicBezTo>
                <a:close/>
                <a:moveTo>
                  <a:pt x="8566193" y="3098246"/>
                </a:moveTo>
                <a:cubicBezTo>
                  <a:pt x="8568612" y="3098246"/>
                  <a:pt x="8570656" y="3096397"/>
                  <a:pt x="8570869" y="3093943"/>
                </a:cubicBezTo>
                <a:cubicBezTo>
                  <a:pt x="8571065" y="3091365"/>
                  <a:pt x="8569144" y="3089108"/>
                  <a:pt x="8566567" y="3088894"/>
                </a:cubicBezTo>
                <a:cubicBezTo>
                  <a:pt x="8563988" y="3088681"/>
                  <a:pt x="8561731" y="3090601"/>
                  <a:pt x="8561535" y="3093179"/>
                </a:cubicBezTo>
                <a:cubicBezTo>
                  <a:pt x="8561322" y="3095757"/>
                  <a:pt x="8563242" y="3098015"/>
                  <a:pt x="8565819" y="3098229"/>
                </a:cubicBezTo>
                <a:cubicBezTo>
                  <a:pt x="8565945" y="3098246"/>
                  <a:pt x="8566069" y="3098246"/>
                  <a:pt x="8566193" y="3098246"/>
                </a:cubicBezTo>
                <a:close/>
                <a:moveTo>
                  <a:pt x="7763955" y="3392967"/>
                </a:moveTo>
                <a:cubicBezTo>
                  <a:pt x="7764329" y="3392967"/>
                  <a:pt x="7764667" y="3392717"/>
                  <a:pt x="7764791" y="3392362"/>
                </a:cubicBezTo>
                <a:cubicBezTo>
                  <a:pt x="7764951" y="3391900"/>
                  <a:pt x="7764703" y="3391384"/>
                  <a:pt x="7764240" y="3391224"/>
                </a:cubicBezTo>
                <a:cubicBezTo>
                  <a:pt x="7763778" y="3391064"/>
                  <a:pt x="7763280" y="3391314"/>
                  <a:pt x="7763120" y="3391776"/>
                </a:cubicBezTo>
                <a:cubicBezTo>
                  <a:pt x="7762960" y="3392237"/>
                  <a:pt x="7763192" y="3392753"/>
                  <a:pt x="7763671" y="3392914"/>
                </a:cubicBezTo>
                <a:cubicBezTo>
                  <a:pt x="7763760" y="3392967"/>
                  <a:pt x="7763867" y="3392967"/>
                  <a:pt x="7763955" y="3392967"/>
                </a:cubicBezTo>
                <a:close/>
                <a:moveTo>
                  <a:pt x="8877502" y="2985936"/>
                </a:moveTo>
                <a:cubicBezTo>
                  <a:pt x="8880614" y="2985724"/>
                  <a:pt x="8882943" y="2983022"/>
                  <a:pt x="8882730" y="2979928"/>
                </a:cubicBezTo>
                <a:cubicBezTo>
                  <a:pt x="8882516" y="2976816"/>
                  <a:pt x="8879814" y="2974487"/>
                  <a:pt x="8876720" y="2974701"/>
                </a:cubicBezTo>
                <a:cubicBezTo>
                  <a:pt x="8873609" y="2974913"/>
                  <a:pt x="8871279" y="2977598"/>
                  <a:pt x="8871493" y="2980710"/>
                </a:cubicBezTo>
                <a:cubicBezTo>
                  <a:pt x="8871707" y="2983679"/>
                  <a:pt x="8874178" y="2985955"/>
                  <a:pt x="8877112" y="2985955"/>
                </a:cubicBezTo>
                <a:cubicBezTo>
                  <a:pt x="8877235" y="2985955"/>
                  <a:pt x="8877360" y="2985937"/>
                  <a:pt x="8877502" y="2985936"/>
                </a:cubicBezTo>
                <a:close/>
                <a:moveTo>
                  <a:pt x="8344899" y="3186927"/>
                </a:moveTo>
                <a:cubicBezTo>
                  <a:pt x="8346642" y="3186927"/>
                  <a:pt x="8348188" y="3185701"/>
                  <a:pt x="8348562" y="3183941"/>
                </a:cubicBezTo>
                <a:cubicBezTo>
                  <a:pt x="8348953" y="3181914"/>
                  <a:pt x="8347655" y="3179940"/>
                  <a:pt x="8345628" y="3179531"/>
                </a:cubicBezTo>
                <a:cubicBezTo>
                  <a:pt x="8343601" y="3179140"/>
                  <a:pt x="8341646" y="3180438"/>
                  <a:pt x="8341237" y="3182464"/>
                </a:cubicBezTo>
                <a:cubicBezTo>
                  <a:pt x="8340828" y="3184492"/>
                  <a:pt x="8342144" y="3186447"/>
                  <a:pt x="8344153" y="3186856"/>
                </a:cubicBezTo>
                <a:cubicBezTo>
                  <a:pt x="8344401" y="3186910"/>
                  <a:pt x="8344651" y="3186927"/>
                  <a:pt x="8344899" y="3186927"/>
                </a:cubicBezTo>
                <a:close/>
                <a:moveTo>
                  <a:pt x="8969100" y="2977456"/>
                </a:moveTo>
                <a:cubicBezTo>
                  <a:pt x="8972193" y="2977100"/>
                  <a:pt x="8974415" y="2974310"/>
                  <a:pt x="8974059" y="2971234"/>
                </a:cubicBezTo>
                <a:cubicBezTo>
                  <a:pt x="8973705" y="2968140"/>
                  <a:pt x="8970913" y="2965918"/>
                  <a:pt x="8967820" y="2966273"/>
                </a:cubicBezTo>
                <a:cubicBezTo>
                  <a:pt x="8964726" y="2966628"/>
                  <a:pt x="8962522" y="2969420"/>
                  <a:pt x="8962876" y="2972496"/>
                </a:cubicBezTo>
                <a:cubicBezTo>
                  <a:pt x="8963197" y="2975376"/>
                  <a:pt x="8965633" y="2977492"/>
                  <a:pt x="8968459" y="2977492"/>
                </a:cubicBezTo>
                <a:cubicBezTo>
                  <a:pt x="8968673" y="2977491"/>
                  <a:pt x="8968885" y="2977492"/>
                  <a:pt x="8969100" y="2977456"/>
                </a:cubicBezTo>
                <a:close/>
                <a:moveTo>
                  <a:pt x="7987739" y="3340874"/>
                </a:moveTo>
                <a:cubicBezTo>
                  <a:pt x="7988503" y="3340875"/>
                  <a:pt x="7989232" y="3340377"/>
                  <a:pt x="7989481" y="3339612"/>
                </a:cubicBezTo>
                <a:cubicBezTo>
                  <a:pt x="7989801" y="3338635"/>
                  <a:pt x="7989268" y="3337603"/>
                  <a:pt x="7988309" y="3337283"/>
                </a:cubicBezTo>
                <a:cubicBezTo>
                  <a:pt x="7987348" y="3336981"/>
                  <a:pt x="7986299" y="3337496"/>
                  <a:pt x="7985996" y="3338475"/>
                </a:cubicBezTo>
                <a:cubicBezTo>
                  <a:pt x="7985676" y="3339434"/>
                  <a:pt x="7986210" y="3340465"/>
                  <a:pt x="7987170" y="3340786"/>
                </a:cubicBezTo>
                <a:cubicBezTo>
                  <a:pt x="7987348" y="3340839"/>
                  <a:pt x="7987544" y="3340875"/>
                  <a:pt x="7987739" y="3340874"/>
                </a:cubicBezTo>
                <a:close/>
                <a:moveTo>
                  <a:pt x="8657309" y="3102993"/>
                </a:moveTo>
                <a:cubicBezTo>
                  <a:pt x="8659852" y="3102993"/>
                  <a:pt x="8661933" y="3100984"/>
                  <a:pt x="8662003" y="3098424"/>
                </a:cubicBezTo>
                <a:cubicBezTo>
                  <a:pt x="8662075" y="3095846"/>
                  <a:pt x="8660012" y="3093695"/>
                  <a:pt x="8657435" y="3093641"/>
                </a:cubicBezTo>
                <a:cubicBezTo>
                  <a:pt x="8654856" y="3093570"/>
                  <a:pt x="8652704" y="3095632"/>
                  <a:pt x="8652652" y="3098210"/>
                </a:cubicBezTo>
                <a:cubicBezTo>
                  <a:pt x="8652581" y="3100788"/>
                  <a:pt x="8654625" y="3102939"/>
                  <a:pt x="8657203" y="3102993"/>
                </a:cubicBezTo>
                <a:close/>
                <a:moveTo>
                  <a:pt x="9060216" y="2965118"/>
                </a:moveTo>
                <a:cubicBezTo>
                  <a:pt x="9063292" y="2964637"/>
                  <a:pt x="9065390" y="2961758"/>
                  <a:pt x="9064910" y="2958682"/>
                </a:cubicBezTo>
                <a:cubicBezTo>
                  <a:pt x="9064430" y="2955607"/>
                  <a:pt x="9061550" y="2953508"/>
                  <a:pt x="9058492" y="2953988"/>
                </a:cubicBezTo>
                <a:cubicBezTo>
                  <a:pt x="9055417" y="2954468"/>
                  <a:pt x="9053300" y="2957349"/>
                  <a:pt x="9053780" y="2960424"/>
                </a:cubicBezTo>
                <a:cubicBezTo>
                  <a:pt x="9054225" y="2963198"/>
                  <a:pt x="9056625" y="2965189"/>
                  <a:pt x="9059346" y="2965189"/>
                </a:cubicBezTo>
                <a:cubicBezTo>
                  <a:pt x="9059629" y="2965189"/>
                  <a:pt x="9059914" y="2965153"/>
                  <a:pt x="9060216" y="2965118"/>
                </a:cubicBezTo>
                <a:close/>
                <a:moveTo>
                  <a:pt x="8210721" y="3280017"/>
                </a:moveTo>
                <a:cubicBezTo>
                  <a:pt x="8211966" y="3280017"/>
                  <a:pt x="8213105" y="3279181"/>
                  <a:pt x="8213424" y="3277920"/>
                </a:cubicBezTo>
                <a:cubicBezTo>
                  <a:pt x="8213797" y="3276426"/>
                  <a:pt x="8212891" y="3274914"/>
                  <a:pt x="8211398" y="3274541"/>
                </a:cubicBezTo>
                <a:cubicBezTo>
                  <a:pt x="8209903" y="3274168"/>
                  <a:pt x="8208391" y="3275057"/>
                  <a:pt x="8208019" y="3276551"/>
                </a:cubicBezTo>
                <a:cubicBezTo>
                  <a:pt x="8207646" y="3278044"/>
                  <a:pt x="8208552" y="3279556"/>
                  <a:pt x="8210029" y="3279947"/>
                </a:cubicBezTo>
                <a:cubicBezTo>
                  <a:pt x="8210259" y="3280017"/>
                  <a:pt x="8210491" y="3280017"/>
                  <a:pt x="8210721" y="3280017"/>
                </a:cubicBezTo>
                <a:close/>
                <a:moveTo>
                  <a:pt x="8434256" y="3202146"/>
                </a:moveTo>
                <a:cubicBezTo>
                  <a:pt x="8436105" y="3202146"/>
                  <a:pt x="8437705" y="3200777"/>
                  <a:pt x="8437954" y="3198910"/>
                </a:cubicBezTo>
                <a:cubicBezTo>
                  <a:pt x="8438239" y="3196884"/>
                  <a:pt x="8436816" y="3194999"/>
                  <a:pt x="8434771" y="3194715"/>
                </a:cubicBezTo>
                <a:cubicBezTo>
                  <a:pt x="8432727" y="3194430"/>
                  <a:pt x="8430842" y="3195852"/>
                  <a:pt x="8430559" y="3197879"/>
                </a:cubicBezTo>
                <a:cubicBezTo>
                  <a:pt x="8430273" y="3199924"/>
                  <a:pt x="8431696" y="3201826"/>
                  <a:pt x="8433740" y="3202111"/>
                </a:cubicBezTo>
                <a:cubicBezTo>
                  <a:pt x="8433918" y="3202146"/>
                  <a:pt x="8434096" y="3202147"/>
                  <a:pt x="8434256" y="3202146"/>
                </a:cubicBezTo>
                <a:close/>
                <a:moveTo>
                  <a:pt x="7848032" y="3421858"/>
                </a:moveTo>
                <a:cubicBezTo>
                  <a:pt x="7848405" y="3421858"/>
                  <a:pt x="7848744" y="3421626"/>
                  <a:pt x="7848868" y="3421253"/>
                </a:cubicBezTo>
                <a:cubicBezTo>
                  <a:pt x="7849028" y="3420791"/>
                  <a:pt x="7848779" y="3420275"/>
                  <a:pt x="7848317" y="3420115"/>
                </a:cubicBezTo>
                <a:cubicBezTo>
                  <a:pt x="7847855" y="3419955"/>
                  <a:pt x="7847357" y="3420204"/>
                  <a:pt x="7847197" y="3420666"/>
                </a:cubicBezTo>
                <a:cubicBezTo>
                  <a:pt x="7847037" y="3421146"/>
                  <a:pt x="7847285" y="3421644"/>
                  <a:pt x="7847748" y="3421804"/>
                </a:cubicBezTo>
                <a:cubicBezTo>
                  <a:pt x="7847837" y="3421857"/>
                  <a:pt x="7847925" y="3421857"/>
                  <a:pt x="7848032" y="3421858"/>
                </a:cubicBezTo>
                <a:close/>
                <a:moveTo>
                  <a:pt x="9150764" y="2949330"/>
                </a:moveTo>
                <a:cubicBezTo>
                  <a:pt x="9153805" y="2948744"/>
                  <a:pt x="9155813" y="2945792"/>
                  <a:pt x="9155227" y="2942734"/>
                </a:cubicBezTo>
                <a:cubicBezTo>
                  <a:pt x="9154640" y="2939676"/>
                  <a:pt x="9151689" y="2937685"/>
                  <a:pt x="9148631" y="2938272"/>
                </a:cubicBezTo>
                <a:cubicBezTo>
                  <a:pt x="9145573" y="2938858"/>
                  <a:pt x="9143582" y="2941809"/>
                  <a:pt x="9144168" y="2944867"/>
                </a:cubicBezTo>
                <a:cubicBezTo>
                  <a:pt x="9144684" y="2947552"/>
                  <a:pt x="9147049" y="2949437"/>
                  <a:pt x="9149698" y="2949437"/>
                </a:cubicBezTo>
                <a:cubicBezTo>
                  <a:pt x="9150054" y="2949436"/>
                  <a:pt x="9150409" y="2949402"/>
                  <a:pt x="9150764" y="2949330"/>
                </a:cubicBezTo>
                <a:close/>
                <a:moveTo>
                  <a:pt x="8748694" y="3102709"/>
                </a:moveTo>
                <a:cubicBezTo>
                  <a:pt x="8751272" y="3102620"/>
                  <a:pt x="8753316" y="3100468"/>
                  <a:pt x="8753227" y="3097890"/>
                </a:cubicBezTo>
                <a:cubicBezTo>
                  <a:pt x="8753156" y="3095294"/>
                  <a:pt x="8751005" y="3093268"/>
                  <a:pt x="8748409" y="3093339"/>
                </a:cubicBezTo>
                <a:cubicBezTo>
                  <a:pt x="8745831" y="3093428"/>
                  <a:pt x="8743787" y="3095580"/>
                  <a:pt x="8743876" y="3098156"/>
                </a:cubicBezTo>
                <a:cubicBezTo>
                  <a:pt x="8743947" y="3100753"/>
                  <a:pt x="8746098" y="3102780"/>
                  <a:pt x="8748694" y="3102709"/>
                </a:cubicBezTo>
                <a:close/>
                <a:moveTo>
                  <a:pt x="9240708" y="2930520"/>
                </a:moveTo>
                <a:cubicBezTo>
                  <a:pt x="9243731" y="2929844"/>
                  <a:pt x="9245651" y="2926822"/>
                  <a:pt x="9244957" y="2923799"/>
                </a:cubicBezTo>
                <a:cubicBezTo>
                  <a:pt x="9244281" y="2920760"/>
                  <a:pt x="9241259" y="2918857"/>
                  <a:pt x="9238236" y="2919533"/>
                </a:cubicBezTo>
                <a:cubicBezTo>
                  <a:pt x="9235196" y="2920227"/>
                  <a:pt x="9233294" y="2923230"/>
                  <a:pt x="9233969" y="2926271"/>
                </a:cubicBezTo>
                <a:cubicBezTo>
                  <a:pt x="9234556" y="2928884"/>
                  <a:pt x="9236886" y="2930662"/>
                  <a:pt x="9239464" y="2930662"/>
                </a:cubicBezTo>
                <a:cubicBezTo>
                  <a:pt x="9239873" y="2930662"/>
                  <a:pt x="9240282" y="2930626"/>
                  <a:pt x="9240708" y="2930520"/>
                </a:cubicBezTo>
                <a:close/>
                <a:moveTo>
                  <a:pt x="8073148" y="3367596"/>
                </a:moveTo>
                <a:cubicBezTo>
                  <a:pt x="8073949" y="3367597"/>
                  <a:pt x="8074678" y="3367081"/>
                  <a:pt x="8074909" y="3366281"/>
                </a:cubicBezTo>
                <a:cubicBezTo>
                  <a:pt x="8075212" y="3365303"/>
                  <a:pt x="8074660" y="3364289"/>
                  <a:pt x="8073681" y="3364005"/>
                </a:cubicBezTo>
                <a:cubicBezTo>
                  <a:pt x="8072704" y="3363702"/>
                  <a:pt x="8071691" y="3364253"/>
                  <a:pt x="8071406" y="3365232"/>
                </a:cubicBezTo>
                <a:cubicBezTo>
                  <a:pt x="8071104" y="3366210"/>
                  <a:pt x="8071656" y="3367223"/>
                  <a:pt x="8072633" y="3367525"/>
                </a:cubicBezTo>
                <a:cubicBezTo>
                  <a:pt x="8072811" y="3367579"/>
                  <a:pt x="8072988" y="3367597"/>
                  <a:pt x="8073148" y="3367596"/>
                </a:cubicBezTo>
                <a:close/>
                <a:moveTo>
                  <a:pt x="9330047" y="2909097"/>
                </a:moveTo>
                <a:cubicBezTo>
                  <a:pt x="9333051" y="2908333"/>
                  <a:pt x="9334883" y="2905274"/>
                  <a:pt x="9334118" y="2902252"/>
                </a:cubicBezTo>
                <a:cubicBezTo>
                  <a:pt x="9333353" y="2899247"/>
                  <a:pt x="9330277" y="2897415"/>
                  <a:pt x="9327273" y="2898180"/>
                </a:cubicBezTo>
                <a:cubicBezTo>
                  <a:pt x="9324268" y="2898944"/>
                  <a:pt x="9322438" y="2902020"/>
                  <a:pt x="9323202" y="2905025"/>
                </a:cubicBezTo>
                <a:cubicBezTo>
                  <a:pt x="9323859" y="2907585"/>
                  <a:pt x="9326136" y="2909274"/>
                  <a:pt x="9328660" y="2909274"/>
                </a:cubicBezTo>
                <a:cubicBezTo>
                  <a:pt x="9329122" y="2909274"/>
                  <a:pt x="9329585" y="2909221"/>
                  <a:pt x="9330047" y="2909097"/>
                </a:cubicBezTo>
                <a:close/>
                <a:moveTo>
                  <a:pt x="8524395" y="3211853"/>
                </a:moveTo>
                <a:cubicBezTo>
                  <a:pt x="8526333" y="3211853"/>
                  <a:pt x="8527968" y="3210361"/>
                  <a:pt x="8528129" y="3208404"/>
                </a:cubicBezTo>
                <a:cubicBezTo>
                  <a:pt x="8528271" y="3206342"/>
                  <a:pt x="8526742" y="3204564"/>
                  <a:pt x="8524680" y="3204404"/>
                </a:cubicBezTo>
                <a:cubicBezTo>
                  <a:pt x="8522635" y="3204226"/>
                  <a:pt x="8520840" y="3205773"/>
                  <a:pt x="8520680" y="3207835"/>
                </a:cubicBezTo>
                <a:cubicBezTo>
                  <a:pt x="8520519" y="3209899"/>
                  <a:pt x="8522049" y="3211676"/>
                  <a:pt x="8524110" y="3211836"/>
                </a:cubicBezTo>
                <a:lnTo>
                  <a:pt x="8524110" y="3211853"/>
                </a:lnTo>
                <a:cubicBezTo>
                  <a:pt x="8524200" y="3211853"/>
                  <a:pt x="8524395" y="3211853"/>
                  <a:pt x="8524395" y="3211853"/>
                </a:cubicBezTo>
                <a:close/>
                <a:moveTo>
                  <a:pt x="8839952" y="3097713"/>
                </a:moveTo>
                <a:cubicBezTo>
                  <a:pt x="8842530" y="3097517"/>
                  <a:pt x="8844469" y="3095258"/>
                  <a:pt x="8844255" y="3092681"/>
                </a:cubicBezTo>
                <a:cubicBezTo>
                  <a:pt x="8844060" y="3090103"/>
                  <a:pt x="8841801" y="3088165"/>
                  <a:pt x="8839224" y="3088379"/>
                </a:cubicBezTo>
                <a:cubicBezTo>
                  <a:pt x="8836646" y="3088575"/>
                  <a:pt x="8834726" y="3090832"/>
                  <a:pt x="8834922" y="3093411"/>
                </a:cubicBezTo>
                <a:lnTo>
                  <a:pt x="8834903" y="3093410"/>
                </a:lnTo>
                <a:cubicBezTo>
                  <a:pt x="8835099" y="3095864"/>
                  <a:pt x="8837144" y="3097731"/>
                  <a:pt x="8839562" y="3097731"/>
                </a:cubicBezTo>
                <a:cubicBezTo>
                  <a:pt x="8839704" y="3097731"/>
                  <a:pt x="8839829" y="3097731"/>
                  <a:pt x="8839952" y="3097713"/>
                </a:cubicBezTo>
                <a:close/>
                <a:moveTo>
                  <a:pt x="8298514" y="3300072"/>
                </a:moveTo>
                <a:cubicBezTo>
                  <a:pt x="8299812" y="3300072"/>
                  <a:pt x="8300985" y="3299165"/>
                  <a:pt x="8301252" y="3297850"/>
                </a:cubicBezTo>
                <a:cubicBezTo>
                  <a:pt x="8301554" y="3296338"/>
                  <a:pt x="8300576" y="3294863"/>
                  <a:pt x="8299064" y="3294561"/>
                </a:cubicBezTo>
                <a:cubicBezTo>
                  <a:pt x="8297554" y="3294258"/>
                  <a:pt x="8296096" y="3295236"/>
                  <a:pt x="8295793" y="3296747"/>
                </a:cubicBezTo>
                <a:cubicBezTo>
                  <a:pt x="8295473" y="3298241"/>
                  <a:pt x="8296452" y="3299717"/>
                  <a:pt x="8297963" y="3300019"/>
                </a:cubicBezTo>
                <a:cubicBezTo>
                  <a:pt x="8298158" y="3300072"/>
                  <a:pt x="8298336" y="3300072"/>
                  <a:pt x="8298514" y="3300072"/>
                </a:cubicBezTo>
                <a:close/>
                <a:moveTo>
                  <a:pt x="7932269" y="3450286"/>
                </a:moveTo>
                <a:cubicBezTo>
                  <a:pt x="7932642" y="3450286"/>
                  <a:pt x="7932998" y="3450055"/>
                  <a:pt x="7933122" y="3449682"/>
                </a:cubicBezTo>
                <a:cubicBezTo>
                  <a:pt x="7933264" y="3449219"/>
                  <a:pt x="7933015" y="3448704"/>
                  <a:pt x="7932553" y="3448561"/>
                </a:cubicBezTo>
                <a:cubicBezTo>
                  <a:pt x="7932091" y="3448401"/>
                  <a:pt x="7931576" y="3448650"/>
                  <a:pt x="7931433" y="3449112"/>
                </a:cubicBezTo>
                <a:cubicBezTo>
                  <a:pt x="7931273" y="3449593"/>
                  <a:pt x="7931522" y="3450091"/>
                  <a:pt x="7931984" y="3450250"/>
                </a:cubicBezTo>
                <a:cubicBezTo>
                  <a:pt x="7932091" y="3450286"/>
                  <a:pt x="7932269" y="3450286"/>
                  <a:pt x="7932269" y="3450286"/>
                </a:cubicBezTo>
                <a:close/>
                <a:moveTo>
                  <a:pt x="8930839" y="3088450"/>
                </a:moveTo>
                <a:cubicBezTo>
                  <a:pt x="8933399" y="3088130"/>
                  <a:pt x="8935231" y="3085783"/>
                  <a:pt x="8934909" y="3083223"/>
                </a:cubicBezTo>
                <a:cubicBezTo>
                  <a:pt x="8934590" y="3080662"/>
                  <a:pt x="8932261" y="3078832"/>
                  <a:pt x="8929683" y="3079152"/>
                </a:cubicBezTo>
                <a:cubicBezTo>
                  <a:pt x="8927123" y="3079471"/>
                  <a:pt x="8925310" y="3081819"/>
                  <a:pt x="8925612" y="3084379"/>
                </a:cubicBezTo>
                <a:cubicBezTo>
                  <a:pt x="8925913" y="3086743"/>
                  <a:pt x="8927941" y="3088485"/>
                  <a:pt x="8930270" y="3088485"/>
                </a:cubicBezTo>
                <a:cubicBezTo>
                  <a:pt x="8930465" y="3088485"/>
                  <a:pt x="8930643" y="3088468"/>
                  <a:pt x="8930839" y="3088450"/>
                </a:cubicBezTo>
                <a:close/>
                <a:moveTo>
                  <a:pt x="8614944" y="3216174"/>
                </a:moveTo>
                <a:cubicBezTo>
                  <a:pt x="8616988" y="3216174"/>
                  <a:pt x="8618640" y="3214555"/>
                  <a:pt x="8618675" y="3212511"/>
                </a:cubicBezTo>
                <a:cubicBezTo>
                  <a:pt x="8618730" y="3210449"/>
                  <a:pt x="8617095" y="3208742"/>
                  <a:pt x="8615032" y="3208706"/>
                </a:cubicBezTo>
                <a:cubicBezTo>
                  <a:pt x="8612969" y="3208672"/>
                  <a:pt x="8611262" y="3210307"/>
                  <a:pt x="8611227" y="3212369"/>
                </a:cubicBezTo>
                <a:cubicBezTo>
                  <a:pt x="8611174" y="3214431"/>
                  <a:pt x="8612827" y="3216138"/>
                  <a:pt x="8614890" y="3216174"/>
                </a:cubicBezTo>
                <a:close/>
                <a:moveTo>
                  <a:pt x="9021209" y="3075329"/>
                </a:moveTo>
                <a:cubicBezTo>
                  <a:pt x="9023752" y="3074902"/>
                  <a:pt x="9025494" y="3072502"/>
                  <a:pt x="9025067" y="3069959"/>
                </a:cubicBezTo>
                <a:cubicBezTo>
                  <a:pt x="9024641" y="3067399"/>
                  <a:pt x="9022240" y="3065675"/>
                  <a:pt x="9019680" y="3066101"/>
                </a:cubicBezTo>
                <a:cubicBezTo>
                  <a:pt x="9017136" y="3066528"/>
                  <a:pt x="9015413" y="3068928"/>
                  <a:pt x="9015822" y="3071488"/>
                </a:cubicBezTo>
                <a:cubicBezTo>
                  <a:pt x="9016195" y="3073782"/>
                  <a:pt x="9018186" y="3075399"/>
                  <a:pt x="9020444" y="3075400"/>
                </a:cubicBezTo>
                <a:cubicBezTo>
                  <a:pt x="9020693" y="3075399"/>
                  <a:pt x="9020942" y="3075383"/>
                  <a:pt x="9021209" y="3075329"/>
                </a:cubicBezTo>
                <a:close/>
                <a:moveTo>
                  <a:pt x="8159359" y="3391669"/>
                </a:moveTo>
                <a:cubicBezTo>
                  <a:pt x="8160177" y="3391669"/>
                  <a:pt x="8160904" y="3391118"/>
                  <a:pt x="8161137" y="3390300"/>
                </a:cubicBezTo>
                <a:cubicBezTo>
                  <a:pt x="8161385" y="3389304"/>
                  <a:pt x="8160781" y="3388308"/>
                  <a:pt x="8159804" y="3388060"/>
                </a:cubicBezTo>
                <a:cubicBezTo>
                  <a:pt x="8158825" y="3387810"/>
                  <a:pt x="8157829" y="3388398"/>
                  <a:pt x="8157563" y="3389376"/>
                </a:cubicBezTo>
                <a:cubicBezTo>
                  <a:pt x="8157314" y="3390354"/>
                  <a:pt x="8157900" y="3391348"/>
                  <a:pt x="8158879" y="3391616"/>
                </a:cubicBezTo>
                <a:cubicBezTo>
                  <a:pt x="8159039" y="3391669"/>
                  <a:pt x="8159198" y="3391669"/>
                  <a:pt x="8159359" y="3391669"/>
                </a:cubicBezTo>
                <a:close/>
                <a:moveTo>
                  <a:pt x="8387284" y="3315309"/>
                </a:moveTo>
                <a:cubicBezTo>
                  <a:pt x="8388651" y="3315308"/>
                  <a:pt x="8389844" y="3314313"/>
                  <a:pt x="8390040" y="3312908"/>
                </a:cubicBezTo>
                <a:cubicBezTo>
                  <a:pt x="8390236" y="3311398"/>
                  <a:pt x="8389187" y="3309993"/>
                  <a:pt x="8387657" y="3309779"/>
                </a:cubicBezTo>
                <a:cubicBezTo>
                  <a:pt x="8386128" y="3309566"/>
                  <a:pt x="8384724" y="3310615"/>
                  <a:pt x="8384510" y="3312144"/>
                </a:cubicBezTo>
                <a:cubicBezTo>
                  <a:pt x="8384297" y="3313673"/>
                  <a:pt x="8385364" y="3315077"/>
                  <a:pt x="8386893" y="3315291"/>
                </a:cubicBezTo>
                <a:cubicBezTo>
                  <a:pt x="8387017" y="3315309"/>
                  <a:pt x="8387160" y="3315308"/>
                  <a:pt x="8387284" y="3315309"/>
                </a:cubicBezTo>
                <a:close/>
                <a:moveTo>
                  <a:pt x="9110975" y="3058830"/>
                </a:moveTo>
                <a:cubicBezTo>
                  <a:pt x="9113517" y="3058315"/>
                  <a:pt x="9115152" y="3055843"/>
                  <a:pt x="9114655" y="3053301"/>
                </a:cubicBezTo>
                <a:cubicBezTo>
                  <a:pt x="9114139" y="3050777"/>
                  <a:pt x="9111667" y="3049123"/>
                  <a:pt x="9109143" y="3049638"/>
                </a:cubicBezTo>
                <a:lnTo>
                  <a:pt x="9109126" y="3049638"/>
                </a:lnTo>
                <a:cubicBezTo>
                  <a:pt x="9106583" y="3050154"/>
                  <a:pt x="9104964" y="3052626"/>
                  <a:pt x="9105463" y="3055149"/>
                </a:cubicBezTo>
                <a:cubicBezTo>
                  <a:pt x="9105907" y="3057390"/>
                  <a:pt x="9107864" y="3058919"/>
                  <a:pt x="9110051" y="3058919"/>
                </a:cubicBezTo>
                <a:cubicBezTo>
                  <a:pt x="9110352" y="3058919"/>
                  <a:pt x="9110672" y="3058883"/>
                  <a:pt x="9110975" y="3058830"/>
                </a:cubicBezTo>
                <a:close/>
                <a:moveTo>
                  <a:pt x="8705705" y="3215409"/>
                </a:moveTo>
                <a:cubicBezTo>
                  <a:pt x="8707767" y="3215320"/>
                  <a:pt x="8709384" y="3213596"/>
                  <a:pt x="8709313" y="3211534"/>
                </a:cubicBezTo>
                <a:cubicBezTo>
                  <a:pt x="8709243" y="3209471"/>
                  <a:pt x="8707518" y="3207871"/>
                  <a:pt x="8705455" y="3207942"/>
                </a:cubicBezTo>
                <a:cubicBezTo>
                  <a:pt x="8703394" y="3208013"/>
                  <a:pt x="8701776" y="3209738"/>
                  <a:pt x="8701847" y="3211800"/>
                </a:cubicBezTo>
                <a:cubicBezTo>
                  <a:pt x="8701917" y="3213827"/>
                  <a:pt x="8703589" y="3215409"/>
                  <a:pt x="8705580" y="3215409"/>
                </a:cubicBezTo>
                <a:close/>
                <a:moveTo>
                  <a:pt x="9200136" y="3039327"/>
                </a:moveTo>
                <a:cubicBezTo>
                  <a:pt x="9202660" y="3038740"/>
                  <a:pt x="9204225" y="3036215"/>
                  <a:pt x="9203638" y="3033708"/>
                </a:cubicBezTo>
                <a:cubicBezTo>
                  <a:pt x="9203052" y="3031185"/>
                  <a:pt x="9200526" y="3029619"/>
                  <a:pt x="9198002" y="3030224"/>
                </a:cubicBezTo>
                <a:cubicBezTo>
                  <a:pt x="9195496" y="3030811"/>
                  <a:pt x="9193931" y="3033317"/>
                  <a:pt x="9194516" y="3035842"/>
                </a:cubicBezTo>
                <a:cubicBezTo>
                  <a:pt x="9195016" y="3037993"/>
                  <a:pt x="9196954" y="3039451"/>
                  <a:pt x="9199069" y="3039451"/>
                </a:cubicBezTo>
                <a:cubicBezTo>
                  <a:pt x="9199425" y="3039451"/>
                  <a:pt x="9199780" y="3039415"/>
                  <a:pt x="9200136" y="3039327"/>
                </a:cubicBezTo>
                <a:close/>
                <a:moveTo>
                  <a:pt x="8016985" y="3477274"/>
                </a:moveTo>
                <a:cubicBezTo>
                  <a:pt x="8017358" y="3477275"/>
                  <a:pt x="8017713" y="3477026"/>
                  <a:pt x="8017839" y="3476652"/>
                </a:cubicBezTo>
                <a:cubicBezTo>
                  <a:pt x="8017981" y="3476172"/>
                  <a:pt x="8017713" y="3475674"/>
                  <a:pt x="8017234" y="3475532"/>
                </a:cubicBezTo>
                <a:cubicBezTo>
                  <a:pt x="8016772" y="3475390"/>
                  <a:pt x="8016275" y="3475656"/>
                  <a:pt x="8016132" y="3476137"/>
                </a:cubicBezTo>
                <a:cubicBezTo>
                  <a:pt x="8015988" y="3476599"/>
                  <a:pt x="8016256" y="3477096"/>
                  <a:pt x="8016736" y="3477238"/>
                </a:cubicBezTo>
                <a:cubicBezTo>
                  <a:pt x="8016807" y="3477274"/>
                  <a:pt x="8016985" y="3477274"/>
                  <a:pt x="8016985" y="3477274"/>
                </a:cubicBezTo>
                <a:close/>
                <a:moveTo>
                  <a:pt x="9288674" y="3017281"/>
                </a:moveTo>
                <a:cubicBezTo>
                  <a:pt x="9291181" y="3016623"/>
                  <a:pt x="9292675" y="3014063"/>
                  <a:pt x="9292017" y="3011575"/>
                </a:cubicBezTo>
                <a:cubicBezTo>
                  <a:pt x="9291360" y="3009067"/>
                  <a:pt x="9288800" y="3007574"/>
                  <a:pt x="9286310" y="3008231"/>
                </a:cubicBezTo>
                <a:cubicBezTo>
                  <a:pt x="9283821" y="3008889"/>
                  <a:pt x="9282328" y="3011450"/>
                  <a:pt x="9282985" y="3013956"/>
                </a:cubicBezTo>
                <a:lnTo>
                  <a:pt x="9282968" y="3013956"/>
                </a:lnTo>
                <a:cubicBezTo>
                  <a:pt x="9283519" y="3016055"/>
                  <a:pt x="9285404" y="3017441"/>
                  <a:pt x="9287483" y="3017441"/>
                </a:cubicBezTo>
                <a:cubicBezTo>
                  <a:pt x="9287875" y="3017442"/>
                  <a:pt x="9288284" y="3017388"/>
                  <a:pt x="9288674" y="3017281"/>
                </a:cubicBezTo>
                <a:close/>
                <a:moveTo>
                  <a:pt x="8792270" y="3206502"/>
                </a:moveTo>
                <a:lnTo>
                  <a:pt x="8792279" y="3206492"/>
                </a:lnTo>
                <a:lnTo>
                  <a:pt x="8792270" y="3206484"/>
                </a:lnTo>
                <a:close/>
                <a:moveTo>
                  <a:pt x="9376680" y="2993066"/>
                </a:moveTo>
                <a:cubicBezTo>
                  <a:pt x="9379169" y="2992373"/>
                  <a:pt x="9380609" y="2989777"/>
                  <a:pt x="9379898" y="2987288"/>
                </a:cubicBezTo>
                <a:cubicBezTo>
                  <a:pt x="9379169" y="2984799"/>
                  <a:pt x="9376574" y="2983359"/>
                  <a:pt x="9374102" y="2984070"/>
                </a:cubicBezTo>
                <a:cubicBezTo>
                  <a:pt x="9371613" y="2984782"/>
                  <a:pt x="9370174" y="2987376"/>
                  <a:pt x="9370885" y="2989865"/>
                </a:cubicBezTo>
                <a:cubicBezTo>
                  <a:pt x="9371472" y="2991928"/>
                  <a:pt x="9373355" y="2993262"/>
                  <a:pt x="9375382" y="2993262"/>
                </a:cubicBezTo>
                <a:cubicBezTo>
                  <a:pt x="9375809" y="2993261"/>
                  <a:pt x="9376253" y="2993190"/>
                  <a:pt x="9376680" y="2993066"/>
                </a:cubicBezTo>
                <a:close/>
                <a:moveTo>
                  <a:pt x="8476818" y="3324998"/>
                </a:moveTo>
                <a:cubicBezTo>
                  <a:pt x="8478258" y="3324998"/>
                  <a:pt x="8479485" y="3323896"/>
                  <a:pt x="8479592" y="3322420"/>
                </a:cubicBezTo>
                <a:cubicBezTo>
                  <a:pt x="8479716" y="3320891"/>
                  <a:pt x="8478561" y="3319557"/>
                  <a:pt x="8477032" y="3319433"/>
                </a:cubicBezTo>
                <a:cubicBezTo>
                  <a:pt x="8475503" y="3319326"/>
                  <a:pt x="8474151" y="3320465"/>
                  <a:pt x="8474046" y="3321993"/>
                </a:cubicBezTo>
                <a:cubicBezTo>
                  <a:pt x="8473920" y="3323540"/>
                  <a:pt x="8475076" y="3324874"/>
                  <a:pt x="8476606" y="3324998"/>
                </a:cubicBezTo>
                <a:close/>
                <a:moveTo>
                  <a:pt x="8796324" y="3209915"/>
                </a:moveTo>
                <a:cubicBezTo>
                  <a:pt x="8798368" y="3209738"/>
                  <a:pt x="8799897" y="3207924"/>
                  <a:pt x="8799719" y="3205862"/>
                </a:cubicBezTo>
                <a:cubicBezTo>
                  <a:pt x="8799541" y="3203818"/>
                  <a:pt x="8797728" y="3202288"/>
                  <a:pt x="8795683" y="3202466"/>
                </a:cubicBezTo>
                <a:lnTo>
                  <a:pt x="8792279" y="3206492"/>
                </a:lnTo>
                <a:lnTo>
                  <a:pt x="8796004" y="3209915"/>
                </a:lnTo>
                <a:cubicBezTo>
                  <a:pt x="8796092" y="3209916"/>
                  <a:pt x="8796217" y="3209915"/>
                  <a:pt x="8796324" y="3209915"/>
                </a:cubicBezTo>
                <a:close/>
                <a:moveTo>
                  <a:pt x="8246457" y="3412061"/>
                </a:moveTo>
                <a:cubicBezTo>
                  <a:pt x="8247311" y="3412061"/>
                  <a:pt x="8248075" y="3411457"/>
                  <a:pt x="8248271" y="3410586"/>
                </a:cubicBezTo>
                <a:cubicBezTo>
                  <a:pt x="8248466" y="3409590"/>
                  <a:pt x="8247826" y="3408612"/>
                  <a:pt x="8246830" y="3408417"/>
                </a:cubicBezTo>
                <a:cubicBezTo>
                  <a:pt x="8245835" y="3408203"/>
                  <a:pt x="8244875" y="3408844"/>
                  <a:pt x="8244662" y="3409839"/>
                </a:cubicBezTo>
                <a:cubicBezTo>
                  <a:pt x="8244466" y="3410834"/>
                  <a:pt x="8245106" y="3411813"/>
                  <a:pt x="8246084" y="3412026"/>
                </a:cubicBezTo>
                <a:cubicBezTo>
                  <a:pt x="8246209" y="3412061"/>
                  <a:pt x="8246333" y="3412061"/>
                  <a:pt x="8246457" y="3412061"/>
                </a:cubicBezTo>
                <a:close/>
                <a:moveTo>
                  <a:pt x="8886498" y="3200120"/>
                </a:moveTo>
                <a:cubicBezTo>
                  <a:pt x="8888542" y="3199853"/>
                  <a:pt x="8889982" y="3197986"/>
                  <a:pt x="8889716" y="3195941"/>
                </a:cubicBezTo>
                <a:cubicBezTo>
                  <a:pt x="8889450" y="3193896"/>
                  <a:pt x="8887565" y="3192457"/>
                  <a:pt x="8885538" y="3192723"/>
                </a:cubicBezTo>
                <a:cubicBezTo>
                  <a:pt x="8883494" y="3192973"/>
                  <a:pt x="8882036" y="3194857"/>
                  <a:pt x="8882320" y="3196902"/>
                </a:cubicBezTo>
                <a:cubicBezTo>
                  <a:pt x="8882552" y="3198787"/>
                  <a:pt x="8884168" y="3200155"/>
                  <a:pt x="8886018" y="3200155"/>
                </a:cubicBezTo>
                <a:cubicBezTo>
                  <a:pt x="8886178" y="3200155"/>
                  <a:pt x="8886338" y="3200119"/>
                  <a:pt x="8886498" y="3200120"/>
                </a:cubicBezTo>
                <a:close/>
                <a:moveTo>
                  <a:pt x="8566780" y="3329229"/>
                </a:moveTo>
                <a:cubicBezTo>
                  <a:pt x="8568309" y="3329229"/>
                  <a:pt x="8569535" y="3328020"/>
                  <a:pt x="8569571" y="3326492"/>
                </a:cubicBezTo>
                <a:cubicBezTo>
                  <a:pt x="8569588" y="3324945"/>
                  <a:pt x="8568361" y="3323683"/>
                  <a:pt x="8566834" y="3323665"/>
                </a:cubicBezTo>
                <a:cubicBezTo>
                  <a:pt x="8565303" y="3323629"/>
                  <a:pt x="8564006" y="3324856"/>
                  <a:pt x="8564006" y="3326403"/>
                </a:cubicBezTo>
                <a:cubicBezTo>
                  <a:pt x="8563970" y="3327932"/>
                  <a:pt x="8565198" y="3329194"/>
                  <a:pt x="8566744" y="3329229"/>
                </a:cubicBezTo>
                <a:close/>
                <a:moveTo>
                  <a:pt x="8102431" y="3501809"/>
                </a:moveTo>
                <a:cubicBezTo>
                  <a:pt x="8102821" y="3501810"/>
                  <a:pt x="8103195" y="3501542"/>
                  <a:pt x="8103301" y="3501134"/>
                </a:cubicBezTo>
                <a:cubicBezTo>
                  <a:pt x="8103427" y="3500671"/>
                  <a:pt x="8103142" y="3500173"/>
                  <a:pt x="8102662" y="3500049"/>
                </a:cubicBezTo>
                <a:cubicBezTo>
                  <a:pt x="8102199" y="3499925"/>
                  <a:pt x="8101702" y="3500209"/>
                  <a:pt x="8101577" y="3500671"/>
                </a:cubicBezTo>
                <a:cubicBezTo>
                  <a:pt x="8101453" y="3501151"/>
                  <a:pt x="8101737" y="3501649"/>
                  <a:pt x="8102218" y="3501774"/>
                </a:cubicBezTo>
                <a:cubicBezTo>
                  <a:pt x="8102289" y="3501809"/>
                  <a:pt x="8102431" y="3501809"/>
                  <a:pt x="8102431" y="3501809"/>
                </a:cubicBezTo>
                <a:close/>
                <a:moveTo>
                  <a:pt x="8976157" y="3186483"/>
                </a:moveTo>
                <a:cubicBezTo>
                  <a:pt x="8978184" y="3186128"/>
                  <a:pt x="8979535" y="3184208"/>
                  <a:pt x="8979197" y="3182163"/>
                </a:cubicBezTo>
                <a:cubicBezTo>
                  <a:pt x="8978841" y="3180136"/>
                  <a:pt x="8976922" y="3178785"/>
                  <a:pt x="8974877" y="3179122"/>
                </a:cubicBezTo>
                <a:cubicBezTo>
                  <a:pt x="8972850" y="3179478"/>
                  <a:pt x="8971482" y="3181416"/>
                  <a:pt x="8971836" y="3183443"/>
                </a:cubicBezTo>
                <a:cubicBezTo>
                  <a:pt x="8972158" y="3185256"/>
                  <a:pt x="8973739" y="3186536"/>
                  <a:pt x="8975517" y="3186536"/>
                </a:cubicBezTo>
                <a:cubicBezTo>
                  <a:pt x="8975730" y="3186536"/>
                  <a:pt x="8975944" y="3186519"/>
                  <a:pt x="8976157" y="3186483"/>
                </a:cubicBezTo>
                <a:close/>
                <a:moveTo>
                  <a:pt x="8334551" y="3427672"/>
                </a:moveTo>
                <a:cubicBezTo>
                  <a:pt x="8335441" y="3427672"/>
                  <a:pt x="8336241" y="3427013"/>
                  <a:pt x="8336365" y="3426106"/>
                </a:cubicBezTo>
                <a:cubicBezTo>
                  <a:pt x="8336508" y="3425093"/>
                  <a:pt x="8335815" y="3424169"/>
                  <a:pt x="8334819" y="3424009"/>
                </a:cubicBezTo>
                <a:cubicBezTo>
                  <a:pt x="8333805" y="3423867"/>
                  <a:pt x="8332880" y="3424560"/>
                  <a:pt x="8332739" y="3425574"/>
                </a:cubicBezTo>
                <a:cubicBezTo>
                  <a:pt x="8332579" y="3426569"/>
                  <a:pt x="8333272" y="3427511"/>
                  <a:pt x="8334285" y="3427654"/>
                </a:cubicBezTo>
                <a:lnTo>
                  <a:pt x="8334285" y="3427671"/>
                </a:lnTo>
                <a:cubicBezTo>
                  <a:pt x="8334375" y="3427672"/>
                  <a:pt x="8334551" y="3427672"/>
                  <a:pt x="8334551" y="3427672"/>
                </a:cubicBezTo>
                <a:close/>
                <a:moveTo>
                  <a:pt x="9065194" y="3169469"/>
                </a:moveTo>
                <a:cubicBezTo>
                  <a:pt x="9067221" y="3169042"/>
                  <a:pt x="9068501" y="3167050"/>
                  <a:pt x="9068092" y="3165041"/>
                </a:cubicBezTo>
                <a:cubicBezTo>
                  <a:pt x="9067665" y="3163015"/>
                  <a:pt x="9065674" y="3161735"/>
                  <a:pt x="9063665" y="3162144"/>
                </a:cubicBezTo>
                <a:cubicBezTo>
                  <a:pt x="9061638" y="3162571"/>
                  <a:pt x="9060340" y="3164544"/>
                  <a:pt x="9060767" y="3166570"/>
                </a:cubicBezTo>
                <a:cubicBezTo>
                  <a:pt x="9061141" y="3168330"/>
                  <a:pt x="9062687" y="3169540"/>
                  <a:pt x="9064430" y="3169539"/>
                </a:cubicBezTo>
                <a:cubicBezTo>
                  <a:pt x="9064678" y="3169540"/>
                  <a:pt x="9064927" y="3169522"/>
                  <a:pt x="9065194" y="3169469"/>
                </a:cubicBezTo>
                <a:close/>
                <a:moveTo>
                  <a:pt x="8656919" y="3328305"/>
                </a:moveTo>
                <a:cubicBezTo>
                  <a:pt x="8658466" y="3328233"/>
                  <a:pt x="8659657" y="3326953"/>
                  <a:pt x="8659603" y="3325407"/>
                </a:cubicBezTo>
                <a:cubicBezTo>
                  <a:pt x="8659550" y="3323877"/>
                  <a:pt x="8658252" y="3322669"/>
                  <a:pt x="8656706" y="3322740"/>
                </a:cubicBezTo>
                <a:cubicBezTo>
                  <a:pt x="8655177" y="3322794"/>
                  <a:pt x="8653986" y="3324074"/>
                  <a:pt x="8654039" y="3325620"/>
                </a:cubicBezTo>
                <a:cubicBezTo>
                  <a:pt x="8654093" y="3327114"/>
                  <a:pt x="8655337" y="3328305"/>
                  <a:pt x="8656812" y="3328305"/>
                </a:cubicBezTo>
                <a:close/>
                <a:moveTo>
                  <a:pt x="9153608" y="3149485"/>
                </a:moveTo>
                <a:cubicBezTo>
                  <a:pt x="9155618" y="3149005"/>
                  <a:pt x="9156844" y="3146978"/>
                  <a:pt x="9156364" y="3144970"/>
                </a:cubicBezTo>
                <a:cubicBezTo>
                  <a:pt x="9155867" y="3142978"/>
                  <a:pt x="9153857" y="3141733"/>
                  <a:pt x="9151849" y="3142232"/>
                </a:cubicBezTo>
                <a:cubicBezTo>
                  <a:pt x="9149839" y="3142712"/>
                  <a:pt x="9148613" y="3144720"/>
                  <a:pt x="9149093" y="3146729"/>
                </a:cubicBezTo>
                <a:cubicBezTo>
                  <a:pt x="9149502" y="3148436"/>
                  <a:pt x="9151048" y="3149592"/>
                  <a:pt x="9152720" y="3149592"/>
                </a:cubicBezTo>
                <a:cubicBezTo>
                  <a:pt x="9153022" y="3149592"/>
                  <a:pt x="9153306" y="3149556"/>
                  <a:pt x="9153608" y="3149485"/>
                </a:cubicBezTo>
                <a:close/>
                <a:moveTo>
                  <a:pt x="9241401" y="3126977"/>
                </a:moveTo>
                <a:cubicBezTo>
                  <a:pt x="9243391" y="3126444"/>
                  <a:pt x="9244565" y="3124400"/>
                  <a:pt x="9244032" y="3122408"/>
                </a:cubicBezTo>
                <a:cubicBezTo>
                  <a:pt x="9243499" y="3120417"/>
                  <a:pt x="9241454" y="3119225"/>
                  <a:pt x="9239464" y="3119777"/>
                </a:cubicBezTo>
                <a:cubicBezTo>
                  <a:pt x="9237471" y="3120310"/>
                  <a:pt x="9236298" y="3122354"/>
                  <a:pt x="9236832" y="3124346"/>
                </a:cubicBezTo>
                <a:cubicBezTo>
                  <a:pt x="9237277" y="3126017"/>
                  <a:pt x="9238787" y="3127119"/>
                  <a:pt x="9240440" y="3127119"/>
                </a:cubicBezTo>
                <a:cubicBezTo>
                  <a:pt x="9240761" y="3127119"/>
                  <a:pt x="9241080" y="3127066"/>
                  <a:pt x="9241401" y="3126977"/>
                </a:cubicBezTo>
                <a:close/>
                <a:moveTo>
                  <a:pt x="9328641" y="3102354"/>
                </a:moveTo>
                <a:cubicBezTo>
                  <a:pt x="9330616" y="3101766"/>
                  <a:pt x="9331753" y="3099704"/>
                  <a:pt x="9331166" y="3097713"/>
                </a:cubicBezTo>
                <a:cubicBezTo>
                  <a:pt x="9330580" y="3095739"/>
                  <a:pt x="9328500" y="3094602"/>
                  <a:pt x="9326526" y="3095188"/>
                </a:cubicBezTo>
                <a:cubicBezTo>
                  <a:pt x="9324553" y="3095775"/>
                  <a:pt x="9323414" y="3097855"/>
                  <a:pt x="9324002" y="3099829"/>
                </a:cubicBezTo>
                <a:cubicBezTo>
                  <a:pt x="9324482" y="3101447"/>
                  <a:pt x="9325974" y="3102513"/>
                  <a:pt x="9327575" y="3102514"/>
                </a:cubicBezTo>
                <a:cubicBezTo>
                  <a:pt x="9327931" y="3102514"/>
                  <a:pt x="9328287" y="3102460"/>
                  <a:pt x="9328641" y="3102354"/>
                </a:cubicBezTo>
                <a:close/>
                <a:moveTo>
                  <a:pt x="8188818" y="3522770"/>
                </a:moveTo>
                <a:cubicBezTo>
                  <a:pt x="8189209" y="3522771"/>
                  <a:pt x="8189583" y="3522486"/>
                  <a:pt x="8189671" y="3522077"/>
                </a:cubicBezTo>
                <a:cubicBezTo>
                  <a:pt x="8189777" y="3521597"/>
                  <a:pt x="8189477" y="3521117"/>
                  <a:pt x="8188996" y="3521010"/>
                </a:cubicBezTo>
                <a:cubicBezTo>
                  <a:pt x="8188516" y="3520904"/>
                  <a:pt x="8188036" y="3521224"/>
                  <a:pt x="8187946" y="3521704"/>
                </a:cubicBezTo>
                <a:cubicBezTo>
                  <a:pt x="8187841" y="3522166"/>
                  <a:pt x="8188143" y="3522646"/>
                  <a:pt x="8188623" y="3522753"/>
                </a:cubicBezTo>
                <a:lnTo>
                  <a:pt x="8188623" y="3522770"/>
                </a:lnTo>
                <a:cubicBezTo>
                  <a:pt x="8188676" y="3522770"/>
                  <a:pt x="8188818" y="3522770"/>
                  <a:pt x="8188818" y="3522770"/>
                </a:cubicBezTo>
                <a:close/>
                <a:moveTo>
                  <a:pt x="8423447" y="3437698"/>
                </a:moveTo>
                <a:cubicBezTo>
                  <a:pt x="8424406" y="3437699"/>
                  <a:pt x="8425205" y="3436987"/>
                  <a:pt x="8425295" y="3436009"/>
                </a:cubicBezTo>
                <a:cubicBezTo>
                  <a:pt x="8425366" y="3434996"/>
                  <a:pt x="8424620" y="3434125"/>
                  <a:pt x="8423607" y="3434036"/>
                </a:cubicBezTo>
                <a:cubicBezTo>
                  <a:pt x="8422592" y="3433965"/>
                  <a:pt x="8421704" y="3434711"/>
                  <a:pt x="8421634" y="3435725"/>
                </a:cubicBezTo>
                <a:cubicBezTo>
                  <a:pt x="8421544" y="3436721"/>
                  <a:pt x="8422291" y="3437610"/>
                  <a:pt x="8423305" y="3437698"/>
                </a:cubicBezTo>
                <a:close/>
                <a:moveTo>
                  <a:pt x="9415367" y="3075987"/>
                </a:moveTo>
                <a:cubicBezTo>
                  <a:pt x="9417341" y="3075365"/>
                  <a:pt x="9418425" y="3073266"/>
                  <a:pt x="9417803" y="3071311"/>
                </a:cubicBezTo>
                <a:cubicBezTo>
                  <a:pt x="9417198" y="3069338"/>
                  <a:pt x="9415100" y="3068235"/>
                  <a:pt x="9413127" y="3068858"/>
                </a:cubicBezTo>
                <a:cubicBezTo>
                  <a:pt x="9411154" y="3069480"/>
                  <a:pt x="9410070" y="3071561"/>
                  <a:pt x="9410691" y="3073534"/>
                </a:cubicBezTo>
                <a:cubicBezTo>
                  <a:pt x="9411189" y="3075134"/>
                  <a:pt x="9412665" y="3076147"/>
                  <a:pt x="9414247" y="3076147"/>
                </a:cubicBezTo>
                <a:cubicBezTo>
                  <a:pt x="9414621" y="3076147"/>
                  <a:pt x="9414994" y="3076094"/>
                  <a:pt x="9415367" y="3075987"/>
                </a:cubicBezTo>
                <a:close/>
                <a:moveTo>
                  <a:pt x="8746862" y="3322598"/>
                </a:moveTo>
                <a:cubicBezTo>
                  <a:pt x="8748409" y="3322456"/>
                  <a:pt x="8749529" y="3321104"/>
                  <a:pt x="8749405" y="3319575"/>
                </a:cubicBezTo>
                <a:cubicBezTo>
                  <a:pt x="8749262" y="3318028"/>
                  <a:pt x="8747911" y="3316909"/>
                  <a:pt x="8746382" y="3317050"/>
                </a:cubicBezTo>
                <a:cubicBezTo>
                  <a:pt x="8744836" y="3317175"/>
                  <a:pt x="8743715" y="3318526"/>
                  <a:pt x="8743858" y="3320055"/>
                </a:cubicBezTo>
                <a:cubicBezTo>
                  <a:pt x="8743982" y="3321513"/>
                  <a:pt x="8745191" y="3322597"/>
                  <a:pt x="8746613" y="3322597"/>
                </a:cubicBezTo>
                <a:close/>
                <a:moveTo>
                  <a:pt x="8836397" y="3312553"/>
                </a:moveTo>
                <a:cubicBezTo>
                  <a:pt x="8837907" y="3312339"/>
                  <a:pt x="8838975" y="3310934"/>
                  <a:pt x="8838780" y="3309424"/>
                </a:cubicBezTo>
                <a:cubicBezTo>
                  <a:pt x="8838566" y="3307894"/>
                  <a:pt x="8837162" y="3306828"/>
                  <a:pt x="8835650" y="3307024"/>
                </a:cubicBezTo>
                <a:cubicBezTo>
                  <a:pt x="8834121" y="3307237"/>
                  <a:pt x="8833054" y="3308641"/>
                  <a:pt x="8833268" y="3310170"/>
                </a:cubicBezTo>
                <a:cubicBezTo>
                  <a:pt x="8833445" y="3311557"/>
                  <a:pt x="8834637" y="3312571"/>
                  <a:pt x="8836023" y="3312571"/>
                </a:cubicBezTo>
                <a:cubicBezTo>
                  <a:pt x="8836130" y="3312571"/>
                  <a:pt x="8836255" y="3312571"/>
                  <a:pt x="8836397" y="3312553"/>
                </a:cubicBezTo>
                <a:close/>
                <a:moveTo>
                  <a:pt x="8512821" y="3442197"/>
                </a:moveTo>
                <a:cubicBezTo>
                  <a:pt x="8513816" y="3442197"/>
                  <a:pt x="8514652" y="3441397"/>
                  <a:pt x="8514652" y="3440401"/>
                </a:cubicBezTo>
                <a:cubicBezTo>
                  <a:pt x="8514670" y="3439369"/>
                  <a:pt x="8513870" y="3438516"/>
                  <a:pt x="8512856" y="3438516"/>
                </a:cubicBezTo>
                <a:cubicBezTo>
                  <a:pt x="8511844" y="3438499"/>
                  <a:pt x="8510990" y="3439299"/>
                  <a:pt x="8510990" y="3440312"/>
                </a:cubicBezTo>
                <a:cubicBezTo>
                  <a:pt x="8510973" y="3441326"/>
                  <a:pt x="8511772" y="3442161"/>
                  <a:pt x="8512786" y="3442197"/>
                </a:cubicBezTo>
                <a:close/>
                <a:moveTo>
                  <a:pt x="8925363" y="3298632"/>
                </a:moveTo>
                <a:cubicBezTo>
                  <a:pt x="8926874" y="3298366"/>
                  <a:pt x="8927888" y="3296925"/>
                  <a:pt x="8927620" y="3295414"/>
                </a:cubicBezTo>
                <a:cubicBezTo>
                  <a:pt x="8927354" y="3293885"/>
                  <a:pt x="8925896" y="3292890"/>
                  <a:pt x="8924385" y="3293156"/>
                </a:cubicBezTo>
                <a:cubicBezTo>
                  <a:pt x="8922873" y="3293423"/>
                  <a:pt x="8921861" y="3294863"/>
                  <a:pt x="8922127" y="3296375"/>
                </a:cubicBezTo>
                <a:cubicBezTo>
                  <a:pt x="8922376" y="3297725"/>
                  <a:pt x="8923549" y="3298685"/>
                  <a:pt x="8924865" y="3298685"/>
                </a:cubicBezTo>
                <a:cubicBezTo>
                  <a:pt x="8925023" y="3298685"/>
                  <a:pt x="8925203" y="3298667"/>
                  <a:pt x="8925363" y="3298632"/>
                </a:cubicBezTo>
                <a:close/>
                <a:moveTo>
                  <a:pt x="8276148" y="3539109"/>
                </a:moveTo>
                <a:cubicBezTo>
                  <a:pt x="8276593" y="3539109"/>
                  <a:pt x="8276966" y="3538807"/>
                  <a:pt x="8277037" y="3538363"/>
                </a:cubicBezTo>
                <a:cubicBezTo>
                  <a:pt x="8277109" y="3537883"/>
                  <a:pt x="8276771" y="3537421"/>
                  <a:pt x="8276291" y="3537349"/>
                </a:cubicBezTo>
                <a:cubicBezTo>
                  <a:pt x="8275811" y="3537278"/>
                  <a:pt x="8275348" y="3537598"/>
                  <a:pt x="8275277" y="3538078"/>
                </a:cubicBezTo>
                <a:cubicBezTo>
                  <a:pt x="8275205" y="3538576"/>
                  <a:pt x="8275526" y="3539021"/>
                  <a:pt x="8276023" y="3539110"/>
                </a:cubicBezTo>
                <a:close/>
                <a:moveTo>
                  <a:pt x="9013706" y="3281316"/>
                </a:moveTo>
                <a:cubicBezTo>
                  <a:pt x="9015217" y="3280977"/>
                  <a:pt x="9016177" y="3279502"/>
                  <a:pt x="9015839" y="3277990"/>
                </a:cubicBezTo>
                <a:cubicBezTo>
                  <a:pt x="9015519" y="3276497"/>
                  <a:pt x="9014044" y="3275537"/>
                  <a:pt x="9012533" y="3275857"/>
                </a:cubicBezTo>
                <a:cubicBezTo>
                  <a:pt x="9011039" y="3276176"/>
                  <a:pt x="9010079" y="3277653"/>
                  <a:pt x="9010399" y="3279165"/>
                </a:cubicBezTo>
                <a:cubicBezTo>
                  <a:pt x="9010684" y="3280479"/>
                  <a:pt x="9011839" y="3281369"/>
                  <a:pt x="9013119" y="3281368"/>
                </a:cubicBezTo>
                <a:cubicBezTo>
                  <a:pt x="9013315" y="3281369"/>
                  <a:pt x="9013510" y="3281351"/>
                  <a:pt x="9013706" y="3281316"/>
                </a:cubicBezTo>
                <a:close/>
                <a:moveTo>
                  <a:pt x="8602338" y="3441433"/>
                </a:moveTo>
                <a:cubicBezTo>
                  <a:pt x="8603352" y="3441397"/>
                  <a:pt x="8604134" y="3440544"/>
                  <a:pt x="8604098" y="3439530"/>
                </a:cubicBezTo>
                <a:cubicBezTo>
                  <a:pt x="8604063" y="3438516"/>
                  <a:pt x="8603209" y="3437734"/>
                  <a:pt x="8602195" y="3437769"/>
                </a:cubicBezTo>
                <a:cubicBezTo>
                  <a:pt x="8601182" y="3437805"/>
                  <a:pt x="8600400" y="3438658"/>
                  <a:pt x="8600436" y="3439672"/>
                </a:cubicBezTo>
                <a:cubicBezTo>
                  <a:pt x="8600471" y="3440650"/>
                  <a:pt x="8601271" y="3441433"/>
                  <a:pt x="8602266" y="3441433"/>
                </a:cubicBezTo>
                <a:close/>
                <a:moveTo>
                  <a:pt x="9101409" y="3261030"/>
                </a:moveTo>
                <a:cubicBezTo>
                  <a:pt x="9102903" y="3260656"/>
                  <a:pt x="9103809" y="3259145"/>
                  <a:pt x="9103454" y="3257652"/>
                </a:cubicBezTo>
                <a:cubicBezTo>
                  <a:pt x="9103080" y="3256158"/>
                  <a:pt x="9101570" y="3255251"/>
                  <a:pt x="9100076" y="3255625"/>
                </a:cubicBezTo>
                <a:cubicBezTo>
                  <a:pt x="9098583" y="3255980"/>
                  <a:pt x="9097677" y="3257491"/>
                  <a:pt x="9098031" y="3258984"/>
                </a:cubicBezTo>
                <a:cubicBezTo>
                  <a:pt x="9098352" y="3260264"/>
                  <a:pt x="9099489" y="3261119"/>
                  <a:pt x="9100734" y="3261118"/>
                </a:cubicBezTo>
                <a:cubicBezTo>
                  <a:pt x="9100965" y="3261118"/>
                  <a:pt x="9101196" y="3261082"/>
                  <a:pt x="9101409" y="3261030"/>
                </a:cubicBezTo>
                <a:close/>
                <a:moveTo>
                  <a:pt x="9188490" y="3238219"/>
                </a:moveTo>
                <a:cubicBezTo>
                  <a:pt x="9189984" y="3237811"/>
                  <a:pt x="9190838" y="3236281"/>
                  <a:pt x="9190446" y="3234806"/>
                </a:cubicBezTo>
                <a:cubicBezTo>
                  <a:pt x="9190037" y="3233312"/>
                  <a:pt x="9188490" y="3232441"/>
                  <a:pt x="9187015" y="3232850"/>
                </a:cubicBezTo>
                <a:cubicBezTo>
                  <a:pt x="9185539" y="3233259"/>
                  <a:pt x="9184668" y="3234788"/>
                  <a:pt x="9185076" y="3236281"/>
                </a:cubicBezTo>
                <a:cubicBezTo>
                  <a:pt x="9185415" y="3237507"/>
                  <a:pt x="9186535" y="3238326"/>
                  <a:pt x="9187743" y="3238326"/>
                </a:cubicBezTo>
                <a:cubicBezTo>
                  <a:pt x="9187993" y="3238327"/>
                  <a:pt x="9188242" y="3238290"/>
                  <a:pt x="9188490" y="3238219"/>
                </a:cubicBezTo>
                <a:close/>
                <a:moveTo>
                  <a:pt x="9275002" y="3213310"/>
                </a:moveTo>
                <a:cubicBezTo>
                  <a:pt x="9276479" y="3212867"/>
                  <a:pt x="9277313" y="3211301"/>
                  <a:pt x="9276869" y="3209826"/>
                </a:cubicBezTo>
                <a:cubicBezTo>
                  <a:pt x="9276425" y="3208368"/>
                  <a:pt x="9274878" y="3207533"/>
                  <a:pt x="9273403" y="3207959"/>
                </a:cubicBezTo>
                <a:cubicBezTo>
                  <a:pt x="9271927" y="3208404"/>
                  <a:pt x="9271091" y="3209968"/>
                  <a:pt x="9271535" y="3211426"/>
                </a:cubicBezTo>
                <a:cubicBezTo>
                  <a:pt x="9271891" y="3212635"/>
                  <a:pt x="9273011" y="3213417"/>
                  <a:pt x="9274202" y="3213417"/>
                </a:cubicBezTo>
                <a:cubicBezTo>
                  <a:pt x="9274469" y="3213417"/>
                  <a:pt x="9274736" y="3213383"/>
                  <a:pt x="9275002" y="3213310"/>
                </a:cubicBezTo>
                <a:close/>
                <a:moveTo>
                  <a:pt x="8364385" y="3549883"/>
                </a:moveTo>
                <a:cubicBezTo>
                  <a:pt x="8364830" y="3549883"/>
                  <a:pt x="8365221" y="3549546"/>
                  <a:pt x="8365274" y="3549083"/>
                </a:cubicBezTo>
                <a:cubicBezTo>
                  <a:pt x="8365310" y="3548585"/>
                  <a:pt x="8364954" y="3548159"/>
                  <a:pt x="8364457" y="3548105"/>
                </a:cubicBezTo>
                <a:cubicBezTo>
                  <a:pt x="8363976" y="3548070"/>
                  <a:pt x="8363532" y="3548426"/>
                  <a:pt x="8363496" y="3548905"/>
                </a:cubicBezTo>
                <a:cubicBezTo>
                  <a:pt x="8363443" y="3549404"/>
                  <a:pt x="8363816" y="3549830"/>
                  <a:pt x="8364296" y="3549883"/>
                </a:cubicBezTo>
                <a:close/>
                <a:moveTo>
                  <a:pt x="9361017" y="3186661"/>
                </a:moveTo>
                <a:cubicBezTo>
                  <a:pt x="9362475" y="3186198"/>
                  <a:pt x="9363293" y="3184633"/>
                  <a:pt x="9362813" y="3183176"/>
                </a:cubicBezTo>
                <a:cubicBezTo>
                  <a:pt x="9362350" y="3181700"/>
                  <a:pt x="9360786" y="3180900"/>
                  <a:pt x="9359328" y="3181362"/>
                </a:cubicBezTo>
                <a:cubicBezTo>
                  <a:pt x="9357852" y="3181825"/>
                  <a:pt x="9357052" y="3183389"/>
                  <a:pt x="9357515" y="3184865"/>
                </a:cubicBezTo>
                <a:cubicBezTo>
                  <a:pt x="9357888" y="3186038"/>
                  <a:pt x="9358991" y="3186803"/>
                  <a:pt x="9360163" y="3186803"/>
                </a:cubicBezTo>
                <a:cubicBezTo>
                  <a:pt x="9360448" y="3186802"/>
                  <a:pt x="9360733" y="3186749"/>
                  <a:pt x="9361017" y="3186661"/>
                </a:cubicBezTo>
                <a:close/>
                <a:moveTo>
                  <a:pt x="9446605" y="3158677"/>
                </a:moveTo>
                <a:cubicBezTo>
                  <a:pt x="9448062" y="3158179"/>
                  <a:pt x="9448845" y="3156596"/>
                  <a:pt x="9448366" y="3155138"/>
                </a:cubicBezTo>
                <a:cubicBezTo>
                  <a:pt x="9447867" y="3153681"/>
                  <a:pt x="9446302" y="3152898"/>
                  <a:pt x="9444845" y="3153396"/>
                </a:cubicBezTo>
                <a:cubicBezTo>
                  <a:pt x="9443386" y="3153876"/>
                  <a:pt x="9442587" y="3155458"/>
                  <a:pt x="9443084" y="3156916"/>
                </a:cubicBezTo>
                <a:cubicBezTo>
                  <a:pt x="9443476" y="3158072"/>
                  <a:pt x="9444560" y="3158819"/>
                  <a:pt x="9445716" y="3158819"/>
                </a:cubicBezTo>
                <a:cubicBezTo>
                  <a:pt x="9446018" y="3158818"/>
                  <a:pt x="9446320" y="3158766"/>
                  <a:pt x="9446605" y="3158677"/>
                </a:cubicBezTo>
                <a:close/>
                <a:moveTo>
                  <a:pt x="8691641" y="3435832"/>
                </a:moveTo>
                <a:cubicBezTo>
                  <a:pt x="8692655" y="3435743"/>
                  <a:pt x="8693401" y="3434854"/>
                  <a:pt x="8693312" y="3433840"/>
                </a:cubicBezTo>
                <a:cubicBezTo>
                  <a:pt x="8693224" y="3432827"/>
                  <a:pt x="8692335" y="3432081"/>
                  <a:pt x="8691322" y="3432169"/>
                </a:cubicBezTo>
                <a:cubicBezTo>
                  <a:pt x="8690308" y="3432258"/>
                  <a:pt x="8689561" y="3433147"/>
                  <a:pt x="8689651" y="3434161"/>
                </a:cubicBezTo>
                <a:cubicBezTo>
                  <a:pt x="8689739" y="3435121"/>
                  <a:pt x="8690540" y="3435832"/>
                  <a:pt x="8691499" y="3435832"/>
                </a:cubicBezTo>
                <a:close/>
                <a:moveTo>
                  <a:pt x="8780536" y="3425804"/>
                </a:moveTo>
                <a:cubicBezTo>
                  <a:pt x="8781531" y="3425680"/>
                  <a:pt x="8782243" y="3424756"/>
                  <a:pt x="8782101" y="3423742"/>
                </a:cubicBezTo>
                <a:cubicBezTo>
                  <a:pt x="8781958" y="3422747"/>
                  <a:pt x="8781051" y="3422035"/>
                  <a:pt x="8780039" y="3422177"/>
                </a:cubicBezTo>
                <a:cubicBezTo>
                  <a:pt x="8779025" y="3422302"/>
                  <a:pt x="8778332" y="3423227"/>
                  <a:pt x="8778474" y="3424240"/>
                </a:cubicBezTo>
                <a:cubicBezTo>
                  <a:pt x="8778598" y="3425165"/>
                  <a:pt x="8779380" y="3425840"/>
                  <a:pt x="8780287" y="3425840"/>
                </a:cubicBezTo>
                <a:cubicBezTo>
                  <a:pt x="8780376" y="3425840"/>
                  <a:pt x="8780446" y="3425822"/>
                  <a:pt x="8780536" y="3425804"/>
                </a:cubicBezTo>
                <a:close/>
                <a:moveTo>
                  <a:pt x="8453084" y="3555003"/>
                </a:moveTo>
                <a:cubicBezTo>
                  <a:pt x="8453581" y="3555021"/>
                  <a:pt x="8453990" y="3554630"/>
                  <a:pt x="8453990" y="3554151"/>
                </a:cubicBezTo>
                <a:cubicBezTo>
                  <a:pt x="8454009" y="3553653"/>
                  <a:pt x="8453635" y="3553244"/>
                  <a:pt x="8453137" y="3553244"/>
                </a:cubicBezTo>
                <a:cubicBezTo>
                  <a:pt x="8452639" y="3553225"/>
                  <a:pt x="8452230" y="3553617"/>
                  <a:pt x="8452230" y="3554096"/>
                </a:cubicBezTo>
                <a:cubicBezTo>
                  <a:pt x="8452212" y="3554594"/>
                  <a:pt x="8452604" y="3555003"/>
                  <a:pt x="8453084" y="3555003"/>
                </a:cubicBezTo>
                <a:close/>
                <a:moveTo>
                  <a:pt x="8868862" y="3411866"/>
                </a:moveTo>
                <a:cubicBezTo>
                  <a:pt x="8869857" y="3411688"/>
                  <a:pt x="8870515" y="3410728"/>
                  <a:pt x="8870338" y="3409732"/>
                </a:cubicBezTo>
                <a:cubicBezTo>
                  <a:pt x="8870159" y="3408737"/>
                  <a:pt x="8869199" y="3408061"/>
                  <a:pt x="8868204" y="3408239"/>
                </a:cubicBezTo>
                <a:cubicBezTo>
                  <a:pt x="8867208" y="3408435"/>
                  <a:pt x="8866550" y="3409377"/>
                  <a:pt x="8866728" y="3410390"/>
                </a:cubicBezTo>
                <a:cubicBezTo>
                  <a:pt x="8866889" y="3411262"/>
                  <a:pt x="8867652" y="3411901"/>
                  <a:pt x="8868540" y="3411901"/>
                </a:cubicBezTo>
                <a:cubicBezTo>
                  <a:pt x="8868648" y="3411901"/>
                  <a:pt x="8868755" y="3411866"/>
                  <a:pt x="8868862" y="3411866"/>
                </a:cubicBezTo>
                <a:close/>
                <a:moveTo>
                  <a:pt x="8956547" y="3394460"/>
                </a:moveTo>
                <a:cubicBezTo>
                  <a:pt x="8957543" y="3394247"/>
                  <a:pt x="8958165" y="3393251"/>
                  <a:pt x="8957952" y="3392273"/>
                </a:cubicBezTo>
                <a:cubicBezTo>
                  <a:pt x="8957738" y="3391278"/>
                  <a:pt x="8956760" y="3390638"/>
                  <a:pt x="8955765" y="3390868"/>
                </a:cubicBezTo>
                <a:cubicBezTo>
                  <a:pt x="8954769" y="3391082"/>
                  <a:pt x="8954147" y="3392061"/>
                  <a:pt x="8954360" y="3393056"/>
                </a:cubicBezTo>
                <a:cubicBezTo>
                  <a:pt x="8954556" y="3393910"/>
                  <a:pt x="8955303" y="3394496"/>
                  <a:pt x="8956156" y="3394496"/>
                </a:cubicBezTo>
                <a:cubicBezTo>
                  <a:pt x="8956281" y="3394496"/>
                  <a:pt x="8956422" y="3394460"/>
                  <a:pt x="8956547" y="3394460"/>
                </a:cubicBezTo>
                <a:close/>
                <a:moveTo>
                  <a:pt x="8541996" y="3554790"/>
                </a:moveTo>
                <a:cubicBezTo>
                  <a:pt x="8542494" y="3554773"/>
                  <a:pt x="8542885" y="3554364"/>
                  <a:pt x="8542867" y="3553866"/>
                </a:cubicBezTo>
                <a:cubicBezTo>
                  <a:pt x="8542850" y="3553386"/>
                  <a:pt x="8542441" y="3553012"/>
                  <a:pt x="8541944" y="3553012"/>
                </a:cubicBezTo>
                <a:cubicBezTo>
                  <a:pt x="8541463" y="3553030"/>
                  <a:pt x="8541089" y="3553439"/>
                  <a:pt x="8541090" y="3553937"/>
                </a:cubicBezTo>
                <a:cubicBezTo>
                  <a:pt x="8541108" y="3554417"/>
                  <a:pt x="8541499" y="3554790"/>
                  <a:pt x="8541979" y="3554790"/>
                </a:cubicBezTo>
                <a:close/>
                <a:moveTo>
                  <a:pt x="9043592" y="3374049"/>
                </a:moveTo>
                <a:cubicBezTo>
                  <a:pt x="9044571" y="3373801"/>
                  <a:pt x="9045175" y="3372806"/>
                  <a:pt x="9044925" y="3371828"/>
                </a:cubicBezTo>
                <a:cubicBezTo>
                  <a:pt x="9044678" y="3370832"/>
                  <a:pt x="9043682" y="3370246"/>
                  <a:pt x="9042704" y="3370494"/>
                </a:cubicBezTo>
                <a:cubicBezTo>
                  <a:pt x="9041709" y="3370725"/>
                  <a:pt x="9041122" y="3371739"/>
                  <a:pt x="9041353" y="3372716"/>
                </a:cubicBezTo>
                <a:cubicBezTo>
                  <a:pt x="9041566" y="3373552"/>
                  <a:pt x="9042312" y="3374103"/>
                  <a:pt x="9043148" y="3374104"/>
                </a:cubicBezTo>
                <a:cubicBezTo>
                  <a:pt x="9043290" y="3374103"/>
                  <a:pt x="9043433" y="3374086"/>
                  <a:pt x="9043592" y="3374049"/>
                </a:cubicBezTo>
                <a:close/>
                <a:moveTo>
                  <a:pt x="9129998" y="3351098"/>
                </a:moveTo>
                <a:cubicBezTo>
                  <a:pt x="9130976" y="3350831"/>
                  <a:pt x="9131545" y="3349818"/>
                  <a:pt x="9131260" y="3348839"/>
                </a:cubicBezTo>
                <a:cubicBezTo>
                  <a:pt x="9130994" y="3347862"/>
                  <a:pt x="9129980" y="3347293"/>
                  <a:pt x="9129002" y="3347559"/>
                </a:cubicBezTo>
                <a:cubicBezTo>
                  <a:pt x="9128025" y="3347843"/>
                  <a:pt x="9127456" y="3348857"/>
                  <a:pt x="9127723" y="3349835"/>
                </a:cubicBezTo>
                <a:cubicBezTo>
                  <a:pt x="9127953" y="3350635"/>
                  <a:pt x="9128700" y="3351169"/>
                  <a:pt x="9129501" y="3351169"/>
                </a:cubicBezTo>
                <a:cubicBezTo>
                  <a:pt x="9129660" y="3351169"/>
                  <a:pt x="9129820" y="3351151"/>
                  <a:pt x="9129998" y="3351098"/>
                </a:cubicBezTo>
                <a:close/>
                <a:moveTo>
                  <a:pt x="9215817" y="3326029"/>
                </a:moveTo>
                <a:cubicBezTo>
                  <a:pt x="9216795" y="3325727"/>
                  <a:pt x="9217328" y="3324695"/>
                  <a:pt x="9217044" y="3323735"/>
                </a:cubicBezTo>
                <a:cubicBezTo>
                  <a:pt x="9216742" y="3322758"/>
                  <a:pt x="9215728" y="3322207"/>
                  <a:pt x="9214750" y="3322509"/>
                </a:cubicBezTo>
                <a:cubicBezTo>
                  <a:pt x="9213772" y="3322812"/>
                  <a:pt x="9213240" y="3323824"/>
                  <a:pt x="9213523" y="3324802"/>
                </a:cubicBezTo>
                <a:cubicBezTo>
                  <a:pt x="9213772" y="3325602"/>
                  <a:pt x="9214502" y="3326100"/>
                  <a:pt x="9215284" y="3326100"/>
                </a:cubicBezTo>
                <a:cubicBezTo>
                  <a:pt x="9215462" y="3326100"/>
                  <a:pt x="9215639" y="3326082"/>
                  <a:pt x="9215817" y="3326029"/>
                </a:cubicBezTo>
                <a:close/>
                <a:moveTo>
                  <a:pt x="9301138" y="3299218"/>
                </a:moveTo>
                <a:cubicBezTo>
                  <a:pt x="9302098" y="3298916"/>
                  <a:pt x="9302632" y="3297868"/>
                  <a:pt x="9302311" y="3296907"/>
                </a:cubicBezTo>
                <a:cubicBezTo>
                  <a:pt x="9301991" y="3295947"/>
                  <a:pt x="9300961" y="3295414"/>
                  <a:pt x="9300000" y="3295734"/>
                </a:cubicBezTo>
                <a:cubicBezTo>
                  <a:pt x="9299040" y="3296036"/>
                  <a:pt x="9298507" y="3297068"/>
                  <a:pt x="9298827" y="3298045"/>
                </a:cubicBezTo>
                <a:cubicBezTo>
                  <a:pt x="9299076" y="3298828"/>
                  <a:pt x="9299786" y="3299307"/>
                  <a:pt x="9300569" y="3299307"/>
                </a:cubicBezTo>
                <a:cubicBezTo>
                  <a:pt x="9300765" y="3299307"/>
                  <a:pt x="9300942" y="3299290"/>
                  <a:pt x="9301138" y="3299218"/>
                </a:cubicBezTo>
                <a:close/>
                <a:moveTo>
                  <a:pt x="9386033" y="3271057"/>
                </a:moveTo>
                <a:cubicBezTo>
                  <a:pt x="9386992" y="3270737"/>
                  <a:pt x="9387508" y="3269687"/>
                  <a:pt x="9387188" y="3268746"/>
                </a:cubicBezTo>
                <a:cubicBezTo>
                  <a:pt x="9386868" y="3267786"/>
                  <a:pt x="9385819" y="3267252"/>
                  <a:pt x="9384858" y="3267590"/>
                </a:cubicBezTo>
                <a:cubicBezTo>
                  <a:pt x="9383899" y="3267910"/>
                  <a:pt x="9383383" y="3268959"/>
                  <a:pt x="9383703" y="3269919"/>
                </a:cubicBezTo>
                <a:cubicBezTo>
                  <a:pt x="9383970" y="3270684"/>
                  <a:pt x="9384681" y="3271164"/>
                  <a:pt x="9385446" y="3271164"/>
                </a:cubicBezTo>
                <a:cubicBezTo>
                  <a:pt x="9385641" y="3271164"/>
                  <a:pt x="9385836" y="3271128"/>
                  <a:pt x="9386033" y="3271057"/>
                </a:cubicBezTo>
                <a:close/>
                <a:moveTo>
                  <a:pt x="8630712" y="3549599"/>
                </a:moveTo>
                <a:cubicBezTo>
                  <a:pt x="8631193" y="3549563"/>
                  <a:pt x="8631566" y="3549136"/>
                  <a:pt x="8631513" y="3548638"/>
                </a:cubicBezTo>
                <a:cubicBezTo>
                  <a:pt x="8631477" y="3548159"/>
                  <a:pt x="8631050" y="3547786"/>
                  <a:pt x="8630553" y="3547839"/>
                </a:cubicBezTo>
                <a:cubicBezTo>
                  <a:pt x="8630073" y="3547874"/>
                  <a:pt x="8629699" y="3548301"/>
                  <a:pt x="8629752" y="3548799"/>
                </a:cubicBezTo>
                <a:cubicBezTo>
                  <a:pt x="8629788" y="3549261"/>
                  <a:pt x="8630179" y="3549616"/>
                  <a:pt x="8630624" y="3549616"/>
                </a:cubicBezTo>
                <a:cubicBezTo>
                  <a:pt x="8630659" y="3549616"/>
                  <a:pt x="8630712" y="3549599"/>
                  <a:pt x="8630712" y="3549599"/>
                </a:cubicBezTo>
                <a:close/>
                <a:moveTo>
                  <a:pt x="9470625" y="3241917"/>
                </a:moveTo>
                <a:cubicBezTo>
                  <a:pt x="9471584" y="3241579"/>
                  <a:pt x="9472082" y="3240530"/>
                  <a:pt x="9471744" y="3239570"/>
                </a:cubicBezTo>
                <a:cubicBezTo>
                  <a:pt x="9471424" y="3238611"/>
                  <a:pt x="9470375" y="3238113"/>
                  <a:pt x="9469416" y="3238450"/>
                </a:cubicBezTo>
                <a:cubicBezTo>
                  <a:pt x="9468455" y="3238770"/>
                  <a:pt x="9467958" y="3239819"/>
                  <a:pt x="9468295" y="3240780"/>
                </a:cubicBezTo>
                <a:cubicBezTo>
                  <a:pt x="9468544" y="3241544"/>
                  <a:pt x="9469256" y="3242024"/>
                  <a:pt x="9470019" y="3242024"/>
                </a:cubicBezTo>
                <a:cubicBezTo>
                  <a:pt x="9470215" y="3242024"/>
                  <a:pt x="9470428" y="3241988"/>
                  <a:pt x="9470625" y="3241917"/>
                </a:cubicBezTo>
                <a:close/>
                <a:moveTo>
                  <a:pt x="8718986" y="3539910"/>
                </a:moveTo>
                <a:cubicBezTo>
                  <a:pt x="8719483" y="3539838"/>
                  <a:pt x="8719821" y="3539394"/>
                  <a:pt x="8719750" y="3538914"/>
                </a:cubicBezTo>
                <a:cubicBezTo>
                  <a:pt x="8719697" y="3538416"/>
                  <a:pt x="8719252" y="3538078"/>
                  <a:pt x="8718754" y="3538149"/>
                </a:cubicBezTo>
                <a:cubicBezTo>
                  <a:pt x="8718273" y="3538202"/>
                  <a:pt x="8717936" y="3538665"/>
                  <a:pt x="8717990" y="3539145"/>
                </a:cubicBezTo>
                <a:cubicBezTo>
                  <a:pt x="8718061" y="3539589"/>
                  <a:pt x="8718434" y="3539909"/>
                  <a:pt x="8718861" y="3539909"/>
                </a:cubicBezTo>
                <a:close/>
                <a:moveTo>
                  <a:pt x="8806707" y="3526183"/>
                </a:moveTo>
                <a:cubicBezTo>
                  <a:pt x="8807204" y="3526095"/>
                  <a:pt x="8807506" y="3525633"/>
                  <a:pt x="8807436" y="3525153"/>
                </a:cubicBezTo>
                <a:cubicBezTo>
                  <a:pt x="8807346" y="3524673"/>
                  <a:pt x="8806884" y="3524353"/>
                  <a:pt x="8806404" y="3524442"/>
                </a:cubicBezTo>
                <a:cubicBezTo>
                  <a:pt x="8805924" y="3524512"/>
                  <a:pt x="8805604" y="3524976"/>
                  <a:pt x="8805693" y="3525455"/>
                </a:cubicBezTo>
                <a:cubicBezTo>
                  <a:pt x="8805764" y="3525900"/>
                  <a:pt x="8806138" y="3526202"/>
                  <a:pt x="8806563" y="3526201"/>
                </a:cubicBezTo>
                <a:cubicBezTo>
                  <a:pt x="8806617" y="3526201"/>
                  <a:pt x="8806707" y="3526183"/>
                  <a:pt x="8806707" y="3526183"/>
                </a:cubicBezTo>
                <a:close/>
                <a:moveTo>
                  <a:pt x="8893788" y="3508921"/>
                </a:moveTo>
                <a:cubicBezTo>
                  <a:pt x="8894268" y="3508814"/>
                  <a:pt x="8894588" y="3508334"/>
                  <a:pt x="8894481" y="3507871"/>
                </a:cubicBezTo>
                <a:cubicBezTo>
                  <a:pt x="8894375" y="3507373"/>
                  <a:pt x="8893895" y="3507072"/>
                  <a:pt x="8893414" y="3507179"/>
                </a:cubicBezTo>
                <a:cubicBezTo>
                  <a:pt x="8892934" y="3507284"/>
                  <a:pt x="8892632" y="3507764"/>
                  <a:pt x="8892738" y="3508245"/>
                </a:cubicBezTo>
                <a:cubicBezTo>
                  <a:pt x="8892827" y="3508653"/>
                  <a:pt x="8893200" y="3508939"/>
                  <a:pt x="8893609" y="3508939"/>
                </a:cubicBezTo>
                <a:cubicBezTo>
                  <a:pt x="8893663" y="3508939"/>
                  <a:pt x="8893788" y="3508921"/>
                  <a:pt x="8893788" y="3508921"/>
                </a:cubicBezTo>
                <a:close/>
                <a:moveTo>
                  <a:pt x="8979126" y="3487942"/>
                </a:moveTo>
                <a:lnTo>
                  <a:pt x="8979128" y="3487939"/>
                </a:lnTo>
                <a:lnTo>
                  <a:pt x="8979108" y="3487924"/>
                </a:lnTo>
                <a:close/>
                <a:moveTo>
                  <a:pt x="8980193" y="3488600"/>
                </a:moveTo>
                <a:cubicBezTo>
                  <a:pt x="8980673" y="3488475"/>
                  <a:pt x="8980957" y="3487995"/>
                  <a:pt x="8980833" y="3487514"/>
                </a:cubicBezTo>
                <a:cubicBezTo>
                  <a:pt x="8980709" y="3487035"/>
                  <a:pt x="8980229" y="3486750"/>
                  <a:pt x="8979766" y="3486875"/>
                </a:cubicBezTo>
                <a:lnTo>
                  <a:pt x="8979128" y="3487939"/>
                </a:lnTo>
                <a:lnTo>
                  <a:pt x="8979978" y="3488600"/>
                </a:lnTo>
                <a:cubicBezTo>
                  <a:pt x="8980051" y="3488600"/>
                  <a:pt x="8980193" y="3488600"/>
                  <a:pt x="8980193" y="3488600"/>
                </a:cubicBezTo>
                <a:close/>
                <a:moveTo>
                  <a:pt x="9065976" y="3465664"/>
                </a:moveTo>
                <a:cubicBezTo>
                  <a:pt x="9066456" y="3465522"/>
                  <a:pt x="9066723" y="3465042"/>
                  <a:pt x="9066599" y="3464563"/>
                </a:cubicBezTo>
                <a:cubicBezTo>
                  <a:pt x="9066456" y="3464100"/>
                  <a:pt x="9065958" y="3463815"/>
                  <a:pt x="9065496" y="3463957"/>
                </a:cubicBezTo>
                <a:cubicBezTo>
                  <a:pt x="9065017" y="3464082"/>
                  <a:pt x="9064750" y="3464580"/>
                  <a:pt x="9064874" y="3465043"/>
                </a:cubicBezTo>
                <a:cubicBezTo>
                  <a:pt x="9064998" y="3465434"/>
                  <a:pt x="9065354" y="3465700"/>
                  <a:pt x="9065745" y="3465701"/>
                </a:cubicBezTo>
                <a:cubicBezTo>
                  <a:pt x="9065816" y="3465700"/>
                  <a:pt x="9065976" y="3465664"/>
                  <a:pt x="9065976" y="3465664"/>
                </a:cubicBezTo>
                <a:close/>
                <a:moveTo>
                  <a:pt x="9151154" y="3440561"/>
                </a:moveTo>
                <a:cubicBezTo>
                  <a:pt x="9151617" y="3440418"/>
                  <a:pt x="9151884" y="3439920"/>
                  <a:pt x="9151742" y="3439459"/>
                </a:cubicBezTo>
                <a:cubicBezTo>
                  <a:pt x="9151599" y="3438978"/>
                  <a:pt x="9151101" y="3438712"/>
                  <a:pt x="9150639" y="3438872"/>
                </a:cubicBezTo>
                <a:cubicBezTo>
                  <a:pt x="9150159" y="3438996"/>
                  <a:pt x="9149892" y="3439512"/>
                  <a:pt x="9150035" y="3439974"/>
                </a:cubicBezTo>
                <a:cubicBezTo>
                  <a:pt x="9150159" y="3440347"/>
                  <a:pt x="9150515" y="3440597"/>
                  <a:pt x="9150888" y="3440597"/>
                </a:cubicBezTo>
                <a:cubicBezTo>
                  <a:pt x="9150978" y="3440596"/>
                  <a:pt x="9151066" y="3440597"/>
                  <a:pt x="9151154" y="3440561"/>
                </a:cubicBezTo>
                <a:close/>
                <a:moveTo>
                  <a:pt x="9235800" y="3413697"/>
                </a:moveTo>
                <a:cubicBezTo>
                  <a:pt x="9236262" y="3413555"/>
                  <a:pt x="9236529" y="3413039"/>
                  <a:pt x="9236369" y="3412577"/>
                </a:cubicBezTo>
                <a:cubicBezTo>
                  <a:pt x="9236227" y="3412115"/>
                  <a:pt x="9235711" y="3411848"/>
                  <a:pt x="9235249" y="3412008"/>
                </a:cubicBezTo>
                <a:cubicBezTo>
                  <a:pt x="9234786" y="3412150"/>
                  <a:pt x="9234520" y="3412666"/>
                  <a:pt x="9234680" y="3413128"/>
                </a:cubicBezTo>
                <a:cubicBezTo>
                  <a:pt x="9234805" y="3413501"/>
                  <a:pt x="9235160" y="3413732"/>
                  <a:pt x="9235533" y="3413732"/>
                </a:cubicBezTo>
                <a:cubicBezTo>
                  <a:pt x="9235623" y="3413732"/>
                  <a:pt x="9235800" y="3413697"/>
                  <a:pt x="9235800" y="3413697"/>
                </a:cubicBezTo>
                <a:close/>
                <a:moveTo>
                  <a:pt x="9320037" y="3385446"/>
                </a:moveTo>
                <a:cubicBezTo>
                  <a:pt x="9320498" y="3385304"/>
                  <a:pt x="9320748" y="3384789"/>
                  <a:pt x="9320588" y="3384326"/>
                </a:cubicBezTo>
                <a:cubicBezTo>
                  <a:pt x="9320427" y="3383863"/>
                  <a:pt x="9319913" y="3383616"/>
                  <a:pt x="9319468" y="3383775"/>
                </a:cubicBezTo>
                <a:cubicBezTo>
                  <a:pt x="9318989" y="3383935"/>
                  <a:pt x="9318739" y="3384433"/>
                  <a:pt x="9318917" y="3384913"/>
                </a:cubicBezTo>
                <a:cubicBezTo>
                  <a:pt x="9319041" y="3385268"/>
                  <a:pt x="9319379" y="3385499"/>
                  <a:pt x="9319752" y="3385499"/>
                </a:cubicBezTo>
                <a:cubicBezTo>
                  <a:pt x="9319842" y="3385499"/>
                  <a:pt x="9320037" y="3385446"/>
                  <a:pt x="9320037" y="3385446"/>
                </a:cubicBezTo>
                <a:close/>
                <a:moveTo>
                  <a:pt x="9403954" y="3356200"/>
                </a:moveTo>
                <a:cubicBezTo>
                  <a:pt x="9404416" y="3356040"/>
                  <a:pt x="9404646" y="3355524"/>
                  <a:pt x="9404487" y="3355062"/>
                </a:cubicBezTo>
                <a:cubicBezTo>
                  <a:pt x="9404327" y="3354600"/>
                  <a:pt x="9403811" y="3354369"/>
                  <a:pt x="9403348" y="3354529"/>
                </a:cubicBezTo>
                <a:cubicBezTo>
                  <a:pt x="9402904" y="3354689"/>
                  <a:pt x="9402655" y="3355205"/>
                  <a:pt x="9402816" y="3355666"/>
                </a:cubicBezTo>
                <a:cubicBezTo>
                  <a:pt x="9402939" y="3356022"/>
                  <a:pt x="9403296" y="3356253"/>
                  <a:pt x="9403651" y="3356253"/>
                </a:cubicBezTo>
                <a:cubicBezTo>
                  <a:pt x="9403757" y="3356253"/>
                  <a:pt x="9403847" y="3356235"/>
                  <a:pt x="9403954" y="3356200"/>
                </a:cubicBezTo>
                <a:close/>
                <a:moveTo>
                  <a:pt x="9487656" y="3326296"/>
                </a:moveTo>
                <a:cubicBezTo>
                  <a:pt x="9488119" y="3326118"/>
                  <a:pt x="9488368" y="3325602"/>
                  <a:pt x="9488207" y="3325141"/>
                </a:cubicBezTo>
                <a:cubicBezTo>
                  <a:pt x="9488029" y="3324695"/>
                  <a:pt x="9487532" y="3324447"/>
                  <a:pt x="9487070" y="3324607"/>
                </a:cubicBezTo>
                <a:cubicBezTo>
                  <a:pt x="9486608" y="3324784"/>
                  <a:pt x="9486358" y="3325282"/>
                  <a:pt x="9486519" y="3325745"/>
                </a:cubicBezTo>
                <a:cubicBezTo>
                  <a:pt x="9486661" y="3326118"/>
                  <a:pt x="9486999" y="3326332"/>
                  <a:pt x="9487354" y="3326332"/>
                </a:cubicBezTo>
                <a:cubicBezTo>
                  <a:pt x="9487461" y="3326332"/>
                  <a:pt x="9487656" y="3326296"/>
                  <a:pt x="9487656" y="3326296"/>
                </a:cubicBezTo>
                <a:close/>
              </a:path>
            </a:pathLst>
          </a:custGeom>
          <a:gradFill>
            <a:gsLst>
              <a:gs pos="0">
                <a:srgbClr val="1E2757">
                  <a:alpha val="69803"/>
                </a:srgbClr>
              </a:gs>
              <a:gs pos="82000">
                <a:srgbClr val="FEBE20">
                  <a:alpha val="0"/>
                </a:srgbClr>
              </a:gs>
              <a:gs pos="100000">
                <a:srgbClr val="FEBE2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5502" y="411956"/>
            <a:ext cx="1291546" cy="88820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>
            <p:ph type="ctrTitle"/>
          </p:nvPr>
        </p:nvSpPr>
        <p:spPr>
          <a:xfrm>
            <a:off x="5409132" y="3200401"/>
            <a:ext cx="3348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Manrope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6" name="Google Shape;266;p24"/>
          <p:cNvSpPr txBox="1"/>
          <p:nvPr>
            <p:ph idx="11" type="ftr"/>
          </p:nvPr>
        </p:nvSpPr>
        <p:spPr>
          <a:xfrm>
            <a:off x="3028950" y="4862708"/>
            <a:ext cx="3086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7" name="Google Shape;267;p24"/>
          <p:cNvSpPr txBox="1"/>
          <p:nvPr>
            <p:ph idx="12" type="sldNum"/>
          </p:nvPr>
        </p:nvSpPr>
        <p:spPr>
          <a:xfrm>
            <a:off x="6686535" y="4862708"/>
            <a:ext cx="20574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1" type="body"/>
          </p:nvPr>
        </p:nvSpPr>
        <p:spPr>
          <a:xfrm>
            <a:off x="386953" y="1087042"/>
            <a:ext cx="83700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74" name="Google Shape;27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25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, Sub Title and Content">
  <p:cSld name="1_Title, Sub Title and Conten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/>
          <p:nvPr>
            <p:ph type="title"/>
          </p:nvPr>
        </p:nvSpPr>
        <p:spPr>
          <a:xfrm>
            <a:off x="386953" y="239486"/>
            <a:ext cx="71460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8" name="Google Shape;278;p26"/>
          <p:cNvSpPr txBox="1"/>
          <p:nvPr>
            <p:ph idx="1" type="body"/>
          </p:nvPr>
        </p:nvSpPr>
        <p:spPr>
          <a:xfrm>
            <a:off x="386953" y="1087042"/>
            <a:ext cx="83700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9" name="Google Shape;279;p26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0" name="Google Shape;280;p26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81" name="Google Shape;28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6"/>
          <p:cNvSpPr txBox="1"/>
          <p:nvPr>
            <p:ph idx="2" type="body"/>
          </p:nvPr>
        </p:nvSpPr>
        <p:spPr>
          <a:xfrm>
            <a:off x="386951" y="754380"/>
            <a:ext cx="83700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400"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83" name="Google Shape;283;p26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84" name="Google Shape;284;p26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7" name="Google Shape;287;p27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27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89" name="Google Shape;28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>
            <p:ph idx="1" type="body"/>
          </p:nvPr>
        </p:nvSpPr>
        <p:spPr>
          <a:xfrm>
            <a:off x="386954" y="1087042"/>
            <a:ext cx="41280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1" name="Google Shape;291;p27"/>
          <p:cNvSpPr txBox="1"/>
          <p:nvPr>
            <p:ph idx="2" type="body"/>
          </p:nvPr>
        </p:nvSpPr>
        <p:spPr>
          <a:xfrm>
            <a:off x="4629149" y="1087042"/>
            <a:ext cx="41280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2" name="Google Shape;292;p27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93" name="Google Shape;293;p27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&amp; Image 1">
  <p:cSld name="Content &amp; Image 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>
            <p:ph idx="1" type="body"/>
          </p:nvPr>
        </p:nvSpPr>
        <p:spPr>
          <a:xfrm>
            <a:off x="386954" y="1087041"/>
            <a:ext cx="4985100" cy="3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0" name="Google Shape;300;p28"/>
          <p:cNvSpPr/>
          <p:nvPr>
            <p:ph idx="2" type="pic"/>
          </p:nvPr>
        </p:nvSpPr>
        <p:spPr>
          <a:xfrm>
            <a:off x="5526880" y="1087042"/>
            <a:ext cx="3230100" cy="36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28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02" name="Google Shape;302;p28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&amp; Image 2">
  <p:cSld name="Content &amp; Image 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5" name="Google Shape;305;p29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6" name="Google Shape;306;p29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07" name="Google Shape;30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9"/>
          <p:cNvSpPr txBox="1"/>
          <p:nvPr>
            <p:ph idx="1" type="body"/>
          </p:nvPr>
        </p:nvSpPr>
        <p:spPr>
          <a:xfrm>
            <a:off x="3771901" y="1087042"/>
            <a:ext cx="49851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9" name="Google Shape;309;p29"/>
          <p:cNvSpPr/>
          <p:nvPr>
            <p:ph idx="2" type="pic"/>
          </p:nvPr>
        </p:nvSpPr>
        <p:spPr>
          <a:xfrm>
            <a:off x="386953" y="1087041"/>
            <a:ext cx="3230100" cy="36117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29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11" name="Google Shape;311;p29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Content Slide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/>
          <p:nvPr>
            <p:ph type="title"/>
          </p:nvPr>
        </p:nvSpPr>
        <p:spPr>
          <a:xfrm>
            <a:off x="386953" y="734417"/>
            <a:ext cx="33183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4" name="Google Shape;314;p30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5" name="Google Shape;315;p30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16" name="Google Shape;31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/>
          <p:nvPr>
            <p:ph idx="2" type="pic"/>
          </p:nvPr>
        </p:nvSpPr>
        <p:spPr>
          <a:xfrm>
            <a:off x="3800475" y="734418"/>
            <a:ext cx="2476500" cy="3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318" name="Google Shape;318;p30"/>
          <p:cNvSpPr txBox="1"/>
          <p:nvPr>
            <p:ph idx="1" type="body"/>
          </p:nvPr>
        </p:nvSpPr>
        <p:spPr>
          <a:xfrm>
            <a:off x="386953" y="1543049"/>
            <a:ext cx="33183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3" type="body"/>
          </p:nvPr>
        </p:nvSpPr>
        <p:spPr>
          <a:xfrm>
            <a:off x="6372226" y="734418"/>
            <a:ext cx="2384700" cy="3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0" name="Google Shape;320;p30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21" name="Google Shape;321;p30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&amp; Title Slide">
  <p:cSld name="Content &amp; Title Slid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"/>
          <p:cNvSpPr txBox="1"/>
          <p:nvPr>
            <p:ph type="title"/>
          </p:nvPr>
        </p:nvSpPr>
        <p:spPr>
          <a:xfrm>
            <a:off x="386953" y="734417"/>
            <a:ext cx="50043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4" name="Google Shape;324;p31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5" name="Google Shape;325;p31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26" name="Google Shape;32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>
            <p:ph idx="2" type="pic"/>
          </p:nvPr>
        </p:nvSpPr>
        <p:spPr>
          <a:xfrm>
            <a:off x="5505450" y="734418"/>
            <a:ext cx="3251700" cy="3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86953" y="1543049"/>
            <a:ext cx="50043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29" name="Google Shape;329;p31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30" name="Google Shape;330;p31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3" name="Google Shape;333;p32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34" name="Google Shape;33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2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36" name="Google Shape;336;p32"/>
          <p:cNvCxnSpPr/>
          <p:nvPr/>
        </p:nvCxnSpPr>
        <p:spPr>
          <a:xfrm>
            <a:off x="386954" y="4768644"/>
            <a:ext cx="83700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Blank Slide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9" name="Google Shape;339;p33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86954" y="889397"/>
            <a:ext cx="1752600" cy="22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3" name="Google Shape;343;p33"/>
          <p:cNvSpPr txBox="1"/>
          <p:nvPr>
            <p:ph idx="2" type="body"/>
          </p:nvPr>
        </p:nvSpPr>
        <p:spPr>
          <a:xfrm>
            <a:off x="386954" y="1184672"/>
            <a:ext cx="3856500" cy="21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4" name="Google Shape;344;p33"/>
          <p:cNvSpPr txBox="1"/>
          <p:nvPr>
            <p:ph idx="3" type="body"/>
          </p:nvPr>
        </p:nvSpPr>
        <p:spPr>
          <a:xfrm>
            <a:off x="386954" y="3549174"/>
            <a:ext cx="3856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5" name="Google Shape;345;p33"/>
          <p:cNvSpPr txBox="1"/>
          <p:nvPr>
            <p:ph idx="4" type="body"/>
          </p:nvPr>
        </p:nvSpPr>
        <p:spPr>
          <a:xfrm>
            <a:off x="4544615" y="3549174"/>
            <a:ext cx="1842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6" name="Google Shape;346;p33"/>
          <p:cNvSpPr txBox="1"/>
          <p:nvPr>
            <p:ph idx="5" type="body"/>
          </p:nvPr>
        </p:nvSpPr>
        <p:spPr>
          <a:xfrm>
            <a:off x="6915148" y="3549174"/>
            <a:ext cx="1842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7" name="Google Shape;347;p33"/>
          <p:cNvSpPr/>
          <p:nvPr>
            <p:ph idx="6" type="pic"/>
          </p:nvPr>
        </p:nvSpPr>
        <p:spPr>
          <a:xfrm>
            <a:off x="4544398" y="2968832"/>
            <a:ext cx="440100" cy="4401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</p:sp>
      <p:sp>
        <p:nvSpPr>
          <p:cNvPr id="348" name="Google Shape;348;p33"/>
          <p:cNvSpPr/>
          <p:nvPr>
            <p:ph idx="7" type="pic"/>
          </p:nvPr>
        </p:nvSpPr>
        <p:spPr>
          <a:xfrm>
            <a:off x="6914932" y="2968832"/>
            <a:ext cx="440100" cy="4401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</p:sp>
      <p:cxnSp>
        <p:nvCxnSpPr>
          <p:cNvPr id="349" name="Google Shape;349;p33"/>
          <p:cNvCxnSpPr/>
          <p:nvPr/>
        </p:nvCxnSpPr>
        <p:spPr>
          <a:xfrm>
            <a:off x="6650830" y="3244778"/>
            <a:ext cx="0" cy="1214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5"/>
          <p:cNvPicPr preferRelativeResize="0"/>
          <p:nvPr/>
        </p:nvPicPr>
        <p:blipFill rotWithShape="1">
          <a:blip r:embed="rId2">
            <a:alphaModFix/>
          </a:blip>
          <a:srcRect b="4999" l="5616" r="4081" t="2063"/>
          <a:stretch/>
        </p:blipFill>
        <p:spPr>
          <a:xfrm flipH="1"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58" name="Google Shape;358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C35"/>
              </a:gs>
              <a:gs pos="20000">
                <a:srgbClr val="141C35"/>
              </a:gs>
              <a:gs pos="88000">
                <a:srgbClr val="1E1E1E">
                  <a:alpha val="0"/>
                </a:srgbClr>
              </a:gs>
              <a:gs pos="100000">
                <a:srgbClr val="1E1E1E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9" name="Google Shape;35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569" y="754875"/>
            <a:ext cx="1955743" cy="44357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5"/>
          <p:cNvSpPr txBox="1"/>
          <p:nvPr>
            <p:ph type="ctrTitle"/>
          </p:nvPr>
        </p:nvSpPr>
        <p:spPr>
          <a:xfrm>
            <a:off x="386954" y="1953320"/>
            <a:ext cx="3348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b="1"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1" name="Google Shape;361;p35"/>
          <p:cNvSpPr txBox="1"/>
          <p:nvPr>
            <p:ph idx="10" type="dt"/>
          </p:nvPr>
        </p:nvSpPr>
        <p:spPr>
          <a:xfrm>
            <a:off x="386954" y="4495800"/>
            <a:ext cx="1075500" cy="2097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2" name="Google Shape;362;p35"/>
          <p:cNvSpPr txBox="1"/>
          <p:nvPr>
            <p:ph idx="11" type="ftr"/>
          </p:nvPr>
        </p:nvSpPr>
        <p:spPr>
          <a:xfrm>
            <a:off x="3028950" y="4862708"/>
            <a:ext cx="3086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>
  <p:cSld name="Agenda Slide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using a computer&#10;&#10;AI-generated content may be incorrect." id="364" name="Google Shape;364;p36"/>
          <p:cNvPicPr preferRelativeResize="0"/>
          <p:nvPr/>
        </p:nvPicPr>
        <p:blipFill rotWithShape="1">
          <a:blip r:embed="rId2">
            <a:alphaModFix/>
          </a:blip>
          <a:srcRect b="4721" l="3217" r="3516" t="10811"/>
          <a:stretch/>
        </p:blipFill>
        <p:spPr>
          <a:xfrm>
            <a:off x="0" y="1"/>
            <a:ext cx="3786188" cy="5143499"/>
          </a:xfrm>
          <a:custGeom>
            <a:rect b="b" l="l" r="r" t="t"/>
            <a:pathLst>
              <a:path extrusionOk="0" h="6857999" w="5048250">
                <a:moveTo>
                  <a:pt x="0" y="0"/>
                </a:moveTo>
                <a:lnTo>
                  <a:pt x="5048250" y="0"/>
                </a:lnTo>
                <a:lnTo>
                  <a:pt x="5048250" y="6857999"/>
                </a:lnTo>
                <a:lnTo>
                  <a:pt x="0" y="685799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65" name="Google Shape;365;p36"/>
          <p:cNvSpPr/>
          <p:nvPr/>
        </p:nvSpPr>
        <p:spPr>
          <a:xfrm>
            <a:off x="0" y="0"/>
            <a:ext cx="3786300" cy="5143500"/>
          </a:xfrm>
          <a:prstGeom prst="rect">
            <a:avLst/>
          </a:prstGeom>
          <a:gradFill>
            <a:gsLst>
              <a:gs pos="0">
                <a:srgbClr val="1E2757"/>
              </a:gs>
              <a:gs pos="100000">
                <a:srgbClr val="1D214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36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7" name="Google Shape;367;p36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8" name="Google Shape;368;p36"/>
          <p:cNvSpPr txBox="1"/>
          <p:nvPr>
            <p:ph type="title"/>
          </p:nvPr>
        </p:nvSpPr>
        <p:spPr>
          <a:xfrm>
            <a:off x="386953" y="438149"/>
            <a:ext cx="32610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b="1"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369" name="Google Shape;369;p36"/>
          <p:cNvCxnSpPr/>
          <p:nvPr/>
        </p:nvCxnSpPr>
        <p:spPr>
          <a:xfrm>
            <a:off x="4381500" y="1194738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0" name="Google Shape;370;p36"/>
          <p:cNvSpPr/>
          <p:nvPr/>
        </p:nvSpPr>
        <p:spPr>
          <a:xfrm>
            <a:off x="4381500" y="624599"/>
            <a:ext cx="438600" cy="4386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4437080" y="690299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idx="2" type="body"/>
          </p:nvPr>
        </p:nvSpPr>
        <p:spPr>
          <a:xfrm>
            <a:off x="4950619" y="657556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3" name="Google Shape;373;p36"/>
          <p:cNvSpPr/>
          <p:nvPr/>
        </p:nvSpPr>
        <p:spPr>
          <a:xfrm>
            <a:off x="4381500" y="1326298"/>
            <a:ext cx="438600" cy="4386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74" name="Google Shape;374;p36"/>
          <p:cNvSpPr txBox="1"/>
          <p:nvPr>
            <p:ph idx="3" type="body"/>
          </p:nvPr>
        </p:nvSpPr>
        <p:spPr>
          <a:xfrm>
            <a:off x="4437080" y="1391997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5" name="Google Shape;375;p36"/>
          <p:cNvSpPr txBox="1"/>
          <p:nvPr>
            <p:ph idx="4" type="body"/>
          </p:nvPr>
        </p:nvSpPr>
        <p:spPr>
          <a:xfrm>
            <a:off x="4950619" y="1359254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36"/>
          <p:cNvSpPr/>
          <p:nvPr/>
        </p:nvSpPr>
        <p:spPr>
          <a:xfrm>
            <a:off x="4381500" y="2027997"/>
            <a:ext cx="438600" cy="4386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77" name="Google Shape;377;p36"/>
          <p:cNvSpPr txBox="1"/>
          <p:nvPr>
            <p:ph idx="5" type="body"/>
          </p:nvPr>
        </p:nvSpPr>
        <p:spPr>
          <a:xfrm>
            <a:off x="4437080" y="2089398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8" name="Google Shape;378;p36"/>
          <p:cNvSpPr txBox="1"/>
          <p:nvPr>
            <p:ph idx="6" type="body"/>
          </p:nvPr>
        </p:nvSpPr>
        <p:spPr>
          <a:xfrm>
            <a:off x="4950619" y="2060953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9" name="Google Shape;379;p36"/>
          <p:cNvSpPr/>
          <p:nvPr/>
        </p:nvSpPr>
        <p:spPr>
          <a:xfrm>
            <a:off x="4381500" y="2729696"/>
            <a:ext cx="438600" cy="4386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80" name="Google Shape;380;p36"/>
          <p:cNvSpPr txBox="1"/>
          <p:nvPr>
            <p:ph idx="7" type="body"/>
          </p:nvPr>
        </p:nvSpPr>
        <p:spPr>
          <a:xfrm>
            <a:off x="4437080" y="2795394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1" name="Google Shape;381;p36"/>
          <p:cNvSpPr txBox="1"/>
          <p:nvPr>
            <p:ph idx="8" type="body"/>
          </p:nvPr>
        </p:nvSpPr>
        <p:spPr>
          <a:xfrm>
            <a:off x="4950619" y="2762651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2" name="Google Shape;382;p36"/>
          <p:cNvSpPr/>
          <p:nvPr/>
        </p:nvSpPr>
        <p:spPr>
          <a:xfrm>
            <a:off x="4381500" y="3431396"/>
            <a:ext cx="438600" cy="4386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83" name="Google Shape;383;p36"/>
          <p:cNvSpPr txBox="1"/>
          <p:nvPr>
            <p:ph idx="9" type="body"/>
          </p:nvPr>
        </p:nvSpPr>
        <p:spPr>
          <a:xfrm>
            <a:off x="4437080" y="3501646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36"/>
          <p:cNvSpPr txBox="1"/>
          <p:nvPr>
            <p:ph idx="13" type="body"/>
          </p:nvPr>
        </p:nvSpPr>
        <p:spPr>
          <a:xfrm>
            <a:off x="4950619" y="3464350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5" name="Google Shape;385;p36"/>
          <p:cNvSpPr/>
          <p:nvPr/>
        </p:nvSpPr>
        <p:spPr>
          <a:xfrm>
            <a:off x="4381500" y="4133094"/>
            <a:ext cx="438600" cy="4386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86" name="Google Shape;386;p36"/>
          <p:cNvSpPr txBox="1"/>
          <p:nvPr>
            <p:ph idx="14" type="body"/>
          </p:nvPr>
        </p:nvSpPr>
        <p:spPr>
          <a:xfrm>
            <a:off x="4437080" y="4206049"/>
            <a:ext cx="327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7" name="Google Shape;387;p36"/>
          <p:cNvSpPr txBox="1"/>
          <p:nvPr>
            <p:ph idx="15" type="body"/>
          </p:nvPr>
        </p:nvSpPr>
        <p:spPr>
          <a:xfrm>
            <a:off x="4950619" y="4166051"/>
            <a:ext cx="3806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388" name="Google Shape;388;p36"/>
          <p:cNvCxnSpPr/>
          <p:nvPr/>
        </p:nvCxnSpPr>
        <p:spPr>
          <a:xfrm>
            <a:off x="4381500" y="1896437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9" name="Google Shape;389;p36"/>
          <p:cNvCxnSpPr/>
          <p:nvPr/>
        </p:nvCxnSpPr>
        <p:spPr>
          <a:xfrm>
            <a:off x="4381500" y="2598135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0" name="Google Shape;390;p36"/>
          <p:cNvCxnSpPr/>
          <p:nvPr/>
        </p:nvCxnSpPr>
        <p:spPr>
          <a:xfrm>
            <a:off x="4381500" y="3299834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1" name="Google Shape;391;p36"/>
          <p:cNvCxnSpPr/>
          <p:nvPr/>
        </p:nvCxnSpPr>
        <p:spPr>
          <a:xfrm>
            <a:off x="4381500" y="4001532"/>
            <a:ext cx="4375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92" name="Google Shape;39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3441" y="210528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6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7"/>
          <p:cNvPicPr preferRelativeResize="0"/>
          <p:nvPr/>
        </p:nvPicPr>
        <p:blipFill rotWithShape="1">
          <a:blip r:embed="rId2">
            <a:alphaModFix/>
          </a:blip>
          <a:srcRect b="23568" l="24061" r="3290" t="1659"/>
          <a:stretch/>
        </p:blipFill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96" name="Google Shape;396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C35"/>
              </a:gs>
              <a:gs pos="35000">
                <a:srgbClr val="141C35"/>
              </a:gs>
              <a:gs pos="100000">
                <a:srgbClr val="1E1E1E">
                  <a:alpha val="12941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" name="Google Shape;397;p37"/>
          <p:cNvSpPr/>
          <p:nvPr/>
        </p:nvSpPr>
        <p:spPr>
          <a:xfrm flipH="1" rot="10800000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5BCD7">
                  <a:alpha val="33725"/>
                </a:srgbClr>
              </a:gs>
              <a:gs pos="44000">
                <a:srgbClr val="35BCD7">
                  <a:alpha val="0"/>
                </a:srgbClr>
              </a:gs>
              <a:gs pos="100000">
                <a:srgbClr val="35BCD7">
                  <a:alpha val="0"/>
                </a:srgbClr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8" name="Google Shape;39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569" y="4393040"/>
            <a:ext cx="1377002" cy="31231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7"/>
          <p:cNvSpPr txBox="1"/>
          <p:nvPr>
            <p:ph type="title"/>
          </p:nvPr>
        </p:nvSpPr>
        <p:spPr>
          <a:xfrm>
            <a:off x="386954" y="2047124"/>
            <a:ext cx="46479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Manrope"/>
              <a:buNone/>
              <a:defRPr b="1"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mputer on a table&#10;&#10;AI-generated content may be incorrect." id="401" name="Google Shape;401;p38"/>
          <p:cNvPicPr preferRelativeResize="0"/>
          <p:nvPr/>
        </p:nvPicPr>
        <p:blipFill rotWithShape="1">
          <a:blip r:embed="rId2">
            <a:alphaModFix/>
          </a:blip>
          <a:srcRect b="23744" l="2236" r="2607" t="40333"/>
          <a:stretch/>
        </p:blipFill>
        <p:spPr>
          <a:xfrm>
            <a:off x="0" y="0"/>
            <a:ext cx="9144000" cy="2286000"/>
          </a:xfrm>
          <a:custGeom>
            <a:rect b="b" l="l" r="r" t="t"/>
            <a:pathLst>
              <a:path extrusionOk="0" h="3048000" w="12192000">
                <a:moveTo>
                  <a:pt x="0" y="0"/>
                </a:moveTo>
                <a:lnTo>
                  <a:pt x="12192000" y="0"/>
                </a:lnTo>
                <a:lnTo>
                  <a:pt x="12192000" y="3048000"/>
                </a:lnTo>
                <a:lnTo>
                  <a:pt x="0" y="304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02" name="Google Shape;402;p38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gradFill>
            <a:gsLst>
              <a:gs pos="0">
                <a:srgbClr val="141C35"/>
              </a:gs>
              <a:gs pos="17000">
                <a:srgbClr val="141C35"/>
              </a:gs>
              <a:gs pos="100000">
                <a:srgbClr val="35BCD7">
                  <a:alpha val="8627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3" name="Google Shape;403;p38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anrope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4" name="Google Shape;404;p38"/>
          <p:cNvSpPr txBox="1"/>
          <p:nvPr>
            <p:ph idx="1" type="body"/>
          </p:nvPr>
        </p:nvSpPr>
        <p:spPr>
          <a:xfrm>
            <a:off x="386954" y="3253678"/>
            <a:ext cx="24159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5" name="Google Shape;405;p38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6" name="Google Shape;406;p38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7" name="Google Shape;407;p38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08" name="Google Shape;40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3442" y="239485"/>
            <a:ext cx="1003601" cy="2276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9" name="Google Shape;409;p38"/>
          <p:cNvCxnSpPr/>
          <p:nvPr/>
        </p:nvCxnSpPr>
        <p:spPr>
          <a:xfrm>
            <a:off x="3257550" y="2997664"/>
            <a:ext cx="0" cy="1351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0" name="Google Shape;410;p38"/>
          <p:cNvSpPr/>
          <p:nvPr>
            <p:ph idx="2" type="pic"/>
          </p:nvPr>
        </p:nvSpPr>
        <p:spPr>
          <a:xfrm>
            <a:off x="386953" y="2571750"/>
            <a:ext cx="512100" cy="512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1" name="Google Shape;411;p38"/>
          <p:cNvSpPr txBox="1"/>
          <p:nvPr>
            <p:ph idx="3" type="body"/>
          </p:nvPr>
        </p:nvSpPr>
        <p:spPr>
          <a:xfrm>
            <a:off x="3795712" y="2505033"/>
            <a:ext cx="22983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1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2" name="Google Shape;412;p38"/>
          <p:cNvSpPr txBox="1"/>
          <p:nvPr>
            <p:ph idx="4" type="body"/>
          </p:nvPr>
        </p:nvSpPr>
        <p:spPr>
          <a:xfrm>
            <a:off x="6458854" y="2505033"/>
            <a:ext cx="22983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1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3" name="Google Shape;413;p38"/>
          <p:cNvSpPr txBox="1"/>
          <p:nvPr>
            <p:ph idx="5" type="body"/>
          </p:nvPr>
        </p:nvSpPr>
        <p:spPr>
          <a:xfrm>
            <a:off x="3795712" y="3762375"/>
            <a:ext cx="22983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1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4" name="Google Shape;414;p38"/>
          <p:cNvSpPr txBox="1"/>
          <p:nvPr>
            <p:ph idx="6" type="body"/>
          </p:nvPr>
        </p:nvSpPr>
        <p:spPr>
          <a:xfrm>
            <a:off x="6458854" y="3762375"/>
            <a:ext cx="22983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1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9"/>
          <p:cNvPicPr preferRelativeResize="0"/>
          <p:nvPr/>
        </p:nvPicPr>
        <p:blipFill rotWithShape="1">
          <a:blip r:embed="rId2">
            <a:alphaModFix/>
          </a:blip>
          <a:srcRect b="27240" l="1517" r="18213" t="16326"/>
          <a:stretch/>
        </p:blipFill>
        <p:spPr>
          <a:xfrm>
            <a:off x="2900363" y="2217723"/>
            <a:ext cx="6243638" cy="2925777"/>
          </a:xfrm>
          <a:custGeom>
            <a:rect b="b" l="l" r="r" t="t"/>
            <a:pathLst>
              <a:path extrusionOk="0" h="3901036" w="8324850">
                <a:moveTo>
                  <a:pt x="8324850" y="0"/>
                </a:moveTo>
                <a:lnTo>
                  <a:pt x="8324850" y="3901036"/>
                </a:lnTo>
                <a:lnTo>
                  <a:pt x="0" y="3901036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17" name="Google Shape;417;p39"/>
          <p:cNvSpPr/>
          <p:nvPr/>
        </p:nvSpPr>
        <p:spPr>
          <a:xfrm>
            <a:off x="2900363" y="2217723"/>
            <a:ext cx="6240284" cy="2924206"/>
          </a:xfrm>
          <a:custGeom>
            <a:rect b="b" l="l" r="r" t="t"/>
            <a:pathLst>
              <a:path extrusionOk="0" h="3737004" w="7974804">
                <a:moveTo>
                  <a:pt x="7974804" y="0"/>
                </a:moveTo>
                <a:lnTo>
                  <a:pt x="7974804" y="3737004"/>
                </a:lnTo>
                <a:lnTo>
                  <a:pt x="0" y="3737004"/>
                </a:lnTo>
                <a:lnTo>
                  <a:pt x="7974804" y="0"/>
                </a:lnTo>
                <a:close/>
              </a:path>
            </a:pathLst>
          </a:custGeom>
          <a:gradFill>
            <a:gsLst>
              <a:gs pos="0">
                <a:srgbClr val="141C35"/>
              </a:gs>
              <a:gs pos="22000">
                <a:srgbClr val="141C35"/>
              </a:gs>
              <a:gs pos="100000">
                <a:srgbClr val="35BCD7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Google Shape;418;p39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9" name="Google Shape;419;p39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0" name="Google Shape;420;p39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1" name="Google Shape;421;p39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22" name="Google Shape;42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9"/>
          <p:cNvSpPr txBox="1"/>
          <p:nvPr>
            <p:ph idx="1" type="body"/>
          </p:nvPr>
        </p:nvSpPr>
        <p:spPr>
          <a:xfrm>
            <a:off x="406966" y="3931283"/>
            <a:ext cx="33099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1" sz="11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4" name="Google Shape;424;p39"/>
          <p:cNvSpPr txBox="1"/>
          <p:nvPr>
            <p:ph idx="2" type="body"/>
          </p:nvPr>
        </p:nvSpPr>
        <p:spPr>
          <a:xfrm>
            <a:off x="406966" y="1388950"/>
            <a:ext cx="1603800" cy="2172000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txBody>
          <a:bodyPr anchorCtr="0" anchor="t" bIns="34275" lIns="108000" spcFirstLastPara="1" rIns="108000" wrap="square" tIns="10800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0" sz="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5" name="Google Shape;425;p39"/>
          <p:cNvSpPr/>
          <p:nvPr>
            <p:ph idx="3" type="pic"/>
          </p:nvPr>
        </p:nvSpPr>
        <p:spPr>
          <a:xfrm>
            <a:off x="881396" y="1629866"/>
            <a:ext cx="654900" cy="654900"/>
          </a:xfrm>
          <a:prstGeom prst="rect">
            <a:avLst/>
          </a:prstGeom>
          <a:noFill/>
          <a:ln cap="flat" cmpd="sng" w="9525">
            <a:solidFill>
              <a:srgbClr val="35BCD7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39"/>
          <p:cNvSpPr txBox="1"/>
          <p:nvPr>
            <p:ph idx="4" type="body"/>
          </p:nvPr>
        </p:nvSpPr>
        <p:spPr>
          <a:xfrm>
            <a:off x="2093571" y="1388950"/>
            <a:ext cx="1603800" cy="2172000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txBody>
          <a:bodyPr anchorCtr="0" anchor="t" bIns="34275" lIns="108000" spcFirstLastPara="1" rIns="108000" wrap="square" tIns="10800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0" sz="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7" name="Google Shape;427;p39"/>
          <p:cNvSpPr/>
          <p:nvPr>
            <p:ph idx="5" type="pic"/>
          </p:nvPr>
        </p:nvSpPr>
        <p:spPr>
          <a:xfrm>
            <a:off x="2568002" y="1629866"/>
            <a:ext cx="654900" cy="654900"/>
          </a:xfrm>
          <a:prstGeom prst="rect">
            <a:avLst/>
          </a:prstGeom>
          <a:noFill/>
          <a:ln cap="flat" cmpd="sng" w="9525">
            <a:solidFill>
              <a:srgbClr val="35BCD7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39"/>
          <p:cNvSpPr txBox="1"/>
          <p:nvPr>
            <p:ph idx="6" type="body"/>
          </p:nvPr>
        </p:nvSpPr>
        <p:spPr>
          <a:xfrm>
            <a:off x="3780176" y="1388950"/>
            <a:ext cx="1603800" cy="2172000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txBody>
          <a:bodyPr anchorCtr="0" anchor="t" bIns="34275" lIns="108000" spcFirstLastPara="1" rIns="108000" wrap="square" tIns="10800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0" sz="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9" name="Google Shape;429;p39"/>
          <p:cNvSpPr/>
          <p:nvPr>
            <p:ph idx="7" type="pic"/>
          </p:nvPr>
        </p:nvSpPr>
        <p:spPr>
          <a:xfrm>
            <a:off x="4254607" y="1629866"/>
            <a:ext cx="654900" cy="654900"/>
          </a:xfrm>
          <a:prstGeom prst="rect">
            <a:avLst/>
          </a:prstGeom>
          <a:noFill/>
          <a:ln cap="flat" cmpd="sng" w="9525">
            <a:solidFill>
              <a:srgbClr val="35BCD7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39"/>
          <p:cNvSpPr txBox="1"/>
          <p:nvPr>
            <p:ph idx="8" type="body"/>
          </p:nvPr>
        </p:nvSpPr>
        <p:spPr>
          <a:xfrm>
            <a:off x="5466782" y="1388950"/>
            <a:ext cx="1603800" cy="2172000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txBody>
          <a:bodyPr anchorCtr="0" anchor="t" bIns="34275" lIns="108000" spcFirstLastPara="1" rIns="108000" wrap="square" tIns="10800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0" sz="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1" name="Google Shape;431;p39"/>
          <p:cNvSpPr/>
          <p:nvPr>
            <p:ph idx="9" type="pic"/>
          </p:nvPr>
        </p:nvSpPr>
        <p:spPr>
          <a:xfrm>
            <a:off x="5941212" y="1629866"/>
            <a:ext cx="654900" cy="654900"/>
          </a:xfrm>
          <a:prstGeom prst="rect">
            <a:avLst/>
          </a:prstGeom>
          <a:noFill/>
          <a:ln cap="flat" cmpd="sng" w="9525">
            <a:solidFill>
              <a:srgbClr val="35BCD7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39"/>
          <p:cNvSpPr txBox="1"/>
          <p:nvPr>
            <p:ph idx="13" type="body"/>
          </p:nvPr>
        </p:nvSpPr>
        <p:spPr>
          <a:xfrm>
            <a:off x="7153387" y="1388950"/>
            <a:ext cx="1603800" cy="2172000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txBody>
          <a:bodyPr anchorCtr="0" anchor="t" bIns="34275" lIns="108000" spcFirstLastPara="1" rIns="108000" wrap="square" tIns="10800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0" sz="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3" name="Google Shape;433;p39"/>
          <p:cNvSpPr/>
          <p:nvPr>
            <p:ph idx="14" type="pic"/>
          </p:nvPr>
        </p:nvSpPr>
        <p:spPr>
          <a:xfrm>
            <a:off x="7627817" y="1629866"/>
            <a:ext cx="654900" cy="654900"/>
          </a:xfrm>
          <a:prstGeom prst="rect">
            <a:avLst/>
          </a:prstGeom>
          <a:noFill/>
          <a:ln cap="flat" cmpd="sng" w="9525">
            <a:solidFill>
              <a:srgbClr val="35BCD7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0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6" name="Google Shape;436;p40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437" name="Google Shape;43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0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9" name="Google Shape;439;p40"/>
          <p:cNvSpPr txBox="1"/>
          <p:nvPr>
            <p:ph idx="1" type="body"/>
          </p:nvPr>
        </p:nvSpPr>
        <p:spPr>
          <a:xfrm>
            <a:off x="386954" y="889397"/>
            <a:ext cx="1752600" cy="22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0" name="Google Shape;440;p40"/>
          <p:cNvSpPr txBox="1"/>
          <p:nvPr>
            <p:ph idx="2" type="body"/>
          </p:nvPr>
        </p:nvSpPr>
        <p:spPr>
          <a:xfrm>
            <a:off x="386954" y="1184672"/>
            <a:ext cx="3856500" cy="21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1" name="Google Shape;441;p40"/>
          <p:cNvSpPr txBox="1"/>
          <p:nvPr>
            <p:ph idx="3" type="body"/>
          </p:nvPr>
        </p:nvSpPr>
        <p:spPr>
          <a:xfrm>
            <a:off x="386954" y="3549174"/>
            <a:ext cx="3856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2" name="Google Shape;442;p40"/>
          <p:cNvSpPr txBox="1"/>
          <p:nvPr>
            <p:ph idx="4" type="body"/>
          </p:nvPr>
        </p:nvSpPr>
        <p:spPr>
          <a:xfrm>
            <a:off x="4544615" y="3549174"/>
            <a:ext cx="1842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3" name="Google Shape;443;p40"/>
          <p:cNvSpPr txBox="1"/>
          <p:nvPr>
            <p:ph idx="5" type="body"/>
          </p:nvPr>
        </p:nvSpPr>
        <p:spPr>
          <a:xfrm>
            <a:off x="6915148" y="3549174"/>
            <a:ext cx="1842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4" name="Google Shape;444;p40"/>
          <p:cNvSpPr/>
          <p:nvPr>
            <p:ph idx="6" type="pic"/>
          </p:nvPr>
        </p:nvSpPr>
        <p:spPr>
          <a:xfrm>
            <a:off x="4544398" y="2968832"/>
            <a:ext cx="440100" cy="4401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</p:sp>
      <p:sp>
        <p:nvSpPr>
          <p:cNvPr id="445" name="Google Shape;445;p40"/>
          <p:cNvSpPr/>
          <p:nvPr>
            <p:ph idx="7" type="pic"/>
          </p:nvPr>
        </p:nvSpPr>
        <p:spPr>
          <a:xfrm>
            <a:off x="6914932" y="2968832"/>
            <a:ext cx="440100" cy="440100"/>
          </a:xfrm>
          <a:prstGeom prst="ellipse">
            <a:avLst/>
          </a:prstGeom>
          <a:solidFill>
            <a:srgbClr val="35BCD7"/>
          </a:solidFill>
          <a:ln>
            <a:noFill/>
          </a:ln>
        </p:spPr>
      </p:sp>
      <p:cxnSp>
        <p:nvCxnSpPr>
          <p:cNvPr id="446" name="Google Shape;446;p40"/>
          <p:cNvCxnSpPr/>
          <p:nvPr/>
        </p:nvCxnSpPr>
        <p:spPr>
          <a:xfrm>
            <a:off x="6650830" y="3244778"/>
            <a:ext cx="0" cy="1214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graphics">
  <p:cSld name="Infographic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"/>
          <p:cNvSpPr txBox="1"/>
          <p:nvPr>
            <p:ph type="title"/>
          </p:nvPr>
        </p:nvSpPr>
        <p:spPr>
          <a:xfrm>
            <a:off x="386953" y="239486"/>
            <a:ext cx="71460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9" name="Google Shape;449;p41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0" name="Google Shape;450;p41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451" name="Google Shape;45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1"/>
          <p:cNvSpPr txBox="1"/>
          <p:nvPr>
            <p:ph idx="1" type="body"/>
          </p:nvPr>
        </p:nvSpPr>
        <p:spPr>
          <a:xfrm>
            <a:off x="386951" y="754380"/>
            <a:ext cx="83700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400"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3" name="Google Shape;453;p41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4" name="Google Shape;454;p41"/>
          <p:cNvSpPr txBox="1"/>
          <p:nvPr>
            <p:ph idx="2" type="body"/>
          </p:nvPr>
        </p:nvSpPr>
        <p:spPr>
          <a:xfrm>
            <a:off x="387122" y="1868656"/>
            <a:ext cx="17202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 b="1" i="0" sz="2700">
                <a:solidFill>
                  <a:srgbClr val="35BCD7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5" name="Google Shape;455;p41"/>
          <p:cNvSpPr txBox="1"/>
          <p:nvPr>
            <p:ph idx="3" type="body"/>
          </p:nvPr>
        </p:nvSpPr>
        <p:spPr>
          <a:xfrm>
            <a:off x="387122" y="2281084"/>
            <a:ext cx="17202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0" i="0"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6" name="Google Shape;456;p41"/>
          <p:cNvSpPr txBox="1"/>
          <p:nvPr>
            <p:ph idx="4" type="body"/>
          </p:nvPr>
        </p:nvSpPr>
        <p:spPr>
          <a:xfrm>
            <a:off x="387122" y="3696110"/>
            <a:ext cx="17202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 b="1" i="0" sz="2700">
                <a:solidFill>
                  <a:srgbClr val="2D89AB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7" name="Google Shape;457;p41"/>
          <p:cNvSpPr txBox="1"/>
          <p:nvPr>
            <p:ph idx="5" type="body"/>
          </p:nvPr>
        </p:nvSpPr>
        <p:spPr>
          <a:xfrm>
            <a:off x="387122" y="4108538"/>
            <a:ext cx="17202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0" i="0"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8" name="Google Shape;458;p41"/>
          <p:cNvSpPr txBox="1"/>
          <p:nvPr>
            <p:ph idx="6" type="body"/>
          </p:nvPr>
        </p:nvSpPr>
        <p:spPr>
          <a:xfrm>
            <a:off x="7124870" y="3162695"/>
            <a:ext cx="16323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 b="1" i="0" sz="2700">
                <a:solidFill>
                  <a:srgbClr val="1E2757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9" name="Google Shape;459;p41"/>
          <p:cNvSpPr txBox="1"/>
          <p:nvPr>
            <p:ph idx="7" type="body"/>
          </p:nvPr>
        </p:nvSpPr>
        <p:spPr>
          <a:xfrm>
            <a:off x="7124870" y="3575123"/>
            <a:ext cx="16323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0" i="0"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0" name="Google Shape;460;p41"/>
          <p:cNvSpPr txBox="1"/>
          <p:nvPr>
            <p:ph idx="8" type="body"/>
          </p:nvPr>
        </p:nvSpPr>
        <p:spPr>
          <a:xfrm>
            <a:off x="6922463" y="1196127"/>
            <a:ext cx="18345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  <a:defRPr b="1" i="0" sz="2700">
                <a:solidFill>
                  <a:srgbClr val="1E2757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1" name="Google Shape;461;p41"/>
          <p:cNvSpPr txBox="1"/>
          <p:nvPr>
            <p:ph idx="9" type="body"/>
          </p:nvPr>
        </p:nvSpPr>
        <p:spPr>
          <a:xfrm>
            <a:off x="6922463" y="1608555"/>
            <a:ext cx="18345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b="0" i="0"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2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4" name="Google Shape;464;p42"/>
          <p:cNvSpPr txBox="1"/>
          <p:nvPr>
            <p:ph idx="1" type="body"/>
          </p:nvPr>
        </p:nvSpPr>
        <p:spPr>
          <a:xfrm>
            <a:off x="386954" y="1087041"/>
            <a:ext cx="43449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5" name="Google Shape;465;p42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6" name="Google Shape;466;p42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7" name="Google Shape;467;p42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68" name="Google Shape;46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2"/>
          <p:cNvSpPr txBox="1"/>
          <p:nvPr>
            <p:ph idx="2" type="body"/>
          </p:nvPr>
        </p:nvSpPr>
        <p:spPr>
          <a:xfrm>
            <a:off x="386954" y="4136231"/>
            <a:ext cx="1181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b="1" sz="2100">
                <a:solidFill>
                  <a:srgbClr val="35BCD7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0" name="Google Shape;470;p42"/>
          <p:cNvSpPr txBox="1"/>
          <p:nvPr>
            <p:ph idx="3" type="body"/>
          </p:nvPr>
        </p:nvSpPr>
        <p:spPr>
          <a:xfrm>
            <a:off x="1809371" y="4136231"/>
            <a:ext cx="29223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b="0" sz="9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>
  <p:cSld name="Closing Slide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3"/>
          <p:cNvPicPr preferRelativeResize="0"/>
          <p:nvPr/>
        </p:nvPicPr>
        <p:blipFill rotWithShape="1">
          <a:blip r:embed="rId2">
            <a:alphaModFix/>
          </a:blip>
          <a:srcRect b="4999" l="5616" r="4081" t="2063"/>
          <a:stretch/>
        </p:blipFill>
        <p:spPr>
          <a:xfrm flipH="1"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73" name="Google Shape;473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41C35"/>
              </a:gs>
              <a:gs pos="20000">
                <a:srgbClr val="141C35"/>
              </a:gs>
              <a:gs pos="88000">
                <a:srgbClr val="1E1E1E">
                  <a:alpha val="0"/>
                </a:srgbClr>
              </a:gs>
              <a:gs pos="100000">
                <a:srgbClr val="1E1E1E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4" name="Google Shape;4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569" y="754875"/>
            <a:ext cx="1955743" cy="443571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3"/>
          <p:cNvSpPr txBox="1"/>
          <p:nvPr>
            <p:ph type="ctrTitle"/>
          </p:nvPr>
        </p:nvSpPr>
        <p:spPr>
          <a:xfrm>
            <a:off x="386954" y="1953320"/>
            <a:ext cx="3348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  <a:defRPr b="1"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6" name="Google Shape;476;p43"/>
          <p:cNvSpPr txBox="1"/>
          <p:nvPr>
            <p:ph idx="11" type="ftr"/>
          </p:nvPr>
        </p:nvSpPr>
        <p:spPr>
          <a:xfrm>
            <a:off x="3028950" y="4862708"/>
            <a:ext cx="3086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4"/>
          <p:cNvSpPr/>
          <p:nvPr>
            <p:ph idx="2" type="pic"/>
          </p:nvPr>
        </p:nvSpPr>
        <p:spPr>
          <a:xfrm>
            <a:off x="0" y="0"/>
            <a:ext cx="9144000" cy="22860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44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0" name="Google Shape;480;p44"/>
          <p:cNvSpPr txBox="1"/>
          <p:nvPr>
            <p:ph idx="1" type="body"/>
          </p:nvPr>
        </p:nvSpPr>
        <p:spPr>
          <a:xfrm>
            <a:off x="386954" y="3253678"/>
            <a:ext cx="24159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>
                <a:solidFill>
                  <a:schemeClr val="accent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1" name="Google Shape;481;p44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2" name="Google Shape;482;p44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3" name="Google Shape;483;p44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4" name="Google Shape;484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2" y="239485"/>
            <a:ext cx="1003601" cy="2276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5" name="Google Shape;485;p44"/>
          <p:cNvCxnSpPr/>
          <p:nvPr/>
        </p:nvCxnSpPr>
        <p:spPr>
          <a:xfrm>
            <a:off x="3257550" y="2997664"/>
            <a:ext cx="0" cy="1351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6" name="Google Shape;486;p44"/>
          <p:cNvSpPr/>
          <p:nvPr>
            <p:ph idx="3" type="pic"/>
          </p:nvPr>
        </p:nvSpPr>
        <p:spPr>
          <a:xfrm>
            <a:off x="386953" y="2571750"/>
            <a:ext cx="512100" cy="512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7" name="Google Shape;487;p44"/>
          <p:cNvSpPr txBox="1"/>
          <p:nvPr>
            <p:ph idx="4" type="body"/>
          </p:nvPr>
        </p:nvSpPr>
        <p:spPr>
          <a:xfrm>
            <a:off x="3795712" y="2505033"/>
            <a:ext cx="22983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1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8" name="Google Shape;488;p44"/>
          <p:cNvSpPr txBox="1"/>
          <p:nvPr>
            <p:ph idx="5" type="body"/>
          </p:nvPr>
        </p:nvSpPr>
        <p:spPr>
          <a:xfrm>
            <a:off x="6458854" y="2505033"/>
            <a:ext cx="22983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1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9" name="Google Shape;489;p44"/>
          <p:cNvSpPr txBox="1"/>
          <p:nvPr>
            <p:ph idx="6" type="body"/>
          </p:nvPr>
        </p:nvSpPr>
        <p:spPr>
          <a:xfrm>
            <a:off x="3795712" y="3762375"/>
            <a:ext cx="22983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1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0" name="Google Shape;490;p44"/>
          <p:cNvSpPr txBox="1"/>
          <p:nvPr>
            <p:ph idx="7" type="body"/>
          </p:nvPr>
        </p:nvSpPr>
        <p:spPr>
          <a:xfrm>
            <a:off x="6458854" y="3762375"/>
            <a:ext cx="22983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1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5"/>
          <p:cNvSpPr/>
          <p:nvPr>
            <p:ph idx="2" type="pic"/>
          </p:nvPr>
        </p:nvSpPr>
        <p:spPr>
          <a:xfrm>
            <a:off x="2900363" y="2217723"/>
            <a:ext cx="6243600" cy="29259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45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4" name="Google Shape;494;p45"/>
          <p:cNvSpPr txBox="1"/>
          <p:nvPr>
            <p:ph idx="1" type="body"/>
          </p:nvPr>
        </p:nvSpPr>
        <p:spPr>
          <a:xfrm>
            <a:off x="386954" y="1087042"/>
            <a:ext cx="31728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5" name="Google Shape;495;p45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6" name="Google Shape;496;p45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7" name="Google Shape;497;p45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98" name="Google Shape;498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Title and Content">
  <p:cSld name="Title, Sub Title and Content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6"/>
          <p:cNvSpPr txBox="1"/>
          <p:nvPr>
            <p:ph type="title"/>
          </p:nvPr>
        </p:nvSpPr>
        <p:spPr>
          <a:xfrm>
            <a:off x="386953" y="239486"/>
            <a:ext cx="71460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1" name="Google Shape;501;p46"/>
          <p:cNvSpPr txBox="1"/>
          <p:nvPr>
            <p:ph idx="1" type="body"/>
          </p:nvPr>
        </p:nvSpPr>
        <p:spPr>
          <a:xfrm>
            <a:off x="386953" y="1087042"/>
            <a:ext cx="83700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2" name="Google Shape;502;p46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3" name="Google Shape;503;p46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504" name="Google Shape;50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6"/>
          <p:cNvSpPr txBox="1"/>
          <p:nvPr>
            <p:ph idx="2" type="body"/>
          </p:nvPr>
        </p:nvSpPr>
        <p:spPr>
          <a:xfrm>
            <a:off x="386951" y="754380"/>
            <a:ext cx="83700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sz="1400"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6" name="Google Shape;506;p46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7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9" name="Google Shape;509;p47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0" name="Google Shape;510;p47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511" name="Google Shape;51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7"/>
          <p:cNvSpPr txBox="1"/>
          <p:nvPr>
            <p:ph idx="1" type="body"/>
          </p:nvPr>
        </p:nvSpPr>
        <p:spPr>
          <a:xfrm>
            <a:off x="386954" y="1087042"/>
            <a:ext cx="41280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3" name="Google Shape;513;p47"/>
          <p:cNvSpPr txBox="1"/>
          <p:nvPr>
            <p:ph idx="2" type="body"/>
          </p:nvPr>
        </p:nvSpPr>
        <p:spPr>
          <a:xfrm>
            <a:off x="4629149" y="1087042"/>
            <a:ext cx="41280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4" name="Google Shape;514;p47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&amp; Image 1">
  <p:cSld name="Content &amp; Image 1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8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7" name="Google Shape;517;p48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8" name="Google Shape;518;p48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519" name="Google Shape;5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48"/>
          <p:cNvSpPr txBox="1"/>
          <p:nvPr>
            <p:ph idx="1" type="body"/>
          </p:nvPr>
        </p:nvSpPr>
        <p:spPr>
          <a:xfrm>
            <a:off x="386954" y="1087041"/>
            <a:ext cx="4985100" cy="3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1" name="Google Shape;521;p48"/>
          <p:cNvSpPr/>
          <p:nvPr>
            <p:ph idx="2" type="pic"/>
          </p:nvPr>
        </p:nvSpPr>
        <p:spPr>
          <a:xfrm>
            <a:off x="5526880" y="1087042"/>
            <a:ext cx="3230100" cy="3618300"/>
          </a:xfrm>
          <a:prstGeom prst="rect">
            <a:avLst/>
          </a:prstGeom>
          <a:noFill/>
          <a:ln>
            <a:noFill/>
          </a:ln>
        </p:spPr>
      </p:sp>
      <p:sp>
        <p:nvSpPr>
          <p:cNvPr id="522" name="Google Shape;522;p48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&amp; Image 2">
  <p:cSld name="Content &amp; Image 2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9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5" name="Google Shape;525;p49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6" name="Google Shape;526;p49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527" name="Google Shape;527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9"/>
          <p:cNvSpPr txBox="1"/>
          <p:nvPr>
            <p:ph idx="1" type="body"/>
          </p:nvPr>
        </p:nvSpPr>
        <p:spPr>
          <a:xfrm>
            <a:off x="3771901" y="1087042"/>
            <a:ext cx="49851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9" name="Google Shape;529;p49"/>
          <p:cNvSpPr/>
          <p:nvPr>
            <p:ph idx="2" type="pic"/>
          </p:nvPr>
        </p:nvSpPr>
        <p:spPr>
          <a:xfrm>
            <a:off x="386953" y="1087041"/>
            <a:ext cx="3230100" cy="3611700"/>
          </a:xfrm>
          <a:prstGeom prst="rect">
            <a:avLst/>
          </a:prstGeom>
          <a:noFill/>
          <a:ln>
            <a:noFill/>
          </a:ln>
        </p:spPr>
      </p:sp>
      <p:sp>
        <p:nvSpPr>
          <p:cNvPr id="530" name="Google Shape;530;p49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Content Slide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0"/>
          <p:cNvSpPr txBox="1"/>
          <p:nvPr>
            <p:ph type="title"/>
          </p:nvPr>
        </p:nvSpPr>
        <p:spPr>
          <a:xfrm>
            <a:off x="386953" y="734417"/>
            <a:ext cx="33183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3" name="Google Shape;533;p50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4" name="Google Shape;534;p50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535" name="Google Shape;535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50"/>
          <p:cNvSpPr/>
          <p:nvPr>
            <p:ph idx="2" type="pic"/>
          </p:nvPr>
        </p:nvSpPr>
        <p:spPr>
          <a:xfrm>
            <a:off x="3800475" y="734418"/>
            <a:ext cx="2476500" cy="3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50"/>
          <p:cNvSpPr txBox="1"/>
          <p:nvPr>
            <p:ph idx="1" type="body"/>
          </p:nvPr>
        </p:nvSpPr>
        <p:spPr>
          <a:xfrm>
            <a:off x="386953" y="1543049"/>
            <a:ext cx="33183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38" name="Google Shape;538;p50"/>
          <p:cNvSpPr txBox="1"/>
          <p:nvPr>
            <p:ph idx="3" type="body"/>
          </p:nvPr>
        </p:nvSpPr>
        <p:spPr>
          <a:xfrm>
            <a:off x="6372226" y="734418"/>
            <a:ext cx="2384700" cy="3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9" name="Google Shape;539;p50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&amp; Title Slide">
  <p:cSld name="Content &amp; Title Slide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1"/>
          <p:cNvSpPr txBox="1"/>
          <p:nvPr>
            <p:ph type="title"/>
          </p:nvPr>
        </p:nvSpPr>
        <p:spPr>
          <a:xfrm>
            <a:off x="386953" y="734417"/>
            <a:ext cx="50043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2" name="Google Shape;542;p51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3" name="Google Shape;543;p51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544" name="Google Shape;54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1"/>
          <p:cNvSpPr/>
          <p:nvPr>
            <p:ph idx="2" type="pic"/>
          </p:nvPr>
        </p:nvSpPr>
        <p:spPr>
          <a:xfrm>
            <a:off x="5505450" y="734418"/>
            <a:ext cx="3251700" cy="3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86953" y="1543049"/>
            <a:ext cx="50043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47" name="Google Shape;547;p51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 type="obj">
  <p:cSld name="OBJECT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2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0" name="Google Shape;550;p52"/>
          <p:cNvSpPr txBox="1"/>
          <p:nvPr>
            <p:ph idx="1" type="body"/>
          </p:nvPr>
        </p:nvSpPr>
        <p:spPr>
          <a:xfrm>
            <a:off x="386953" y="1087042"/>
            <a:ext cx="8370000" cy="3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1" name="Google Shape;551;p52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2" name="Google Shape;552;p52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3" name="Google Shape;553;p52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54" name="Google Shape;554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3"/>
          <p:cNvSpPr txBox="1"/>
          <p:nvPr>
            <p:ph type="title"/>
          </p:nvPr>
        </p:nvSpPr>
        <p:spPr>
          <a:xfrm>
            <a:off x="386953" y="239486"/>
            <a:ext cx="71460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Manrope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7" name="Google Shape;557;p53"/>
          <p:cNvSpPr txBox="1"/>
          <p:nvPr>
            <p:ph idx="10" type="dt"/>
          </p:nvPr>
        </p:nvSpPr>
        <p:spPr>
          <a:xfrm>
            <a:off x="386954" y="4843322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8" name="Google Shape;558;p53"/>
          <p:cNvSpPr txBox="1"/>
          <p:nvPr>
            <p:ph idx="11" type="ftr"/>
          </p:nvPr>
        </p:nvSpPr>
        <p:spPr>
          <a:xfrm>
            <a:off x="3028950" y="4843322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9" name="Google Shape;559;p53"/>
          <p:cNvSpPr txBox="1"/>
          <p:nvPr>
            <p:ph idx="12" type="sldNum"/>
          </p:nvPr>
        </p:nvSpPr>
        <p:spPr>
          <a:xfrm>
            <a:off x="8568929" y="4768644"/>
            <a:ext cx="188100" cy="219000"/>
          </a:xfrm>
          <a:prstGeom prst="rect">
            <a:avLst/>
          </a:prstGeom>
          <a:solidFill>
            <a:srgbClr val="35BC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60" name="Google Shape;56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3441" y="239486"/>
            <a:ext cx="1003606" cy="227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18" Type="http://schemas.openxmlformats.org/officeDocument/2006/relationships/theme" Target="../theme/theme4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6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nrope"/>
              <a:buNone/>
              <a:defRPr b="1" i="0" sz="3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▪"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857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857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Char char="▪"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2" name="Google Shape;102;p16"/>
          <p:cNvSpPr txBox="1"/>
          <p:nvPr>
            <p:ph idx="10" type="dt"/>
          </p:nvPr>
        </p:nvSpPr>
        <p:spPr>
          <a:xfrm>
            <a:off x="386954" y="4886864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3" name="Google Shape;103;p16"/>
          <p:cNvSpPr txBox="1"/>
          <p:nvPr>
            <p:ph idx="11" type="ftr"/>
          </p:nvPr>
        </p:nvSpPr>
        <p:spPr>
          <a:xfrm>
            <a:off x="3028950" y="4886864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" name="Google Shape;104;p16"/>
          <p:cNvSpPr txBox="1"/>
          <p:nvPr>
            <p:ph idx="12" type="sldNum"/>
          </p:nvPr>
        </p:nvSpPr>
        <p:spPr>
          <a:xfrm>
            <a:off x="6699647" y="4886864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16">
          <p15:clr>
            <a:srgbClr val="F26B43"/>
          </p15:clr>
        </p15:guide>
        <p15:guide id="2" pos="244">
          <p15:clr>
            <a:srgbClr val="F26B43"/>
          </p15:clr>
        </p15:guide>
        <p15:guide id="3" orient="horz" pos="2964">
          <p15:clr>
            <a:srgbClr val="F26B43"/>
          </p15:clr>
        </p15:guide>
        <p15:guide id="4" orient="horz" pos="68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nrope"/>
              <a:buNone/>
              <a:defRPr b="1" i="0" sz="33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52" name="Google Shape;352;p3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5BCD7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5BCD7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857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5BCD7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857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5BCD7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5BCD7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3" name="Google Shape;353;p34"/>
          <p:cNvSpPr txBox="1"/>
          <p:nvPr>
            <p:ph idx="10" type="dt"/>
          </p:nvPr>
        </p:nvSpPr>
        <p:spPr>
          <a:xfrm>
            <a:off x="386954" y="4886864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4" name="Google Shape;354;p34"/>
          <p:cNvSpPr txBox="1"/>
          <p:nvPr>
            <p:ph idx="11" type="ftr"/>
          </p:nvPr>
        </p:nvSpPr>
        <p:spPr>
          <a:xfrm>
            <a:off x="3028950" y="4886864"/>
            <a:ext cx="30861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5" name="Google Shape;355;p34"/>
          <p:cNvSpPr txBox="1"/>
          <p:nvPr>
            <p:ph idx="12" type="sldNum"/>
          </p:nvPr>
        </p:nvSpPr>
        <p:spPr>
          <a:xfrm>
            <a:off x="6699647" y="4886864"/>
            <a:ext cx="205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16">
          <p15:clr>
            <a:srgbClr val="F26B43"/>
          </p15:clr>
        </p15:guide>
        <p15:guide id="2" pos="244">
          <p15:clr>
            <a:srgbClr val="F26B43"/>
          </p15:clr>
        </p15:guide>
        <p15:guide id="3" orient="horz" pos="2964">
          <p15:clr>
            <a:srgbClr val="F26B43"/>
          </p15:clr>
        </p15:guide>
        <p15:guide id="4" orient="horz" pos="6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37.png"/><Relationship Id="rId5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langchain-ai.github.io/langgraph/concepts/why-langgraph/" TargetMode="External"/><Relationship Id="rId4" Type="http://schemas.openxmlformats.org/officeDocument/2006/relationships/hyperlink" Target="https://langchain-ai.github.io/langgraph/concepts/why-langgraph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54" title="Retrieval-Augmented-Generation-RAG-KV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4"/>
          <p:cNvSpPr txBox="1"/>
          <p:nvPr>
            <p:ph type="ctrTitle"/>
          </p:nvPr>
        </p:nvSpPr>
        <p:spPr>
          <a:xfrm>
            <a:off x="69374" y="3904575"/>
            <a:ext cx="45882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</a:pPr>
            <a:r>
              <a:rPr lang="en-GB" sz="2700"/>
              <a:t>Retriever Augmented Generation (RAG)</a:t>
            </a:r>
            <a:endParaRPr sz="2700"/>
          </a:p>
        </p:txBody>
      </p:sp>
      <p:sp>
        <p:nvSpPr>
          <p:cNvPr id="567" name="Google Shape;567;p54"/>
          <p:cNvSpPr txBox="1"/>
          <p:nvPr>
            <p:ph type="ctrTitle"/>
          </p:nvPr>
        </p:nvSpPr>
        <p:spPr>
          <a:xfrm>
            <a:off x="5039699" y="102275"/>
            <a:ext cx="45882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</a:pPr>
            <a:r>
              <a:rPr lang="en-GB" sz="2700"/>
              <a:t>Session : 2</a:t>
            </a:r>
            <a:endParaRPr sz="2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Introduction to RAG</a:t>
            </a:r>
            <a:endParaRPr b="1" sz="2000"/>
          </a:p>
        </p:txBody>
      </p:sp>
      <p:sp>
        <p:nvSpPr>
          <p:cNvPr id="573" name="Google Shape;573;p55"/>
          <p:cNvSpPr txBox="1"/>
          <p:nvPr/>
        </p:nvSpPr>
        <p:spPr>
          <a:xfrm>
            <a:off x="311700" y="594400"/>
            <a:ext cx="8264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Retrieval-Augmented Generation (RAG) is a framework that enhances LLMs by grounding their outputs in </a:t>
            </a:r>
            <a:r>
              <a:rPr b="1" lang="en-GB" sz="1100">
                <a:solidFill>
                  <a:schemeClr val="dk1"/>
                </a:solidFill>
              </a:rPr>
              <a:t>retrieved external knowledge</a:t>
            </a:r>
            <a:r>
              <a:rPr lang="en-GB" sz="1100">
                <a:solidFill>
                  <a:schemeClr val="dk1"/>
                </a:solidFill>
              </a:rPr>
              <a:t>. Instead of relying only on what the model memorized during training, RAG dynamically pulls in relevant context from a knowledge base, documents, or databases.</a:t>
            </a:r>
            <a:endParaRPr sz="1100"/>
          </a:p>
        </p:txBody>
      </p:sp>
      <p:sp>
        <p:nvSpPr>
          <p:cNvPr id="574" name="Google Shape;574;p55"/>
          <p:cNvSpPr txBox="1"/>
          <p:nvPr/>
        </p:nvSpPr>
        <p:spPr>
          <a:xfrm>
            <a:off x="364575" y="1534125"/>
            <a:ext cx="4328100" cy="29985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Key Benefits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Factuality &amp; Accuracy</a:t>
            </a:r>
            <a:r>
              <a:rPr lang="en-GB" sz="1100">
                <a:solidFill>
                  <a:schemeClr val="dk1"/>
                </a:solidFill>
              </a:rPr>
              <a:t> – Reduces hallucinations by anchoring responses in verified sources.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Freshness</a:t>
            </a:r>
            <a:r>
              <a:rPr lang="en-GB" sz="1100">
                <a:solidFill>
                  <a:schemeClr val="dk1"/>
                </a:solidFill>
              </a:rPr>
              <a:t> – Enables LLMs to access updated knowledge beyond their training cutoff.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Domain Adaptability</a:t>
            </a:r>
            <a:r>
              <a:rPr lang="en-GB" sz="1100">
                <a:solidFill>
                  <a:schemeClr val="dk1"/>
                </a:solidFill>
              </a:rPr>
              <a:t> – Customizes outputs for enterprise or specialized datasets.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By bridging </a:t>
            </a:r>
            <a:r>
              <a:rPr b="1" lang="en-GB" sz="1100">
                <a:solidFill>
                  <a:schemeClr val="dk1"/>
                </a:solidFill>
              </a:rPr>
              <a:t>retrieval (information access)</a:t>
            </a:r>
            <a:r>
              <a:rPr lang="en-GB" sz="1100">
                <a:solidFill>
                  <a:schemeClr val="dk1"/>
                </a:solidFill>
              </a:rPr>
              <a:t> and </a:t>
            </a:r>
            <a:r>
              <a:rPr b="1" lang="en-GB" sz="1100">
                <a:solidFill>
                  <a:schemeClr val="dk1"/>
                </a:solidFill>
              </a:rPr>
              <a:t>generation (language fluency)</a:t>
            </a:r>
            <a:r>
              <a:rPr lang="en-GB" sz="1100">
                <a:solidFill>
                  <a:schemeClr val="dk1"/>
                </a:solidFill>
              </a:rPr>
              <a:t>, RAG empowers AI systems to deliver </a:t>
            </a:r>
            <a:r>
              <a:rPr b="1" lang="en-GB" sz="1100">
                <a:solidFill>
                  <a:schemeClr val="dk1"/>
                </a:solidFill>
              </a:rPr>
              <a:t>more reliable and context-aware responses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575" name="Google Shape;57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775" y="1819700"/>
            <a:ext cx="4145825" cy="242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6"/>
          <p:cNvSpPr txBox="1"/>
          <p:nvPr>
            <p:ph idx="4294967295" type="title"/>
          </p:nvPr>
        </p:nvSpPr>
        <p:spPr>
          <a:xfrm>
            <a:off x="311700" y="-12175"/>
            <a:ext cx="85206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Working of </a:t>
            </a:r>
            <a:r>
              <a:rPr b="1" lang="en-GB" sz="2000"/>
              <a:t>RAG</a:t>
            </a:r>
            <a:endParaRPr b="1" sz="2000"/>
          </a:p>
        </p:txBody>
      </p:sp>
      <p:sp>
        <p:nvSpPr>
          <p:cNvPr id="581" name="Google Shape;581;p56"/>
          <p:cNvSpPr txBox="1"/>
          <p:nvPr/>
        </p:nvSpPr>
        <p:spPr>
          <a:xfrm>
            <a:off x="311700" y="454800"/>
            <a:ext cx="831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RAG follows a </a:t>
            </a:r>
            <a:r>
              <a:rPr b="1" lang="en-GB" sz="1100">
                <a:solidFill>
                  <a:schemeClr val="dk1"/>
                </a:solidFill>
              </a:rPr>
              <a:t>retrieve → generate</a:t>
            </a:r>
            <a:r>
              <a:rPr lang="en-GB" sz="1100">
                <a:solidFill>
                  <a:schemeClr val="dk1"/>
                </a:solidFill>
              </a:rPr>
              <a:t> pipeline where the LLM is augmented with contextual knowledge.</a:t>
            </a: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311850" y="885000"/>
            <a:ext cx="4333500" cy="20550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Core Workflow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en-GB" sz="1000">
                <a:solidFill>
                  <a:schemeClr val="dk1"/>
                </a:solidFill>
              </a:rPr>
              <a:t>User Query</a:t>
            </a:r>
            <a:r>
              <a:rPr lang="en-GB" sz="1000">
                <a:solidFill>
                  <a:schemeClr val="dk1"/>
                </a:solidFill>
              </a:rPr>
              <a:t> – The input question or prompt initiates retrieval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en-GB" sz="1000">
                <a:solidFill>
                  <a:schemeClr val="dk1"/>
                </a:solidFill>
              </a:rPr>
              <a:t>Retriever</a:t>
            </a:r>
            <a:r>
              <a:rPr lang="en-GB" sz="1000">
                <a:solidFill>
                  <a:schemeClr val="dk1"/>
                </a:solidFill>
              </a:rPr>
              <a:t> – Uses embeddings + vector search to fetch top-k relevant documents from a knowledge base.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en-GB" sz="1000">
                <a:solidFill>
                  <a:schemeClr val="dk1"/>
                </a:solidFill>
              </a:rPr>
              <a:t>Generator</a:t>
            </a:r>
            <a:r>
              <a:rPr lang="en-GB" sz="1000">
                <a:solidFill>
                  <a:schemeClr val="dk1"/>
                </a:solidFill>
              </a:rPr>
              <a:t> – The LLM consumes both the user query and retrieved passages to construct a grounded response.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en-GB" sz="1000">
                <a:solidFill>
                  <a:schemeClr val="dk1"/>
                </a:solidFill>
              </a:rPr>
              <a:t>Response Delivery</a:t>
            </a:r>
            <a:r>
              <a:rPr lang="en-GB" sz="1000">
                <a:solidFill>
                  <a:schemeClr val="dk1"/>
                </a:solidFill>
              </a:rPr>
              <a:t> – The output is factually enriched, coherent, and contextually aligned.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583" name="Google Shape;583;p56"/>
          <p:cNvSpPr txBox="1"/>
          <p:nvPr/>
        </p:nvSpPr>
        <p:spPr>
          <a:xfrm>
            <a:off x="311700" y="2940000"/>
            <a:ext cx="4333500" cy="226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Architecture Layers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Retriever</a:t>
            </a:r>
            <a:r>
              <a:rPr lang="en-GB" sz="1000">
                <a:solidFill>
                  <a:schemeClr val="dk1"/>
                </a:solidFill>
              </a:rPr>
              <a:t> → Dense passage retrieval, BM25, or hybrid search.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Generator</a:t>
            </a:r>
            <a:r>
              <a:rPr lang="en-GB" sz="1000">
                <a:solidFill>
                  <a:schemeClr val="dk1"/>
                </a:solidFill>
              </a:rPr>
              <a:t> → Pre-Trained LLM (GPT, LLaMA, etc.) fine-tuned for reasoning.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Knowledge Base</a:t>
            </a:r>
            <a:r>
              <a:rPr lang="en-GB" sz="1000">
                <a:solidFill>
                  <a:schemeClr val="dk1"/>
                </a:solidFill>
              </a:rPr>
              <a:t> → Documents, SQL databases, APIs, or enterprise data lakes.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This </a:t>
            </a:r>
            <a:r>
              <a:rPr b="1" lang="en-GB" sz="1000">
                <a:solidFill>
                  <a:schemeClr val="dk1"/>
                </a:solidFill>
              </a:rPr>
              <a:t>fusion of information retrieval with generative reasoning</a:t>
            </a:r>
            <a:r>
              <a:rPr lang="en-GB" sz="1000">
                <a:solidFill>
                  <a:schemeClr val="dk1"/>
                </a:solidFill>
              </a:rPr>
              <a:t> is what makes RAG robust for real-world applications.</a:t>
            </a:r>
            <a:endParaRPr sz="1000"/>
          </a:p>
        </p:txBody>
      </p:sp>
      <p:pic>
        <p:nvPicPr>
          <p:cNvPr id="584" name="Google Shape;58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5200" y="1625150"/>
            <a:ext cx="4498649" cy="2667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7"/>
          <p:cNvSpPr txBox="1"/>
          <p:nvPr>
            <p:ph idx="4294967295" type="title"/>
          </p:nvPr>
        </p:nvSpPr>
        <p:spPr>
          <a:xfrm>
            <a:off x="311700" y="-12175"/>
            <a:ext cx="8520600" cy="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RAG Evaluation</a:t>
            </a:r>
            <a:endParaRPr b="1" sz="2000"/>
          </a:p>
        </p:txBody>
      </p:sp>
      <p:sp>
        <p:nvSpPr>
          <p:cNvPr id="590" name="Google Shape;590;p57"/>
          <p:cNvSpPr txBox="1"/>
          <p:nvPr/>
        </p:nvSpPr>
        <p:spPr>
          <a:xfrm>
            <a:off x="311700" y="454925"/>
            <a:ext cx="680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Evaluating RAG requires analyzing both </a:t>
            </a:r>
            <a:r>
              <a:rPr b="1" lang="en-GB" sz="1100">
                <a:solidFill>
                  <a:schemeClr val="dk1"/>
                </a:solidFill>
              </a:rPr>
              <a:t>retrieval quality</a:t>
            </a:r>
            <a:r>
              <a:rPr lang="en-GB" sz="1100">
                <a:solidFill>
                  <a:schemeClr val="dk1"/>
                </a:solidFill>
              </a:rPr>
              <a:t> and </a:t>
            </a:r>
            <a:r>
              <a:rPr b="1" lang="en-GB" sz="1100">
                <a:solidFill>
                  <a:schemeClr val="dk1"/>
                </a:solidFill>
              </a:rPr>
              <a:t>generation faithfulness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591" name="Google Shape;591;p57"/>
          <p:cNvSpPr txBox="1"/>
          <p:nvPr/>
        </p:nvSpPr>
        <p:spPr>
          <a:xfrm>
            <a:off x="364575" y="895550"/>
            <a:ext cx="5104800" cy="1972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Key Dimensions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Relevance</a:t>
            </a:r>
            <a:r>
              <a:rPr lang="en-GB" sz="1100">
                <a:solidFill>
                  <a:schemeClr val="dk1"/>
                </a:solidFill>
              </a:rPr>
              <a:t> – Do the retrieved documents contain the needed information?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Faithfulness</a:t>
            </a:r>
            <a:r>
              <a:rPr lang="en-GB" sz="1100">
                <a:solidFill>
                  <a:schemeClr val="dk1"/>
                </a:solidFill>
              </a:rPr>
              <a:t> – Is the generated response consistent with retrieved sources?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Completeness &amp; Coherence</a:t>
            </a:r>
            <a:r>
              <a:rPr lang="en-GB" sz="1100">
                <a:solidFill>
                  <a:schemeClr val="dk1"/>
                </a:solidFill>
              </a:rPr>
              <a:t> – Does the answer fully and clearly address the query?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92" name="Google Shape;592;p57"/>
          <p:cNvSpPr txBox="1"/>
          <p:nvPr/>
        </p:nvSpPr>
        <p:spPr>
          <a:xfrm>
            <a:off x="3480675" y="3011500"/>
            <a:ext cx="5522100" cy="18708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Evaluation Techniques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Retrieval Metrics</a:t>
            </a:r>
            <a:r>
              <a:rPr lang="en-GB" sz="1100">
                <a:solidFill>
                  <a:schemeClr val="dk1"/>
                </a:solidFill>
              </a:rPr>
              <a:t> – Recall@k, Precision@k, MRR (Mean Reciprocal Rank).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Generation Metrics</a:t>
            </a:r>
            <a:r>
              <a:rPr lang="en-GB" sz="1100">
                <a:solidFill>
                  <a:schemeClr val="dk1"/>
                </a:solidFill>
              </a:rPr>
              <a:t> – BLEU, ROUGE, METEOR for text overlap.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Faithfulness Scores</a:t>
            </a:r>
            <a:r>
              <a:rPr lang="en-GB" sz="1100">
                <a:solidFill>
                  <a:schemeClr val="dk1"/>
                </a:solidFill>
              </a:rPr>
              <a:t> – Checking alignment of answers with retrieved docs.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Human-in-the-Loop</a:t>
            </a:r>
            <a:r>
              <a:rPr lang="en-GB" sz="1100">
                <a:solidFill>
                  <a:schemeClr val="dk1"/>
                </a:solidFill>
              </a:rPr>
              <a:t> – Expert review to ensure accuracy and trustworthiness.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593" name="Google Shape;59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775" y="961325"/>
            <a:ext cx="3142875" cy="189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325" y="3011500"/>
            <a:ext cx="3142875" cy="1857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8"/>
          <p:cNvSpPr txBox="1"/>
          <p:nvPr>
            <p:ph type="title"/>
          </p:nvPr>
        </p:nvSpPr>
        <p:spPr>
          <a:xfrm>
            <a:off x="159300" y="64025"/>
            <a:ext cx="85206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en-GB" sz="1900"/>
              <a:t>What is Agentic AI ?</a:t>
            </a:r>
            <a:endParaRPr sz="2700"/>
          </a:p>
        </p:txBody>
      </p:sp>
      <p:sp>
        <p:nvSpPr>
          <p:cNvPr id="600" name="Google Shape;600;p58"/>
          <p:cNvSpPr txBox="1"/>
          <p:nvPr/>
        </p:nvSpPr>
        <p:spPr>
          <a:xfrm>
            <a:off x="281250" y="470650"/>
            <a:ext cx="852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Agentic AI represents the evolution of LLMs into </a:t>
            </a:r>
            <a:r>
              <a:rPr b="1" lang="en-GB" sz="1100">
                <a:solidFill>
                  <a:schemeClr val="dk1"/>
                </a:solidFill>
              </a:rPr>
              <a:t>autonomous, goal-driven agents</a:t>
            </a:r>
            <a:r>
              <a:rPr lang="en-GB" sz="1100">
                <a:solidFill>
                  <a:schemeClr val="dk1"/>
                </a:solidFill>
              </a:rPr>
              <a:t>. Unlike passive chatbots, these systems can perceive, reason, plan, and act across complex workflows.</a:t>
            </a:r>
            <a:endParaRPr/>
          </a:p>
        </p:txBody>
      </p:sp>
      <p:sp>
        <p:nvSpPr>
          <p:cNvPr id="601" name="Google Shape;601;p58"/>
          <p:cNvSpPr txBox="1"/>
          <p:nvPr/>
        </p:nvSpPr>
        <p:spPr>
          <a:xfrm>
            <a:off x="281250" y="951175"/>
            <a:ext cx="4704600" cy="4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Core Principles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Perception</a:t>
            </a:r>
            <a:r>
              <a:rPr lang="en-GB" sz="1100">
                <a:solidFill>
                  <a:schemeClr val="dk1"/>
                </a:solidFill>
              </a:rPr>
              <a:t> – Understands user goals, context, and environment.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Reasoning</a:t>
            </a:r>
            <a:r>
              <a:rPr lang="en-GB" sz="1100">
                <a:solidFill>
                  <a:schemeClr val="dk1"/>
                </a:solidFill>
              </a:rPr>
              <a:t> – Decomposes tasks, performs logical steps, and decides actions.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Action</a:t>
            </a:r>
            <a:r>
              <a:rPr lang="en-GB" sz="1100">
                <a:solidFill>
                  <a:schemeClr val="dk1"/>
                </a:solidFill>
              </a:rPr>
              <a:t> – Executes steps using tools, APIs, or system commands.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Reflection</a:t>
            </a:r>
            <a:r>
              <a:rPr lang="en-GB" sz="1100">
                <a:solidFill>
                  <a:schemeClr val="dk1"/>
                </a:solidFill>
              </a:rPr>
              <a:t> – Monitors outcomes, corrects errors, and adapts strategies.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Applications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Enterprise AI Assistants</a:t>
            </a:r>
            <a:r>
              <a:rPr lang="en-GB" sz="1100">
                <a:solidFill>
                  <a:schemeClr val="dk1"/>
                </a:solidFill>
              </a:rPr>
              <a:t> – Automating business intelligence, research, or reporting.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Autonomous Research Agents</a:t>
            </a:r>
            <a:r>
              <a:rPr lang="en-GB" sz="1100">
                <a:solidFill>
                  <a:schemeClr val="dk1"/>
                </a:solidFill>
              </a:rPr>
              <a:t> – Running multi-source investigations.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Workflow Automation</a:t>
            </a:r>
            <a:r>
              <a:rPr lang="en-GB" sz="1100">
                <a:solidFill>
                  <a:schemeClr val="dk1"/>
                </a:solidFill>
              </a:rPr>
              <a:t> – Coordinating with APIs, CRMs, and knowledge systems.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02" name="Google Shape;60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7050" y="1919800"/>
            <a:ext cx="3773550" cy="207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9"/>
          <p:cNvSpPr txBox="1"/>
          <p:nvPr>
            <p:ph idx="4294967295" type="title"/>
          </p:nvPr>
        </p:nvSpPr>
        <p:spPr>
          <a:xfrm>
            <a:off x="189750" y="64025"/>
            <a:ext cx="85206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Agentic RAG</a:t>
            </a:r>
            <a:endParaRPr sz="2700"/>
          </a:p>
        </p:txBody>
      </p:sp>
      <p:sp>
        <p:nvSpPr>
          <p:cNvPr id="608" name="Google Shape;608;p59"/>
          <p:cNvSpPr txBox="1"/>
          <p:nvPr/>
        </p:nvSpPr>
        <p:spPr>
          <a:xfrm>
            <a:off x="189750" y="531000"/>
            <a:ext cx="891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Agentic RAG extends traditional RAG by giving the LLM </a:t>
            </a:r>
            <a:r>
              <a:rPr b="1" lang="en-GB" sz="1100">
                <a:solidFill>
                  <a:schemeClr val="dk1"/>
                </a:solidFill>
              </a:rPr>
              <a:t>agent-like autonomy</a:t>
            </a:r>
            <a:r>
              <a:rPr lang="en-GB" sz="1100">
                <a:solidFill>
                  <a:schemeClr val="dk1"/>
                </a:solidFill>
              </a:rPr>
              <a:t> to refine, adapt, and act. Instead of a single static retrieval, the model can perform </a:t>
            </a:r>
            <a:r>
              <a:rPr b="1" lang="en-GB" sz="1100">
                <a:solidFill>
                  <a:schemeClr val="dk1"/>
                </a:solidFill>
              </a:rPr>
              <a:t>multi-step reasoning</a:t>
            </a:r>
            <a:r>
              <a:rPr lang="en-GB" sz="1100">
                <a:solidFill>
                  <a:schemeClr val="dk1"/>
                </a:solidFill>
              </a:rPr>
              <a:t> and </a:t>
            </a:r>
            <a:r>
              <a:rPr b="1" lang="en-GB" sz="1100">
                <a:solidFill>
                  <a:schemeClr val="dk1"/>
                </a:solidFill>
              </a:rPr>
              <a:t>dynamic tool use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609" name="Google Shape;609;p59"/>
          <p:cNvSpPr txBox="1"/>
          <p:nvPr/>
        </p:nvSpPr>
        <p:spPr>
          <a:xfrm>
            <a:off x="189750" y="1099975"/>
            <a:ext cx="3805500" cy="39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Key Capabilities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Query Reformulation</a:t>
            </a:r>
            <a:r>
              <a:rPr lang="en-GB" sz="1100">
                <a:solidFill>
                  <a:schemeClr val="dk1"/>
                </a:solidFill>
              </a:rPr>
              <a:t> – If results are weak, the agent can rephrase queries for better retrieval.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Iterative Reasoning</a:t>
            </a:r>
            <a:r>
              <a:rPr lang="en-GB" sz="1100">
                <a:solidFill>
                  <a:schemeClr val="dk1"/>
                </a:solidFill>
              </a:rPr>
              <a:t> – Uses multiple retrieval + generation loops to refine answers.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Tool Integration</a:t>
            </a:r>
            <a:r>
              <a:rPr lang="en-GB" sz="1100">
                <a:solidFill>
                  <a:schemeClr val="dk1"/>
                </a:solidFill>
              </a:rPr>
              <a:t> – Calls APIs, databases, or calculators in addition to retrieving documents.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Adaptive Workflows</a:t>
            </a:r>
            <a:r>
              <a:rPr lang="en-GB" sz="1100">
                <a:solidFill>
                  <a:schemeClr val="dk1"/>
                </a:solidFill>
              </a:rPr>
              <a:t> – Chooses when to retrieve, when to generate, and when to escalate.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Agentic RAG creates </a:t>
            </a:r>
            <a:r>
              <a:rPr b="1" lang="en-GB" sz="1100">
                <a:solidFill>
                  <a:schemeClr val="dk1"/>
                </a:solidFill>
              </a:rPr>
              <a:t>self-improving retrieval loops</a:t>
            </a:r>
            <a:r>
              <a:rPr lang="en-GB" sz="1100">
                <a:solidFill>
                  <a:schemeClr val="dk1"/>
                </a:solidFill>
              </a:rPr>
              <a:t> where the system acts like a researcher — searching, verifying, and synthesizing before responding. This shifts RAG from </a:t>
            </a:r>
            <a:r>
              <a:rPr b="1" lang="en-GB" sz="1100">
                <a:solidFill>
                  <a:schemeClr val="dk1"/>
                </a:solidFill>
              </a:rPr>
              <a:t>static Q&amp;A</a:t>
            </a:r>
            <a:r>
              <a:rPr lang="en-GB" sz="1100">
                <a:solidFill>
                  <a:schemeClr val="dk1"/>
                </a:solidFill>
              </a:rPr>
              <a:t> to </a:t>
            </a:r>
            <a:r>
              <a:rPr b="1" lang="en-GB" sz="1100">
                <a:solidFill>
                  <a:schemeClr val="dk1"/>
                </a:solidFill>
              </a:rPr>
              <a:t>autonomous knowledge agents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10" name="Google Shape;61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050" y="1579075"/>
            <a:ext cx="5107299" cy="2530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0"/>
          <p:cNvSpPr txBox="1"/>
          <p:nvPr>
            <p:ph type="ctrTitle"/>
          </p:nvPr>
        </p:nvSpPr>
        <p:spPr>
          <a:xfrm>
            <a:off x="386949" y="2970625"/>
            <a:ext cx="45882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nrope"/>
              <a:buNone/>
            </a:pPr>
            <a:r>
              <a:rPr lang="en-GB"/>
              <a:t>Introduction to LangGraph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nrope"/>
              <a:buNone/>
            </a:pPr>
            <a:r>
              <a:rPr lang="en-GB"/>
              <a:t>  (Agentic AI FrameWork)</a:t>
            </a:r>
            <a:endParaRPr/>
          </a:p>
        </p:txBody>
      </p:sp>
      <p:pic>
        <p:nvPicPr>
          <p:cNvPr id="616" name="Google Shape;61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575" y="1944575"/>
            <a:ext cx="3674075" cy="309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1"/>
          <p:cNvSpPr txBox="1"/>
          <p:nvPr>
            <p:ph type="title"/>
          </p:nvPr>
        </p:nvSpPr>
        <p:spPr>
          <a:xfrm>
            <a:off x="1483048" y="2047124"/>
            <a:ext cx="46479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Manrope"/>
              <a:buNone/>
            </a:pPr>
            <a:r>
              <a:rPr lang="en-GB"/>
              <a:t>Why LangGraph?</a:t>
            </a:r>
            <a:endParaRPr/>
          </a:p>
        </p:txBody>
      </p:sp>
      <p:sp>
        <p:nvSpPr>
          <p:cNvPr id="622" name="Google Shape;622;p61"/>
          <p:cNvSpPr txBox="1"/>
          <p:nvPr>
            <p:ph idx="1" type="body"/>
          </p:nvPr>
        </p:nvSpPr>
        <p:spPr>
          <a:xfrm>
            <a:off x="386978" y="2319749"/>
            <a:ext cx="6783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623" name="Google Shape;623;p61"/>
          <p:cNvSpPr txBox="1"/>
          <p:nvPr>
            <p:ph idx="4294967295" type="sldNum"/>
          </p:nvPr>
        </p:nvSpPr>
        <p:spPr>
          <a:xfrm>
            <a:off x="7086600" y="4886325"/>
            <a:ext cx="20574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2"/>
          <p:cNvSpPr txBox="1"/>
          <p:nvPr/>
        </p:nvSpPr>
        <p:spPr>
          <a:xfrm>
            <a:off x="274800" y="146250"/>
            <a:ext cx="73728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</a:rPr>
              <a:t>Why LangGraph ?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29" name="Google Shape;629;p62"/>
          <p:cNvSpPr txBox="1"/>
          <p:nvPr/>
        </p:nvSpPr>
        <p:spPr>
          <a:xfrm>
            <a:off x="274800" y="549450"/>
            <a:ext cx="8482200" cy="43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LangGraph is designed for developers who aim to build powerful, reliable, and flexible AI agents. It offers a structured way to go beyond simple chains and build multi-agent, stateful, and controllable applications.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900"/>
              <a:t>Reliability &amp; Controllability</a:t>
            </a:r>
            <a:endParaRPr b="1" sz="900"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lang="en-GB" sz="900"/>
              <a:t>Guide agent behavior with </a:t>
            </a:r>
            <a:r>
              <a:rPr b="1" lang="en-GB" sz="900"/>
              <a:t>moderation checks</a:t>
            </a:r>
            <a:r>
              <a:rPr lang="en-GB" sz="900"/>
              <a:t> and </a:t>
            </a:r>
            <a:r>
              <a:rPr b="1" lang="en-GB" sz="900"/>
              <a:t>human-in-the-loop approvals</a:t>
            </a:r>
            <a:r>
              <a:rPr lang="en-GB" sz="900"/>
              <a:t>. Maintain </a:t>
            </a:r>
            <a:r>
              <a:rPr b="1" lang="en-GB" sz="900"/>
              <a:t>persistent context</a:t>
            </a:r>
            <a:r>
              <a:rPr lang="en-GB" sz="900"/>
              <a:t> to support long-running workflows.</a:t>
            </a:r>
            <a:br>
              <a:rPr lang="en-GB" sz="900"/>
            </a:b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-GB" sz="900"/>
              <a:t>Built with </a:t>
            </a:r>
            <a:r>
              <a:rPr b="1" lang="en-GB" sz="900"/>
              <a:t>low-level primitives</a:t>
            </a:r>
            <a:r>
              <a:rPr lang="en-GB" sz="900"/>
              <a:t>, LangGraph allows fully customized agent workflows. Ideal for </a:t>
            </a:r>
            <a:r>
              <a:rPr b="1" lang="en-GB" sz="900"/>
              <a:t>scalable multi-agent systems</a:t>
            </a:r>
            <a:r>
              <a:rPr lang="en-GB" sz="900"/>
              <a:t>, where each node plays a well-defined role.</a:t>
            </a:r>
            <a:br>
              <a:rPr lang="en-GB" sz="900"/>
            </a:b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900"/>
              <a:t>Core Elements - </a:t>
            </a:r>
            <a:r>
              <a:rPr lang="en-GB" sz="900"/>
              <a:t>LangGraph uses </a:t>
            </a:r>
            <a:r>
              <a:rPr b="1" lang="en-GB" sz="900"/>
              <a:t>cyclical graphs</a:t>
            </a:r>
            <a:r>
              <a:rPr lang="en-GB" sz="900"/>
              <a:t> with: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b="1" lang="en-GB" sz="900"/>
              <a:t>Nodes</a:t>
            </a:r>
            <a:r>
              <a:rPr lang="en-GB" sz="900"/>
              <a:t> – LLMs, tools, or agents that represent computation units. The special </a:t>
            </a:r>
            <a:r>
              <a:rPr lang="en-GB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-GB" sz="900"/>
              <a:t> node marks completion.</a:t>
            </a:r>
            <a:br>
              <a:rPr lang="en-GB" sz="900"/>
            </a:b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-GB" sz="900"/>
              <a:t>Edges</a:t>
            </a:r>
            <a:r>
              <a:rPr lang="en-GB" sz="900"/>
              <a:t> – Define execution paths; can be basic (sequential) or </a:t>
            </a:r>
            <a:r>
              <a:rPr b="1" lang="en-GB" sz="900"/>
              <a:t>conditional</a:t>
            </a:r>
            <a:r>
              <a:rPr lang="en-GB" sz="900"/>
              <a:t>, based on logic.</a:t>
            </a:r>
            <a:br>
              <a:rPr lang="en-GB" sz="900"/>
            </a:b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-GB" sz="900"/>
              <a:t>State</a:t>
            </a:r>
            <a:r>
              <a:rPr lang="en-GB" sz="900"/>
              <a:t> – A shared memory layer accessible by all components. It:</a:t>
            </a:r>
            <a:br>
              <a:rPr lang="en-GB" sz="900"/>
            </a:br>
            <a:endParaRPr sz="900"/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</a:pPr>
            <a:r>
              <a:rPr lang="en-GB" sz="900"/>
              <a:t>Stores intermediate results</a:t>
            </a:r>
            <a:br>
              <a:rPr lang="en-GB" sz="900"/>
            </a:br>
            <a:endParaRPr sz="900"/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</a:pPr>
            <a:r>
              <a:rPr lang="en-GB" sz="900"/>
              <a:t>Enables </a:t>
            </a:r>
            <a:r>
              <a:rPr b="1" lang="en-GB" sz="900"/>
              <a:t>pause/resume</a:t>
            </a:r>
            <a:r>
              <a:rPr lang="en-GB" sz="900"/>
              <a:t> workflows</a:t>
            </a:r>
            <a:br>
              <a:rPr lang="en-GB" sz="900"/>
            </a:br>
            <a:endParaRPr sz="900"/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</a:pPr>
            <a:r>
              <a:rPr lang="en-GB" sz="900"/>
              <a:t>Supports complex behaviors like </a:t>
            </a:r>
            <a:r>
              <a:rPr b="1" lang="en-GB" sz="900"/>
              <a:t>error correction</a:t>
            </a:r>
            <a:r>
              <a:rPr lang="en-GB" sz="900"/>
              <a:t> and </a:t>
            </a:r>
            <a:r>
              <a:rPr b="1" lang="en-GB" sz="900"/>
              <a:t>human escalation</a:t>
            </a:r>
            <a:endParaRPr sz="900"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900"/>
            </a:br>
            <a:endParaRPr sz="9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0" name="Google Shape;630;p62"/>
          <p:cNvPicPr preferRelativeResize="0"/>
          <p:nvPr/>
        </p:nvPicPr>
        <p:blipFill rotWithShape="1">
          <a:blip r:embed="rId3">
            <a:alphaModFix/>
          </a:blip>
          <a:srcRect b="0" l="0" r="0" t="34606"/>
          <a:stretch/>
        </p:blipFill>
        <p:spPr>
          <a:xfrm>
            <a:off x="5457200" y="3572100"/>
            <a:ext cx="3299800" cy="7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3"/>
          <p:cNvSpPr txBox="1"/>
          <p:nvPr>
            <p:ph type="title"/>
          </p:nvPr>
        </p:nvSpPr>
        <p:spPr>
          <a:xfrm>
            <a:off x="1483051" y="2047125"/>
            <a:ext cx="60978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Manrope"/>
              <a:buNone/>
            </a:pPr>
            <a:r>
              <a:rPr lang="en-GB"/>
              <a:t>Core Concepts - LangGraph</a:t>
            </a:r>
            <a:endParaRPr/>
          </a:p>
        </p:txBody>
      </p:sp>
      <p:sp>
        <p:nvSpPr>
          <p:cNvPr id="636" name="Google Shape;636;p63"/>
          <p:cNvSpPr txBox="1"/>
          <p:nvPr>
            <p:ph idx="1" type="body"/>
          </p:nvPr>
        </p:nvSpPr>
        <p:spPr>
          <a:xfrm>
            <a:off x="386978" y="2319749"/>
            <a:ext cx="6783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637" name="Google Shape;637;p63"/>
          <p:cNvSpPr txBox="1"/>
          <p:nvPr>
            <p:ph idx="4294967295" type="sldNum"/>
          </p:nvPr>
        </p:nvSpPr>
        <p:spPr>
          <a:xfrm>
            <a:off x="7086600" y="4886325"/>
            <a:ext cx="20574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4"/>
          <p:cNvSpPr txBox="1"/>
          <p:nvPr/>
        </p:nvSpPr>
        <p:spPr>
          <a:xfrm>
            <a:off x="266700" y="138400"/>
            <a:ext cx="3118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Core Concepts in LangGraph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643" name="Google Shape;643;p64"/>
          <p:cNvGraphicFramePr/>
          <p:nvPr/>
        </p:nvGraphicFramePr>
        <p:xfrm>
          <a:off x="266700" y="70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{E3C42048-432D-47B3-A8A3-F418A9B2B27A}</a:tableStyleId>
              </a:tblPr>
              <a:tblGrid>
                <a:gridCol w="1482375"/>
                <a:gridCol w="3226800"/>
                <a:gridCol w="3974650"/>
              </a:tblGrid>
              <a:tr h="457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Component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Description (Short &amp; Crisp)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How It Helps / Differentiates from Standard RAG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StateGraph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Defines the structure of the agent workflow using nodes and transitions.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Enables modular, multi-step reasoning instead of single-turn retrieval &amp; response.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Nodes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Atomic units performing specific tasks like tool execution or agent invocation.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Promotes separation of concerns and easy integration of diverse tools/LLM capabilities.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Edges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Define dynamic flow between nodes based on conditions or outputs.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Introduces control flow logic, allowing decisions and branching—absent in linear RAG systems.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State Management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Maintains and updates a persistent state passed between nodes.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Allows memory retention and contextual evolution across multiple steps—enabling advanced reasoning.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START / END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Entry (</a:t>
                      </a:r>
                      <a:r>
                        <a:rPr lang="en-GB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START</a:t>
                      </a:r>
                      <a:r>
                        <a:rPr lang="en-GB" sz="1000"/>
                        <a:t>) and exit (</a:t>
                      </a:r>
                      <a:r>
                        <a:rPr lang="en-GB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END</a:t>
                      </a:r>
                      <a:r>
                        <a:rPr lang="en-GB" sz="1000"/>
                        <a:t>) markers that structure graph execution.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Makes the workflow explicit, ensuring deterministic flow and traceability—unlike loosely connected RAG steps.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5"/>
          <p:cNvSpPr txBox="1"/>
          <p:nvPr>
            <p:ph type="title"/>
          </p:nvPr>
        </p:nvSpPr>
        <p:spPr>
          <a:xfrm>
            <a:off x="1483051" y="2047125"/>
            <a:ext cx="60978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Manrope"/>
              <a:buNone/>
            </a:pPr>
            <a:r>
              <a:rPr lang="en-GB"/>
              <a:t>Nodes &amp; Tool Calling</a:t>
            </a:r>
            <a:endParaRPr/>
          </a:p>
        </p:txBody>
      </p:sp>
      <p:sp>
        <p:nvSpPr>
          <p:cNvPr id="649" name="Google Shape;649;p65"/>
          <p:cNvSpPr txBox="1"/>
          <p:nvPr>
            <p:ph idx="1" type="body"/>
          </p:nvPr>
        </p:nvSpPr>
        <p:spPr>
          <a:xfrm>
            <a:off x="386978" y="2319749"/>
            <a:ext cx="6783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650" name="Google Shape;650;p65"/>
          <p:cNvSpPr txBox="1"/>
          <p:nvPr>
            <p:ph idx="4294967295" type="sldNum"/>
          </p:nvPr>
        </p:nvSpPr>
        <p:spPr>
          <a:xfrm>
            <a:off x="7086600" y="4886325"/>
            <a:ext cx="20574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Google Shape;65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1325" y="708825"/>
            <a:ext cx="2779650" cy="4142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6"/>
          <p:cNvSpPr/>
          <p:nvPr/>
        </p:nvSpPr>
        <p:spPr>
          <a:xfrm>
            <a:off x="6268800" y="3064250"/>
            <a:ext cx="1004100" cy="206700"/>
          </a:xfrm>
          <a:prstGeom prst="rect">
            <a:avLst/>
          </a:prstGeom>
          <a:solidFill>
            <a:srgbClr val="F2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7" name="Google Shape;657;p66"/>
          <p:cNvSpPr/>
          <p:nvPr/>
        </p:nvSpPr>
        <p:spPr>
          <a:xfrm>
            <a:off x="7897925" y="3064250"/>
            <a:ext cx="925500" cy="206700"/>
          </a:xfrm>
          <a:prstGeom prst="rect">
            <a:avLst/>
          </a:prstGeom>
          <a:solidFill>
            <a:srgbClr val="F2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8" name="Google Shape;658;p66"/>
          <p:cNvSpPr/>
          <p:nvPr/>
        </p:nvSpPr>
        <p:spPr>
          <a:xfrm>
            <a:off x="7142125" y="2276275"/>
            <a:ext cx="865500" cy="206700"/>
          </a:xfrm>
          <a:prstGeom prst="rect">
            <a:avLst/>
          </a:prstGeom>
          <a:solidFill>
            <a:srgbClr val="F2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Inter"/>
                <a:ea typeface="Inter"/>
                <a:cs typeface="Inter"/>
                <a:sym typeface="Inter"/>
              </a:rPr>
              <a:t>Router Node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9" name="Google Shape;659;p66"/>
          <p:cNvSpPr txBox="1"/>
          <p:nvPr/>
        </p:nvSpPr>
        <p:spPr>
          <a:xfrm>
            <a:off x="0" y="0"/>
            <a:ext cx="68226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000"/>
              <a:t>Router Node</a:t>
            </a:r>
            <a:r>
              <a:rPr b="1" lang="en-GB" sz="1000"/>
              <a:t> </a:t>
            </a:r>
            <a:r>
              <a:rPr b="1" lang="en-GB" sz="1000"/>
              <a:t>: </a:t>
            </a:r>
            <a:r>
              <a:rPr lang="en-GB" sz="1000"/>
              <a:t> Directs the flow of execution based on the current state or user query.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/>
              <a:t>Functionality (Short &amp; Crisp):</a:t>
            </a:r>
            <a:endParaRPr b="1" sz="1000"/>
          </a:p>
          <a:p>
            <a:pPr indent="-2921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Acts like a traffic controller.</a:t>
            </a:r>
            <a:br>
              <a:rPr lang="en-GB" sz="1000"/>
            </a:br>
            <a:endParaRPr sz="1000"/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Uses logic (e.g., keyword match, classification, scoring) to decide the next node to route the request to.</a:t>
            </a:r>
            <a:br>
              <a:rPr lang="en-GB" sz="1000"/>
            </a:br>
            <a:endParaRPr sz="1000"/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Enables dynamic decision-making in the workflow.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/>
              <a:t>Why it matters:</a:t>
            </a:r>
            <a:br>
              <a:rPr b="1" lang="en-GB" sz="1000"/>
            </a:br>
            <a:r>
              <a:rPr lang="en-GB" sz="1000"/>
              <a:t>It brings conditional branching to your pipeline—critical for handling varied queries in a single agentic system (vs. static, one-size-fits-all logic in basic RAG).</a:t>
            </a:r>
            <a:br>
              <a:rPr lang="en-GB" sz="1000"/>
            </a:br>
            <a:br>
              <a:rPr lang="en-GB" sz="1000"/>
            </a:br>
            <a:r>
              <a:rPr b="1" lang="en-GB" sz="1000"/>
              <a:t>Supervisor Node</a:t>
            </a:r>
            <a:r>
              <a:rPr b="1" lang="en-GB" sz="1000"/>
              <a:t> </a:t>
            </a:r>
            <a:r>
              <a:rPr b="1" lang="en-GB" sz="1000"/>
              <a:t>: </a:t>
            </a:r>
            <a:r>
              <a:rPr lang="en-GB" sz="1000"/>
              <a:t> Monitors and coordinates the actions of other nodes, optionally modifying the flow or state.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/>
              <a:t>Functionality (Short &amp; Crisp):</a:t>
            </a:r>
            <a:endParaRPr b="1" sz="1000"/>
          </a:p>
          <a:p>
            <a:pPr indent="-2921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Think of it as a central controller or "manager" node.</a:t>
            </a:r>
            <a:br>
              <a:rPr lang="en-GB" sz="1000"/>
            </a:br>
            <a:endParaRPr sz="1000"/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Evaluates results from child nodes and decides what to do next (retry, reroute, summarize, etc.).</a:t>
            </a:r>
            <a:br>
              <a:rPr lang="en-GB" sz="1000"/>
            </a:br>
            <a:endParaRPr sz="1000"/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Can oversee multi-agent orchestration.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000"/>
              <a:t>Why it matters:</a:t>
            </a:r>
            <a:br>
              <a:rPr b="1" lang="en-GB" sz="1000"/>
            </a:br>
            <a:r>
              <a:rPr lang="en-GB" sz="1000"/>
              <a:t>It adds a layer of reasoning and quality control—like having a human-in-the-loop supervisor for AI agents. This enhances adaptability and reliability, especially in complex multi-step tasks.</a:t>
            </a:r>
            <a:endParaRPr sz="1000"/>
          </a:p>
        </p:txBody>
      </p:sp>
      <p:cxnSp>
        <p:nvCxnSpPr>
          <p:cNvPr id="660" name="Google Shape;660;p66"/>
          <p:cNvCxnSpPr/>
          <p:nvPr/>
        </p:nvCxnSpPr>
        <p:spPr>
          <a:xfrm>
            <a:off x="162450" y="2392325"/>
            <a:ext cx="6660300" cy="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7"/>
          <p:cNvSpPr txBox="1"/>
          <p:nvPr/>
        </p:nvSpPr>
        <p:spPr>
          <a:xfrm>
            <a:off x="243675" y="169825"/>
            <a:ext cx="68448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Human - in - the - Loop</a:t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666" name="Google Shape;66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4075" y="638175"/>
            <a:ext cx="2190750" cy="40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7"/>
          <p:cNvSpPr txBox="1"/>
          <p:nvPr/>
        </p:nvSpPr>
        <p:spPr>
          <a:xfrm>
            <a:off x="376575" y="664525"/>
            <a:ext cx="6652800" cy="40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0"/>
              <a:t>LangGraph enables </a:t>
            </a:r>
            <a:r>
              <a:rPr b="1" lang="en-GB" sz="1050"/>
              <a:t>human intervention at any point</a:t>
            </a:r>
            <a:r>
              <a:rPr lang="en-GB" sz="1050"/>
              <a:t> in the workflow — ideal for use cases where </a:t>
            </a:r>
            <a:r>
              <a:rPr b="1" lang="en-GB" sz="1050"/>
              <a:t>LLM outputs require review, correction, or contextual input</a:t>
            </a:r>
            <a:r>
              <a:rPr lang="en-GB" sz="1050"/>
              <a:t>.</a:t>
            </a:r>
            <a:endParaRPr sz="105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50"/>
              <a:t>Key Capabilities:</a:t>
            </a:r>
            <a:endParaRPr b="1" sz="1050"/>
          </a:p>
          <a:p>
            <a:pPr indent="-295275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50"/>
              <a:buChar char="●"/>
            </a:pPr>
            <a:r>
              <a:rPr b="1" lang="en-GB" sz="1050"/>
              <a:t>Persistent Execution State</a:t>
            </a:r>
            <a:br>
              <a:rPr b="1" lang="en-GB" sz="1050"/>
            </a:br>
            <a:r>
              <a:rPr lang="en-GB" sz="1050"/>
              <a:t>LangGraph checkpoints the graph after each step, enabling pause and </a:t>
            </a:r>
            <a:r>
              <a:rPr b="1" lang="en-GB" sz="1050"/>
              <a:t>resume anytime</a:t>
            </a:r>
            <a:r>
              <a:rPr lang="en-GB" sz="1050"/>
              <a:t>, even asynchronously. Supports </a:t>
            </a:r>
            <a:r>
              <a:rPr b="1" lang="en-GB" sz="1050"/>
              <a:t>long-running workflows</a:t>
            </a:r>
            <a:r>
              <a:rPr lang="en-GB" sz="1050"/>
              <a:t> with human review.</a:t>
            </a:r>
            <a:br>
              <a:rPr lang="en-GB" sz="1050"/>
            </a:br>
            <a:endParaRPr sz="1050"/>
          </a:p>
          <a:p>
            <a:pPr indent="-29527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en-GB" sz="1050"/>
              <a:t>Flexible Interrupt Options</a:t>
            </a:r>
            <a:br>
              <a:rPr b="1" lang="en-GB" sz="1050"/>
            </a:br>
            <a:endParaRPr b="1" sz="1050"/>
          </a:p>
          <a:p>
            <a:pPr indent="-295275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Char char="○"/>
            </a:pPr>
            <a:r>
              <a:rPr b="1" lang="en-GB" sz="1050"/>
              <a:t>Dynamic Interrupts</a:t>
            </a:r>
            <a:r>
              <a:rPr lang="en-GB" sz="1050"/>
              <a:t> – Triggered from inside a node based on current state</a:t>
            </a:r>
            <a:br>
              <a:rPr lang="en-GB" sz="1050"/>
            </a:br>
            <a:endParaRPr sz="1050"/>
          </a:p>
          <a:p>
            <a:pPr indent="-295275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Char char="○"/>
            </a:pPr>
            <a:r>
              <a:rPr b="1" lang="en-GB" sz="1050"/>
              <a:t>Static Interrupts</a:t>
            </a:r>
            <a:r>
              <a:rPr lang="en-GB" sz="1050"/>
              <a:t> – Predefined before or after node execution</a:t>
            </a:r>
            <a:br>
              <a:rPr lang="en-GB" sz="1050"/>
            </a:br>
            <a:endParaRPr sz="1050"/>
          </a:p>
          <a:p>
            <a:pPr indent="-29527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Char char="●"/>
            </a:pPr>
            <a:r>
              <a:rPr b="1" lang="en-GB" sz="1050"/>
              <a:t>Seamless Integration</a:t>
            </a:r>
            <a:br>
              <a:rPr b="1" lang="en-GB" sz="1050"/>
            </a:br>
            <a:endParaRPr b="1" sz="1050"/>
          </a:p>
          <a:p>
            <a:pPr indent="-295275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Char char="○"/>
            </a:pPr>
            <a:r>
              <a:rPr lang="en-GB" sz="1050"/>
              <a:t>Insert human logic at </a:t>
            </a:r>
            <a:r>
              <a:rPr b="1" lang="en-GB" sz="1050"/>
              <a:t>any step</a:t>
            </a:r>
            <a:r>
              <a:rPr lang="en-GB" sz="1050"/>
              <a:t> of the graph</a:t>
            </a:r>
            <a:br>
              <a:rPr lang="en-GB" sz="1050"/>
            </a:br>
            <a:endParaRPr sz="1050"/>
          </a:p>
          <a:p>
            <a:pPr indent="-295275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0"/>
              <a:buChar char="○"/>
            </a:pPr>
            <a:r>
              <a:rPr lang="en-GB" sz="1050"/>
              <a:t>Perfect for </a:t>
            </a:r>
            <a:r>
              <a:rPr b="1" lang="en-GB" sz="1050"/>
              <a:t>approvals, content validation</a:t>
            </a:r>
            <a:r>
              <a:rPr lang="en-GB" sz="1050"/>
              <a:t>, or </a:t>
            </a:r>
            <a:r>
              <a:rPr b="1" lang="en-GB" sz="1050"/>
              <a:t>manual corrections</a:t>
            </a:r>
            <a:br>
              <a:rPr b="1" lang="en-GB" sz="1050"/>
            </a:br>
            <a:endParaRPr b="1" sz="105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8"/>
          <p:cNvSpPr txBox="1"/>
          <p:nvPr/>
        </p:nvSpPr>
        <p:spPr>
          <a:xfrm>
            <a:off x="243675" y="169825"/>
            <a:ext cx="68448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Human - in - the - Loop (Pattern)</a:t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673" name="Google Shape;67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987" y="450421"/>
            <a:ext cx="4108026" cy="1137275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68"/>
          <p:cNvSpPr/>
          <p:nvPr/>
        </p:nvSpPr>
        <p:spPr>
          <a:xfrm>
            <a:off x="465175" y="1292150"/>
            <a:ext cx="8100000" cy="360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/>
              <a:t>Common Patterns Using </a:t>
            </a:r>
            <a:r>
              <a:rPr b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interrupt</a:t>
            </a:r>
            <a:r>
              <a:rPr b="1" lang="en-GB" sz="1100"/>
              <a:t> &amp; </a:t>
            </a:r>
            <a:r>
              <a:rPr b="1"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Command</a:t>
            </a:r>
            <a:r>
              <a:rPr b="1" lang="en-GB" sz="1100"/>
              <a:t>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/>
              <a:t>Approve or Reject</a:t>
            </a:r>
            <a:br>
              <a:rPr b="1" lang="en-GB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Pause before critical steps (e.g., API/tool calls) to </a:t>
            </a:r>
            <a:r>
              <a:rPr b="1" lang="en-GB" sz="1100"/>
              <a:t>approve or block</a:t>
            </a:r>
            <a:r>
              <a:rPr lang="en-GB" sz="1100"/>
              <a:t> execution based on human input.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/>
              <a:t>Edit Graph State</a:t>
            </a:r>
            <a:br>
              <a:rPr b="1" lang="en-GB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Pause to </a:t>
            </a:r>
            <a:r>
              <a:rPr b="1" lang="en-GB" sz="1100"/>
              <a:t>modify the state</a:t>
            </a:r>
            <a:r>
              <a:rPr lang="en-GB" sz="1100"/>
              <a:t> (e.g., fix wrong assumptions, add new info) before proceeding.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/>
              <a:t>Review Tool Calls</a:t>
            </a:r>
            <a:br>
              <a:rPr b="1" lang="en-GB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Review/edit tool requests </a:t>
            </a:r>
            <a:r>
              <a:rPr b="1" lang="en-GB" sz="1100"/>
              <a:t>before they execute</a:t>
            </a:r>
            <a:r>
              <a:rPr lang="en-GB" sz="1100"/>
              <a:t>, ensuring accuracy and safety.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/>
              <a:t>Validate Human Input</a:t>
            </a:r>
            <a:br>
              <a:rPr b="1" lang="en-GB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Pause to confirm correctness of </a:t>
            </a:r>
            <a:r>
              <a:rPr b="1" lang="en-GB" sz="1100"/>
              <a:t>user-provided data</a:t>
            </a:r>
            <a:r>
              <a:rPr lang="en-GB" sz="1100"/>
              <a:t> before using it in downstream logic.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9"/>
          <p:cNvSpPr txBox="1"/>
          <p:nvPr/>
        </p:nvSpPr>
        <p:spPr>
          <a:xfrm>
            <a:off x="184600" y="647388"/>
            <a:ext cx="18975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Tool Calling</a:t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Google Shape;680;p69"/>
          <p:cNvSpPr txBox="1"/>
          <p:nvPr/>
        </p:nvSpPr>
        <p:spPr>
          <a:xfrm>
            <a:off x="263550" y="1636825"/>
            <a:ext cx="8094900" cy="3389100"/>
          </a:xfrm>
          <a:prstGeom prst="rect">
            <a:avLst/>
          </a:prstGeom>
          <a:noFill/>
          <a:ln cap="flat" cmpd="sng" w="9525">
            <a:solidFill>
              <a:srgbClr val="858687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In many AI workflows, agents must interact with </a:t>
            </a:r>
            <a:r>
              <a:rPr b="1" lang="en-GB" sz="900"/>
              <a:t>external systems</a:t>
            </a:r>
            <a:r>
              <a:rPr lang="en-GB" sz="900"/>
              <a:t> like APIs, databases, or file systems. Tool calling enables language models to </a:t>
            </a:r>
            <a:r>
              <a:rPr b="1" lang="en-GB" sz="900"/>
              <a:t>structure requests</a:t>
            </a:r>
            <a:r>
              <a:rPr lang="en-GB" sz="900"/>
              <a:t> that can be passed to such systems  going beyond simple conversation.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900"/>
              <a:t>How Tool Calling Works</a:t>
            </a:r>
            <a:endParaRPr b="1" sz="900"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lang="en-GB" sz="900"/>
              <a:t>Tools wrap a </a:t>
            </a:r>
            <a:r>
              <a:rPr b="1" lang="en-GB" sz="900"/>
              <a:t>function and input schema</a:t>
            </a:r>
            <a:br>
              <a:rPr b="1" lang="en-GB" sz="900"/>
            </a:br>
            <a:endParaRPr b="1"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-GB" sz="900"/>
              <a:t>Based on user input, the model may return a tool call via </a:t>
            </a:r>
            <a:r>
              <a:rPr lang="en-GB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tool_calls</a:t>
            </a:r>
            <a:endParaRPr sz="900"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llm_with_tools.invoke("What is 2 multiplied by 3?")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-&gt; AIMessage(tool_calls=[{'name': 'multiply', 'args': {'a': 2, 'b': 3}}])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/>
              <a:t>If no relevant tool is needed, model responds naturally:</a:t>
            </a:r>
            <a:br>
              <a:rPr lang="en-GB" sz="900"/>
            </a:br>
            <a:br>
              <a:rPr lang="en-GB" sz="900"/>
            </a:br>
            <a:r>
              <a:rPr lang="en-GB" sz="900"/>
              <a:t>	</a:t>
            </a:r>
            <a:r>
              <a:rPr lang="en-GB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llm_with_tools.invoke("Hello world!") 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-&gt; AIMessage(content="Hello!")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b="1" lang="en-GB" sz="900"/>
            </a:br>
            <a:r>
              <a:rPr b="1" lang="en-GB" sz="900"/>
              <a:t>Types of Tools Prebuilt Tools – Ready integrations for:</a:t>
            </a:r>
            <a:endParaRPr b="1" sz="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/>
              <a:t>Web Search:</a:t>
            </a:r>
            <a:r>
              <a:rPr lang="en-GB" sz="900"/>
              <a:t> Bing, Tavily, SerpAPI || </a:t>
            </a:r>
            <a:r>
              <a:rPr b="1" lang="en-GB" sz="900"/>
              <a:t>Code Execution:</a:t>
            </a:r>
            <a:r>
              <a:rPr lang="en-GB" sz="900"/>
              <a:t> Python REPL || </a:t>
            </a:r>
            <a:r>
              <a:rPr b="1" lang="en-GB" sz="900"/>
              <a:t>Databases:</a:t>
            </a:r>
            <a:r>
              <a:rPr lang="en-GB" sz="900"/>
              <a:t> SQL, Redis, MongoDB || </a:t>
            </a:r>
            <a:r>
              <a:rPr b="1" lang="en-GB" sz="900"/>
              <a:t>API’s</a:t>
            </a:r>
            <a:r>
              <a:rPr lang="en-GB" sz="900"/>
              <a:t>: OpenWeatherMap, NewsAPI</a:t>
            </a:r>
            <a:endParaRPr sz="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</p:txBody>
      </p:sp>
      <p:pic>
        <p:nvPicPr>
          <p:cNvPr id="681" name="Google Shape;681;p69"/>
          <p:cNvPicPr preferRelativeResize="0"/>
          <p:nvPr/>
        </p:nvPicPr>
        <p:blipFill rotWithShape="1">
          <a:blip r:embed="rId3">
            <a:alphaModFix/>
          </a:blip>
          <a:srcRect b="9208" l="0" r="0" t="8575"/>
          <a:stretch/>
        </p:blipFill>
        <p:spPr>
          <a:xfrm>
            <a:off x="2141250" y="78850"/>
            <a:ext cx="5574751" cy="155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0"/>
          <p:cNvSpPr txBox="1"/>
          <p:nvPr>
            <p:ph type="title"/>
          </p:nvPr>
        </p:nvSpPr>
        <p:spPr>
          <a:xfrm>
            <a:off x="1483050" y="2047125"/>
            <a:ext cx="68457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Manrope"/>
              <a:buNone/>
            </a:pPr>
            <a:r>
              <a:rPr lang="en-GB" sz="3000"/>
              <a:t>Understanding Memory in Ai Agents</a:t>
            </a:r>
            <a:endParaRPr sz="3000"/>
          </a:p>
        </p:txBody>
      </p:sp>
      <p:sp>
        <p:nvSpPr>
          <p:cNvPr id="687" name="Google Shape;687;p70"/>
          <p:cNvSpPr txBox="1"/>
          <p:nvPr>
            <p:ph idx="1" type="body"/>
          </p:nvPr>
        </p:nvSpPr>
        <p:spPr>
          <a:xfrm>
            <a:off x="386978" y="2319749"/>
            <a:ext cx="6783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GB"/>
              <a:t>04</a:t>
            </a:r>
            <a:endParaRPr/>
          </a:p>
        </p:txBody>
      </p:sp>
      <p:sp>
        <p:nvSpPr>
          <p:cNvPr id="688" name="Google Shape;688;p70"/>
          <p:cNvSpPr txBox="1"/>
          <p:nvPr>
            <p:ph idx="4294967295" type="sldNum"/>
          </p:nvPr>
        </p:nvSpPr>
        <p:spPr>
          <a:xfrm>
            <a:off x="7086600" y="4886325"/>
            <a:ext cx="20574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1"/>
          <p:cNvSpPr txBox="1"/>
          <p:nvPr/>
        </p:nvSpPr>
        <p:spPr>
          <a:xfrm>
            <a:off x="140300" y="220525"/>
            <a:ext cx="4674000" cy="3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Why Memory Matters?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-GB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Enables AI agents to remember, adapt, and learn over time.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-GB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Crucial for handling multi-step tasks, personalization, and contextual continuity.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Short-Term Memory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-GB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Powered by LangGraph state/checkpoints.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-GB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Tracks files, retrieved docs, past outputs.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-GB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Challenge: long threads may overflow context → prune/summarize to manage.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Long-Term Memory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-GB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Persisted via LangGraph Stores (namespaces).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694" name="Google Shape;694;p71"/>
          <p:cNvGraphicFramePr/>
          <p:nvPr/>
        </p:nvGraphicFramePr>
        <p:xfrm>
          <a:off x="4944450" y="309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{E3C42048-432D-47B3-A8A3-F418A9B2B27A}</a:tableStyleId>
              </a:tblPr>
              <a:tblGrid>
                <a:gridCol w="781050"/>
                <a:gridCol w="1009650"/>
                <a:gridCol w="2247900"/>
              </a:tblGrid>
              <a:tr h="444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Type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Scope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Purpose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Short-Term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Session-specific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Track active thread or conversation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Long-Term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Persistent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Store facts, actions, user preferences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95" name="Google Shape;69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700" y="152400"/>
            <a:ext cx="4024900" cy="2622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2"/>
          <p:cNvSpPr txBox="1"/>
          <p:nvPr/>
        </p:nvSpPr>
        <p:spPr>
          <a:xfrm>
            <a:off x="132900" y="162450"/>
            <a:ext cx="768660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/>
              <a:t> Key Design Principles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Use </a:t>
            </a:r>
            <a:r>
              <a:rPr b="1" lang="en-GB" sz="1100"/>
              <a:t>short-term memory</a:t>
            </a:r>
            <a:r>
              <a:rPr lang="en-GB" sz="1100"/>
              <a:t> for task continuity.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Use </a:t>
            </a:r>
            <a:r>
              <a:rPr b="1" lang="en-GB" sz="1100"/>
              <a:t>long-term memory</a:t>
            </a:r>
            <a:r>
              <a:rPr lang="en-GB" sz="1100"/>
              <a:t> for cross-session learning.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701" name="Google Shape;701;p72"/>
          <p:cNvGraphicFramePr/>
          <p:nvPr/>
        </p:nvGraphicFramePr>
        <p:xfrm>
          <a:off x="285300" y="1318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{E3C42048-432D-47B3-A8A3-F418A9B2B27A}</a:tableStyleId>
              </a:tblPr>
              <a:tblGrid>
                <a:gridCol w="933450"/>
                <a:gridCol w="31051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Memory Type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Storage / Best Practices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Semantic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Structured user profiles (JSON) / searchable docs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Episodic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LangSmith datasets with labeled past interactions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Procedural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System prompts, fine-tuned models, meta-prompts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2" name="Google Shape;702;p72"/>
          <p:cNvSpPr txBox="1"/>
          <p:nvPr/>
        </p:nvSpPr>
        <p:spPr>
          <a:xfrm>
            <a:off x="285300" y="2810550"/>
            <a:ext cx="4038600" cy="19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/>
              <a:t>Best Practices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Regularly </a:t>
            </a:r>
            <a:r>
              <a:rPr b="1" lang="en-GB" sz="1000"/>
              <a:t>summarize/prune</a:t>
            </a:r>
            <a:r>
              <a:rPr lang="en-GB" sz="1000"/>
              <a:t> short-term history.</a:t>
            </a:r>
            <a:br>
              <a:rPr lang="en-GB" sz="1000"/>
            </a:b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Separate memory by </a:t>
            </a:r>
            <a:r>
              <a:rPr b="1" lang="en-GB" sz="1000"/>
              <a:t>namespace</a:t>
            </a:r>
            <a:r>
              <a:rPr lang="en-GB" sz="1000"/>
              <a:t> (e.g., per user/thread).</a:t>
            </a:r>
            <a:br>
              <a:rPr lang="en-GB" sz="1000"/>
            </a:b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Ensure </a:t>
            </a:r>
            <a:r>
              <a:rPr b="1" lang="en-GB" sz="1000"/>
              <a:t>searchability</a:t>
            </a:r>
            <a:r>
              <a:rPr lang="en-GB" sz="1000"/>
              <a:t> and </a:t>
            </a:r>
            <a:r>
              <a:rPr b="1" lang="en-GB" sz="1000"/>
              <a:t>relevance</a:t>
            </a:r>
            <a:r>
              <a:rPr lang="en-GB" sz="1000"/>
              <a:t> in long-term storage.</a:t>
            </a:r>
            <a:br>
              <a:rPr lang="en-GB" sz="1000"/>
            </a:b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Treat memory as a </a:t>
            </a:r>
            <a:r>
              <a:rPr b="1" lang="en-GB" sz="1000"/>
              <a:t>core design element</a:t>
            </a:r>
            <a:r>
              <a:rPr lang="en-GB" sz="1000"/>
              <a:t>, not an add-on.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  <p:pic>
        <p:nvPicPr>
          <p:cNvPr id="703" name="Google Shape;70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325" y="183325"/>
            <a:ext cx="2346776" cy="23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9100" y="207213"/>
            <a:ext cx="2302525" cy="234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300" y="2724150"/>
            <a:ext cx="4515301" cy="2241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73"/>
          <p:cNvSpPr txBox="1"/>
          <p:nvPr>
            <p:ph type="title"/>
          </p:nvPr>
        </p:nvSpPr>
        <p:spPr>
          <a:xfrm>
            <a:off x="1483051" y="2047125"/>
            <a:ext cx="60978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Manrope"/>
              <a:buNone/>
            </a:pPr>
            <a:r>
              <a:rPr lang="en-GB"/>
              <a:t>Additional Resources for learning</a:t>
            </a:r>
            <a:endParaRPr/>
          </a:p>
        </p:txBody>
      </p:sp>
      <p:sp>
        <p:nvSpPr>
          <p:cNvPr id="711" name="Google Shape;711;p73"/>
          <p:cNvSpPr txBox="1"/>
          <p:nvPr>
            <p:ph idx="1" type="body"/>
          </p:nvPr>
        </p:nvSpPr>
        <p:spPr>
          <a:xfrm>
            <a:off x="386978" y="2319749"/>
            <a:ext cx="6783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GB"/>
              <a:t>05</a:t>
            </a:r>
            <a:endParaRPr/>
          </a:p>
        </p:txBody>
      </p:sp>
      <p:sp>
        <p:nvSpPr>
          <p:cNvPr id="712" name="Google Shape;712;p73"/>
          <p:cNvSpPr txBox="1"/>
          <p:nvPr>
            <p:ph idx="4294967295" type="sldNum"/>
          </p:nvPr>
        </p:nvSpPr>
        <p:spPr>
          <a:xfrm>
            <a:off x="7086600" y="4886325"/>
            <a:ext cx="20574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4"/>
          <p:cNvSpPr txBox="1"/>
          <p:nvPr/>
        </p:nvSpPr>
        <p:spPr>
          <a:xfrm>
            <a:off x="0" y="0"/>
            <a:ext cx="3000000" cy="26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/>
              <a:t>Resources to Learn More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LangGraph Docs</a:t>
            </a:r>
            <a:br>
              <a:rPr lang="en-GB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GB" sz="1100" u="sng">
                <a:solidFill>
                  <a:schemeClr val="hlink"/>
                </a:solidFill>
                <a:hlinkClick r:id="rId3"/>
              </a:rPr>
              <a:t>Official Documentation Link</a:t>
            </a:r>
            <a:br>
              <a:rPr lang="en-GB" sz="1100" u="sng">
                <a:solidFill>
                  <a:schemeClr val="hlink"/>
                </a:solidFill>
                <a:hlinkClick r:id="rId4"/>
              </a:rPr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Official Tutorials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GitHub Examples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LangChain Discord / Community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Advanced repos with use cases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75"/>
          <p:cNvSpPr txBox="1"/>
          <p:nvPr>
            <p:ph type="ctrTitle"/>
          </p:nvPr>
        </p:nvSpPr>
        <p:spPr>
          <a:xfrm>
            <a:off x="386954" y="1953320"/>
            <a:ext cx="3348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"/>
              <a:buNone/>
            </a:pPr>
            <a:r>
              <a:rPr lang="en-GB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3">
      <a:dk1>
        <a:srgbClr val="1E1E1E"/>
      </a:dk1>
      <a:lt1>
        <a:srgbClr val="FFFFFF"/>
      </a:lt1>
      <a:dk2>
        <a:srgbClr val="0F2359"/>
      </a:dk2>
      <a:lt2>
        <a:srgbClr val="FFFFFF"/>
      </a:lt2>
      <a:accent1>
        <a:srgbClr val="0F2359"/>
      </a:accent1>
      <a:accent2>
        <a:srgbClr val="35BCD7"/>
      </a:accent2>
      <a:accent3>
        <a:srgbClr val="E8EAF2"/>
      </a:accent3>
      <a:accent4>
        <a:srgbClr val="1C57AB"/>
      </a:accent4>
      <a:accent5>
        <a:srgbClr val="0F9ED5"/>
      </a:accent5>
      <a:accent6>
        <a:srgbClr val="98C6F4"/>
      </a:accent6>
      <a:hlink>
        <a:srgbClr val="2374C4"/>
      </a:hlink>
      <a:folHlink>
        <a:srgbClr val="FEC8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13">
      <a:dk1>
        <a:srgbClr val="1E1E1E"/>
      </a:dk1>
      <a:lt1>
        <a:srgbClr val="FFFFFF"/>
      </a:lt1>
      <a:dk2>
        <a:srgbClr val="0F2359"/>
      </a:dk2>
      <a:lt2>
        <a:srgbClr val="FFFFFF"/>
      </a:lt2>
      <a:accent1>
        <a:srgbClr val="0F2359"/>
      </a:accent1>
      <a:accent2>
        <a:srgbClr val="FEBE20"/>
      </a:accent2>
      <a:accent3>
        <a:srgbClr val="E8EAF2"/>
      </a:accent3>
      <a:accent4>
        <a:srgbClr val="1C57AB"/>
      </a:accent4>
      <a:accent5>
        <a:srgbClr val="0F9ED5"/>
      </a:accent5>
      <a:accent6>
        <a:srgbClr val="98C6F4"/>
      </a:accent6>
      <a:hlink>
        <a:srgbClr val="2374C4"/>
      </a:hlink>
      <a:folHlink>
        <a:srgbClr val="FEC8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